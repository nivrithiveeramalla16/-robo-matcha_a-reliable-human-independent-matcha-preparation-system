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Nunito SemiBold"/>
      <p:regular r:id="rId40"/>
      <p:bold r:id="rId41"/>
      <p:italic r:id="rId42"/>
      <p:boldItalic r:id="rId43"/>
    </p:embeddedFont>
    <p:embeddedFont>
      <p:font typeface="Patrick Hand"/>
      <p:regular r:id="rId44"/>
    </p:embeddedFont>
    <p:embeddedFont>
      <p:font typeface="Nunito"/>
      <p:regular r:id="rId45"/>
      <p:bold r:id="rId46"/>
      <p:italic r:id="rId47"/>
      <p:boldItalic r:id="rId48"/>
    </p:embeddedFont>
    <p:embeddedFont>
      <p:font typeface="Montserrat"/>
      <p:regular r:id="rId49"/>
      <p:bold r:id="rId50"/>
      <p:italic r:id="rId51"/>
      <p:boldItalic r:id="rId52"/>
    </p:embeddedFont>
    <p:embeddedFont>
      <p:font typeface="Outfit"/>
      <p:regular r:id="rId53"/>
      <p:bold r:id="rId54"/>
    </p:embeddedFont>
    <p:embeddedFont>
      <p:font typeface="Outfit SemiBold"/>
      <p:regular r:id="rId55"/>
      <p:bold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8A516D-68E9-41D4-B891-90AD83227573}">
  <a:tblStyle styleId="{028A516D-68E9-41D4-B891-90AD832275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SemiBold-regular.fntdata"/><Relationship Id="rId42" Type="http://schemas.openxmlformats.org/officeDocument/2006/relationships/font" Target="fonts/NunitoSemiBold-italic.fntdata"/><Relationship Id="rId41" Type="http://schemas.openxmlformats.org/officeDocument/2006/relationships/font" Target="fonts/NunitoSemiBold-bold.fntdata"/><Relationship Id="rId44" Type="http://schemas.openxmlformats.org/officeDocument/2006/relationships/font" Target="fonts/PatrickHand-regular.fntdata"/><Relationship Id="rId43" Type="http://schemas.openxmlformats.org/officeDocument/2006/relationships/font" Target="fonts/NunitoSemiBold-boldItalic.fntdata"/><Relationship Id="rId46" Type="http://schemas.openxmlformats.org/officeDocument/2006/relationships/font" Target="fonts/Nunito-bold.fntdata"/><Relationship Id="rId45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Nunito-boldItalic.fntdata"/><Relationship Id="rId47" Type="http://schemas.openxmlformats.org/officeDocument/2006/relationships/font" Target="fonts/Nunito-italic.fntdata"/><Relationship Id="rId49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-italic.fntdata"/><Relationship Id="rId50" Type="http://schemas.openxmlformats.org/officeDocument/2006/relationships/font" Target="fonts/Montserrat-bold.fntdata"/><Relationship Id="rId53" Type="http://schemas.openxmlformats.org/officeDocument/2006/relationships/font" Target="fonts/Outfit-regular.fntdata"/><Relationship Id="rId52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55" Type="http://schemas.openxmlformats.org/officeDocument/2006/relationships/font" Target="fonts/OutfitSemiBold-regular.fntdata"/><Relationship Id="rId10" Type="http://schemas.openxmlformats.org/officeDocument/2006/relationships/slide" Target="slides/slide5.xml"/><Relationship Id="rId54" Type="http://schemas.openxmlformats.org/officeDocument/2006/relationships/font" Target="fonts/Outfi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OutfitSemiBo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3ad44dce0e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3ad44dce0e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9a3ec5b74f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9a3ec5b74f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3a41afe8ce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3a41afe8ce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980d3f277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980d3f277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3ad4b380a86_0_1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3ad4b380a86_0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3ada29bfa1c_1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3ada29bfa1c_1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3a434e72e3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3a434e72e3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943ce821cd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943ce821cd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3a434e72e3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3a434e72e3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a4222a2599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3a4222a2599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980d3f2793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980d3f279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3a4222a2599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3a4222a2599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3a4222a2599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g3a4222a2599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3ad4b380a86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3ad4b380a86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3ad44dce0e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g3ad44dce0e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3ada29bfa1c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3ada29bfa1c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3a434e72e3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3a434e72e3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3ad44dce0e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0" name="Google Shape;1680;g3ad44dce0e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3a434e72e3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3a434e72e3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3ad44dce0e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1" name="Google Shape;1691;g3ad44dce0e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3a41afe8ce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8" name="Google Shape;1698;g3a41afe8ce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3a41afe8ce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g3a41afe8ce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3a434e72e3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1" name="Google Shape;1721;g3a434e72e3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3ad44dce0e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3ad44dce0e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g3ada29bfa1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1" name="Google Shape;1861;g3ada29bfa1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3ad44dce0e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" name="Google Shape;1995;g3ad44dce0e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g3a434e72e3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0" name="Google Shape;2130;g3a434e72e3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g3ada29bfa1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5" name="Google Shape;2135;g3ada29bfa1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g3ad44dce0e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0" name="Google Shape;2150;g3ad44dce0e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g3ad44dce0e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8" name="Google Shape;2288;g3ad44dce0e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g3ad44dce0e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3" name="Google Shape;2433;g3ad44dce0e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7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g3ad44dce0e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9" name="Google Shape;2439;g3ad44dce0e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g3ad4b380a86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7" name="Google Shape;2447;g3ad4b380a86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s://slack-redir.net/link?url=https%3A%2F%2Fwww.freepik.com%2F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748925" y="2411975"/>
            <a:ext cx="5646300" cy="13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748925" y="3697975"/>
            <a:ext cx="564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6287634" y="2080925"/>
            <a:ext cx="5327115" cy="6547037"/>
            <a:chOff x="4926821" y="213384"/>
            <a:chExt cx="3430430" cy="4216007"/>
          </a:xfrm>
        </p:grpSpPr>
        <p:sp>
          <p:nvSpPr>
            <p:cNvPr id="13" name="Google Shape;13;p2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h="173568" w="163829">
                  <a:moveTo>
                    <a:pt x="163829" y="1"/>
                  </a:moveTo>
                  <a:lnTo>
                    <a:pt x="159942" y="586"/>
                  </a:lnTo>
                  <a:lnTo>
                    <a:pt x="156097" y="1213"/>
                  </a:lnTo>
                  <a:lnTo>
                    <a:pt x="152336" y="1881"/>
                  </a:lnTo>
                  <a:lnTo>
                    <a:pt x="148616" y="2592"/>
                  </a:lnTo>
                  <a:lnTo>
                    <a:pt x="144980" y="3344"/>
                  </a:lnTo>
                  <a:lnTo>
                    <a:pt x="141386" y="4138"/>
                  </a:lnTo>
                  <a:lnTo>
                    <a:pt x="137834" y="4974"/>
                  </a:lnTo>
                  <a:lnTo>
                    <a:pt x="134407" y="5852"/>
                  </a:lnTo>
                  <a:lnTo>
                    <a:pt x="130980" y="6771"/>
                  </a:lnTo>
                  <a:lnTo>
                    <a:pt x="127636" y="7732"/>
                  </a:lnTo>
                  <a:lnTo>
                    <a:pt x="124335" y="8735"/>
                  </a:lnTo>
                  <a:lnTo>
                    <a:pt x="121075" y="9780"/>
                  </a:lnTo>
                  <a:lnTo>
                    <a:pt x="117899" y="10825"/>
                  </a:lnTo>
                  <a:lnTo>
                    <a:pt x="114806" y="11954"/>
                  </a:lnTo>
                  <a:lnTo>
                    <a:pt x="111713" y="13082"/>
                  </a:lnTo>
                  <a:lnTo>
                    <a:pt x="108704" y="14252"/>
                  </a:lnTo>
                  <a:lnTo>
                    <a:pt x="105737" y="15464"/>
                  </a:lnTo>
                  <a:lnTo>
                    <a:pt x="102853" y="16718"/>
                  </a:lnTo>
                  <a:lnTo>
                    <a:pt x="100011" y="17972"/>
                  </a:lnTo>
                  <a:lnTo>
                    <a:pt x="97211" y="19309"/>
                  </a:lnTo>
                  <a:lnTo>
                    <a:pt x="94453" y="20646"/>
                  </a:lnTo>
                  <a:lnTo>
                    <a:pt x="91778" y="21984"/>
                  </a:lnTo>
                  <a:lnTo>
                    <a:pt x="89103" y="23405"/>
                  </a:lnTo>
                  <a:lnTo>
                    <a:pt x="86512" y="24826"/>
                  </a:lnTo>
                  <a:lnTo>
                    <a:pt x="84005" y="26247"/>
                  </a:lnTo>
                  <a:lnTo>
                    <a:pt x="81497" y="27751"/>
                  </a:lnTo>
                  <a:lnTo>
                    <a:pt x="79073" y="29256"/>
                  </a:lnTo>
                  <a:lnTo>
                    <a:pt x="76691" y="30760"/>
                  </a:lnTo>
                  <a:lnTo>
                    <a:pt x="74350" y="32307"/>
                  </a:lnTo>
                  <a:lnTo>
                    <a:pt x="72052" y="33895"/>
                  </a:lnTo>
                  <a:lnTo>
                    <a:pt x="69795" y="35483"/>
                  </a:lnTo>
                  <a:lnTo>
                    <a:pt x="67580" y="37113"/>
                  </a:lnTo>
                  <a:lnTo>
                    <a:pt x="65449" y="38743"/>
                  </a:lnTo>
                  <a:lnTo>
                    <a:pt x="63317" y="40415"/>
                  </a:lnTo>
                  <a:lnTo>
                    <a:pt x="61269" y="42086"/>
                  </a:lnTo>
                  <a:lnTo>
                    <a:pt x="59263" y="43800"/>
                  </a:lnTo>
                  <a:lnTo>
                    <a:pt x="57299" y="45513"/>
                  </a:lnTo>
                  <a:lnTo>
                    <a:pt x="55377" y="47227"/>
                  </a:lnTo>
                  <a:lnTo>
                    <a:pt x="53496" y="48982"/>
                  </a:lnTo>
                  <a:lnTo>
                    <a:pt x="51657" y="50737"/>
                  </a:lnTo>
                  <a:lnTo>
                    <a:pt x="49860" y="52535"/>
                  </a:lnTo>
                  <a:lnTo>
                    <a:pt x="48105" y="54332"/>
                  </a:lnTo>
                  <a:lnTo>
                    <a:pt x="46391" y="56129"/>
                  </a:lnTo>
                  <a:lnTo>
                    <a:pt x="44719" y="57926"/>
                  </a:lnTo>
                  <a:lnTo>
                    <a:pt x="43048" y="59765"/>
                  </a:lnTo>
                  <a:lnTo>
                    <a:pt x="41460" y="61604"/>
                  </a:lnTo>
                  <a:lnTo>
                    <a:pt x="39913" y="63443"/>
                  </a:lnTo>
                  <a:lnTo>
                    <a:pt x="38409" y="65323"/>
                  </a:lnTo>
                  <a:lnTo>
                    <a:pt x="36946" y="67204"/>
                  </a:lnTo>
                  <a:lnTo>
                    <a:pt x="35483" y="69043"/>
                  </a:lnTo>
                  <a:lnTo>
                    <a:pt x="34104" y="70965"/>
                  </a:lnTo>
                  <a:lnTo>
                    <a:pt x="32725" y="72846"/>
                  </a:lnTo>
                  <a:lnTo>
                    <a:pt x="31429" y="74727"/>
                  </a:lnTo>
                  <a:lnTo>
                    <a:pt x="30134" y="76607"/>
                  </a:lnTo>
                  <a:lnTo>
                    <a:pt x="28880" y="78530"/>
                  </a:lnTo>
                  <a:lnTo>
                    <a:pt x="27668" y="80410"/>
                  </a:lnTo>
                  <a:lnTo>
                    <a:pt x="26498" y="82333"/>
                  </a:lnTo>
                  <a:lnTo>
                    <a:pt x="25327" y="84255"/>
                  </a:lnTo>
                  <a:lnTo>
                    <a:pt x="24199" y="86136"/>
                  </a:lnTo>
                  <a:lnTo>
                    <a:pt x="23154" y="88059"/>
                  </a:lnTo>
                  <a:lnTo>
                    <a:pt x="22068" y="89939"/>
                  </a:lnTo>
                  <a:lnTo>
                    <a:pt x="21065" y="91862"/>
                  </a:lnTo>
                  <a:lnTo>
                    <a:pt x="20062" y="93742"/>
                  </a:lnTo>
                  <a:lnTo>
                    <a:pt x="19142" y="95665"/>
                  </a:lnTo>
                  <a:lnTo>
                    <a:pt x="18223" y="97546"/>
                  </a:lnTo>
                  <a:lnTo>
                    <a:pt x="17303" y="99426"/>
                  </a:lnTo>
                  <a:lnTo>
                    <a:pt x="15632" y="103188"/>
                  </a:lnTo>
                  <a:lnTo>
                    <a:pt x="14043" y="106907"/>
                  </a:lnTo>
                  <a:lnTo>
                    <a:pt x="12539" y="110627"/>
                  </a:lnTo>
                  <a:lnTo>
                    <a:pt x="11201" y="114263"/>
                  </a:lnTo>
                  <a:lnTo>
                    <a:pt x="9906" y="117857"/>
                  </a:lnTo>
                  <a:lnTo>
                    <a:pt x="8777" y="121409"/>
                  </a:lnTo>
                  <a:lnTo>
                    <a:pt x="7691" y="124878"/>
                  </a:lnTo>
                  <a:lnTo>
                    <a:pt x="6730" y="128305"/>
                  </a:lnTo>
                  <a:lnTo>
                    <a:pt x="5810" y="131649"/>
                  </a:lnTo>
                  <a:lnTo>
                    <a:pt x="5016" y="134909"/>
                  </a:lnTo>
                  <a:lnTo>
                    <a:pt x="4264" y="138085"/>
                  </a:lnTo>
                  <a:lnTo>
                    <a:pt x="3637" y="141177"/>
                  </a:lnTo>
                  <a:lnTo>
                    <a:pt x="3052" y="144145"/>
                  </a:lnTo>
                  <a:lnTo>
                    <a:pt x="2509" y="147028"/>
                  </a:lnTo>
                  <a:lnTo>
                    <a:pt x="2049" y="149787"/>
                  </a:lnTo>
                  <a:lnTo>
                    <a:pt x="1673" y="152420"/>
                  </a:lnTo>
                  <a:lnTo>
                    <a:pt x="1297" y="154927"/>
                  </a:lnTo>
                  <a:lnTo>
                    <a:pt x="1004" y="157310"/>
                  </a:lnTo>
                  <a:lnTo>
                    <a:pt x="753" y="159566"/>
                  </a:lnTo>
                  <a:lnTo>
                    <a:pt x="586" y="161698"/>
                  </a:lnTo>
                  <a:lnTo>
                    <a:pt x="419" y="163662"/>
                  </a:lnTo>
                  <a:lnTo>
                    <a:pt x="168" y="167089"/>
                  </a:lnTo>
                  <a:lnTo>
                    <a:pt x="43" y="169847"/>
                  </a:lnTo>
                  <a:lnTo>
                    <a:pt x="1" y="171895"/>
                  </a:lnTo>
                  <a:lnTo>
                    <a:pt x="1" y="173567"/>
                  </a:lnTo>
                  <a:lnTo>
                    <a:pt x="3553" y="173107"/>
                  </a:lnTo>
                  <a:lnTo>
                    <a:pt x="7106" y="172606"/>
                  </a:lnTo>
                  <a:lnTo>
                    <a:pt x="10575" y="172062"/>
                  </a:lnTo>
                  <a:lnTo>
                    <a:pt x="13960" y="171477"/>
                  </a:lnTo>
                  <a:lnTo>
                    <a:pt x="17345" y="170850"/>
                  </a:lnTo>
                  <a:lnTo>
                    <a:pt x="20647" y="170182"/>
                  </a:lnTo>
                  <a:lnTo>
                    <a:pt x="23907" y="169430"/>
                  </a:lnTo>
                  <a:lnTo>
                    <a:pt x="27125" y="168677"/>
                  </a:lnTo>
                  <a:lnTo>
                    <a:pt x="30301" y="167841"/>
                  </a:lnTo>
                  <a:lnTo>
                    <a:pt x="33393" y="166964"/>
                  </a:lnTo>
                  <a:lnTo>
                    <a:pt x="36486" y="166086"/>
                  </a:lnTo>
                  <a:lnTo>
                    <a:pt x="39495" y="165125"/>
                  </a:lnTo>
                  <a:lnTo>
                    <a:pt x="42463" y="164164"/>
                  </a:lnTo>
                  <a:lnTo>
                    <a:pt x="45388" y="163119"/>
                  </a:lnTo>
                  <a:lnTo>
                    <a:pt x="48272" y="162074"/>
                  </a:lnTo>
                  <a:lnTo>
                    <a:pt x="51072" y="160946"/>
                  </a:lnTo>
                  <a:lnTo>
                    <a:pt x="53872" y="159817"/>
                  </a:lnTo>
                  <a:lnTo>
                    <a:pt x="56589" y="158647"/>
                  </a:lnTo>
                  <a:lnTo>
                    <a:pt x="59305" y="157435"/>
                  </a:lnTo>
                  <a:lnTo>
                    <a:pt x="61938" y="156181"/>
                  </a:lnTo>
                  <a:lnTo>
                    <a:pt x="64529" y="154927"/>
                  </a:lnTo>
                  <a:lnTo>
                    <a:pt x="67120" y="153590"/>
                  </a:lnTo>
                  <a:lnTo>
                    <a:pt x="69628" y="152253"/>
                  </a:lnTo>
                  <a:lnTo>
                    <a:pt x="72094" y="150873"/>
                  </a:lnTo>
                  <a:lnTo>
                    <a:pt x="74518" y="149494"/>
                  </a:lnTo>
                  <a:lnTo>
                    <a:pt x="76900" y="148031"/>
                  </a:lnTo>
                  <a:lnTo>
                    <a:pt x="79240" y="146569"/>
                  </a:lnTo>
                  <a:lnTo>
                    <a:pt x="81539" y="145106"/>
                  </a:lnTo>
                  <a:lnTo>
                    <a:pt x="83796" y="143560"/>
                  </a:lnTo>
                  <a:lnTo>
                    <a:pt x="86011" y="142055"/>
                  </a:lnTo>
                  <a:lnTo>
                    <a:pt x="88184" y="140467"/>
                  </a:lnTo>
                  <a:lnTo>
                    <a:pt x="90315" y="138879"/>
                  </a:lnTo>
                  <a:lnTo>
                    <a:pt x="92405" y="137249"/>
                  </a:lnTo>
                  <a:lnTo>
                    <a:pt x="94453" y="135619"/>
                  </a:lnTo>
                  <a:lnTo>
                    <a:pt x="96501" y="133947"/>
                  </a:lnTo>
                  <a:lnTo>
                    <a:pt x="98465" y="132276"/>
                  </a:lnTo>
                  <a:lnTo>
                    <a:pt x="100387" y="130562"/>
                  </a:lnTo>
                  <a:lnTo>
                    <a:pt x="102310" y="128849"/>
                  </a:lnTo>
                  <a:lnTo>
                    <a:pt x="104149" y="127135"/>
                  </a:lnTo>
                  <a:lnTo>
                    <a:pt x="105988" y="125380"/>
                  </a:lnTo>
                  <a:lnTo>
                    <a:pt x="107743" y="123583"/>
                  </a:lnTo>
                  <a:lnTo>
                    <a:pt x="109498" y="121786"/>
                  </a:lnTo>
                  <a:lnTo>
                    <a:pt x="111212" y="119988"/>
                  </a:lnTo>
                  <a:lnTo>
                    <a:pt x="112884" y="118150"/>
                  </a:lnTo>
                  <a:lnTo>
                    <a:pt x="114555" y="116352"/>
                  </a:lnTo>
                  <a:lnTo>
                    <a:pt x="116143" y="114472"/>
                  </a:lnTo>
                  <a:lnTo>
                    <a:pt x="117731" y="112633"/>
                  </a:lnTo>
                  <a:lnTo>
                    <a:pt x="119236" y="110752"/>
                  </a:lnTo>
                  <a:lnTo>
                    <a:pt x="120741" y="108871"/>
                  </a:lnTo>
                  <a:lnTo>
                    <a:pt x="122203" y="106991"/>
                  </a:lnTo>
                  <a:lnTo>
                    <a:pt x="123666" y="105110"/>
                  </a:lnTo>
                  <a:lnTo>
                    <a:pt x="125045" y="103188"/>
                  </a:lnTo>
                  <a:lnTo>
                    <a:pt x="126424" y="101307"/>
                  </a:lnTo>
                  <a:lnTo>
                    <a:pt x="127762" y="99384"/>
                  </a:lnTo>
                  <a:lnTo>
                    <a:pt x="129057" y="97462"/>
                  </a:lnTo>
                  <a:lnTo>
                    <a:pt x="130353" y="95540"/>
                  </a:lnTo>
                  <a:lnTo>
                    <a:pt x="131565" y="93575"/>
                  </a:lnTo>
                  <a:lnTo>
                    <a:pt x="132777" y="91653"/>
                  </a:lnTo>
                  <a:lnTo>
                    <a:pt x="133989" y="89730"/>
                  </a:lnTo>
                  <a:lnTo>
                    <a:pt x="135117" y="87808"/>
                  </a:lnTo>
                  <a:lnTo>
                    <a:pt x="136246" y="85844"/>
                  </a:lnTo>
                  <a:lnTo>
                    <a:pt x="137332" y="83921"/>
                  </a:lnTo>
                  <a:lnTo>
                    <a:pt x="139422" y="80076"/>
                  </a:lnTo>
                  <a:lnTo>
                    <a:pt x="141428" y="76189"/>
                  </a:lnTo>
                  <a:lnTo>
                    <a:pt x="143309" y="72386"/>
                  </a:lnTo>
                  <a:lnTo>
                    <a:pt x="145064" y="68583"/>
                  </a:lnTo>
                  <a:lnTo>
                    <a:pt x="146736" y="64822"/>
                  </a:lnTo>
                  <a:lnTo>
                    <a:pt x="148324" y="61060"/>
                  </a:lnTo>
                  <a:lnTo>
                    <a:pt x="149787" y="57383"/>
                  </a:lnTo>
                  <a:lnTo>
                    <a:pt x="151166" y="53747"/>
                  </a:lnTo>
                  <a:lnTo>
                    <a:pt x="152420" y="50194"/>
                  </a:lnTo>
                  <a:lnTo>
                    <a:pt x="153632" y="46684"/>
                  </a:lnTo>
                  <a:lnTo>
                    <a:pt x="154760" y="43256"/>
                  </a:lnTo>
                  <a:lnTo>
                    <a:pt x="155763" y="39913"/>
                  </a:lnTo>
                  <a:lnTo>
                    <a:pt x="156724" y="36653"/>
                  </a:lnTo>
                  <a:lnTo>
                    <a:pt x="157602" y="33477"/>
                  </a:lnTo>
                  <a:lnTo>
                    <a:pt x="158396" y="30426"/>
                  </a:lnTo>
                  <a:lnTo>
                    <a:pt x="159148" y="27459"/>
                  </a:lnTo>
                  <a:lnTo>
                    <a:pt x="159775" y="24617"/>
                  </a:lnTo>
                  <a:lnTo>
                    <a:pt x="160402" y="21900"/>
                  </a:lnTo>
                  <a:lnTo>
                    <a:pt x="160945" y="19267"/>
                  </a:lnTo>
                  <a:lnTo>
                    <a:pt x="161405" y="16802"/>
                  </a:lnTo>
                  <a:lnTo>
                    <a:pt x="161823" y="14503"/>
                  </a:lnTo>
                  <a:lnTo>
                    <a:pt x="162533" y="10282"/>
                  </a:lnTo>
                  <a:lnTo>
                    <a:pt x="163077" y="6729"/>
                  </a:lnTo>
                  <a:lnTo>
                    <a:pt x="163411" y="3888"/>
                  </a:lnTo>
                  <a:lnTo>
                    <a:pt x="163662" y="1756"/>
                  </a:lnTo>
                  <a:lnTo>
                    <a:pt x="16382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fill="none" h="173568" w="163829">
                  <a:moveTo>
                    <a:pt x="163829" y="1"/>
                  </a:moveTo>
                  <a:lnTo>
                    <a:pt x="163829" y="1"/>
                  </a:lnTo>
                  <a:lnTo>
                    <a:pt x="163662" y="1756"/>
                  </a:lnTo>
                  <a:lnTo>
                    <a:pt x="163411" y="3888"/>
                  </a:lnTo>
                  <a:lnTo>
                    <a:pt x="163077" y="6729"/>
                  </a:lnTo>
                  <a:lnTo>
                    <a:pt x="162533" y="10282"/>
                  </a:lnTo>
                  <a:lnTo>
                    <a:pt x="161823" y="14503"/>
                  </a:lnTo>
                  <a:lnTo>
                    <a:pt x="161405" y="16802"/>
                  </a:lnTo>
                  <a:lnTo>
                    <a:pt x="160945" y="19267"/>
                  </a:lnTo>
                  <a:lnTo>
                    <a:pt x="160402" y="21900"/>
                  </a:lnTo>
                  <a:lnTo>
                    <a:pt x="159775" y="24617"/>
                  </a:lnTo>
                  <a:lnTo>
                    <a:pt x="159148" y="27459"/>
                  </a:lnTo>
                  <a:lnTo>
                    <a:pt x="158396" y="30426"/>
                  </a:lnTo>
                  <a:lnTo>
                    <a:pt x="157602" y="33477"/>
                  </a:lnTo>
                  <a:lnTo>
                    <a:pt x="156724" y="36653"/>
                  </a:lnTo>
                  <a:lnTo>
                    <a:pt x="155763" y="39913"/>
                  </a:lnTo>
                  <a:lnTo>
                    <a:pt x="154760" y="43256"/>
                  </a:lnTo>
                  <a:lnTo>
                    <a:pt x="153632" y="46684"/>
                  </a:lnTo>
                  <a:lnTo>
                    <a:pt x="152420" y="50194"/>
                  </a:lnTo>
                  <a:lnTo>
                    <a:pt x="151166" y="53747"/>
                  </a:lnTo>
                  <a:lnTo>
                    <a:pt x="149787" y="57383"/>
                  </a:lnTo>
                  <a:lnTo>
                    <a:pt x="148324" y="61060"/>
                  </a:lnTo>
                  <a:lnTo>
                    <a:pt x="146736" y="64822"/>
                  </a:lnTo>
                  <a:lnTo>
                    <a:pt x="145064" y="68583"/>
                  </a:lnTo>
                  <a:lnTo>
                    <a:pt x="143309" y="72386"/>
                  </a:lnTo>
                  <a:lnTo>
                    <a:pt x="141428" y="76189"/>
                  </a:lnTo>
                  <a:lnTo>
                    <a:pt x="139422" y="80076"/>
                  </a:lnTo>
                  <a:lnTo>
                    <a:pt x="137332" y="83921"/>
                  </a:lnTo>
                  <a:lnTo>
                    <a:pt x="136246" y="85844"/>
                  </a:lnTo>
                  <a:lnTo>
                    <a:pt x="135117" y="87808"/>
                  </a:lnTo>
                  <a:lnTo>
                    <a:pt x="133989" y="89730"/>
                  </a:lnTo>
                  <a:lnTo>
                    <a:pt x="132777" y="91653"/>
                  </a:lnTo>
                  <a:lnTo>
                    <a:pt x="131565" y="93575"/>
                  </a:lnTo>
                  <a:lnTo>
                    <a:pt x="130353" y="95540"/>
                  </a:lnTo>
                  <a:lnTo>
                    <a:pt x="129057" y="97462"/>
                  </a:lnTo>
                  <a:lnTo>
                    <a:pt x="127762" y="99384"/>
                  </a:lnTo>
                  <a:lnTo>
                    <a:pt x="126424" y="101307"/>
                  </a:lnTo>
                  <a:lnTo>
                    <a:pt x="125045" y="103188"/>
                  </a:lnTo>
                  <a:lnTo>
                    <a:pt x="123666" y="105110"/>
                  </a:lnTo>
                  <a:lnTo>
                    <a:pt x="122203" y="106991"/>
                  </a:lnTo>
                  <a:lnTo>
                    <a:pt x="120741" y="108871"/>
                  </a:lnTo>
                  <a:lnTo>
                    <a:pt x="119236" y="110752"/>
                  </a:lnTo>
                  <a:lnTo>
                    <a:pt x="117731" y="112633"/>
                  </a:lnTo>
                  <a:lnTo>
                    <a:pt x="116143" y="114472"/>
                  </a:lnTo>
                  <a:lnTo>
                    <a:pt x="114555" y="116352"/>
                  </a:lnTo>
                  <a:lnTo>
                    <a:pt x="112884" y="118150"/>
                  </a:lnTo>
                  <a:lnTo>
                    <a:pt x="111212" y="119988"/>
                  </a:lnTo>
                  <a:lnTo>
                    <a:pt x="109498" y="121786"/>
                  </a:lnTo>
                  <a:lnTo>
                    <a:pt x="107743" y="123583"/>
                  </a:lnTo>
                  <a:lnTo>
                    <a:pt x="105988" y="125380"/>
                  </a:lnTo>
                  <a:lnTo>
                    <a:pt x="104149" y="127135"/>
                  </a:lnTo>
                  <a:lnTo>
                    <a:pt x="102310" y="128849"/>
                  </a:lnTo>
                  <a:lnTo>
                    <a:pt x="100387" y="130562"/>
                  </a:lnTo>
                  <a:lnTo>
                    <a:pt x="98465" y="132276"/>
                  </a:lnTo>
                  <a:lnTo>
                    <a:pt x="96501" y="133947"/>
                  </a:lnTo>
                  <a:lnTo>
                    <a:pt x="94453" y="135619"/>
                  </a:lnTo>
                  <a:lnTo>
                    <a:pt x="92405" y="137249"/>
                  </a:lnTo>
                  <a:lnTo>
                    <a:pt x="90315" y="138879"/>
                  </a:lnTo>
                  <a:lnTo>
                    <a:pt x="88184" y="140467"/>
                  </a:lnTo>
                  <a:lnTo>
                    <a:pt x="86011" y="142055"/>
                  </a:lnTo>
                  <a:lnTo>
                    <a:pt x="83796" y="143560"/>
                  </a:lnTo>
                  <a:lnTo>
                    <a:pt x="81539" y="145106"/>
                  </a:lnTo>
                  <a:lnTo>
                    <a:pt x="79240" y="146569"/>
                  </a:lnTo>
                  <a:lnTo>
                    <a:pt x="76900" y="148031"/>
                  </a:lnTo>
                  <a:lnTo>
                    <a:pt x="74518" y="149494"/>
                  </a:lnTo>
                  <a:lnTo>
                    <a:pt x="72094" y="150873"/>
                  </a:lnTo>
                  <a:lnTo>
                    <a:pt x="69628" y="152253"/>
                  </a:lnTo>
                  <a:lnTo>
                    <a:pt x="67120" y="153590"/>
                  </a:lnTo>
                  <a:lnTo>
                    <a:pt x="64529" y="154927"/>
                  </a:lnTo>
                  <a:lnTo>
                    <a:pt x="61938" y="156181"/>
                  </a:lnTo>
                  <a:lnTo>
                    <a:pt x="59305" y="157435"/>
                  </a:lnTo>
                  <a:lnTo>
                    <a:pt x="56589" y="158647"/>
                  </a:lnTo>
                  <a:lnTo>
                    <a:pt x="53872" y="159817"/>
                  </a:lnTo>
                  <a:lnTo>
                    <a:pt x="51072" y="160946"/>
                  </a:lnTo>
                  <a:lnTo>
                    <a:pt x="48272" y="162074"/>
                  </a:lnTo>
                  <a:lnTo>
                    <a:pt x="45388" y="163119"/>
                  </a:lnTo>
                  <a:lnTo>
                    <a:pt x="42463" y="164164"/>
                  </a:lnTo>
                  <a:lnTo>
                    <a:pt x="39495" y="165125"/>
                  </a:lnTo>
                  <a:lnTo>
                    <a:pt x="36486" y="166086"/>
                  </a:lnTo>
                  <a:lnTo>
                    <a:pt x="33393" y="166964"/>
                  </a:lnTo>
                  <a:lnTo>
                    <a:pt x="30301" y="167841"/>
                  </a:lnTo>
                  <a:lnTo>
                    <a:pt x="27125" y="168677"/>
                  </a:lnTo>
                  <a:lnTo>
                    <a:pt x="23907" y="169430"/>
                  </a:lnTo>
                  <a:lnTo>
                    <a:pt x="20647" y="170182"/>
                  </a:lnTo>
                  <a:lnTo>
                    <a:pt x="17345" y="170850"/>
                  </a:lnTo>
                  <a:lnTo>
                    <a:pt x="13960" y="171477"/>
                  </a:lnTo>
                  <a:lnTo>
                    <a:pt x="10575" y="172062"/>
                  </a:lnTo>
                  <a:lnTo>
                    <a:pt x="7106" y="172606"/>
                  </a:lnTo>
                  <a:lnTo>
                    <a:pt x="3553" y="173107"/>
                  </a:lnTo>
                  <a:lnTo>
                    <a:pt x="1" y="173567"/>
                  </a:lnTo>
                  <a:lnTo>
                    <a:pt x="1" y="173567"/>
                  </a:lnTo>
                  <a:lnTo>
                    <a:pt x="1" y="171895"/>
                  </a:lnTo>
                  <a:lnTo>
                    <a:pt x="43" y="169847"/>
                  </a:lnTo>
                  <a:lnTo>
                    <a:pt x="168" y="167089"/>
                  </a:lnTo>
                  <a:lnTo>
                    <a:pt x="419" y="163662"/>
                  </a:lnTo>
                  <a:lnTo>
                    <a:pt x="586" y="161698"/>
                  </a:lnTo>
                  <a:lnTo>
                    <a:pt x="753" y="159566"/>
                  </a:lnTo>
                  <a:lnTo>
                    <a:pt x="1004" y="157310"/>
                  </a:lnTo>
                  <a:lnTo>
                    <a:pt x="1297" y="154927"/>
                  </a:lnTo>
                  <a:lnTo>
                    <a:pt x="1673" y="152420"/>
                  </a:lnTo>
                  <a:lnTo>
                    <a:pt x="2049" y="149787"/>
                  </a:lnTo>
                  <a:lnTo>
                    <a:pt x="2509" y="147028"/>
                  </a:lnTo>
                  <a:lnTo>
                    <a:pt x="3052" y="144145"/>
                  </a:lnTo>
                  <a:lnTo>
                    <a:pt x="3637" y="141177"/>
                  </a:lnTo>
                  <a:lnTo>
                    <a:pt x="4264" y="138085"/>
                  </a:lnTo>
                  <a:lnTo>
                    <a:pt x="5016" y="134909"/>
                  </a:lnTo>
                  <a:lnTo>
                    <a:pt x="5810" y="131649"/>
                  </a:lnTo>
                  <a:lnTo>
                    <a:pt x="6730" y="128305"/>
                  </a:lnTo>
                  <a:lnTo>
                    <a:pt x="7691" y="124878"/>
                  </a:lnTo>
                  <a:lnTo>
                    <a:pt x="8777" y="121409"/>
                  </a:lnTo>
                  <a:lnTo>
                    <a:pt x="9906" y="117857"/>
                  </a:lnTo>
                  <a:lnTo>
                    <a:pt x="11201" y="114263"/>
                  </a:lnTo>
                  <a:lnTo>
                    <a:pt x="12539" y="110627"/>
                  </a:lnTo>
                  <a:lnTo>
                    <a:pt x="14043" y="106907"/>
                  </a:lnTo>
                  <a:lnTo>
                    <a:pt x="15632" y="103188"/>
                  </a:lnTo>
                  <a:lnTo>
                    <a:pt x="17303" y="99426"/>
                  </a:lnTo>
                  <a:lnTo>
                    <a:pt x="18223" y="97546"/>
                  </a:lnTo>
                  <a:lnTo>
                    <a:pt x="19142" y="95665"/>
                  </a:lnTo>
                  <a:lnTo>
                    <a:pt x="20062" y="93742"/>
                  </a:lnTo>
                  <a:lnTo>
                    <a:pt x="21065" y="91862"/>
                  </a:lnTo>
                  <a:lnTo>
                    <a:pt x="22068" y="89939"/>
                  </a:lnTo>
                  <a:lnTo>
                    <a:pt x="23154" y="88059"/>
                  </a:lnTo>
                  <a:lnTo>
                    <a:pt x="24199" y="86136"/>
                  </a:lnTo>
                  <a:lnTo>
                    <a:pt x="25327" y="84255"/>
                  </a:lnTo>
                  <a:lnTo>
                    <a:pt x="26498" y="82333"/>
                  </a:lnTo>
                  <a:lnTo>
                    <a:pt x="27668" y="80410"/>
                  </a:lnTo>
                  <a:lnTo>
                    <a:pt x="28880" y="78530"/>
                  </a:lnTo>
                  <a:lnTo>
                    <a:pt x="30134" y="76607"/>
                  </a:lnTo>
                  <a:lnTo>
                    <a:pt x="31429" y="74727"/>
                  </a:lnTo>
                  <a:lnTo>
                    <a:pt x="32725" y="72846"/>
                  </a:lnTo>
                  <a:lnTo>
                    <a:pt x="34104" y="70965"/>
                  </a:lnTo>
                  <a:lnTo>
                    <a:pt x="35483" y="69043"/>
                  </a:lnTo>
                  <a:lnTo>
                    <a:pt x="36946" y="67204"/>
                  </a:lnTo>
                  <a:lnTo>
                    <a:pt x="38409" y="65323"/>
                  </a:lnTo>
                  <a:lnTo>
                    <a:pt x="39913" y="63443"/>
                  </a:lnTo>
                  <a:lnTo>
                    <a:pt x="41460" y="61604"/>
                  </a:lnTo>
                  <a:lnTo>
                    <a:pt x="43048" y="59765"/>
                  </a:lnTo>
                  <a:lnTo>
                    <a:pt x="44719" y="57926"/>
                  </a:lnTo>
                  <a:lnTo>
                    <a:pt x="46391" y="56129"/>
                  </a:lnTo>
                  <a:lnTo>
                    <a:pt x="48105" y="54332"/>
                  </a:lnTo>
                  <a:lnTo>
                    <a:pt x="49860" y="52535"/>
                  </a:lnTo>
                  <a:lnTo>
                    <a:pt x="51657" y="50737"/>
                  </a:lnTo>
                  <a:lnTo>
                    <a:pt x="53496" y="48982"/>
                  </a:lnTo>
                  <a:lnTo>
                    <a:pt x="55377" y="47227"/>
                  </a:lnTo>
                  <a:lnTo>
                    <a:pt x="57299" y="45513"/>
                  </a:lnTo>
                  <a:lnTo>
                    <a:pt x="59263" y="43800"/>
                  </a:lnTo>
                  <a:lnTo>
                    <a:pt x="61269" y="42086"/>
                  </a:lnTo>
                  <a:lnTo>
                    <a:pt x="63317" y="40415"/>
                  </a:lnTo>
                  <a:lnTo>
                    <a:pt x="65449" y="38743"/>
                  </a:lnTo>
                  <a:lnTo>
                    <a:pt x="67580" y="37113"/>
                  </a:lnTo>
                  <a:lnTo>
                    <a:pt x="69795" y="35483"/>
                  </a:lnTo>
                  <a:lnTo>
                    <a:pt x="72052" y="33895"/>
                  </a:lnTo>
                  <a:lnTo>
                    <a:pt x="74350" y="32307"/>
                  </a:lnTo>
                  <a:lnTo>
                    <a:pt x="76691" y="30760"/>
                  </a:lnTo>
                  <a:lnTo>
                    <a:pt x="79073" y="29256"/>
                  </a:lnTo>
                  <a:lnTo>
                    <a:pt x="81497" y="27751"/>
                  </a:lnTo>
                  <a:lnTo>
                    <a:pt x="84005" y="26247"/>
                  </a:lnTo>
                  <a:lnTo>
                    <a:pt x="86512" y="24826"/>
                  </a:lnTo>
                  <a:lnTo>
                    <a:pt x="89103" y="23405"/>
                  </a:lnTo>
                  <a:lnTo>
                    <a:pt x="91778" y="21984"/>
                  </a:lnTo>
                  <a:lnTo>
                    <a:pt x="94453" y="20646"/>
                  </a:lnTo>
                  <a:lnTo>
                    <a:pt x="97211" y="19309"/>
                  </a:lnTo>
                  <a:lnTo>
                    <a:pt x="100011" y="17972"/>
                  </a:lnTo>
                  <a:lnTo>
                    <a:pt x="102853" y="16718"/>
                  </a:lnTo>
                  <a:lnTo>
                    <a:pt x="105737" y="15464"/>
                  </a:lnTo>
                  <a:lnTo>
                    <a:pt x="108704" y="14252"/>
                  </a:lnTo>
                  <a:lnTo>
                    <a:pt x="111713" y="13082"/>
                  </a:lnTo>
                  <a:lnTo>
                    <a:pt x="114806" y="11954"/>
                  </a:lnTo>
                  <a:lnTo>
                    <a:pt x="117899" y="10825"/>
                  </a:lnTo>
                  <a:lnTo>
                    <a:pt x="121075" y="9780"/>
                  </a:lnTo>
                  <a:lnTo>
                    <a:pt x="124335" y="8735"/>
                  </a:lnTo>
                  <a:lnTo>
                    <a:pt x="127636" y="7732"/>
                  </a:lnTo>
                  <a:lnTo>
                    <a:pt x="130980" y="6771"/>
                  </a:lnTo>
                  <a:lnTo>
                    <a:pt x="134407" y="5852"/>
                  </a:lnTo>
                  <a:lnTo>
                    <a:pt x="137834" y="4974"/>
                  </a:lnTo>
                  <a:lnTo>
                    <a:pt x="141386" y="4138"/>
                  </a:lnTo>
                  <a:lnTo>
                    <a:pt x="144980" y="3344"/>
                  </a:lnTo>
                  <a:lnTo>
                    <a:pt x="148616" y="2592"/>
                  </a:lnTo>
                  <a:lnTo>
                    <a:pt x="152336" y="1881"/>
                  </a:lnTo>
                  <a:lnTo>
                    <a:pt x="156097" y="1213"/>
                  </a:lnTo>
                  <a:lnTo>
                    <a:pt x="159942" y="586"/>
                  </a:lnTo>
                  <a:lnTo>
                    <a:pt x="16382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h="148575" w="143475">
                  <a:moveTo>
                    <a:pt x="141427" y="1"/>
                  </a:move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fill="none" h="148575" w="143475">
                  <a:moveTo>
                    <a:pt x="141427" y="1"/>
                  </a:moveTo>
                  <a:lnTo>
                    <a:pt x="141427" y="1"/>
                  </a:ln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lnTo>
                    <a:pt x="14142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flipH="1">
            <a:off x="-2430391" y="2080925"/>
            <a:ext cx="5327115" cy="6547037"/>
            <a:chOff x="4926821" y="213384"/>
            <a:chExt cx="3430430" cy="4216007"/>
          </a:xfrm>
        </p:grpSpPr>
        <p:sp>
          <p:nvSpPr>
            <p:cNvPr id="22" name="Google Shape;22;p2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h="173568" w="163829">
                  <a:moveTo>
                    <a:pt x="163829" y="1"/>
                  </a:moveTo>
                  <a:lnTo>
                    <a:pt x="159942" y="586"/>
                  </a:lnTo>
                  <a:lnTo>
                    <a:pt x="156097" y="1213"/>
                  </a:lnTo>
                  <a:lnTo>
                    <a:pt x="152336" y="1881"/>
                  </a:lnTo>
                  <a:lnTo>
                    <a:pt x="148616" y="2592"/>
                  </a:lnTo>
                  <a:lnTo>
                    <a:pt x="144980" y="3344"/>
                  </a:lnTo>
                  <a:lnTo>
                    <a:pt x="141386" y="4138"/>
                  </a:lnTo>
                  <a:lnTo>
                    <a:pt x="137834" y="4974"/>
                  </a:lnTo>
                  <a:lnTo>
                    <a:pt x="134407" y="5852"/>
                  </a:lnTo>
                  <a:lnTo>
                    <a:pt x="130980" y="6771"/>
                  </a:lnTo>
                  <a:lnTo>
                    <a:pt x="127636" y="7732"/>
                  </a:lnTo>
                  <a:lnTo>
                    <a:pt x="124335" y="8735"/>
                  </a:lnTo>
                  <a:lnTo>
                    <a:pt x="121075" y="9780"/>
                  </a:lnTo>
                  <a:lnTo>
                    <a:pt x="117899" y="10825"/>
                  </a:lnTo>
                  <a:lnTo>
                    <a:pt x="114806" y="11954"/>
                  </a:lnTo>
                  <a:lnTo>
                    <a:pt x="111713" y="13082"/>
                  </a:lnTo>
                  <a:lnTo>
                    <a:pt x="108704" y="14252"/>
                  </a:lnTo>
                  <a:lnTo>
                    <a:pt x="105737" y="15464"/>
                  </a:lnTo>
                  <a:lnTo>
                    <a:pt x="102853" y="16718"/>
                  </a:lnTo>
                  <a:lnTo>
                    <a:pt x="100011" y="17972"/>
                  </a:lnTo>
                  <a:lnTo>
                    <a:pt x="97211" y="19309"/>
                  </a:lnTo>
                  <a:lnTo>
                    <a:pt x="94453" y="20646"/>
                  </a:lnTo>
                  <a:lnTo>
                    <a:pt x="91778" y="21984"/>
                  </a:lnTo>
                  <a:lnTo>
                    <a:pt x="89103" y="23405"/>
                  </a:lnTo>
                  <a:lnTo>
                    <a:pt x="86512" y="24826"/>
                  </a:lnTo>
                  <a:lnTo>
                    <a:pt x="84005" y="26247"/>
                  </a:lnTo>
                  <a:lnTo>
                    <a:pt x="81497" y="27751"/>
                  </a:lnTo>
                  <a:lnTo>
                    <a:pt x="79073" y="29256"/>
                  </a:lnTo>
                  <a:lnTo>
                    <a:pt x="76691" y="30760"/>
                  </a:lnTo>
                  <a:lnTo>
                    <a:pt x="74350" y="32307"/>
                  </a:lnTo>
                  <a:lnTo>
                    <a:pt x="72052" y="33895"/>
                  </a:lnTo>
                  <a:lnTo>
                    <a:pt x="69795" y="35483"/>
                  </a:lnTo>
                  <a:lnTo>
                    <a:pt x="67580" y="37113"/>
                  </a:lnTo>
                  <a:lnTo>
                    <a:pt x="65449" y="38743"/>
                  </a:lnTo>
                  <a:lnTo>
                    <a:pt x="63317" y="40415"/>
                  </a:lnTo>
                  <a:lnTo>
                    <a:pt x="61269" y="42086"/>
                  </a:lnTo>
                  <a:lnTo>
                    <a:pt x="59263" y="43800"/>
                  </a:lnTo>
                  <a:lnTo>
                    <a:pt x="57299" y="45513"/>
                  </a:lnTo>
                  <a:lnTo>
                    <a:pt x="55377" y="47227"/>
                  </a:lnTo>
                  <a:lnTo>
                    <a:pt x="53496" y="48982"/>
                  </a:lnTo>
                  <a:lnTo>
                    <a:pt x="51657" y="50737"/>
                  </a:lnTo>
                  <a:lnTo>
                    <a:pt x="49860" y="52535"/>
                  </a:lnTo>
                  <a:lnTo>
                    <a:pt x="48105" y="54332"/>
                  </a:lnTo>
                  <a:lnTo>
                    <a:pt x="46391" y="56129"/>
                  </a:lnTo>
                  <a:lnTo>
                    <a:pt x="44719" y="57926"/>
                  </a:lnTo>
                  <a:lnTo>
                    <a:pt x="43048" y="59765"/>
                  </a:lnTo>
                  <a:lnTo>
                    <a:pt x="41460" y="61604"/>
                  </a:lnTo>
                  <a:lnTo>
                    <a:pt x="39913" y="63443"/>
                  </a:lnTo>
                  <a:lnTo>
                    <a:pt x="38409" y="65323"/>
                  </a:lnTo>
                  <a:lnTo>
                    <a:pt x="36946" y="67204"/>
                  </a:lnTo>
                  <a:lnTo>
                    <a:pt x="35483" y="69043"/>
                  </a:lnTo>
                  <a:lnTo>
                    <a:pt x="34104" y="70965"/>
                  </a:lnTo>
                  <a:lnTo>
                    <a:pt x="32725" y="72846"/>
                  </a:lnTo>
                  <a:lnTo>
                    <a:pt x="31429" y="74727"/>
                  </a:lnTo>
                  <a:lnTo>
                    <a:pt x="30134" y="76607"/>
                  </a:lnTo>
                  <a:lnTo>
                    <a:pt x="28880" y="78530"/>
                  </a:lnTo>
                  <a:lnTo>
                    <a:pt x="27668" y="80410"/>
                  </a:lnTo>
                  <a:lnTo>
                    <a:pt x="26498" y="82333"/>
                  </a:lnTo>
                  <a:lnTo>
                    <a:pt x="25327" y="84255"/>
                  </a:lnTo>
                  <a:lnTo>
                    <a:pt x="24199" y="86136"/>
                  </a:lnTo>
                  <a:lnTo>
                    <a:pt x="23154" y="88059"/>
                  </a:lnTo>
                  <a:lnTo>
                    <a:pt x="22068" y="89939"/>
                  </a:lnTo>
                  <a:lnTo>
                    <a:pt x="21065" y="91862"/>
                  </a:lnTo>
                  <a:lnTo>
                    <a:pt x="20062" y="93742"/>
                  </a:lnTo>
                  <a:lnTo>
                    <a:pt x="19142" y="95665"/>
                  </a:lnTo>
                  <a:lnTo>
                    <a:pt x="18223" y="97546"/>
                  </a:lnTo>
                  <a:lnTo>
                    <a:pt x="17303" y="99426"/>
                  </a:lnTo>
                  <a:lnTo>
                    <a:pt x="15632" y="103188"/>
                  </a:lnTo>
                  <a:lnTo>
                    <a:pt x="14043" y="106907"/>
                  </a:lnTo>
                  <a:lnTo>
                    <a:pt x="12539" y="110627"/>
                  </a:lnTo>
                  <a:lnTo>
                    <a:pt x="11201" y="114263"/>
                  </a:lnTo>
                  <a:lnTo>
                    <a:pt x="9906" y="117857"/>
                  </a:lnTo>
                  <a:lnTo>
                    <a:pt x="8777" y="121409"/>
                  </a:lnTo>
                  <a:lnTo>
                    <a:pt x="7691" y="124878"/>
                  </a:lnTo>
                  <a:lnTo>
                    <a:pt x="6730" y="128305"/>
                  </a:lnTo>
                  <a:lnTo>
                    <a:pt x="5810" y="131649"/>
                  </a:lnTo>
                  <a:lnTo>
                    <a:pt x="5016" y="134909"/>
                  </a:lnTo>
                  <a:lnTo>
                    <a:pt x="4264" y="138085"/>
                  </a:lnTo>
                  <a:lnTo>
                    <a:pt x="3637" y="141177"/>
                  </a:lnTo>
                  <a:lnTo>
                    <a:pt x="3052" y="144145"/>
                  </a:lnTo>
                  <a:lnTo>
                    <a:pt x="2509" y="147028"/>
                  </a:lnTo>
                  <a:lnTo>
                    <a:pt x="2049" y="149787"/>
                  </a:lnTo>
                  <a:lnTo>
                    <a:pt x="1673" y="152420"/>
                  </a:lnTo>
                  <a:lnTo>
                    <a:pt x="1297" y="154927"/>
                  </a:lnTo>
                  <a:lnTo>
                    <a:pt x="1004" y="157310"/>
                  </a:lnTo>
                  <a:lnTo>
                    <a:pt x="753" y="159566"/>
                  </a:lnTo>
                  <a:lnTo>
                    <a:pt x="586" y="161698"/>
                  </a:lnTo>
                  <a:lnTo>
                    <a:pt x="419" y="163662"/>
                  </a:lnTo>
                  <a:lnTo>
                    <a:pt x="168" y="167089"/>
                  </a:lnTo>
                  <a:lnTo>
                    <a:pt x="43" y="169847"/>
                  </a:lnTo>
                  <a:lnTo>
                    <a:pt x="1" y="171895"/>
                  </a:lnTo>
                  <a:lnTo>
                    <a:pt x="1" y="173567"/>
                  </a:lnTo>
                  <a:lnTo>
                    <a:pt x="3553" y="173107"/>
                  </a:lnTo>
                  <a:lnTo>
                    <a:pt x="7106" y="172606"/>
                  </a:lnTo>
                  <a:lnTo>
                    <a:pt x="10575" y="172062"/>
                  </a:lnTo>
                  <a:lnTo>
                    <a:pt x="13960" y="171477"/>
                  </a:lnTo>
                  <a:lnTo>
                    <a:pt x="17345" y="170850"/>
                  </a:lnTo>
                  <a:lnTo>
                    <a:pt x="20647" y="170182"/>
                  </a:lnTo>
                  <a:lnTo>
                    <a:pt x="23907" y="169430"/>
                  </a:lnTo>
                  <a:lnTo>
                    <a:pt x="27125" y="168677"/>
                  </a:lnTo>
                  <a:lnTo>
                    <a:pt x="30301" y="167841"/>
                  </a:lnTo>
                  <a:lnTo>
                    <a:pt x="33393" y="166964"/>
                  </a:lnTo>
                  <a:lnTo>
                    <a:pt x="36486" y="166086"/>
                  </a:lnTo>
                  <a:lnTo>
                    <a:pt x="39495" y="165125"/>
                  </a:lnTo>
                  <a:lnTo>
                    <a:pt x="42463" y="164164"/>
                  </a:lnTo>
                  <a:lnTo>
                    <a:pt x="45388" y="163119"/>
                  </a:lnTo>
                  <a:lnTo>
                    <a:pt x="48272" y="162074"/>
                  </a:lnTo>
                  <a:lnTo>
                    <a:pt x="51072" y="160946"/>
                  </a:lnTo>
                  <a:lnTo>
                    <a:pt x="53872" y="159817"/>
                  </a:lnTo>
                  <a:lnTo>
                    <a:pt x="56589" y="158647"/>
                  </a:lnTo>
                  <a:lnTo>
                    <a:pt x="59305" y="157435"/>
                  </a:lnTo>
                  <a:lnTo>
                    <a:pt x="61938" y="156181"/>
                  </a:lnTo>
                  <a:lnTo>
                    <a:pt x="64529" y="154927"/>
                  </a:lnTo>
                  <a:lnTo>
                    <a:pt x="67120" y="153590"/>
                  </a:lnTo>
                  <a:lnTo>
                    <a:pt x="69628" y="152253"/>
                  </a:lnTo>
                  <a:lnTo>
                    <a:pt x="72094" y="150873"/>
                  </a:lnTo>
                  <a:lnTo>
                    <a:pt x="74518" y="149494"/>
                  </a:lnTo>
                  <a:lnTo>
                    <a:pt x="76900" y="148031"/>
                  </a:lnTo>
                  <a:lnTo>
                    <a:pt x="79240" y="146569"/>
                  </a:lnTo>
                  <a:lnTo>
                    <a:pt x="81539" y="145106"/>
                  </a:lnTo>
                  <a:lnTo>
                    <a:pt x="83796" y="143560"/>
                  </a:lnTo>
                  <a:lnTo>
                    <a:pt x="86011" y="142055"/>
                  </a:lnTo>
                  <a:lnTo>
                    <a:pt x="88184" y="140467"/>
                  </a:lnTo>
                  <a:lnTo>
                    <a:pt x="90315" y="138879"/>
                  </a:lnTo>
                  <a:lnTo>
                    <a:pt x="92405" y="137249"/>
                  </a:lnTo>
                  <a:lnTo>
                    <a:pt x="94453" y="135619"/>
                  </a:lnTo>
                  <a:lnTo>
                    <a:pt x="96501" y="133947"/>
                  </a:lnTo>
                  <a:lnTo>
                    <a:pt x="98465" y="132276"/>
                  </a:lnTo>
                  <a:lnTo>
                    <a:pt x="100387" y="130562"/>
                  </a:lnTo>
                  <a:lnTo>
                    <a:pt x="102310" y="128849"/>
                  </a:lnTo>
                  <a:lnTo>
                    <a:pt x="104149" y="127135"/>
                  </a:lnTo>
                  <a:lnTo>
                    <a:pt x="105988" y="125380"/>
                  </a:lnTo>
                  <a:lnTo>
                    <a:pt x="107743" y="123583"/>
                  </a:lnTo>
                  <a:lnTo>
                    <a:pt x="109498" y="121786"/>
                  </a:lnTo>
                  <a:lnTo>
                    <a:pt x="111212" y="119988"/>
                  </a:lnTo>
                  <a:lnTo>
                    <a:pt x="112884" y="118150"/>
                  </a:lnTo>
                  <a:lnTo>
                    <a:pt x="114555" y="116352"/>
                  </a:lnTo>
                  <a:lnTo>
                    <a:pt x="116143" y="114472"/>
                  </a:lnTo>
                  <a:lnTo>
                    <a:pt x="117731" y="112633"/>
                  </a:lnTo>
                  <a:lnTo>
                    <a:pt x="119236" y="110752"/>
                  </a:lnTo>
                  <a:lnTo>
                    <a:pt x="120741" y="108871"/>
                  </a:lnTo>
                  <a:lnTo>
                    <a:pt x="122203" y="106991"/>
                  </a:lnTo>
                  <a:lnTo>
                    <a:pt x="123666" y="105110"/>
                  </a:lnTo>
                  <a:lnTo>
                    <a:pt x="125045" y="103188"/>
                  </a:lnTo>
                  <a:lnTo>
                    <a:pt x="126424" y="101307"/>
                  </a:lnTo>
                  <a:lnTo>
                    <a:pt x="127762" y="99384"/>
                  </a:lnTo>
                  <a:lnTo>
                    <a:pt x="129057" y="97462"/>
                  </a:lnTo>
                  <a:lnTo>
                    <a:pt x="130353" y="95540"/>
                  </a:lnTo>
                  <a:lnTo>
                    <a:pt x="131565" y="93575"/>
                  </a:lnTo>
                  <a:lnTo>
                    <a:pt x="132777" y="91653"/>
                  </a:lnTo>
                  <a:lnTo>
                    <a:pt x="133989" y="89730"/>
                  </a:lnTo>
                  <a:lnTo>
                    <a:pt x="135117" y="87808"/>
                  </a:lnTo>
                  <a:lnTo>
                    <a:pt x="136246" y="85844"/>
                  </a:lnTo>
                  <a:lnTo>
                    <a:pt x="137332" y="83921"/>
                  </a:lnTo>
                  <a:lnTo>
                    <a:pt x="139422" y="80076"/>
                  </a:lnTo>
                  <a:lnTo>
                    <a:pt x="141428" y="76189"/>
                  </a:lnTo>
                  <a:lnTo>
                    <a:pt x="143309" y="72386"/>
                  </a:lnTo>
                  <a:lnTo>
                    <a:pt x="145064" y="68583"/>
                  </a:lnTo>
                  <a:lnTo>
                    <a:pt x="146736" y="64822"/>
                  </a:lnTo>
                  <a:lnTo>
                    <a:pt x="148324" y="61060"/>
                  </a:lnTo>
                  <a:lnTo>
                    <a:pt x="149787" y="57383"/>
                  </a:lnTo>
                  <a:lnTo>
                    <a:pt x="151166" y="53747"/>
                  </a:lnTo>
                  <a:lnTo>
                    <a:pt x="152420" y="50194"/>
                  </a:lnTo>
                  <a:lnTo>
                    <a:pt x="153632" y="46684"/>
                  </a:lnTo>
                  <a:lnTo>
                    <a:pt x="154760" y="43256"/>
                  </a:lnTo>
                  <a:lnTo>
                    <a:pt x="155763" y="39913"/>
                  </a:lnTo>
                  <a:lnTo>
                    <a:pt x="156724" y="36653"/>
                  </a:lnTo>
                  <a:lnTo>
                    <a:pt x="157602" y="33477"/>
                  </a:lnTo>
                  <a:lnTo>
                    <a:pt x="158396" y="30426"/>
                  </a:lnTo>
                  <a:lnTo>
                    <a:pt x="159148" y="27459"/>
                  </a:lnTo>
                  <a:lnTo>
                    <a:pt x="159775" y="24617"/>
                  </a:lnTo>
                  <a:lnTo>
                    <a:pt x="160402" y="21900"/>
                  </a:lnTo>
                  <a:lnTo>
                    <a:pt x="160945" y="19267"/>
                  </a:lnTo>
                  <a:lnTo>
                    <a:pt x="161405" y="16802"/>
                  </a:lnTo>
                  <a:lnTo>
                    <a:pt x="161823" y="14503"/>
                  </a:lnTo>
                  <a:lnTo>
                    <a:pt x="162533" y="10282"/>
                  </a:lnTo>
                  <a:lnTo>
                    <a:pt x="163077" y="6729"/>
                  </a:lnTo>
                  <a:lnTo>
                    <a:pt x="163411" y="3888"/>
                  </a:lnTo>
                  <a:lnTo>
                    <a:pt x="163662" y="1756"/>
                  </a:lnTo>
                  <a:lnTo>
                    <a:pt x="16382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fill="none" h="173568" w="163829">
                  <a:moveTo>
                    <a:pt x="163829" y="1"/>
                  </a:moveTo>
                  <a:lnTo>
                    <a:pt x="163829" y="1"/>
                  </a:lnTo>
                  <a:lnTo>
                    <a:pt x="163662" y="1756"/>
                  </a:lnTo>
                  <a:lnTo>
                    <a:pt x="163411" y="3888"/>
                  </a:lnTo>
                  <a:lnTo>
                    <a:pt x="163077" y="6729"/>
                  </a:lnTo>
                  <a:lnTo>
                    <a:pt x="162533" y="10282"/>
                  </a:lnTo>
                  <a:lnTo>
                    <a:pt x="161823" y="14503"/>
                  </a:lnTo>
                  <a:lnTo>
                    <a:pt x="161405" y="16802"/>
                  </a:lnTo>
                  <a:lnTo>
                    <a:pt x="160945" y="19267"/>
                  </a:lnTo>
                  <a:lnTo>
                    <a:pt x="160402" y="21900"/>
                  </a:lnTo>
                  <a:lnTo>
                    <a:pt x="159775" y="24617"/>
                  </a:lnTo>
                  <a:lnTo>
                    <a:pt x="159148" y="27459"/>
                  </a:lnTo>
                  <a:lnTo>
                    <a:pt x="158396" y="30426"/>
                  </a:lnTo>
                  <a:lnTo>
                    <a:pt x="157602" y="33477"/>
                  </a:lnTo>
                  <a:lnTo>
                    <a:pt x="156724" y="36653"/>
                  </a:lnTo>
                  <a:lnTo>
                    <a:pt x="155763" y="39913"/>
                  </a:lnTo>
                  <a:lnTo>
                    <a:pt x="154760" y="43256"/>
                  </a:lnTo>
                  <a:lnTo>
                    <a:pt x="153632" y="46684"/>
                  </a:lnTo>
                  <a:lnTo>
                    <a:pt x="152420" y="50194"/>
                  </a:lnTo>
                  <a:lnTo>
                    <a:pt x="151166" y="53747"/>
                  </a:lnTo>
                  <a:lnTo>
                    <a:pt x="149787" y="57383"/>
                  </a:lnTo>
                  <a:lnTo>
                    <a:pt x="148324" y="61060"/>
                  </a:lnTo>
                  <a:lnTo>
                    <a:pt x="146736" y="64822"/>
                  </a:lnTo>
                  <a:lnTo>
                    <a:pt x="145064" y="68583"/>
                  </a:lnTo>
                  <a:lnTo>
                    <a:pt x="143309" y="72386"/>
                  </a:lnTo>
                  <a:lnTo>
                    <a:pt x="141428" y="76189"/>
                  </a:lnTo>
                  <a:lnTo>
                    <a:pt x="139422" y="80076"/>
                  </a:lnTo>
                  <a:lnTo>
                    <a:pt x="137332" y="83921"/>
                  </a:lnTo>
                  <a:lnTo>
                    <a:pt x="136246" y="85844"/>
                  </a:lnTo>
                  <a:lnTo>
                    <a:pt x="135117" y="87808"/>
                  </a:lnTo>
                  <a:lnTo>
                    <a:pt x="133989" y="89730"/>
                  </a:lnTo>
                  <a:lnTo>
                    <a:pt x="132777" y="91653"/>
                  </a:lnTo>
                  <a:lnTo>
                    <a:pt x="131565" y="93575"/>
                  </a:lnTo>
                  <a:lnTo>
                    <a:pt x="130353" y="95540"/>
                  </a:lnTo>
                  <a:lnTo>
                    <a:pt x="129057" y="97462"/>
                  </a:lnTo>
                  <a:lnTo>
                    <a:pt x="127762" y="99384"/>
                  </a:lnTo>
                  <a:lnTo>
                    <a:pt x="126424" y="101307"/>
                  </a:lnTo>
                  <a:lnTo>
                    <a:pt x="125045" y="103188"/>
                  </a:lnTo>
                  <a:lnTo>
                    <a:pt x="123666" y="105110"/>
                  </a:lnTo>
                  <a:lnTo>
                    <a:pt x="122203" y="106991"/>
                  </a:lnTo>
                  <a:lnTo>
                    <a:pt x="120741" y="108871"/>
                  </a:lnTo>
                  <a:lnTo>
                    <a:pt x="119236" y="110752"/>
                  </a:lnTo>
                  <a:lnTo>
                    <a:pt x="117731" y="112633"/>
                  </a:lnTo>
                  <a:lnTo>
                    <a:pt x="116143" y="114472"/>
                  </a:lnTo>
                  <a:lnTo>
                    <a:pt x="114555" y="116352"/>
                  </a:lnTo>
                  <a:lnTo>
                    <a:pt x="112884" y="118150"/>
                  </a:lnTo>
                  <a:lnTo>
                    <a:pt x="111212" y="119988"/>
                  </a:lnTo>
                  <a:lnTo>
                    <a:pt x="109498" y="121786"/>
                  </a:lnTo>
                  <a:lnTo>
                    <a:pt x="107743" y="123583"/>
                  </a:lnTo>
                  <a:lnTo>
                    <a:pt x="105988" y="125380"/>
                  </a:lnTo>
                  <a:lnTo>
                    <a:pt x="104149" y="127135"/>
                  </a:lnTo>
                  <a:lnTo>
                    <a:pt x="102310" y="128849"/>
                  </a:lnTo>
                  <a:lnTo>
                    <a:pt x="100387" y="130562"/>
                  </a:lnTo>
                  <a:lnTo>
                    <a:pt x="98465" y="132276"/>
                  </a:lnTo>
                  <a:lnTo>
                    <a:pt x="96501" y="133947"/>
                  </a:lnTo>
                  <a:lnTo>
                    <a:pt x="94453" y="135619"/>
                  </a:lnTo>
                  <a:lnTo>
                    <a:pt x="92405" y="137249"/>
                  </a:lnTo>
                  <a:lnTo>
                    <a:pt x="90315" y="138879"/>
                  </a:lnTo>
                  <a:lnTo>
                    <a:pt x="88184" y="140467"/>
                  </a:lnTo>
                  <a:lnTo>
                    <a:pt x="86011" y="142055"/>
                  </a:lnTo>
                  <a:lnTo>
                    <a:pt x="83796" y="143560"/>
                  </a:lnTo>
                  <a:lnTo>
                    <a:pt x="81539" y="145106"/>
                  </a:lnTo>
                  <a:lnTo>
                    <a:pt x="79240" y="146569"/>
                  </a:lnTo>
                  <a:lnTo>
                    <a:pt x="76900" y="148031"/>
                  </a:lnTo>
                  <a:lnTo>
                    <a:pt x="74518" y="149494"/>
                  </a:lnTo>
                  <a:lnTo>
                    <a:pt x="72094" y="150873"/>
                  </a:lnTo>
                  <a:lnTo>
                    <a:pt x="69628" y="152253"/>
                  </a:lnTo>
                  <a:lnTo>
                    <a:pt x="67120" y="153590"/>
                  </a:lnTo>
                  <a:lnTo>
                    <a:pt x="64529" y="154927"/>
                  </a:lnTo>
                  <a:lnTo>
                    <a:pt x="61938" y="156181"/>
                  </a:lnTo>
                  <a:lnTo>
                    <a:pt x="59305" y="157435"/>
                  </a:lnTo>
                  <a:lnTo>
                    <a:pt x="56589" y="158647"/>
                  </a:lnTo>
                  <a:lnTo>
                    <a:pt x="53872" y="159817"/>
                  </a:lnTo>
                  <a:lnTo>
                    <a:pt x="51072" y="160946"/>
                  </a:lnTo>
                  <a:lnTo>
                    <a:pt x="48272" y="162074"/>
                  </a:lnTo>
                  <a:lnTo>
                    <a:pt x="45388" y="163119"/>
                  </a:lnTo>
                  <a:lnTo>
                    <a:pt x="42463" y="164164"/>
                  </a:lnTo>
                  <a:lnTo>
                    <a:pt x="39495" y="165125"/>
                  </a:lnTo>
                  <a:lnTo>
                    <a:pt x="36486" y="166086"/>
                  </a:lnTo>
                  <a:lnTo>
                    <a:pt x="33393" y="166964"/>
                  </a:lnTo>
                  <a:lnTo>
                    <a:pt x="30301" y="167841"/>
                  </a:lnTo>
                  <a:lnTo>
                    <a:pt x="27125" y="168677"/>
                  </a:lnTo>
                  <a:lnTo>
                    <a:pt x="23907" y="169430"/>
                  </a:lnTo>
                  <a:lnTo>
                    <a:pt x="20647" y="170182"/>
                  </a:lnTo>
                  <a:lnTo>
                    <a:pt x="17345" y="170850"/>
                  </a:lnTo>
                  <a:lnTo>
                    <a:pt x="13960" y="171477"/>
                  </a:lnTo>
                  <a:lnTo>
                    <a:pt x="10575" y="172062"/>
                  </a:lnTo>
                  <a:lnTo>
                    <a:pt x="7106" y="172606"/>
                  </a:lnTo>
                  <a:lnTo>
                    <a:pt x="3553" y="173107"/>
                  </a:lnTo>
                  <a:lnTo>
                    <a:pt x="1" y="173567"/>
                  </a:lnTo>
                  <a:lnTo>
                    <a:pt x="1" y="173567"/>
                  </a:lnTo>
                  <a:lnTo>
                    <a:pt x="1" y="171895"/>
                  </a:lnTo>
                  <a:lnTo>
                    <a:pt x="43" y="169847"/>
                  </a:lnTo>
                  <a:lnTo>
                    <a:pt x="168" y="167089"/>
                  </a:lnTo>
                  <a:lnTo>
                    <a:pt x="419" y="163662"/>
                  </a:lnTo>
                  <a:lnTo>
                    <a:pt x="586" y="161698"/>
                  </a:lnTo>
                  <a:lnTo>
                    <a:pt x="753" y="159566"/>
                  </a:lnTo>
                  <a:lnTo>
                    <a:pt x="1004" y="157310"/>
                  </a:lnTo>
                  <a:lnTo>
                    <a:pt x="1297" y="154927"/>
                  </a:lnTo>
                  <a:lnTo>
                    <a:pt x="1673" y="152420"/>
                  </a:lnTo>
                  <a:lnTo>
                    <a:pt x="2049" y="149787"/>
                  </a:lnTo>
                  <a:lnTo>
                    <a:pt x="2509" y="147028"/>
                  </a:lnTo>
                  <a:lnTo>
                    <a:pt x="3052" y="144145"/>
                  </a:lnTo>
                  <a:lnTo>
                    <a:pt x="3637" y="141177"/>
                  </a:lnTo>
                  <a:lnTo>
                    <a:pt x="4264" y="138085"/>
                  </a:lnTo>
                  <a:lnTo>
                    <a:pt x="5016" y="134909"/>
                  </a:lnTo>
                  <a:lnTo>
                    <a:pt x="5810" y="131649"/>
                  </a:lnTo>
                  <a:lnTo>
                    <a:pt x="6730" y="128305"/>
                  </a:lnTo>
                  <a:lnTo>
                    <a:pt x="7691" y="124878"/>
                  </a:lnTo>
                  <a:lnTo>
                    <a:pt x="8777" y="121409"/>
                  </a:lnTo>
                  <a:lnTo>
                    <a:pt x="9906" y="117857"/>
                  </a:lnTo>
                  <a:lnTo>
                    <a:pt x="11201" y="114263"/>
                  </a:lnTo>
                  <a:lnTo>
                    <a:pt x="12539" y="110627"/>
                  </a:lnTo>
                  <a:lnTo>
                    <a:pt x="14043" y="106907"/>
                  </a:lnTo>
                  <a:lnTo>
                    <a:pt x="15632" y="103188"/>
                  </a:lnTo>
                  <a:lnTo>
                    <a:pt x="17303" y="99426"/>
                  </a:lnTo>
                  <a:lnTo>
                    <a:pt x="18223" y="97546"/>
                  </a:lnTo>
                  <a:lnTo>
                    <a:pt x="19142" y="95665"/>
                  </a:lnTo>
                  <a:lnTo>
                    <a:pt x="20062" y="93742"/>
                  </a:lnTo>
                  <a:lnTo>
                    <a:pt x="21065" y="91862"/>
                  </a:lnTo>
                  <a:lnTo>
                    <a:pt x="22068" y="89939"/>
                  </a:lnTo>
                  <a:lnTo>
                    <a:pt x="23154" y="88059"/>
                  </a:lnTo>
                  <a:lnTo>
                    <a:pt x="24199" y="86136"/>
                  </a:lnTo>
                  <a:lnTo>
                    <a:pt x="25327" y="84255"/>
                  </a:lnTo>
                  <a:lnTo>
                    <a:pt x="26498" y="82333"/>
                  </a:lnTo>
                  <a:lnTo>
                    <a:pt x="27668" y="80410"/>
                  </a:lnTo>
                  <a:lnTo>
                    <a:pt x="28880" y="78530"/>
                  </a:lnTo>
                  <a:lnTo>
                    <a:pt x="30134" y="76607"/>
                  </a:lnTo>
                  <a:lnTo>
                    <a:pt x="31429" y="74727"/>
                  </a:lnTo>
                  <a:lnTo>
                    <a:pt x="32725" y="72846"/>
                  </a:lnTo>
                  <a:lnTo>
                    <a:pt x="34104" y="70965"/>
                  </a:lnTo>
                  <a:lnTo>
                    <a:pt x="35483" y="69043"/>
                  </a:lnTo>
                  <a:lnTo>
                    <a:pt x="36946" y="67204"/>
                  </a:lnTo>
                  <a:lnTo>
                    <a:pt x="38409" y="65323"/>
                  </a:lnTo>
                  <a:lnTo>
                    <a:pt x="39913" y="63443"/>
                  </a:lnTo>
                  <a:lnTo>
                    <a:pt x="41460" y="61604"/>
                  </a:lnTo>
                  <a:lnTo>
                    <a:pt x="43048" y="59765"/>
                  </a:lnTo>
                  <a:lnTo>
                    <a:pt x="44719" y="57926"/>
                  </a:lnTo>
                  <a:lnTo>
                    <a:pt x="46391" y="56129"/>
                  </a:lnTo>
                  <a:lnTo>
                    <a:pt x="48105" y="54332"/>
                  </a:lnTo>
                  <a:lnTo>
                    <a:pt x="49860" y="52535"/>
                  </a:lnTo>
                  <a:lnTo>
                    <a:pt x="51657" y="50737"/>
                  </a:lnTo>
                  <a:lnTo>
                    <a:pt x="53496" y="48982"/>
                  </a:lnTo>
                  <a:lnTo>
                    <a:pt x="55377" y="47227"/>
                  </a:lnTo>
                  <a:lnTo>
                    <a:pt x="57299" y="45513"/>
                  </a:lnTo>
                  <a:lnTo>
                    <a:pt x="59263" y="43800"/>
                  </a:lnTo>
                  <a:lnTo>
                    <a:pt x="61269" y="42086"/>
                  </a:lnTo>
                  <a:lnTo>
                    <a:pt x="63317" y="40415"/>
                  </a:lnTo>
                  <a:lnTo>
                    <a:pt x="65449" y="38743"/>
                  </a:lnTo>
                  <a:lnTo>
                    <a:pt x="67580" y="37113"/>
                  </a:lnTo>
                  <a:lnTo>
                    <a:pt x="69795" y="35483"/>
                  </a:lnTo>
                  <a:lnTo>
                    <a:pt x="72052" y="33895"/>
                  </a:lnTo>
                  <a:lnTo>
                    <a:pt x="74350" y="32307"/>
                  </a:lnTo>
                  <a:lnTo>
                    <a:pt x="76691" y="30760"/>
                  </a:lnTo>
                  <a:lnTo>
                    <a:pt x="79073" y="29256"/>
                  </a:lnTo>
                  <a:lnTo>
                    <a:pt x="81497" y="27751"/>
                  </a:lnTo>
                  <a:lnTo>
                    <a:pt x="84005" y="26247"/>
                  </a:lnTo>
                  <a:lnTo>
                    <a:pt x="86512" y="24826"/>
                  </a:lnTo>
                  <a:lnTo>
                    <a:pt x="89103" y="23405"/>
                  </a:lnTo>
                  <a:lnTo>
                    <a:pt x="91778" y="21984"/>
                  </a:lnTo>
                  <a:lnTo>
                    <a:pt x="94453" y="20646"/>
                  </a:lnTo>
                  <a:lnTo>
                    <a:pt x="97211" y="19309"/>
                  </a:lnTo>
                  <a:lnTo>
                    <a:pt x="100011" y="17972"/>
                  </a:lnTo>
                  <a:lnTo>
                    <a:pt x="102853" y="16718"/>
                  </a:lnTo>
                  <a:lnTo>
                    <a:pt x="105737" y="15464"/>
                  </a:lnTo>
                  <a:lnTo>
                    <a:pt x="108704" y="14252"/>
                  </a:lnTo>
                  <a:lnTo>
                    <a:pt x="111713" y="13082"/>
                  </a:lnTo>
                  <a:lnTo>
                    <a:pt x="114806" y="11954"/>
                  </a:lnTo>
                  <a:lnTo>
                    <a:pt x="117899" y="10825"/>
                  </a:lnTo>
                  <a:lnTo>
                    <a:pt x="121075" y="9780"/>
                  </a:lnTo>
                  <a:lnTo>
                    <a:pt x="124335" y="8735"/>
                  </a:lnTo>
                  <a:lnTo>
                    <a:pt x="127636" y="7732"/>
                  </a:lnTo>
                  <a:lnTo>
                    <a:pt x="130980" y="6771"/>
                  </a:lnTo>
                  <a:lnTo>
                    <a:pt x="134407" y="5852"/>
                  </a:lnTo>
                  <a:lnTo>
                    <a:pt x="137834" y="4974"/>
                  </a:lnTo>
                  <a:lnTo>
                    <a:pt x="141386" y="4138"/>
                  </a:lnTo>
                  <a:lnTo>
                    <a:pt x="144980" y="3344"/>
                  </a:lnTo>
                  <a:lnTo>
                    <a:pt x="148616" y="2592"/>
                  </a:lnTo>
                  <a:lnTo>
                    <a:pt x="152336" y="1881"/>
                  </a:lnTo>
                  <a:lnTo>
                    <a:pt x="156097" y="1213"/>
                  </a:lnTo>
                  <a:lnTo>
                    <a:pt x="159942" y="586"/>
                  </a:lnTo>
                  <a:lnTo>
                    <a:pt x="16382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h="148575" w="143475">
                  <a:moveTo>
                    <a:pt x="141427" y="1"/>
                  </a:move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fill="none" h="148575" w="143475">
                  <a:moveTo>
                    <a:pt x="141427" y="1"/>
                  </a:moveTo>
                  <a:lnTo>
                    <a:pt x="141427" y="1"/>
                  </a:ln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lnTo>
                    <a:pt x="14142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/>
          <p:nvPr>
            <p:ph hasCustomPrompt="1" type="title"/>
          </p:nvPr>
        </p:nvSpPr>
        <p:spPr>
          <a:xfrm>
            <a:off x="855250" y="1434057"/>
            <a:ext cx="1268700" cy="9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9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/>
          <p:nvPr>
            <p:ph idx="2" type="title"/>
          </p:nvPr>
        </p:nvSpPr>
        <p:spPr>
          <a:xfrm>
            <a:off x="855250" y="2187818"/>
            <a:ext cx="32061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855250" y="3184666"/>
            <a:ext cx="2633100" cy="7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grpSp>
        <p:nvGrpSpPr>
          <p:cNvPr id="34" name="Google Shape;34;p3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35" name="Google Shape;35;p3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36" name="Google Shape;36;p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" name="Google Shape;40;p3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41" name="Google Shape;41;p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46" name="Google Shape;46;p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51" name="Google Shape;51;p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"/>
              <a:buChar char="●"/>
              <a:defRPr sz="1200">
                <a:latin typeface="Nunito"/>
                <a:ea typeface="Nunito"/>
                <a:cs typeface="Nunito"/>
                <a:sym typeface="Nunito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Nunito"/>
              <a:buChar char="■"/>
              <a:defRPr sz="1200"/>
            </a:lvl9pPr>
          </a:lstStyle>
          <a:p/>
        </p:txBody>
      </p:sp>
      <p:grpSp>
        <p:nvGrpSpPr>
          <p:cNvPr id="58" name="Google Shape;58;p4"/>
          <p:cNvGrpSpPr/>
          <p:nvPr/>
        </p:nvGrpSpPr>
        <p:grpSpPr>
          <a:xfrm>
            <a:off x="8110543" y="440158"/>
            <a:ext cx="540865" cy="456026"/>
            <a:chOff x="3451525" y="3193125"/>
            <a:chExt cx="1027675" cy="866475"/>
          </a:xfrm>
        </p:grpSpPr>
        <p:sp>
          <p:nvSpPr>
            <p:cNvPr id="59" name="Google Shape;59;p4"/>
            <p:cNvSpPr/>
            <p:nvPr/>
          </p:nvSpPr>
          <p:spPr>
            <a:xfrm>
              <a:off x="3549100" y="3254650"/>
              <a:ext cx="531350" cy="429525"/>
            </a:xfrm>
            <a:custGeom>
              <a:rect b="b" l="l" r="r" t="t"/>
              <a:pathLst>
                <a:path extrusionOk="0" h="17181" w="21254">
                  <a:moveTo>
                    <a:pt x="20108" y="0"/>
                  </a:moveTo>
                  <a:lnTo>
                    <a:pt x="19938" y="85"/>
                  </a:lnTo>
                  <a:lnTo>
                    <a:pt x="18411" y="721"/>
                  </a:lnTo>
                  <a:lnTo>
                    <a:pt x="16884" y="1485"/>
                  </a:lnTo>
                  <a:lnTo>
                    <a:pt x="15399" y="2291"/>
                  </a:lnTo>
                  <a:lnTo>
                    <a:pt x="13915" y="3139"/>
                  </a:lnTo>
                  <a:lnTo>
                    <a:pt x="12472" y="4073"/>
                  </a:lnTo>
                  <a:lnTo>
                    <a:pt x="11072" y="5048"/>
                  </a:lnTo>
                  <a:lnTo>
                    <a:pt x="9715" y="6024"/>
                  </a:lnTo>
                  <a:lnTo>
                    <a:pt x="8400" y="7042"/>
                  </a:lnTo>
                  <a:lnTo>
                    <a:pt x="7212" y="8018"/>
                  </a:lnTo>
                  <a:lnTo>
                    <a:pt x="5982" y="8994"/>
                  </a:lnTo>
                  <a:lnTo>
                    <a:pt x="4794" y="10096"/>
                  </a:lnTo>
                  <a:lnTo>
                    <a:pt x="3606" y="11199"/>
                  </a:lnTo>
                  <a:lnTo>
                    <a:pt x="3012" y="11793"/>
                  </a:lnTo>
                  <a:lnTo>
                    <a:pt x="2461" y="12430"/>
                  </a:lnTo>
                  <a:lnTo>
                    <a:pt x="1952" y="13024"/>
                  </a:lnTo>
                  <a:lnTo>
                    <a:pt x="1485" y="13660"/>
                  </a:lnTo>
                  <a:lnTo>
                    <a:pt x="1061" y="14339"/>
                  </a:lnTo>
                  <a:lnTo>
                    <a:pt x="679" y="14975"/>
                  </a:lnTo>
                  <a:lnTo>
                    <a:pt x="297" y="15696"/>
                  </a:lnTo>
                  <a:lnTo>
                    <a:pt x="43" y="16375"/>
                  </a:lnTo>
                  <a:lnTo>
                    <a:pt x="0" y="16502"/>
                  </a:lnTo>
                  <a:lnTo>
                    <a:pt x="0" y="16629"/>
                  </a:lnTo>
                  <a:lnTo>
                    <a:pt x="43" y="16757"/>
                  </a:lnTo>
                  <a:lnTo>
                    <a:pt x="128" y="16841"/>
                  </a:lnTo>
                  <a:lnTo>
                    <a:pt x="212" y="17011"/>
                  </a:lnTo>
                  <a:lnTo>
                    <a:pt x="297" y="17138"/>
                  </a:lnTo>
                  <a:lnTo>
                    <a:pt x="467" y="17181"/>
                  </a:lnTo>
                  <a:lnTo>
                    <a:pt x="637" y="17138"/>
                  </a:lnTo>
                  <a:lnTo>
                    <a:pt x="2121" y="16460"/>
                  </a:lnTo>
                  <a:lnTo>
                    <a:pt x="3564" y="15738"/>
                  </a:lnTo>
                  <a:lnTo>
                    <a:pt x="5006" y="14975"/>
                  </a:lnTo>
                  <a:lnTo>
                    <a:pt x="6406" y="14169"/>
                  </a:lnTo>
                  <a:lnTo>
                    <a:pt x="7806" y="13320"/>
                  </a:lnTo>
                  <a:lnTo>
                    <a:pt x="9163" y="12387"/>
                  </a:lnTo>
                  <a:lnTo>
                    <a:pt x="10478" y="11454"/>
                  </a:lnTo>
                  <a:lnTo>
                    <a:pt x="11793" y="10478"/>
                  </a:lnTo>
                  <a:lnTo>
                    <a:pt x="13066" y="9460"/>
                  </a:lnTo>
                  <a:lnTo>
                    <a:pt x="14296" y="8442"/>
                  </a:lnTo>
                  <a:lnTo>
                    <a:pt x="15484" y="7339"/>
                  </a:lnTo>
                  <a:lnTo>
                    <a:pt x="16672" y="6236"/>
                  </a:lnTo>
                  <a:lnTo>
                    <a:pt x="17860" y="5091"/>
                  </a:lnTo>
                  <a:lnTo>
                    <a:pt x="18963" y="3903"/>
                  </a:lnTo>
                  <a:lnTo>
                    <a:pt x="20066" y="2715"/>
                  </a:lnTo>
                  <a:lnTo>
                    <a:pt x="21126" y="1485"/>
                  </a:lnTo>
                  <a:lnTo>
                    <a:pt x="21211" y="1358"/>
                  </a:lnTo>
                  <a:lnTo>
                    <a:pt x="21253" y="1188"/>
                  </a:lnTo>
                  <a:lnTo>
                    <a:pt x="21253" y="1061"/>
                  </a:lnTo>
                  <a:lnTo>
                    <a:pt x="21211" y="976"/>
                  </a:lnTo>
                  <a:lnTo>
                    <a:pt x="21169" y="849"/>
                  </a:lnTo>
                  <a:lnTo>
                    <a:pt x="21084" y="764"/>
                  </a:lnTo>
                  <a:lnTo>
                    <a:pt x="20872" y="594"/>
                  </a:lnTo>
                  <a:lnTo>
                    <a:pt x="20829" y="467"/>
                  </a:lnTo>
                  <a:lnTo>
                    <a:pt x="20787" y="297"/>
                  </a:lnTo>
                  <a:lnTo>
                    <a:pt x="20702" y="212"/>
                  </a:lnTo>
                  <a:lnTo>
                    <a:pt x="20575" y="85"/>
                  </a:lnTo>
                  <a:lnTo>
                    <a:pt x="20447" y="43"/>
                  </a:lnTo>
                  <a:lnTo>
                    <a:pt x="20278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3549100" y="3254650"/>
              <a:ext cx="521800" cy="429525"/>
            </a:xfrm>
            <a:custGeom>
              <a:rect b="b" l="l" r="r" t="t"/>
              <a:pathLst>
                <a:path extrusionOk="0" h="17181" w="20872">
                  <a:moveTo>
                    <a:pt x="20108" y="0"/>
                  </a:moveTo>
                  <a:lnTo>
                    <a:pt x="19938" y="85"/>
                  </a:lnTo>
                  <a:lnTo>
                    <a:pt x="18411" y="721"/>
                  </a:lnTo>
                  <a:lnTo>
                    <a:pt x="16884" y="1485"/>
                  </a:lnTo>
                  <a:lnTo>
                    <a:pt x="15399" y="2291"/>
                  </a:lnTo>
                  <a:lnTo>
                    <a:pt x="13915" y="3139"/>
                  </a:lnTo>
                  <a:lnTo>
                    <a:pt x="12472" y="4073"/>
                  </a:lnTo>
                  <a:lnTo>
                    <a:pt x="11072" y="5048"/>
                  </a:lnTo>
                  <a:lnTo>
                    <a:pt x="9715" y="6024"/>
                  </a:lnTo>
                  <a:lnTo>
                    <a:pt x="8400" y="7042"/>
                  </a:lnTo>
                  <a:lnTo>
                    <a:pt x="7212" y="8018"/>
                  </a:lnTo>
                  <a:lnTo>
                    <a:pt x="5982" y="8994"/>
                  </a:lnTo>
                  <a:lnTo>
                    <a:pt x="4794" y="10096"/>
                  </a:lnTo>
                  <a:lnTo>
                    <a:pt x="3606" y="11199"/>
                  </a:lnTo>
                  <a:lnTo>
                    <a:pt x="3012" y="11793"/>
                  </a:lnTo>
                  <a:lnTo>
                    <a:pt x="2461" y="12430"/>
                  </a:lnTo>
                  <a:lnTo>
                    <a:pt x="1952" y="13024"/>
                  </a:lnTo>
                  <a:lnTo>
                    <a:pt x="1485" y="13660"/>
                  </a:lnTo>
                  <a:lnTo>
                    <a:pt x="1061" y="14339"/>
                  </a:lnTo>
                  <a:lnTo>
                    <a:pt x="679" y="14975"/>
                  </a:lnTo>
                  <a:lnTo>
                    <a:pt x="297" y="15696"/>
                  </a:lnTo>
                  <a:lnTo>
                    <a:pt x="43" y="16375"/>
                  </a:lnTo>
                  <a:lnTo>
                    <a:pt x="0" y="16502"/>
                  </a:lnTo>
                  <a:lnTo>
                    <a:pt x="0" y="16629"/>
                  </a:lnTo>
                  <a:lnTo>
                    <a:pt x="43" y="16757"/>
                  </a:lnTo>
                  <a:lnTo>
                    <a:pt x="128" y="16841"/>
                  </a:lnTo>
                  <a:lnTo>
                    <a:pt x="212" y="17011"/>
                  </a:lnTo>
                  <a:lnTo>
                    <a:pt x="297" y="17138"/>
                  </a:lnTo>
                  <a:lnTo>
                    <a:pt x="467" y="17181"/>
                  </a:lnTo>
                  <a:lnTo>
                    <a:pt x="637" y="17138"/>
                  </a:lnTo>
                  <a:lnTo>
                    <a:pt x="2164" y="16417"/>
                  </a:lnTo>
                  <a:lnTo>
                    <a:pt x="3691" y="15696"/>
                  </a:lnTo>
                  <a:lnTo>
                    <a:pt x="3776" y="15145"/>
                  </a:lnTo>
                  <a:lnTo>
                    <a:pt x="3946" y="14593"/>
                  </a:lnTo>
                  <a:lnTo>
                    <a:pt x="4158" y="14042"/>
                  </a:lnTo>
                  <a:lnTo>
                    <a:pt x="4412" y="13490"/>
                  </a:lnTo>
                  <a:lnTo>
                    <a:pt x="4709" y="12939"/>
                  </a:lnTo>
                  <a:lnTo>
                    <a:pt x="5091" y="12387"/>
                  </a:lnTo>
                  <a:lnTo>
                    <a:pt x="5430" y="11836"/>
                  </a:lnTo>
                  <a:lnTo>
                    <a:pt x="5855" y="11327"/>
                  </a:lnTo>
                  <a:lnTo>
                    <a:pt x="6661" y="10309"/>
                  </a:lnTo>
                  <a:lnTo>
                    <a:pt x="7509" y="9418"/>
                  </a:lnTo>
                  <a:lnTo>
                    <a:pt x="8357" y="8612"/>
                  </a:lnTo>
                  <a:lnTo>
                    <a:pt x="9079" y="7933"/>
                  </a:lnTo>
                  <a:lnTo>
                    <a:pt x="10394" y="6830"/>
                  </a:lnTo>
                  <a:lnTo>
                    <a:pt x="11751" y="5727"/>
                  </a:lnTo>
                  <a:lnTo>
                    <a:pt x="13151" y="4709"/>
                  </a:lnTo>
                  <a:lnTo>
                    <a:pt x="14593" y="3733"/>
                  </a:lnTo>
                  <a:lnTo>
                    <a:pt x="16120" y="2800"/>
                  </a:lnTo>
                  <a:lnTo>
                    <a:pt x="17690" y="1952"/>
                  </a:lnTo>
                  <a:lnTo>
                    <a:pt x="18454" y="1570"/>
                  </a:lnTo>
                  <a:lnTo>
                    <a:pt x="19260" y="1188"/>
                  </a:lnTo>
                  <a:lnTo>
                    <a:pt x="20066" y="849"/>
                  </a:lnTo>
                  <a:lnTo>
                    <a:pt x="20872" y="552"/>
                  </a:lnTo>
                  <a:lnTo>
                    <a:pt x="20829" y="424"/>
                  </a:lnTo>
                  <a:lnTo>
                    <a:pt x="20744" y="297"/>
                  </a:lnTo>
                  <a:lnTo>
                    <a:pt x="20660" y="170"/>
                  </a:lnTo>
                  <a:lnTo>
                    <a:pt x="20532" y="85"/>
                  </a:lnTo>
                  <a:lnTo>
                    <a:pt x="20405" y="43"/>
                  </a:lnTo>
                  <a:lnTo>
                    <a:pt x="20278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3503500" y="3244050"/>
              <a:ext cx="615125" cy="457100"/>
            </a:xfrm>
            <a:custGeom>
              <a:rect b="b" l="l" r="r" t="t"/>
              <a:pathLst>
                <a:path extrusionOk="0" h="18284" w="24605">
                  <a:moveTo>
                    <a:pt x="24265" y="0"/>
                  </a:moveTo>
                  <a:lnTo>
                    <a:pt x="24138" y="42"/>
                  </a:lnTo>
                  <a:lnTo>
                    <a:pt x="24011" y="127"/>
                  </a:lnTo>
                  <a:lnTo>
                    <a:pt x="22823" y="1570"/>
                  </a:lnTo>
                  <a:lnTo>
                    <a:pt x="21550" y="3012"/>
                  </a:lnTo>
                  <a:lnTo>
                    <a:pt x="20278" y="4412"/>
                  </a:lnTo>
                  <a:lnTo>
                    <a:pt x="18963" y="5812"/>
                  </a:lnTo>
                  <a:lnTo>
                    <a:pt x="17605" y="7127"/>
                  </a:lnTo>
                  <a:lnTo>
                    <a:pt x="16205" y="8399"/>
                  </a:lnTo>
                  <a:lnTo>
                    <a:pt x="14763" y="9672"/>
                  </a:lnTo>
                  <a:lnTo>
                    <a:pt x="13278" y="10860"/>
                  </a:lnTo>
                  <a:lnTo>
                    <a:pt x="11836" y="12005"/>
                  </a:lnTo>
                  <a:lnTo>
                    <a:pt x="10309" y="13151"/>
                  </a:lnTo>
                  <a:lnTo>
                    <a:pt x="8739" y="14254"/>
                  </a:lnTo>
                  <a:lnTo>
                    <a:pt x="7933" y="14763"/>
                  </a:lnTo>
                  <a:lnTo>
                    <a:pt x="7127" y="15272"/>
                  </a:lnTo>
                  <a:lnTo>
                    <a:pt x="6279" y="15781"/>
                  </a:lnTo>
                  <a:lnTo>
                    <a:pt x="5430" y="16205"/>
                  </a:lnTo>
                  <a:lnTo>
                    <a:pt x="4582" y="16629"/>
                  </a:lnTo>
                  <a:lnTo>
                    <a:pt x="3733" y="17011"/>
                  </a:lnTo>
                  <a:lnTo>
                    <a:pt x="2842" y="17350"/>
                  </a:lnTo>
                  <a:lnTo>
                    <a:pt x="1952" y="17605"/>
                  </a:lnTo>
                  <a:lnTo>
                    <a:pt x="1061" y="17859"/>
                  </a:lnTo>
                  <a:lnTo>
                    <a:pt x="128" y="18029"/>
                  </a:lnTo>
                  <a:lnTo>
                    <a:pt x="43" y="18071"/>
                  </a:lnTo>
                  <a:lnTo>
                    <a:pt x="0" y="18156"/>
                  </a:lnTo>
                  <a:lnTo>
                    <a:pt x="43" y="18241"/>
                  </a:lnTo>
                  <a:lnTo>
                    <a:pt x="170" y="18284"/>
                  </a:lnTo>
                  <a:lnTo>
                    <a:pt x="1018" y="18199"/>
                  </a:lnTo>
                  <a:lnTo>
                    <a:pt x="1909" y="18071"/>
                  </a:lnTo>
                  <a:lnTo>
                    <a:pt x="2800" y="17902"/>
                  </a:lnTo>
                  <a:lnTo>
                    <a:pt x="3648" y="17605"/>
                  </a:lnTo>
                  <a:lnTo>
                    <a:pt x="4497" y="17308"/>
                  </a:lnTo>
                  <a:lnTo>
                    <a:pt x="5345" y="16926"/>
                  </a:lnTo>
                  <a:lnTo>
                    <a:pt x="6194" y="16502"/>
                  </a:lnTo>
                  <a:lnTo>
                    <a:pt x="7000" y="16035"/>
                  </a:lnTo>
                  <a:lnTo>
                    <a:pt x="7806" y="15526"/>
                  </a:lnTo>
                  <a:lnTo>
                    <a:pt x="8612" y="15017"/>
                  </a:lnTo>
                  <a:lnTo>
                    <a:pt x="10139" y="13957"/>
                  </a:lnTo>
                  <a:lnTo>
                    <a:pt x="11624" y="12854"/>
                  </a:lnTo>
                  <a:lnTo>
                    <a:pt x="13024" y="11793"/>
                  </a:lnTo>
                  <a:lnTo>
                    <a:pt x="14593" y="10563"/>
                  </a:lnTo>
                  <a:lnTo>
                    <a:pt x="16163" y="9248"/>
                  </a:lnTo>
                  <a:lnTo>
                    <a:pt x="17648" y="7890"/>
                  </a:lnTo>
                  <a:lnTo>
                    <a:pt x="19090" y="6490"/>
                  </a:lnTo>
                  <a:lnTo>
                    <a:pt x="20532" y="5048"/>
                  </a:lnTo>
                  <a:lnTo>
                    <a:pt x="21890" y="3563"/>
                  </a:lnTo>
                  <a:lnTo>
                    <a:pt x="23247" y="2036"/>
                  </a:lnTo>
                  <a:lnTo>
                    <a:pt x="24520" y="467"/>
                  </a:lnTo>
                  <a:lnTo>
                    <a:pt x="24605" y="382"/>
                  </a:lnTo>
                  <a:lnTo>
                    <a:pt x="24605" y="255"/>
                  </a:lnTo>
                  <a:lnTo>
                    <a:pt x="24562" y="127"/>
                  </a:lnTo>
                  <a:lnTo>
                    <a:pt x="24477" y="85"/>
                  </a:lnTo>
                  <a:lnTo>
                    <a:pt x="24350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3451525" y="3193125"/>
              <a:ext cx="1027675" cy="866475"/>
            </a:xfrm>
            <a:custGeom>
              <a:rect b="b" l="l" r="r" t="t"/>
              <a:pathLst>
                <a:path extrusionOk="0" h="34659" w="41107">
                  <a:moveTo>
                    <a:pt x="34574" y="6491"/>
                  </a:moveTo>
                  <a:lnTo>
                    <a:pt x="34871" y="6534"/>
                  </a:lnTo>
                  <a:lnTo>
                    <a:pt x="35380" y="6661"/>
                  </a:lnTo>
                  <a:lnTo>
                    <a:pt x="35804" y="6915"/>
                  </a:lnTo>
                  <a:lnTo>
                    <a:pt x="36228" y="7170"/>
                  </a:lnTo>
                  <a:lnTo>
                    <a:pt x="36568" y="7552"/>
                  </a:lnTo>
                  <a:lnTo>
                    <a:pt x="36865" y="7934"/>
                  </a:lnTo>
                  <a:lnTo>
                    <a:pt x="37119" y="8358"/>
                  </a:lnTo>
                  <a:lnTo>
                    <a:pt x="37289" y="8867"/>
                  </a:lnTo>
                  <a:lnTo>
                    <a:pt x="37374" y="9333"/>
                  </a:lnTo>
                  <a:lnTo>
                    <a:pt x="37416" y="9800"/>
                  </a:lnTo>
                  <a:lnTo>
                    <a:pt x="37416" y="10224"/>
                  </a:lnTo>
                  <a:lnTo>
                    <a:pt x="37374" y="10649"/>
                  </a:lnTo>
                  <a:lnTo>
                    <a:pt x="37289" y="11073"/>
                  </a:lnTo>
                  <a:lnTo>
                    <a:pt x="37119" y="11455"/>
                  </a:lnTo>
                  <a:lnTo>
                    <a:pt x="36992" y="11836"/>
                  </a:lnTo>
                  <a:lnTo>
                    <a:pt x="36780" y="12176"/>
                  </a:lnTo>
                  <a:lnTo>
                    <a:pt x="36568" y="12557"/>
                  </a:lnTo>
                  <a:lnTo>
                    <a:pt x="36313" y="12897"/>
                  </a:lnTo>
                  <a:lnTo>
                    <a:pt x="36016" y="13194"/>
                  </a:lnTo>
                  <a:lnTo>
                    <a:pt x="35422" y="13830"/>
                  </a:lnTo>
                  <a:lnTo>
                    <a:pt x="34744" y="14339"/>
                  </a:lnTo>
                  <a:lnTo>
                    <a:pt x="34065" y="14848"/>
                  </a:lnTo>
                  <a:lnTo>
                    <a:pt x="33598" y="13448"/>
                  </a:lnTo>
                  <a:lnTo>
                    <a:pt x="33089" y="12048"/>
                  </a:lnTo>
                  <a:lnTo>
                    <a:pt x="32538" y="10649"/>
                  </a:lnTo>
                  <a:lnTo>
                    <a:pt x="31986" y="9291"/>
                  </a:lnTo>
                  <a:lnTo>
                    <a:pt x="32029" y="9164"/>
                  </a:lnTo>
                  <a:lnTo>
                    <a:pt x="31986" y="8867"/>
                  </a:lnTo>
                  <a:lnTo>
                    <a:pt x="32029" y="8612"/>
                  </a:lnTo>
                  <a:lnTo>
                    <a:pt x="32114" y="8315"/>
                  </a:lnTo>
                  <a:lnTo>
                    <a:pt x="32198" y="8061"/>
                  </a:lnTo>
                  <a:lnTo>
                    <a:pt x="32326" y="7806"/>
                  </a:lnTo>
                  <a:lnTo>
                    <a:pt x="32453" y="7594"/>
                  </a:lnTo>
                  <a:lnTo>
                    <a:pt x="32623" y="7340"/>
                  </a:lnTo>
                  <a:lnTo>
                    <a:pt x="32792" y="7170"/>
                  </a:lnTo>
                  <a:lnTo>
                    <a:pt x="33004" y="7000"/>
                  </a:lnTo>
                  <a:lnTo>
                    <a:pt x="33259" y="6831"/>
                  </a:lnTo>
                  <a:lnTo>
                    <a:pt x="33471" y="6703"/>
                  </a:lnTo>
                  <a:lnTo>
                    <a:pt x="33726" y="6618"/>
                  </a:lnTo>
                  <a:lnTo>
                    <a:pt x="34022" y="6534"/>
                  </a:lnTo>
                  <a:lnTo>
                    <a:pt x="34277" y="6491"/>
                  </a:lnTo>
                  <a:close/>
                  <a:moveTo>
                    <a:pt x="35168" y="1443"/>
                  </a:moveTo>
                  <a:lnTo>
                    <a:pt x="35719" y="1486"/>
                  </a:lnTo>
                  <a:lnTo>
                    <a:pt x="36228" y="1655"/>
                  </a:lnTo>
                  <a:lnTo>
                    <a:pt x="36822" y="1910"/>
                  </a:lnTo>
                  <a:lnTo>
                    <a:pt x="37374" y="2249"/>
                  </a:lnTo>
                  <a:lnTo>
                    <a:pt x="37968" y="2716"/>
                  </a:lnTo>
                  <a:lnTo>
                    <a:pt x="38477" y="3225"/>
                  </a:lnTo>
                  <a:lnTo>
                    <a:pt x="38943" y="3819"/>
                  </a:lnTo>
                  <a:lnTo>
                    <a:pt x="39325" y="4413"/>
                  </a:lnTo>
                  <a:lnTo>
                    <a:pt x="39665" y="5091"/>
                  </a:lnTo>
                  <a:lnTo>
                    <a:pt x="39961" y="5770"/>
                  </a:lnTo>
                  <a:lnTo>
                    <a:pt x="40216" y="6449"/>
                  </a:lnTo>
                  <a:lnTo>
                    <a:pt x="40386" y="7170"/>
                  </a:lnTo>
                  <a:lnTo>
                    <a:pt x="40513" y="7976"/>
                  </a:lnTo>
                  <a:lnTo>
                    <a:pt x="40555" y="8782"/>
                  </a:lnTo>
                  <a:lnTo>
                    <a:pt x="40513" y="9588"/>
                  </a:lnTo>
                  <a:lnTo>
                    <a:pt x="40428" y="10352"/>
                  </a:lnTo>
                  <a:lnTo>
                    <a:pt x="40258" y="11115"/>
                  </a:lnTo>
                  <a:lnTo>
                    <a:pt x="40046" y="11836"/>
                  </a:lnTo>
                  <a:lnTo>
                    <a:pt x="39749" y="12515"/>
                  </a:lnTo>
                  <a:lnTo>
                    <a:pt x="39410" y="13194"/>
                  </a:lnTo>
                  <a:lnTo>
                    <a:pt x="38986" y="13830"/>
                  </a:lnTo>
                  <a:lnTo>
                    <a:pt x="38519" y="14424"/>
                  </a:lnTo>
                  <a:lnTo>
                    <a:pt x="38010" y="15018"/>
                  </a:lnTo>
                  <a:lnTo>
                    <a:pt x="37459" y="15569"/>
                  </a:lnTo>
                  <a:lnTo>
                    <a:pt x="36865" y="16036"/>
                  </a:lnTo>
                  <a:lnTo>
                    <a:pt x="36228" y="16503"/>
                  </a:lnTo>
                  <a:lnTo>
                    <a:pt x="35550" y="16927"/>
                  </a:lnTo>
                  <a:lnTo>
                    <a:pt x="34829" y="17309"/>
                  </a:lnTo>
                  <a:lnTo>
                    <a:pt x="34235" y="15315"/>
                  </a:lnTo>
                  <a:lnTo>
                    <a:pt x="34701" y="15018"/>
                  </a:lnTo>
                  <a:lnTo>
                    <a:pt x="35210" y="14636"/>
                  </a:lnTo>
                  <a:lnTo>
                    <a:pt x="35677" y="14254"/>
                  </a:lnTo>
                  <a:lnTo>
                    <a:pt x="36101" y="13830"/>
                  </a:lnTo>
                  <a:lnTo>
                    <a:pt x="36525" y="13363"/>
                  </a:lnTo>
                  <a:lnTo>
                    <a:pt x="36907" y="12854"/>
                  </a:lnTo>
                  <a:lnTo>
                    <a:pt x="37247" y="12345"/>
                  </a:lnTo>
                  <a:lnTo>
                    <a:pt x="37543" y="11794"/>
                  </a:lnTo>
                  <a:lnTo>
                    <a:pt x="37756" y="11242"/>
                  </a:lnTo>
                  <a:lnTo>
                    <a:pt x="37925" y="10691"/>
                  </a:lnTo>
                  <a:lnTo>
                    <a:pt x="38010" y="10097"/>
                  </a:lnTo>
                  <a:lnTo>
                    <a:pt x="38010" y="9503"/>
                  </a:lnTo>
                  <a:lnTo>
                    <a:pt x="37925" y="8952"/>
                  </a:lnTo>
                  <a:lnTo>
                    <a:pt x="37713" y="8358"/>
                  </a:lnTo>
                  <a:lnTo>
                    <a:pt x="37586" y="8103"/>
                  </a:lnTo>
                  <a:lnTo>
                    <a:pt x="37416" y="7806"/>
                  </a:lnTo>
                  <a:lnTo>
                    <a:pt x="37247" y="7552"/>
                  </a:lnTo>
                  <a:lnTo>
                    <a:pt x="37034" y="7255"/>
                  </a:lnTo>
                  <a:lnTo>
                    <a:pt x="36695" y="6958"/>
                  </a:lnTo>
                  <a:lnTo>
                    <a:pt x="36313" y="6661"/>
                  </a:lnTo>
                  <a:lnTo>
                    <a:pt x="35931" y="6449"/>
                  </a:lnTo>
                  <a:lnTo>
                    <a:pt x="35507" y="6279"/>
                  </a:lnTo>
                  <a:lnTo>
                    <a:pt x="35041" y="6194"/>
                  </a:lnTo>
                  <a:lnTo>
                    <a:pt x="34616" y="6152"/>
                  </a:lnTo>
                  <a:lnTo>
                    <a:pt x="34192" y="6152"/>
                  </a:lnTo>
                  <a:lnTo>
                    <a:pt x="33726" y="6237"/>
                  </a:lnTo>
                  <a:lnTo>
                    <a:pt x="33344" y="6322"/>
                  </a:lnTo>
                  <a:lnTo>
                    <a:pt x="32962" y="6491"/>
                  </a:lnTo>
                  <a:lnTo>
                    <a:pt x="32623" y="6746"/>
                  </a:lnTo>
                  <a:lnTo>
                    <a:pt x="32326" y="7000"/>
                  </a:lnTo>
                  <a:lnTo>
                    <a:pt x="32071" y="7340"/>
                  </a:lnTo>
                  <a:lnTo>
                    <a:pt x="31859" y="7679"/>
                  </a:lnTo>
                  <a:lnTo>
                    <a:pt x="31732" y="8103"/>
                  </a:lnTo>
                  <a:lnTo>
                    <a:pt x="31689" y="8570"/>
                  </a:lnTo>
                  <a:lnTo>
                    <a:pt x="30926" y="6831"/>
                  </a:lnTo>
                  <a:lnTo>
                    <a:pt x="30120" y="5091"/>
                  </a:lnTo>
                  <a:lnTo>
                    <a:pt x="30417" y="4582"/>
                  </a:lnTo>
                  <a:lnTo>
                    <a:pt x="30756" y="4116"/>
                  </a:lnTo>
                  <a:lnTo>
                    <a:pt x="31095" y="3649"/>
                  </a:lnTo>
                  <a:lnTo>
                    <a:pt x="31477" y="3225"/>
                  </a:lnTo>
                  <a:lnTo>
                    <a:pt x="31859" y="2801"/>
                  </a:lnTo>
                  <a:lnTo>
                    <a:pt x="32283" y="2461"/>
                  </a:lnTo>
                  <a:lnTo>
                    <a:pt x="32707" y="2122"/>
                  </a:lnTo>
                  <a:lnTo>
                    <a:pt x="33174" y="1867"/>
                  </a:lnTo>
                  <a:lnTo>
                    <a:pt x="33641" y="1655"/>
                  </a:lnTo>
                  <a:lnTo>
                    <a:pt x="34150" y="1528"/>
                  </a:lnTo>
                  <a:lnTo>
                    <a:pt x="34659" y="1443"/>
                  </a:lnTo>
                  <a:close/>
                  <a:moveTo>
                    <a:pt x="27914" y="1825"/>
                  </a:moveTo>
                  <a:lnTo>
                    <a:pt x="29568" y="5431"/>
                  </a:lnTo>
                  <a:lnTo>
                    <a:pt x="31138" y="9037"/>
                  </a:lnTo>
                  <a:lnTo>
                    <a:pt x="31859" y="10903"/>
                  </a:lnTo>
                  <a:lnTo>
                    <a:pt x="32580" y="12727"/>
                  </a:lnTo>
                  <a:lnTo>
                    <a:pt x="33259" y="14594"/>
                  </a:lnTo>
                  <a:lnTo>
                    <a:pt x="33895" y="16460"/>
                  </a:lnTo>
                  <a:lnTo>
                    <a:pt x="34235" y="17563"/>
                  </a:lnTo>
                  <a:lnTo>
                    <a:pt x="34574" y="18666"/>
                  </a:lnTo>
                  <a:lnTo>
                    <a:pt x="34871" y="19811"/>
                  </a:lnTo>
                  <a:lnTo>
                    <a:pt x="34998" y="20363"/>
                  </a:lnTo>
                  <a:lnTo>
                    <a:pt x="35083" y="20914"/>
                  </a:lnTo>
                  <a:lnTo>
                    <a:pt x="35125" y="21508"/>
                  </a:lnTo>
                  <a:lnTo>
                    <a:pt x="35125" y="22060"/>
                  </a:lnTo>
                  <a:lnTo>
                    <a:pt x="35125" y="22611"/>
                  </a:lnTo>
                  <a:lnTo>
                    <a:pt x="35041" y="23163"/>
                  </a:lnTo>
                  <a:lnTo>
                    <a:pt x="34913" y="23714"/>
                  </a:lnTo>
                  <a:lnTo>
                    <a:pt x="34701" y="24266"/>
                  </a:lnTo>
                  <a:lnTo>
                    <a:pt x="34489" y="24817"/>
                  </a:lnTo>
                  <a:lnTo>
                    <a:pt x="34150" y="25326"/>
                  </a:lnTo>
                  <a:lnTo>
                    <a:pt x="33853" y="25750"/>
                  </a:lnTo>
                  <a:lnTo>
                    <a:pt x="33556" y="26175"/>
                  </a:lnTo>
                  <a:lnTo>
                    <a:pt x="32835" y="26938"/>
                  </a:lnTo>
                  <a:lnTo>
                    <a:pt x="32114" y="27702"/>
                  </a:lnTo>
                  <a:lnTo>
                    <a:pt x="31308" y="28423"/>
                  </a:lnTo>
                  <a:lnTo>
                    <a:pt x="30459" y="29102"/>
                  </a:lnTo>
                  <a:lnTo>
                    <a:pt x="29611" y="29738"/>
                  </a:lnTo>
                  <a:lnTo>
                    <a:pt x="27914" y="30968"/>
                  </a:lnTo>
                  <a:lnTo>
                    <a:pt x="26387" y="32071"/>
                  </a:lnTo>
                  <a:lnTo>
                    <a:pt x="25581" y="32580"/>
                  </a:lnTo>
                  <a:lnTo>
                    <a:pt x="24732" y="33047"/>
                  </a:lnTo>
                  <a:lnTo>
                    <a:pt x="23884" y="33471"/>
                  </a:lnTo>
                  <a:lnTo>
                    <a:pt x="22993" y="33853"/>
                  </a:lnTo>
                  <a:lnTo>
                    <a:pt x="22569" y="33980"/>
                  </a:lnTo>
                  <a:lnTo>
                    <a:pt x="22102" y="34107"/>
                  </a:lnTo>
                  <a:lnTo>
                    <a:pt x="21635" y="34192"/>
                  </a:lnTo>
                  <a:lnTo>
                    <a:pt x="21169" y="34235"/>
                  </a:lnTo>
                  <a:lnTo>
                    <a:pt x="20617" y="34277"/>
                  </a:lnTo>
                  <a:lnTo>
                    <a:pt x="20066" y="34235"/>
                  </a:lnTo>
                  <a:lnTo>
                    <a:pt x="19557" y="34107"/>
                  </a:lnTo>
                  <a:lnTo>
                    <a:pt x="19048" y="33980"/>
                  </a:lnTo>
                  <a:lnTo>
                    <a:pt x="18581" y="33810"/>
                  </a:lnTo>
                  <a:lnTo>
                    <a:pt x="18115" y="33598"/>
                  </a:lnTo>
                  <a:lnTo>
                    <a:pt x="17648" y="33344"/>
                  </a:lnTo>
                  <a:lnTo>
                    <a:pt x="17181" y="33047"/>
                  </a:lnTo>
                  <a:lnTo>
                    <a:pt x="16290" y="32411"/>
                  </a:lnTo>
                  <a:lnTo>
                    <a:pt x="15442" y="31732"/>
                  </a:lnTo>
                  <a:lnTo>
                    <a:pt x="13788" y="30417"/>
                  </a:lnTo>
                  <a:lnTo>
                    <a:pt x="12176" y="29144"/>
                  </a:lnTo>
                  <a:lnTo>
                    <a:pt x="10521" y="27871"/>
                  </a:lnTo>
                  <a:lnTo>
                    <a:pt x="8824" y="26641"/>
                  </a:lnTo>
                  <a:lnTo>
                    <a:pt x="7170" y="25453"/>
                  </a:lnTo>
                  <a:lnTo>
                    <a:pt x="5431" y="24266"/>
                  </a:lnTo>
                  <a:lnTo>
                    <a:pt x="3734" y="23163"/>
                  </a:lnTo>
                  <a:lnTo>
                    <a:pt x="1952" y="22017"/>
                  </a:lnTo>
                  <a:lnTo>
                    <a:pt x="679" y="21260"/>
                  </a:lnTo>
                  <a:lnTo>
                    <a:pt x="891" y="21381"/>
                  </a:lnTo>
                  <a:lnTo>
                    <a:pt x="1231" y="21508"/>
                  </a:lnTo>
                  <a:lnTo>
                    <a:pt x="1528" y="21593"/>
                  </a:lnTo>
                  <a:lnTo>
                    <a:pt x="1867" y="21636"/>
                  </a:lnTo>
                  <a:lnTo>
                    <a:pt x="2207" y="21678"/>
                  </a:lnTo>
                  <a:lnTo>
                    <a:pt x="2546" y="21678"/>
                  </a:lnTo>
                  <a:lnTo>
                    <a:pt x="3267" y="21593"/>
                  </a:lnTo>
                  <a:lnTo>
                    <a:pt x="3988" y="21423"/>
                  </a:lnTo>
                  <a:lnTo>
                    <a:pt x="4667" y="21169"/>
                  </a:lnTo>
                  <a:lnTo>
                    <a:pt x="5303" y="20957"/>
                  </a:lnTo>
                  <a:lnTo>
                    <a:pt x="6661" y="20405"/>
                  </a:lnTo>
                  <a:lnTo>
                    <a:pt x="7976" y="19769"/>
                  </a:lnTo>
                  <a:lnTo>
                    <a:pt x="9291" y="19133"/>
                  </a:lnTo>
                  <a:lnTo>
                    <a:pt x="10521" y="18412"/>
                  </a:lnTo>
                  <a:lnTo>
                    <a:pt x="11794" y="17648"/>
                  </a:lnTo>
                  <a:lnTo>
                    <a:pt x="12982" y="16884"/>
                  </a:lnTo>
                  <a:lnTo>
                    <a:pt x="14169" y="16036"/>
                  </a:lnTo>
                  <a:lnTo>
                    <a:pt x="15357" y="15188"/>
                  </a:lnTo>
                  <a:lnTo>
                    <a:pt x="16545" y="14254"/>
                  </a:lnTo>
                  <a:lnTo>
                    <a:pt x="17690" y="13321"/>
                  </a:lnTo>
                  <a:lnTo>
                    <a:pt x="18878" y="12345"/>
                  </a:lnTo>
                  <a:lnTo>
                    <a:pt x="19981" y="11327"/>
                  </a:lnTo>
                  <a:lnTo>
                    <a:pt x="22187" y="9291"/>
                  </a:lnTo>
                  <a:lnTo>
                    <a:pt x="24350" y="7170"/>
                  </a:lnTo>
                  <a:lnTo>
                    <a:pt x="25538" y="6025"/>
                  </a:lnTo>
                  <a:lnTo>
                    <a:pt x="26090" y="5388"/>
                  </a:lnTo>
                  <a:lnTo>
                    <a:pt x="26641" y="4752"/>
                  </a:lnTo>
                  <a:lnTo>
                    <a:pt x="27108" y="4116"/>
                  </a:lnTo>
                  <a:lnTo>
                    <a:pt x="27320" y="3734"/>
                  </a:lnTo>
                  <a:lnTo>
                    <a:pt x="27490" y="3394"/>
                  </a:lnTo>
                  <a:lnTo>
                    <a:pt x="27617" y="3013"/>
                  </a:lnTo>
                  <a:lnTo>
                    <a:pt x="27744" y="2631"/>
                  </a:lnTo>
                  <a:lnTo>
                    <a:pt x="27871" y="2249"/>
                  </a:lnTo>
                  <a:lnTo>
                    <a:pt x="27914" y="1825"/>
                  </a:lnTo>
                  <a:close/>
                  <a:moveTo>
                    <a:pt x="25411" y="1"/>
                  </a:moveTo>
                  <a:lnTo>
                    <a:pt x="24775" y="86"/>
                  </a:lnTo>
                  <a:lnTo>
                    <a:pt x="24138" y="255"/>
                  </a:lnTo>
                  <a:lnTo>
                    <a:pt x="23460" y="467"/>
                  </a:lnTo>
                  <a:lnTo>
                    <a:pt x="22823" y="680"/>
                  </a:lnTo>
                  <a:lnTo>
                    <a:pt x="21551" y="1231"/>
                  </a:lnTo>
                  <a:lnTo>
                    <a:pt x="20320" y="1825"/>
                  </a:lnTo>
                  <a:lnTo>
                    <a:pt x="19090" y="2419"/>
                  </a:lnTo>
                  <a:lnTo>
                    <a:pt x="17860" y="3098"/>
                  </a:lnTo>
                  <a:lnTo>
                    <a:pt x="16672" y="3776"/>
                  </a:lnTo>
                  <a:lnTo>
                    <a:pt x="15484" y="4497"/>
                  </a:lnTo>
                  <a:lnTo>
                    <a:pt x="14297" y="5261"/>
                  </a:lnTo>
                  <a:lnTo>
                    <a:pt x="13151" y="6025"/>
                  </a:lnTo>
                  <a:lnTo>
                    <a:pt x="12048" y="6788"/>
                  </a:lnTo>
                  <a:lnTo>
                    <a:pt x="10945" y="7637"/>
                  </a:lnTo>
                  <a:lnTo>
                    <a:pt x="9842" y="8443"/>
                  </a:lnTo>
                  <a:lnTo>
                    <a:pt x="8739" y="9333"/>
                  </a:lnTo>
                  <a:lnTo>
                    <a:pt x="7721" y="10224"/>
                  </a:lnTo>
                  <a:lnTo>
                    <a:pt x="6661" y="11158"/>
                  </a:lnTo>
                  <a:lnTo>
                    <a:pt x="5685" y="12091"/>
                  </a:lnTo>
                  <a:lnTo>
                    <a:pt x="4667" y="13067"/>
                  </a:lnTo>
                  <a:lnTo>
                    <a:pt x="3140" y="14636"/>
                  </a:lnTo>
                  <a:lnTo>
                    <a:pt x="2419" y="15485"/>
                  </a:lnTo>
                  <a:lnTo>
                    <a:pt x="1697" y="16375"/>
                  </a:lnTo>
                  <a:lnTo>
                    <a:pt x="1401" y="16800"/>
                  </a:lnTo>
                  <a:lnTo>
                    <a:pt x="1104" y="17266"/>
                  </a:lnTo>
                  <a:lnTo>
                    <a:pt x="807" y="17775"/>
                  </a:lnTo>
                  <a:lnTo>
                    <a:pt x="595" y="18242"/>
                  </a:lnTo>
                  <a:lnTo>
                    <a:pt x="382" y="18751"/>
                  </a:lnTo>
                  <a:lnTo>
                    <a:pt x="213" y="19260"/>
                  </a:lnTo>
                  <a:lnTo>
                    <a:pt x="85" y="19811"/>
                  </a:lnTo>
                  <a:lnTo>
                    <a:pt x="1" y="20363"/>
                  </a:lnTo>
                  <a:lnTo>
                    <a:pt x="1" y="20448"/>
                  </a:lnTo>
                  <a:lnTo>
                    <a:pt x="128" y="20448"/>
                  </a:lnTo>
                  <a:lnTo>
                    <a:pt x="170" y="20405"/>
                  </a:lnTo>
                  <a:lnTo>
                    <a:pt x="298" y="19811"/>
                  </a:lnTo>
                  <a:lnTo>
                    <a:pt x="467" y="19260"/>
                  </a:lnTo>
                  <a:lnTo>
                    <a:pt x="679" y="18751"/>
                  </a:lnTo>
                  <a:lnTo>
                    <a:pt x="891" y="18242"/>
                  </a:lnTo>
                  <a:lnTo>
                    <a:pt x="1188" y="17733"/>
                  </a:lnTo>
                  <a:lnTo>
                    <a:pt x="1485" y="17266"/>
                  </a:lnTo>
                  <a:lnTo>
                    <a:pt x="2122" y="16333"/>
                  </a:lnTo>
                  <a:lnTo>
                    <a:pt x="2843" y="15485"/>
                  </a:lnTo>
                  <a:lnTo>
                    <a:pt x="3649" y="14636"/>
                  </a:lnTo>
                  <a:lnTo>
                    <a:pt x="4455" y="13830"/>
                  </a:lnTo>
                  <a:lnTo>
                    <a:pt x="5261" y="13067"/>
                  </a:lnTo>
                  <a:lnTo>
                    <a:pt x="6830" y="11582"/>
                  </a:lnTo>
                  <a:lnTo>
                    <a:pt x="8442" y="10182"/>
                  </a:lnTo>
                  <a:lnTo>
                    <a:pt x="10097" y="8824"/>
                  </a:lnTo>
                  <a:lnTo>
                    <a:pt x="11794" y="7552"/>
                  </a:lnTo>
                  <a:lnTo>
                    <a:pt x="13618" y="6279"/>
                  </a:lnTo>
                  <a:lnTo>
                    <a:pt x="15484" y="5049"/>
                  </a:lnTo>
                  <a:lnTo>
                    <a:pt x="17393" y="3946"/>
                  </a:lnTo>
                  <a:lnTo>
                    <a:pt x="19345" y="2885"/>
                  </a:lnTo>
                  <a:lnTo>
                    <a:pt x="21169" y="1867"/>
                  </a:lnTo>
                  <a:lnTo>
                    <a:pt x="22272" y="1358"/>
                  </a:lnTo>
                  <a:lnTo>
                    <a:pt x="22823" y="1104"/>
                  </a:lnTo>
                  <a:lnTo>
                    <a:pt x="23375" y="892"/>
                  </a:lnTo>
                  <a:lnTo>
                    <a:pt x="23926" y="722"/>
                  </a:lnTo>
                  <a:lnTo>
                    <a:pt x="24478" y="552"/>
                  </a:lnTo>
                  <a:lnTo>
                    <a:pt x="25029" y="467"/>
                  </a:lnTo>
                  <a:lnTo>
                    <a:pt x="25581" y="425"/>
                  </a:lnTo>
                  <a:lnTo>
                    <a:pt x="26132" y="425"/>
                  </a:lnTo>
                  <a:lnTo>
                    <a:pt x="26641" y="552"/>
                  </a:lnTo>
                  <a:lnTo>
                    <a:pt x="27108" y="722"/>
                  </a:lnTo>
                  <a:lnTo>
                    <a:pt x="27574" y="976"/>
                  </a:lnTo>
                  <a:lnTo>
                    <a:pt x="27574" y="1104"/>
                  </a:lnTo>
                  <a:lnTo>
                    <a:pt x="27659" y="1231"/>
                  </a:lnTo>
                  <a:lnTo>
                    <a:pt x="27617" y="1782"/>
                  </a:lnTo>
                  <a:lnTo>
                    <a:pt x="27490" y="2334"/>
                  </a:lnTo>
                  <a:lnTo>
                    <a:pt x="27320" y="2843"/>
                  </a:lnTo>
                  <a:lnTo>
                    <a:pt x="27108" y="3352"/>
                  </a:lnTo>
                  <a:lnTo>
                    <a:pt x="26853" y="3819"/>
                  </a:lnTo>
                  <a:lnTo>
                    <a:pt x="26556" y="4285"/>
                  </a:lnTo>
                  <a:lnTo>
                    <a:pt x="26217" y="4710"/>
                  </a:lnTo>
                  <a:lnTo>
                    <a:pt x="25835" y="5134"/>
                  </a:lnTo>
                  <a:lnTo>
                    <a:pt x="25072" y="5982"/>
                  </a:lnTo>
                  <a:lnTo>
                    <a:pt x="24266" y="6746"/>
                  </a:lnTo>
                  <a:lnTo>
                    <a:pt x="22654" y="8231"/>
                  </a:lnTo>
                  <a:lnTo>
                    <a:pt x="21126" y="9673"/>
                  </a:lnTo>
                  <a:lnTo>
                    <a:pt x="19557" y="11115"/>
                  </a:lnTo>
                  <a:lnTo>
                    <a:pt x="17987" y="12515"/>
                  </a:lnTo>
                  <a:lnTo>
                    <a:pt x="16333" y="13873"/>
                  </a:lnTo>
                  <a:lnTo>
                    <a:pt x="14551" y="15272"/>
                  </a:lnTo>
                  <a:lnTo>
                    <a:pt x="12685" y="16587"/>
                  </a:lnTo>
                  <a:lnTo>
                    <a:pt x="11751" y="17224"/>
                  </a:lnTo>
                  <a:lnTo>
                    <a:pt x="10776" y="17818"/>
                  </a:lnTo>
                  <a:lnTo>
                    <a:pt x="9800" y="18412"/>
                  </a:lnTo>
                  <a:lnTo>
                    <a:pt x="8824" y="18963"/>
                  </a:lnTo>
                  <a:lnTo>
                    <a:pt x="7891" y="19430"/>
                  </a:lnTo>
                  <a:lnTo>
                    <a:pt x="6873" y="19981"/>
                  </a:lnTo>
                  <a:lnTo>
                    <a:pt x="5727" y="20533"/>
                  </a:lnTo>
                  <a:lnTo>
                    <a:pt x="5134" y="20745"/>
                  </a:lnTo>
                  <a:lnTo>
                    <a:pt x="4540" y="20957"/>
                  </a:lnTo>
                  <a:lnTo>
                    <a:pt x="3946" y="21127"/>
                  </a:lnTo>
                  <a:lnTo>
                    <a:pt x="3352" y="21254"/>
                  </a:lnTo>
                  <a:lnTo>
                    <a:pt x="2758" y="21339"/>
                  </a:lnTo>
                  <a:lnTo>
                    <a:pt x="2207" y="21339"/>
                  </a:lnTo>
                  <a:lnTo>
                    <a:pt x="1655" y="21254"/>
                  </a:lnTo>
                  <a:lnTo>
                    <a:pt x="1146" y="21127"/>
                  </a:lnTo>
                  <a:lnTo>
                    <a:pt x="891" y="20999"/>
                  </a:lnTo>
                  <a:lnTo>
                    <a:pt x="637" y="20872"/>
                  </a:lnTo>
                  <a:lnTo>
                    <a:pt x="425" y="20745"/>
                  </a:lnTo>
                  <a:lnTo>
                    <a:pt x="213" y="20533"/>
                  </a:lnTo>
                  <a:lnTo>
                    <a:pt x="128" y="20533"/>
                  </a:lnTo>
                  <a:lnTo>
                    <a:pt x="85" y="20575"/>
                  </a:lnTo>
                  <a:lnTo>
                    <a:pt x="43" y="20617"/>
                  </a:lnTo>
                  <a:lnTo>
                    <a:pt x="43" y="20702"/>
                  </a:lnTo>
                  <a:lnTo>
                    <a:pt x="340" y="20999"/>
                  </a:lnTo>
                  <a:lnTo>
                    <a:pt x="586" y="21204"/>
                  </a:lnTo>
                  <a:lnTo>
                    <a:pt x="586" y="21204"/>
                  </a:lnTo>
                  <a:lnTo>
                    <a:pt x="170" y="20957"/>
                  </a:lnTo>
                  <a:lnTo>
                    <a:pt x="128" y="20957"/>
                  </a:lnTo>
                  <a:lnTo>
                    <a:pt x="43" y="20999"/>
                  </a:lnTo>
                  <a:lnTo>
                    <a:pt x="43" y="21042"/>
                  </a:lnTo>
                  <a:lnTo>
                    <a:pt x="85" y="21127"/>
                  </a:lnTo>
                  <a:lnTo>
                    <a:pt x="2164" y="22526"/>
                  </a:lnTo>
                  <a:lnTo>
                    <a:pt x="4200" y="23969"/>
                  </a:lnTo>
                  <a:lnTo>
                    <a:pt x="6194" y="25453"/>
                  </a:lnTo>
                  <a:lnTo>
                    <a:pt x="8188" y="26938"/>
                  </a:lnTo>
                  <a:lnTo>
                    <a:pt x="12176" y="29950"/>
                  </a:lnTo>
                  <a:lnTo>
                    <a:pt x="16163" y="33004"/>
                  </a:lnTo>
                  <a:lnTo>
                    <a:pt x="16969" y="33556"/>
                  </a:lnTo>
                  <a:lnTo>
                    <a:pt x="17733" y="33980"/>
                  </a:lnTo>
                  <a:lnTo>
                    <a:pt x="18539" y="34277"/>
                  </a:lnTo>
                  <a:lnTo>
                    <a:pt x="19302" y="34489"/>
                  </a:lnTo>
                  <a:lnTo>
                    <a:pt x="20066" y="34616"/>
                  </a:lnTo>
                  <a:lnTo>
                    <a:pt x="20829" y="34659"/>
                  </a:lnTo>
                  <a:lnTo>
                    <a:pt x="21593" y="34616"/>
                  </a:lnTo>
                  <a:lnTo>
                    <a:pt x="22357" y="34489"/>
                  </a:lnTo>
                  <a:lnTo>
                    <a:pt x="23120" y="34277"/>
                  </a:lnTo>
                  <a:lnTo>
                    <a:pt x="23884" y="34023"/>
                  </a:lnTo>
                  <a:lnTo>
                    <a:pt x="24605" y="33683"/>
                  </a:lnTo>
                  <a:lnTo>
                    <a:pt x="25369" y="33344"/>
                  </a:lnTo>
                  <a:lnTo>
                    <a:pt x="26090" y="32920"/>
                  </a:lnTo>
                  <a:lnTo>
                    <a:pt x="26811" y="32453"/>
                  </a:lnTo>
                  <a:lnTo>
                    <a:pt x="28296" y="31435"/>
                  </a:lnTo>
                  <a:lnTo>
                    <a:pt x="29992" y="30205"/>
                  </a:lnTo>
                  <a:lnTo>
                    <a:pt x="30883" y="29526"/>
                  </a:lnTo>
                  <a:lnTo>
                    <a:pt x="31732" y="28847"/>
                  </a:lnTo>
                  <a:lnTo>
                    <a:pt x="32538" y="28126"/>
                  </a:lnTo>
                  <a:lnTo>
                    <a:pt x="33301" y="27362"/>
                  </a:lnTo>
                  <a:lnTo>
                    <a:pt x="34022" y="26556"/>
                  </a:lnTo>
                  <a:lnTo>
                    <a:pt x="34659" y="25708"/>
                  </a:lnTo>
                  <a:lnTo>
                    <a:pt x="34871" y="25326"/>
                  </a:lnTo>
                  <a:lnTo>
                    <a:pt x="35083" y="24902"/>
                  </a:lnTo>
                  <a:lnTo>
                    <a:pt x="35253" y="24520"/>
                  </a:lnTo>
                  <a:lnTo>
                    <a:pt x="35422" y="24138"/>
                  </a:lnTo>
                  <a:lnTo>
                    <a:pt x="35550" y="23714"/>
                  </a:lnTo>
                  <a:lnTo>
                    <a:pt x="35635" y="23332"/>
                  </a:lnTo>
                  <a:lnTo>
                    <a:pt x="35762" y="22526"/>
                  </a:lnTo>
                  <a:lnTo>
                    <a:pt x="35762" y="21678"/>
                  </a:lnTo>
                  <a:lnTo>
                    <a:pt x="35677" y="20830"/>
                  </a:lnTo>
                  <a:lnTo>
                    <a:pt x="35550" y="19981"/>
                  </a:lnTo>
                  <a:lnTo>
                    <a:pt x="35338" y="19133"/>
                  </a:lnTo>
                  <a:lnTo>
                    <a:pt x="34956" y="17775"/>
                  </a:lnTo>
                  <a:lnTo>
                    <a:pt x="35465" y="17563"/>
                  </a:lnTo>
                  <a:lnTo>
                    <a:pt x="35931" y="17351"/>
                  </a:lnTo>
                  <a:lnTo>
                    <a:pt x="36356" y="17139"/>
                  </a:lnTo>
                  <a:lnTo>
                    <a:pt x="36780" y="16842"/>
                  </a:lnTo>
                  <a:lnTo>
                    <a:pt x="37204" y="16587"/>
                  </a:lnTo>
                  <a:lnTo>
                    <a:pt x="37586" y="16291"/>
                  </a:lnTo>
                  <a:lnTo>
                    <a:pt x="37968" y="15951"/>
                  </a:lnTo>
                  <a:lnTo>
                    <a:pt x="38307" y="15612"/>
                  </a:lnTo>
                  <a:lnTo>
                    <a:pt x="38646" y="15272"/>
                  </a:lnTo>
                  <a:lnTo>
                    <a:pt x="38986" y="14891"/>
                  </a:lnTo>
                  <a:lnTo>
                    <a:pt x="39537" y="14085"/>
                  </a:lnTo>
                  <a:lnTo>
                    <a:pt x="40046" y="13236"/>
                  </a:lnTo>
                  <a:lnTo>
                    <a:pt x="40428" y="12388"/>
                  </a:lnTo>
                  <a:lnTo>
                    <a:pt x="40767" y="11455"/>
                  </a:lnTo>
                  <a:lnTo>
                    <a:pt x="40980" y="10479"/>
                  </a:lnTo>
                  <a:lnTo>
                    <a:pt x="41107" y="9546"/>
                  </a:lnTo>
                  <a:lnTo>
                    <a:pt x="41107" y="9037"/>
                  </a:lnTo>
                  <a:lnTo>
                    <a:pt x="41107" y="8527"/>
                  </a:lnTo>
                  <a:lnTo>
                    <a:pt x="41107" y="8061"/>
                  </a:lnTo>
                  <a:lnTo>
                    <a:pt x="41022" y="7552"/>
                  </a:lnTo>
                  <a:lnTo>
                    <a:pt x="40937" y="7085"/>
                  </a:lnTo>
                  <a:lnTo>
                    <a:pt x="40852" y="6576"/>
                  </a:lnTo>
                  <a:lnTo>
                    <a:pt x="40683" y="6109"/>
                  </a:lnTo>
                  <a:lnTo>
                    <a:pt x="40513" y="5600"/>
                  </a:lnTo>
                  <a:lnTo>
                    <a:pt x="40343" y="5134"/>
                  </a:lnTo>
                  <a:lnTo>
                    <a:pt x="40131" y="4667"/>
                  </a:lnTo>
                  <a:lnTo>
                    <a:pt x="39707" y="3946"/>
                  </a:lnTo>
                  <a:lnTo>
                    <a:pt x="39198" y="3225"/>
                  </a:lnTo>
                  <a:lnTo>
                    <a:pt x="38646" y="2588"/>
                  </a:lnTo>
                  <a:lnTo>
                    <a:pt x="38307" y="2292"/>
                  </a:lnTo>
                  <a:lnTo>
                    <a:pt x="38010" y="2037"/>
                  </a:lnTo>
                  <a:lnTo>
                    <a:pt x="37671" y="1782"/>
                  </a:lnTo>
                  <a:lnTo>
                    <a:pt x="37289" y="1528"/>
                  </a:lnTo>
                  <a:lnTo>
                    <a:pt x="36907" y="1358"/>
                  </a:lnTo>
                  <a:lnTo>
                    <a:pt x="36525" y="1189"/>
                  </a:lnTo>
                  <a:lnTo>
                    <a:pt x="36144" y="1061"/>
                  </a:lnTo>
                  <a:lnTo>
                    <a:pt x="35719" y="934"/>
                  </a:lnTo>
                  <a:lnTo>
                    <a:pt x="35295" y="892"/>
                  </a:lnTo>
                  <a:lnTo>
                    <a:pt x="34871" y="849"/>
                  </a:lnTo>
                  <a:lnTo>
                    <a:pt x="34447" y="892"/>
                  </a:lnTo>
                  <a:lnTo>
                    <a:pt x="34022" y="934"/>
                  </a:lnTo>
                  <a:lnTo>
                    <a:pt x="33641" y="1061"/>
                  </a:lnTo>
                  <a:lnTo>
                    <a:pt x="33259" y="1189"/>
                  </a:lnTo>
                  <a:lnTo>
                    <a:pt x="32877" y="1358"/>
                  </a:lnTo>
                  <a:lnTo>
                    <a:pt x="32538" y="1570"/>
                  </a:lnTo>
                  <a:lnTo>
                    <a:pt x="32198" y="1782"/>
                  </a:lnTo>
                  <a:lnTo>
                    <a:pt x="31859" y="2037"/>
                  </a:lnTo>
                  <a:lnTo>
                    <a:pt x="31562" y="2292"/>
                  </a:lnTo>
                  <a:lnTo>
                    <a:pt x="31308" y="2631"/>
                  </a:lnTo>
                  <a:lnTo>
                    <a:pt x="30756" y="3267"/>
                  </a:lnTo>
                  <a:lnTo>
                    <a:pt x="30332" y="3988"/>
                  </a:lnTo>
                  <a:lnTo>
                    <a:pt x="29950" y="4710"/>
                  </a:lnTo>
                  <a:lnTo>
                    <a:pt x="29017" y="2801"/>
                  </a:lnTo>
                  <a:lnTo>
                    <a:pt x="28041" y="892"/>
                  </a:lnTo>
                  <a:lnTo>
                    <a:pt x="27956" y="807"/>
                  </a:lnTo>
                  <a:lnTo>
                    <a:pt x="27829" y="764"/>
                  </a:lnTo>
                  <a:lnTo>
                    <a:pt x="27574" y="552"/>
                  </a:lnTo>
                  <a:lnTo>
                    <a:pt x="27278" y="383"/>
                  </a:lnTo>
                  <a:lnTo>
                    <a:pt x="26981" y="213"/>
                  </a:lnTo>
                  <a:lnTo>
                    <a:pt x="26684" y="128"/>
                  </a:lnTo>
                  <a:lnTo>
                    <a:pt x="26387" y="43"/>
                  </a:lnTo>
                  <a:lnTo>
                    <a:pt x="26047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3577725" y="3701125"/>
              <a:ext cx="98650" cy="48800"/>
            </a:xfrm>
            <a:custGeom>
              <a:rect b="b" l="l" r="r" t="t"/>
              <a:pathLst>
                <a:path extrusionOk="0" h="1952" w="3946">
                  <a:moveTo>
                    <a:pt x="3861" y="1"/>
                  </a:moveTo>
                  <a:lnTo>
                    <a:pt x="3776" y="43"/>
                  </a:lnTo>
                  <a:lnTo>
                    <a:pt x="3352" y="340"/>
                  </a:lnTo>
                  <a:lnTo>
                    <a:pt x="2928" y="637"/>
                  </a:lnTo>
                  <a:lnTo>
                    <a:pt x="2504" y="934"/>
                  </a:lnTo>
                  <a:lnTo>
                    <a:pt x="2037" y="1146"/>
                  </a:lnTo>
                  <a:lnTo>
                    <a:pt x="1570" y="1358"/>
                  </a:lnTo>
                  <a:lnTo>
                    <a:pt x="1061" y="1570"/>
                  </a:lnTo>
                  <a:lnTo>
                    <a:pt x="595" y="1697"/>
                  </a:lnTo>
                  <a:lnTo>
                    <a:pt x="43" y="1825"/>
                  </a:lnTo>
                  <a:lnTo>
                    <a:pt x="43" y="1867"/>
                  </a:lnTo>
                  <a:lnTo>
                    <a:pt x="1" y="1909"/>
                  </a:lnTo>
                  <a:lnTo>
                    <a:pt x="43" y="1909"/>
                  </a:lnTo>
                  <a:lnTo>
                    <a:pt x="86" y="1952"/>
                  </a:lnTo>
                  <a:lnTo>
                    <a:pt x="595" y="1825"/>
                  </a:lnTo>
                  <a:lnTo>
                    <a:pt x="1104" y="1697"/>
                  </a:lnTo>
                  <a:lnTo>
                    <a:pt x="1613" y="1528"/>
                  </a:lnTo>
                  <a:lnTo>
                    <a:pt x="2122" y="1316"/>
                  </a:lnTo>
                  <a:lnTo>
                    <a:pt x="2588" y="1103"/>
                  </a:lnTo>
                  <a:lnTo>
                    <a:pt x="3055" y="807"/>
                  </a:lnTo>
                  <a:lnTo>
                    <a:pt x="3479" y="510"/>
                  </a:lnTo>
                  <a:lnTo>
                    <a:pt x="3904" y="170"/>
                  </a:lnTo>
                  <a:lnTo>
                    <a:pt x="3946" y="128"/>
                  </a:lnTo>
                  <a:lnTo>
                    <a:pt x="3904" y="43"/>
                  </a:lnTo>
                  <a:lnTo>
                    <a:pt x="3861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3639250" y="3718100"/>
              <a:ext cx="61525" cy="31825"/>
            </a:xfrm>
            <a:custGeom>
              <a:rect b="b" l="l" r="r" t="t"/>
              <a:pathLst>
                <a:path extrusionOk="0" h="1273" w="2461">
                  <a:moveTo>
                    <a:pt x="2291" y="0"/>
                  </a:moveTo>
                  <a:lnTo>
                    <a:pt x="1739" y="340"/>
                  </a:lnTo>
                  <a:lnTo>
                    <a:pt x="1230" y="637"/>
                  </a:lnTo>
                  <a:lnTo>
                    <a:pt x="636" y="934"/>
                  </a:lnTo>
                  <a:lnTo>
                    <a:pt x="43" y="1146"/>
                  </a:lnTo>
                  <a:lnTo>
                    <a:pt x="0" y="1188"/>
                  </a:lnTo>
                  <a:lnTo>
                    <a:pt x="0" y="1230"/>
                  </a:lnTo>
                  <a:lnTo>
                    <a:pt x="43" y="1273"/>
                  </a:lnTo>
                  <a:lnTo>
                    <a:pt x="127" y="1273"/>
                  </a:lnTo>
                  <a:lnTo>
                    <a:pt x="721" y="1061"/>
                  </a:lnTo>
                  <a:lnTo>
                    <a:pt x="1315" y="806"/>
                  </a:lnTo>
                  <a:lnTo>
                    <a:pt x="1867" y="509"/>
                  </a:lnTo>
                  <a:lnTo>
                    <a:pt x="2418" y="170"/>
                  </a:lnTo>
                  <a:lnTo>
                    <a:pt x="2461" y="128"/>
                  </a:lnTo>
                  <a:lnTo>
                    <a:pt x="2418" y="43"/>
                  </a:lnTo>
                  <a:lnTo>
                    <a:pt x="237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4220425" y="3804000"/>
              <a:ext cx="71075" cy="64725"/>
            </a:xfrm>
            <a:custGeom>
              <a:rect b="b" l="l" r="r" t="t"/>
              <a:pathLst>
                <a:path extrusionOk="0" h="2589" w="2843">
                  <a:moveTo>
                    <a:pt x="2630" y="0"/>
                  </a:moveTo>
                  <a:lnTo>
                    <a:pt x="2545" y="85"/>
                  </a:lnTo>
                  <a:lnTo>
                    <a:pt x="2333" y="467"/>
                  </a:lnTo>
                  <a:lnTo>
                    <a:pt x="2079" y="849"/>
                  </a:lnTo>
                  <a:lnTo>
                    <a:pt x="1782" y="1188"/>
                  </a:lnTo>
                  <a:lnTo>
                    <a:pt x="1527" y="1485"/>
                  </a:lnTo>
                  <a:lnTo>
                    <a:pt x="1188" y="1740"/>
                  </a:lnTo>
                  <a:lnTo>
                    <a:pt x="848" y="1994"/>
                  </a:lnTo>
                  <a:lnTo>
                    <a:pt x="467" y="2206"/>
                  </a:lnTo>
                  <a:lnTo>
                    <a:pt x="42" y="2418"/>
                  </a:lnTo>
                  <a:lnTo>
                    <a:pt x="0" y="2461"/>
                  </a:lnTo>
                  <a:lnTo>
                    <a:pt x="0" y="2546"/>
                  </a:lnTo>
                  <a:lnTo>
                    <a:pt x="42" y="2588"/>
                  </a:lnTo>
                  <a:lnTo>
                    <a:pt x="127" y="2588"/>
                  </a:lnTo>
                  <a:lnTo>
                    <a:pt x="552" y="2461"/>
                  </a:lnTo>
                  <a:lnTo>
                    <a:pt x="976" y="2249"/>
                  </a:lnTo>
                  <a:lnTo>
                    <a:pt x="1358" y="1994"/>
                  </a:lnTo>
                  <a:lnTo>
                    <a:pt x="1739" y="1697"/>
                  </a:lnTo>
                  <a:lnTo>
                    <a:pt x="2079" y="1358"/>
                  </a:lnTo>
                  <a:lnTo>
                    <a:pt x="2376" y="1018"/>
                  </a:lnTo>
                  <a:lnTo>
                    <a:pt x="2630" y="594"/>
                  </a:lnTo>
                  <a:lnTo>
                    <a:pt x="2842" y="170"/>
                  </a:lnTo>
                  <a:lnTo>
                    <a:pt x="2842" y="128"/>
                  </a:lnTo>
                  <a:lnTo>
                    <a:pt x="2842" y="85"/>
                  </a:lnTo>
                  <a:lnTo>
                    <a:pt x="275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4236325" y="3781725"/>
              <a:ext cx="49875" cy="50925"/>
            </a:xfrm>
            <a:custGeom>
              <a:rect b="b" l="l" r="r" t="t"/>
              <a:pathLst>
                <a:path extrusionOk="0" h="2037" w="1995">
                  <a:moveTo>
                    <a:pt x="1782" y="1"/>
                  </a:moveTo>
                  <a:lnTo>
                    <a:pt x="1740" y="43"/>
                  </a:lnTo>
                  <a:lnTo>
                    <a:pt x="1358" y="552"/>
                  </a:lnTo>
                  <a:lnTo>
                    <a:pt x="976" y="1019"/>
                  </a:lnTo>
                  <a:lnTo>
                    <a:pt x="509" y="1443"/>
                  </a:lnTo>
                  <a:lnTo>
                    <a:pt x="43" y="1825"/>
                  </a:lnTo>
                  <a:lnTo>
                    <a:pt x="0" y="1909"/>
                  </a:lnTo>
                  <a:lnTo>
                    <a:pt x="0" y="1952"/>
                  </a:lnTo>
                  <a:lnTo>
                    <a:pt x="43" y="2037"/>
                  </a:lnTo>
                  <a:lnTo>
                    <a:pt x="128" y="1994"/>
                  </a:lnTo>
                  <a:lnTo>
                    <a:pt x="679" y="1655"/>
                  </a:lnTo>
                  <a:lnTo>
                    <a:pt x="1146" y="1231"/>
                  </a:lnTo>
                  <a:lnTo>
                    <a:pt x="1612" y="764"/>
                  </a:lnTo>
                  <a:lnTo>
                    <a:pt x="1994" y="255"/>
                  </a:lnTo>
                  <a:lnTo>
                    <a:pt x="1994" y="170"/>
                  </a:lnTo>
                  <a:lnTo>
                    <a:pt x="1994" y="128"/>
                  </a:lnTo>
                  <a:lnTo>
                    <a:pt x="1952" y="43"/>
                  </a:lnTo>
                  <a:lnTo>
                    <a:pt x="1824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4308450" y="3300250"/>
              <a:ext cx="57275" cy="25475"/>
            </a:xfrm>
            <a:custGeom>
              <a:rect b="b" l="l" r="r" t="t"/>
              <a:pathLst>
                <a:path extrusionOk="0" h="1019" w="2291">
                  <a:moveTo>
                    <a:pt x="679" y="0"/>
                  </a:moveTo>
                  <a:lnTo>
                    <a:pt x="339" y="43"/>
                  </a:lnTo>
                  <a:lnTo>
                    <a:pt x="42" y="128"/>
                  </a:lnTo>
                  <a:lnTo>
                    <a:pt x="0" y="170"/>
                  </a:lnTo>
                  <a:lnTo>
                    <a:pt x="0" y="255"/>
                  </a:lnTo>
                  <a:lnTo>
                    <a:pt x="42" y="340"/>
                  </a:lnTo>
                  <a:lnTo>
                    <a:pt x="127" y="340"/>
                  </a:lnTo>
                  <a:lnTo>
                    <a:pt x="424" y="297"/>
                  </a:lnTo>
                  <a:lnTo>
                    <a:pt x="933" y="297"/>
                  </a:lnTo>
                  <a:lnTo>
                    <a:pt x="1188" y="382"/>
                  </a:lnTo>
                  <a:lnTo>
                    <a:pt x="1442" y="467"/>
                  </a:lnTo>
                  <a:lnTo>
                    <a:pt x="1654" y="637"/>
                  </a:lnTo>
                  <a:lnTo>
                    <a:pt x="1867" y="806"/>
                  </a:lnTo>
                  <a:lnTo>
                    <a:pt x="2079" y="976"/>
                  </a:lnTo>
                  <a:lnTo>
                    <a:pt x="2164" y="1018"/>
                  </a:lnTo>
                  <a:lnTo>
                    <a:pt x="2248" y="976"/>
                  </a:lnTo>
                  <a:lnTo>
                    <a:pt x="2291" y="891"/>
                  </a:lnTo>
                  <a:lnTo>
                    <a:pt x="2291" y="806"/>
                  </a:lnTo>
                  <a:lnTo>
                    <a:pt x="2079" y="552"/>
                  </a:lnTo>
                  <a:lnTo>
                    <a:pt x="1867" y="340"/>
                  </a:lnTo>
                  <a:lnTo>
                    <a:pt x="1570" y="212"/>
                  </a:lnTo>
                  <a:lnTo>
                    <a:pt x="1273" y="85"/>
                  </a:lnTo>
                  <a:lnTo>
                    <a:pt x="976" y="43"/>
                  </a:lnTo>
                  <a:lnTo>
                    <a:pt x="679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4323275" y="3273725"/>
              <a:ext cx="61550" cy="28675"/>
            </a:xfrm>
            <a:custGeom>
              <a:rect b="b" l="l" r="r" t="t"/>
              <a:pathLst>
                <a:path extrusionOk="0" h="1147" w="2462">
                  <a:moveTo>
                    <a:pt x="680" y="1"/>
                  </a:moveTo>
                  <a:lnTo>
                    <a:pt x="340" y="86"/>
                  </a:lnTo>
                  <a:lnTo>
                    <a:pt x="43" y="255"/>
                  </a:lnTo>
                  <a:lnTo>
                    <a:pt x="1" y="298"/>
                  </a:lnTo>
                  <a:lnTo>
                    <a:pt x="1" y="383"/>
                  </a:lnTo>
                  <a:lnTo>
                    <a:pt x="86" y="425"/>
                  </a:lnTo>
                  <a:lnTo>
                    <a:pt x="128" y="425"/>
                  </a:lnTo>
                  <a:lnTo>
                    <a:pt x="425" y="340"/>
                  </a:lnTo>
                  <a:lnTo>
                    <a:pt x="722" y="298"/>
                  </a:lnTo>
                  <a:lnTo>
                    <a:pt x="977" y="298"/>
                  </a:lnTo>
                  <a:lnTo>
                    <a:pt x="1231" y="340"/>
                  </a:lnTo>
                  <a:lnTo>
                    <a:pt x="1486" y="467"/>
                  </a:lnTo>
                  <a:lnTo>
                    <a:pt x="1740" y="637"/>
                  </a:lnTo>
                  <a:lnTo>
                    <a:pt x="1952" y="807"/>
                  </a:lnTo>
                  <a:lnTo>
                    <a:pt x="2122" y="1061"/>
                  </a:lnTo>
                  <a:lnTo>
                    <a:pt x="2164" y="1104"/>
                  </a:lnTo>
                  <a:lnTo>
                    <a:pt x="2207" y="1146"/>
                  </a:lnTo>
                  <a:lnTo>
                    <a:pt x="2334" y="1104"/>
                  </a:lnTo>
                  <a:lnTo>
                    <a:pt x="2419" y="1019"/>
                  </a:lnTo>
                  <a:lnTo>
                    <a:pt x="2461" y="934"/>
                  </a:lnTo>
                  <a:lnTo>
                    <a:pt x="2419" y="849"/>
                  </a:lnTo>
                  <a:lnTo>
                    <a:pt x="2249" y="595"/>
                  </a:lnTo>
                  <a:lnTo>
                    <a:pt x="1995" y="340"/>
                  </a:lnTo>
                  <a:lnTo>
                    <a:pt x="1698" y="170"/>
                  </a:lnTo>
                  <a:lnTo>
                    <a:pt x="1358" y="43"/>
                  </a:lnTo>
                  <a:lnTo>
                    <a:pt x="1019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" name="Google Shape;69;p4"/>
          <p:cNvGrpSpPr/>
          <p:nvPr/>
        </p:nvGrpSpPr>
        <p:grpSpPr>
          <a:xfrm>
            <a:off x="200158" y="4568879"/>
            <a:ext cx="639099" cy="402448"/>
            <a:chOff x="6167550" y="3331000"/>
            <a:chExt cx="1214325" cy="764675"/>
          </a:xfrm>
        </p:grpSpPr>
        <p:sp>
          <p:nvSpPr>
            <p:cNvPr id="70" name="Google Shape;70;p4"/>
            <p:cNvSpPr/>
            <p:nvPr/>
          </p:nvSpPr>
          <p:spPr>
            <a:xfrm>
              <a:off x="6167550" y="3331000"/>
              <a:ext cx="1214325" cy="764675"/>
            </a:xfrm>
            <a:custGeom>
              <a:rect b="b" l="l" r="r" t="t"/>
              <a:pathLst>
                <a:path extrusionOk="0" h="30587" w="48573">
                  <a:moveTo>
                    <a:pt x="22102" y="1"/>
                  </a:moveTo>
                  <a:lnTo>
                    <a:pt x="21466" y="85"/>
                  </a:lnTo>
                  <a:lnTo>
                    <a:pt x="20829" y="213"/>
                  </a:lnTo>
                  <a:lnTo>
                    <a:pt x="20278" y="425"/>
                  </a:lnTo>
                  <a:lnTo>
                    <a:pt x="19727" y="679"/>
                  </a:lnTo>
                  <a:lnTo>
                    <a:pt x="19217" y="976"/>
                  </a:lnTo>
                  <a:lnTo>
                    <a:pt x="18793" y="1316"/>
                  </a:lnTo>
                  <a:lnTo>
                    <a:pt x="18369" y="1697"/>
                  </a:lnTo>
                  <a:lnTo>
                    <a:pt x="17945" y="2122"/>
                  </a:lnTo>
                  <a:lnTo>
                    <a:pt x="17605" y="2588"/>
                  </a:lnTo>
                  <a:lnTo>
                    <a:pt x="17309" y="3097"/>
                  </a:lnTo>
                  <a:lnTo>
                    <a:pt x="17054" y="3606"/>
                  </a:lnTo>
                  <a:lnTo>
                    <a:pt x="16842" y="4158"/>
                  </a:lnTo>
                  <a:lnTo>
                    <a:pt x="16630" y="4709"/>
                  </a:lnTo>
                  <a:lnTo>
                    <a:pt x="16502" y="5303"/>
                  </a:lnTo>
                  <a:lnTo>
                    <a:pt x="16418" y="5897"/>
                  </a:lnTo>
                  <a:lnTo>
                    <a:pt x="15951" y="5940"/>
                  </a:lnTo>
                  <a:lnTo>
                    <a:pt x="15484" y="5982"/>
                  </a:lnTo>
                  <a:lnTo>
                    <a:pt x="15060" y="6067"/>
                  </a:lnTo>
                  <a:lnTo>
                    <a:pt x="14594" y="6194"/>
                  </a:lnTo>
                  <a:lnTo>
                    <a:pt x="14169" y="6364"/>
                  </a:lnTo>
                  <a:lnTo>
                    <a:pt x="13745" y="6576"/>
                  </a:lnTo>
                  <a:lnTo>
                    <a:pt x="13321" y="6788"/>
                  </a:lnTo>
                  <a:lnTo>
                    <a:pt x="12897" y="7042"/>
                  </a:lnTo>
                  <a:lnTo>
                    <a:pt x="12260" y="7552"/>
                  </a:lnTo>
                  <a:lnTo>
                    <a:pt x="11709" y="8103"/>
                  </a:lnTo>
                  <a:lnTo>
                    <a:pt x="11242" y="8697"/>
                  </a:lnTo>
                  <a:lnTo>
                    <a:pt x="10776" y="9376"/>
                  </a:lnTo>
                  <a:lnTo>
                    <a:pt x="10394" y="10054"/>
                  </a:lnTo>
                  <a:lnTo>
                    <a:pt x="10054" y="10776"/>
                  </a:lnTo>
                  <a:lnTo>
                    <a:pt x="9715" y="11497"/>
                  </a:lnTo>
                  <a:lnTo>
                    <a:pt x="9461" y="12218"/>
                  </a:lnTo>
                  <a:lnTo>
                    <a:pt x="8570" y="12430"/>
                  </a:lnTo>
                  <a:lnTo>
                    <a:pt x="7721" y="12684"/>
                  </a:lnTo>
                  <a:lnTo>
                    <a:pt x="6873" y="13024"/>
                  </a:lnTo>
                  <a:lnTo>
                    <a:pt x="6067" y="13406"/>
                  </a:lnTo>
                  <a:lnTo>
                    <a:pt x="5261" y="13830"/>
                  </a:lnTo>
                  <a:lnTo>
                    <a:pt x="4540" y="14296"/>
                  </a:lnTo>
                  <a:lnTo>
                    <a:pt x="3819" y="14848"/>
                  </a:lnTo>
                  <a:lnTo>
                    <a:pt x="3140" y="15442"/>
                  </a:lnTo>
                  <a:lnTo>
                    <a:pt x="2503" y="16078"/>
                  </a:lnTo>
                  <a:lnTo>
                    <a:pt x="1952" y="16757"/>
                  </a:lnTo>
                  <a:lnTo>
                    <a:pt x="1443" y="17478"/>
                  </a:lnTo>
                  <a:lnTo>
                    <a:pt x="1019" y="18284"/>
                  </a:lnTo>
                  <a:lnTo>
                    <a:pt x="637" y="19090"/>
                  </a:lnTo>
                  <a:lnTo>
                    <a:pt x="340" y="19938"/>
                  </a:lnTo>
                  <a:lnTo>
                    <a:pt x="170" y="20787"/>
                  </a:lnTo>
                  <a:lnTo>
                    <a:pt x="43" y="21720"/>
                  </a:lnTo>
                  <a:lnTo>
                    <a:pt x="1" y="22314"/>
                  </a:lnTo>
                  <a:lnTo>
                    <a:pt x="43" y="22866"/>
                  </a:lnTo>
                  <a:lnTo>
                    <a:pt x="128" y="23417"/>
                  </a:lnTo>
                  <a:lnTo>
                    <a:pt x="255" y="23926"/>
                  </a:lnTo>
                  <a:lnTo>
                    <a:pt x="425" y="24393"/>
                  </a:lnTo>
                  <a:lnTo>
                    <a:pt x="637" y="24817"/>
                  </a:lnTo>
                  <a:lnTo>
                    <a:pt x="849" y="25241"/>
                  </a:lnTo>
                  <a:lnTo>
                    <a:pt x="1146" y="25665"/>
                  </a:lnTo>
                  <a:lnTo>
                    <a:pt x="1443" y="26005"/>
                  </a:lnTo>
                  <a:lnTo>
                    <a:pt x="1782" y="26387"/>
                  </a:lnTo>
                  <a:lnTo>
                    <a:pt x="2164" y="26683"/>
                  </a:lnTo>
                  <a:lnTo>
                    <a:pt x="2588" y="27023"/>
                  </a:lnTo>
                  <a:lnTo>
                    <a:pt x="3013" y="27277"/>
                  </a:lnTo>
                  <a:lnTo>
                    <a:pt x="3437" y="27574"/>
                  </a:lnTo>
                  <a:lnTo>
                    <a:pt x="4412" y="28041"/>
                  </a:lnTo>
                  <a:lnTo>
                    <a:pt x="5431" y="28465"/>
                  </a:lnTo>
                  <a:lnTo>
                    <a:pt x="6449" y="28805"/>
                  </a:lnTo>
                  <a:lnTo>
                    <a:pt x="7552" y="29101"/>
                  </a:lnTo>
                  <a:lnTo>
                    <a:pt x="8612" y="29356"/>
                  </a:lnTo>
                  <a:lnTo>
                    <a:pt x="9715" y="29568"/>
                  </a:lnTo>
                  <a:lnTo>
                    <a:pt x="10733" y="29738"/>
                  </a:lnTo>
                  <a:lnTo>
                    <a:pt x="12642" y="30035"/>
                  </a:lnTo>
                  <a:lnTo>
                    <a:pt x="13872" y="30204"/>
                  </a:lnTo>
                  <a:lnTo>
                    <a:pt x="15103" y="30332"/>
                  </a:lnTo>
                  <a:lnTo>
                    <a:pt x="16333" y="30417"/>
                  </a:lnTo>
                  <a:lnTo>
                    <a:pt x="17563" y="30501"/>
                  </a:lnTo>
                  <a:lnTo>
                    <a:pt x="18793" y="30544"/>
                  </a:lnTo>
                  <a:lnTo>
                    <a:pt x="20023" y="30586"/>
                  </a:lnTo>
                  <a:lnTo>
                    <a:pt x="21254" y="30586"/>
                  </a:lnTo>
                  <a:lnTo>
                    <a:pt x="22484" y="30544"/>
                  </a:lnTo>
                  <a:lnTo>
                    <a:pt x="23714" y="30459"/>
                  </a:lnTo>
                  <a:lnTo>
                    <a:pt x="24902" y="30374"/>
                  </a:lnTo>
                  <a:lnTo>
                    <a:pt x="26132" y="30247"/>
                  </a:lnTo>
                  <a:lnTo>
                    <a:pt x="27362" y="30077"/>
                  </a:lnTo>
                  <a:lnTo>
                    <a:pt x="28593" y="29907"/>
                  </a:lnTo>
                  <a:lnTo>
                    <a:pt x="29780" y="29695"/>
                  </a:lnTo>
                  <a:lnTo>
                    <a:pt x="31011" y="29441"/>
                  </a:lnTo>
                  <a:lnTo>
                    <a:pt x="32198" y="29186"/>
                  </a:lnTo>
                  <a:lnTo>
                    <a:pt x="33386" y="28889"/>
                  </a:lnTo>
                  <a:lnTo>
                    <a:pt x="34574" y="28550"/>
                  </a:lnTo>
                  <a:lnTo>
                    <a:pt x="35762" y="28211"/>
                  </a:lnTo>
                  <a:lnTo>
                    <a:pt x="36907" y="27829"/>
                  </a:lnTo>
                  <a:lnTo>
                    <a:pt x="38053" y="27405"/>
                  </a:lnTo>
                  <a:lnTo>
                    <a:pt x="39198" y="26980"/>
                  </a:lnTo>
                  <a:lnTo>
                    <a:pt x="40343" y="26514"/>
                  </a:lnTo>
                  <a:lnTo>
                    <a:pt x="41489" y="26005"/>
                  </a:lnTo>
                  <a:lnTo>
                    <a:pt x="42422" y="25538"/>
                  </a:lnTo>
                  <a:lnTo>
                    <a:pt x="43398" y="25071"/>
                  </a:lnTo>
                  <a:lnTo>
                    <a:pt x="44373" y="24562"/>
                  </a:lnTo>
                  <a:lnTo>
                    <a:pt x="45264" y="23968"/>
                  </a:lnTo>
                  <a:lnTo>
                    <a:pt x="45688" y="23629"/>
                  </a:lnTo>
                  <a:lnTo>
                    <a:pt x="46113" y="23290"/>
                  </a:lnTo>
                  <a:lnTo>
                    <a:pt x="46494" y="22950"/>
                  </a:lnTo>
                  <a:lnTo>
                    <a:pt x="46876" y="22569"/>
                  </a:lnTo>
                  <a:lnTo>
                    <a:pt x="47216" y="22144"/>
                  </a:lnTo>
                  <a:lnTo>
                    <a:pt x="47512" y="21720"/>
                  </a:lnTo>
                  <a:lnTo>
                    <a:pt x="47809" y="21254"/>
                  </a:lnTo>
                  <a:lnTo>
                    <a:pt x="48064" y="20787"/>
                  </a:lnTo>
                  <a:lnTo>
                    <a:pt x="48276" y="20235"/>
                  </a:lnTo>
                  <a:lnTo>
                    <a:pt x="48403" y="19684"/>
                  </a:lnTo>
                  <a:lnTo>
                    <a:pt x="48531" y="19132"/>
                  </a:lnTo>
                  <a:lnTo>
                    <a:pt x="48573" y="18623"/>
                  </a:lnTo>
                  <a:lnTo>
                    <a:pt x="48573" y="18072"/>
                  </a:lnTo>
                  <a:lnTo>
                    <a:pt x="48488" y="17563"/>
                  </a:lnTo>
                  <a:lnTo>
                    <a:pt x="48403" y="17054"/>
                  </a:lnTo>
                  <a:lnTo>
                    <a:pt x="48234" y="16545"/>
                  </a:lnTo>
                  <a:lnTo>
                    <a:pt x="48022" y="16078"/>
                  </a:lnTo>
                  <a:lnTo>
                    <a:pt x="47767" y="15654"/>
                  </a:lnTo>
                  <a:lnTo>
                    <a:pt x="47470" y="15230"/>
                  </a:lnTo>
                  <a:lnTo>
                    <a:pt x="47131" y="14806"/>
                  </a:lnTo>
                  <a:lnTo>
                    <a:pt x="46749" y="14424"/>
                  </a:lnTo>
                  <a:lnTo>
                    <a:pt x="46282" y="14127"/>
                  </a:lnTo>
                  <a:lnTo>
                    <a:pt x="45816" y="13830"/>
                  </a:lnTo>
                  <a:lnTo>
                    <a:pt x="45307" y="13575"/>
                  </a:lnTo>
                  <a:lnTo>
                    <a:pt x="44840" y="13363"/>
                  </a:lnTo>
                  <a:lnTo>
                    <a:pt x="44373" y="13194"/>
                  </a:lnTo>
                  <a:lnTo>
                    <a:pt x="43355" y="12939"/>
                  </a:lnTo>
                  <a:lnTo>
                    <a:pt x="42337" y="12727"/>
                  </a:lnTo>
                  <a:lnTo>
                    <a:pt x="41277" y="12600"/>
                  </a:lnTo>
                  <a:lnTo>
                    <a:pt x="40174" y="12557"/>
                  </a:lnTo>
                  <a:lnTo>
                    <a:pt x="39113" y="12515"/>
                  </a:lnTo>
                  <a:lnTo>
                    <a:pt x="38010" y="12557"/>
                  </a:lnTo>
                  <a:lnTo>
                    <a:pt x="36950" y="12600"/>
                  </a:lnTo>
                  <a:lnTo>
                    <a:pt x="36822" y="11878"/>
                  </a:lnTo>
                  <a:lnTo>
                    <a:pt x="36653" y="11200"/>
                  </a:lnTo>
                  <a:lnTo>
                    <a:pt x="36398" y="10521"/>
                  </a:lnTo>
                  <a:lnTo>
                    <a:pt x="36059" y="9885"/>
                  </a:lnTo>
                  <a:lnTo>
                    <a:pt x="35677" y="9291"/>
                  </a:lnTo>
                  <a:lnTo>
                    <a:pt x="35253" y="8739"/>
                  </a:lnTo>
                  <a:lnTo>
                    <a:pt x="34744" y="8230"/>
                  </a:lnTo>
                  <a:lnTo>
                    <a:pt x="34192" y="7764"/>
                  </a:lnTo>
                  <a:lnTo>
                    <a:pt x="33810" y="7467"/>
                  </a:lnTo>
                  <a:lnTo>
                    <a:pt x="33429" y="7255"/>
                  </a:lnTo>
                  <a:lnTo>
                    <a:pt x="33047" y="7042"/>
                  </a:lnTo>
                  <a:lnTo>
                    <a:pt x="32623" y="6830"/>
                  </a:lnTo>
                  <a:lnTo>
                    <a:pt x="31817" y="6533"/>
                  </a:lnTo>
                  <a:lnTo>
                    <a:pt x="30968" y="6321"/>
                  </a:lnTo>
                  <a:lnTo>
                    <a:pt x="30077" y="6152"/>
                  </a:lnTo>
                  <a:lnTo>
                    <a:pt x="29186" y="6067"/>
                  </a:lnTo>
                  <a:lnTo>
                    <a:pt x="28296" y="6067"/>
                  </a:lnTo>
                  <a:lnTo>
                    <a:pt x="27405" y="6109"/>
                  </a:lnTo>
                  <a:lnTo>
                    <a:pt x="27532" y="5558"/>
                  </a:lnTo>
                  <a:lnTo>
                    <a:pt x="27574" y="5049"/>
                  </a:lnTo>
                  <a:lnTo>
                    <a:pt x="27532" y="4497"/>
                  </a:lnTo>
                  <a:lnTo>
                    <a:pt x="27447" y="3988"/>
                  </a:lnTo>
                  <a:lnTo>
                    <a:pt x="27320" y="3479"/>
                  </a:lnTo>
                  <a:lnTo>
                    <a:pt x="27150" y="2970"/>
                  </a:lnTo>
                  <a:lnTo>
                    <a:pt x="26896" y="2503"/>
                  </a:lnTo>
                  <a:lnTo>
                    <a:pt x="26599" y="2037"/>
                  </a:lnTo>
                  <a:lnTo>
                    <a:pt x="26259" y="1613"/>
                  </a:lnTo>
                  <a:lnTo>
                    <a:pt x="25878" y="1231"/>
                  </a:lnTo>
                  <a:lnTo>
                    <a:pt x="25453" y="891"/>
                  </a:lnTo>
                  <a:lnTo>
                    <a:pt x="24987" y="594"/>
                  </a:lnTo>
                  <a:lnTo>
                    <a:pt x="24478" y="382"/>
                  </a:lnTo>
                  <a:lnTo>
                    <a:pt x="23969" y="170"/>
                  </a:lnTo>
                  <a:lnTo>
                    <a:pt x="23375" y="43"/>
                  </a:lnTo>
                  <a:lnTo>
                    <a:pt x="22781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6167550" y="3331000"/>
              <a:ext cx="652250" cy="712700"/>
            </a:xfrm>
            <a:custGeom>
              <a:rect b="b" l="l" r="r" t="t"/>
              <a:pathLst>
                <a:path extrusionOk="0" h="28508" w="26090">
                  <a:moveTo>
                    <a:pt x="22102" y="1"/>
                  </a:moveTo>
                  <a:lnTo>
                    <a:pt x="21466" y="85"/>
                  </a:lnTo>
                  <a:lnTo>
                    <a:pt x="20829" y="213"/>
                  </a:lnTo>
                  <a:lnTo>
                    <a:pt x="20278" y="425"/>
                  </a:lnTo>
                  <a:lnTo>
                    <a:pt x="19727" y="679"/>
                  </a:lnTo>
                  <a:lnTo>
                    <a:pt x="19217" y="976"/>
                  </a:lnTo>
                  <a:lnTo>
                    <a:pt x="18793" y="1316"/>
                  </a:lnTo>
                  <a:lnTo>
                    <a:pt x="18369" y="1697"/>
                  </a:lnTo>
                  <a:lnTo>
                    <a:pt x="17945" y="2122"/>
                  </a:lnTo>
                  <a:lnTo>
                    <a:pt x="17605" y="2588"/>
                  </a:lnTo>
                  <a:lnTo>
                    <a:pt x="17309" y="3097"/>
                  </a:lnTo>
                  <a:lnTo>
                    <a:pt x="17054" y="3606"/>
                  </a:lnTo>
                  <a:lnTo>
                    <a:pt x="16842" y="4158"/>
                  </a:lnTo>
                  <a:lnTo>
                    <a:pt x="16630" y="4709"/>
                  </a:lnTo>
                  <a:lnTo>
                    <a:pt x="16502" y="5303"/>
                  </a:lnTo>
                  <a:lnTo>
                    <a:pt x="16418" y="5897"/>
                  </a:lnTo>
                  <a:lnTo>
                    <a:pt x="15951" y="5940"/>
                  </a:lnTo>
                  <a:lnTo>
                    <a:pt x="15484" y="5982"/>
                  </a:lnTo>
                  <a:lnTo>
                    <a:pt x="15060" y="6067"/>
                  </a:lnTo>
                  <a:lnTo>
                    <a:pt x="14594" y="6194"/>
                  </a:lnTo>
                  <a:lnTo>
                    <a:pt x="14169" y="6364"/>
                  </a:lnTo>
                  <a:lnTo>
                    <a:pt x="13745" y="6576"/>
                  </a:lnTo>
                  <a:lnTo>
                    <a:pt x="13321" y="6788"/>
                  </a:lnTo>
                  <a:lnTo>
                    <a:pt x="12897" y="7042"/>
                  </a:lnTo>
                  <a:lnTo>
                    <a:pt x="12260" y="7552"/>
                  </a:lnTo>
                  <a:lnTo>
                    <a:pt x="11709" y="8103"/>
                  </a:lnTo>
                  <a:lnTo>
                    <a:pt x="11242" y="8697"/>
                  </a:lnTo>
                  <a:lnTo>
                    <a:pt x="10776" y="9376"/>
                  </a:lnTo>
                  <a:lnTo>
                    <a:pt x="10394" y="10054"/>
                  </a:lnTo>
                  <a:lnTo>
                    <a:pt x="10054" y="10776"/>
                  </a:lnTo>
                  <a:lnTo>
                    <a:pt x="9715" y="11497"/>
                  </a:lnTo>
                  <a:lnTo>
                    <a:pt x="9461" y="12218"/>
                  </a:lnTo>
                  <a:lnTo>
                    <a:pt x="8570" y="12430"/>
                  </a:lnTo>
                  <a:lnTo>
                    <a:pt x="7721" y="12684"/>
                  </a:lnTo>
                  <a:lnTo>
                    <a:pt x="6873" y="13024"/>
                  </a:lnTo>
                  <a:lnTo>
                    <a:pt x="6067" y="13406"/>
                  </a:lnTo>
                  <a:lnTo>
                    <a:pt x="5261" y="13830"/>
                  </a:lnTo>
                  <a:lnTo>
                    <a:pt x="4540" y="14296"/>
                  </a:lnTo>
                  <a:lnTo>
                    <a:pt x="3819" y="14848"/>
                  </a:lnTo>
                  <a:lnTo>
                    <a:pt x="3140" y="15442"/>
                  </a:lnTo>
                  <a:lnTo>
                    <a:pt x="2503" y="16078"/>
                  </a:lnTo>
                  <a:lnTo>
                    <a:pt x="1952" y="16757"/>
                  </a:lnTo>
                  <a:lnTo>
                    <a:pt x="1443" y="17478"/>
                  </a:lnTo>
                  <a:lnTo>
                    <a:pt x="1019" y="18284"/>
                  </a:lnTo>
                  <a:lnTo>
                    <a:pt x="637" y="19090"/>
                  </a:lnTo>
                  <a:lnTo>
                    <a:pt x="340" y="19938"/>
                  </a:lnTo>
                  <a:lnTo>
                    <a:pt x="170" y="20787"/>
                  </a:lnTo>
                  <a:lnTo>
                    <a:pt x="43" y="21720"/>
                  </a:lnTo>
                  <a:lnTo>
                    <a:pt x="1" y="22399"/>
                  </a:lnTo>
                  <a:lnTo>
                    <a:pt x="85" y="23035"/>
                  </a:lnTo>
                  <a:lnTo>
                    <a:pt x="170" y="23629"/>
                  </a:lnTo>
                  <a:lnTo>
                    <a:pt x="340" y="24181"/>
                  </a:lnTo>
                  <a:lnTo>
                    <a:pt x="552" y="24732"/>
                  </a:lnTo>
                  <a:lnTo>
                    <a:pt x="849" y="25199"/>
                  </a:lnTo>
                  <a:lnTo>
                    <a:pt x="1146" y="25665"/>
                  </a:lnTo>
                  <a:lnTo>
                    <a:pt x="1528" y="26090"/>
                  </a:lnTo>
                  <a:lnTo>
                    <a:pt x="1910" y="26471"/>
                  </a:lnTo>
                  <a:lnTo>
                    <a:pt x="2376" y="26853"/>
                  </a:lnTo>
                  <a:lnTo>
                    <a:pt x="2843" y="27193"/>
                  </a:lnTo>
                  <a:lnTo>
                    <a:pt x="3352" y="27489"/>
                  </a:lnTo>
                  <a:lnTo>
                    <a:pt x="3861" y="27786"/>
                  </a:lnTo>
                  <a:lnTo>
                    <a:pt x="4455" y="28041"/>
                  </a:lnTo>
                  <a:lnTo>
                    <a:pt x="5006" y="28295"/>
                  </a:lnTo>
                  <a:lnTo>
                    <a:pt x="5600" y="28508"/>
                  </a:lnTo>
                  <a:lnTo>
                    <a:pt x="5600" y="28508"/>
                  </a:lnTo>
                  <a:lnTo>
                    <a:pt x="5388" y="27956"/>
                  </a:lnTo>
                  <a:lnTo>
                    <a:pt x="5261" y="27362"/>
                  </a:lnTo>
                  <a:lnTo>
                    <a:pt x="5134" y="26768"/>
                  </a:lnTo>
                  <a:lnTo>
                    <a:pt x="5091" y="26132"/>
                  </a:lnTo>
                  <a:lnTo>
                    <a:pt x="5091" y="25453"/>
                  </a:lnTo>
                  <a:lnTo>
                    <a:pt x="5134" y="24817"/>
                  </a:lnTo>
                  <a:lnTo>
                    <a:pt x="5261" y="24138"/>
                  </a:lnTo>
                  <a:lnTo>
                    <a:pt x="5431" y="23417"/>
                  </a:lnTo>
                  <a:lnTo>
                    <a:pt x="5685" y="22653"/>
                  </a:lnTo>
                  <a:lnTo>
                    <a:pt x="5982" y="21932"/>
                  </a:lnTo>
                  <a:lnTo>
                    <a:pt x="6321" y="21254"/>
                  </a:lnTo>
                  <a:lnTo>
                    <a:pt x="6703" y="20575"/>
                  </a:lnTo>
                  <a:lnTo>
                    <a:pt x="7170" y="19896"/>
                  </a:lnTo>
                  <a:lnTo>
                    <a:pt x="7636" y="19302"/>
                  </a:lnTo>
                  <a:lnTo>
                    <a:pt x="8145" y="18708"/>
                  </a:lnTo>
                  <a:lnTo>
                    <a:pt x="8739" y="18199"/>
                  </a:lnTo>
                  <a:lnTo>
                    <a:pt x="9333" y="17690"/>
                  </a:lnTo>
                  <a:lnTo>
                    <a:pt x="9927" y="17224"/>
                  </a:lnTo>
                  <a:lnTo>
                    <a:pt x="10606" y="16799"/>
                  </a:lnTo>
                  <a:lnTo>
                    <a:pt x="11285" y="16418"/>
                  </a:lnTo>
                  <a:lnTo>
                    <a:pt x="11963" y="16078"/>
                  </a:lnTo>
                  <a:lnTo>
                    <a:pt x="12685" y="15781"/>
                  </a:lnTo>
                  <a:lnTo>
                    <a:pt x="13448" y="15527"/>
                  </a:lnTo>
                  <a:lnTo>
                    <a:pt x="14212" y="15357"/>
                  </a:lnTo>
                  <a:lnTo>
                    <a:pt x="14084" y="14975"/>
                  </a:lnTo>
                  <a:lnTo>
                    <a:pt x="13957" y="14593"/>
                  </a:lnTo>
                  <a:lnTo>
                    <a:pt x="13872" y="14212"/>
                  </a:lnTo>
                  <a:lnTo>
                    <a:pt x="13830" y="13830"/>
                  </a:lnTo>
                  <a:lnTo>
                    <a:pt x="13830" y="13448"/>
                  </a:lnTo>
                  <a:lnTo>
                    <a:pt x="13830" y="13066"/>
                  </a:lnTo>
                  <a:lnTo>
                    <a:pt x="13872" y="12727"/>
                  </a:lnTo>
                  <a:lnTo>
                    <a:pt x="13957" y="12345"/>
                  </a:lnTo>
                  <a:lnTo>
                    <a:pt x="14127" y="11624"/>
                  </a:lnTo>
                  <a:lnTo>
                    <a:pt x="14424" y="10945"/>
                  </a:lnTo>
                  <a:lnTo>
                    <a:pt x="14806" y="10309"/>
                  </a:lnTo>
                  <a:lnTo>
                    <a:pt x="15272" y="9757"/>
                  </a:lnTo>
                  <a:lnTo>
                    <a:pt x="15781" y="9206"/>
                  </a:lnTo>
                  <a:lnTo>
                    <a:pt x="16375" y="8782"/>
                  </a:lnTo>
                  <a:lnTo>
                    <a:pt x="17012" y="8400"/>
                  </a:lnTo>
                  <a:lnTo>
                    <a:pt x="17690" y="8103"/>
                  </a:lnTo>
                  <a:lnTo>
                    <a:pt x="18030" y="7976"/>
                  </a:lnTo>
                  <a:lnTo>
                    <a:pt x="18411" y="7891"/>
                  </a:lnTo>
                  <a:lnTo>
                    <a:pt x="18793" y="7806"/>
                  </a:lnTo>
                  <a:lnTo>
                    <a:pt x="19133" y="7764"/>
                  </a:lnTo>
                  <a:lnTo>
                    <a:pt x="19896" y="7764"/>
                  </a:lnTo>
                  <a:lnTo>
                    <a:pt x="20278" y="7848"/>
                  </a:lnTo>
                  <a:lnTo>
                    <a:pt x="20660" y="7891"/>
                  </a:lnTo>
                  <a:lnTo>
                    <a:pt x="20660" y="7339"/>
                  </a:lnTo>
                  <a:lnTo>
                    <a:pt x="20702" y="6788"/>
                  </a:lnTo>
                  <a:lnTo>
                    <a:pt x="20829" y="6279"/>
                  </a:lnTo>
                  <a:lnTo>
                    <a:pt x="20999" y="5770"/>
                  </a:lnTo>
                  <a:lnTo>
                    <a:pt x="21211" y="5261"/>
                  </a:lnTo>
                  <a:lnTo>
                    <a:pt x="21466" y="4837"/>
                  </a:lnTo>
                  <a:lnTo>
                    <a:pt x="21763" y="4370"/>
                  </a:lnTo>
                  <a:lnTo>
                    <a:pt x="22102" y="3946"/>
                  </a:lnTo>
                  <a:lnTo>
                    <a:pt x="22526" y="3564"/>
                  </a:lnTo>
                  <a:lnTo>
                    <a:pt x="22951" y="3182"/>
                  </a:lnTo>
                  <a:lnTo>
                    <a:pt x="23375" y="2843"/>
                  </a:lnTo>
                  <a:lnTo>
                    <a:pt x="23884" y="2503"/>
                  </a:lnTo>
                  <a:lnTo>
                    <a:pt x="24393" y="2206"/>
                  </a:lnTo>
                  <a:lnTo>
                    <a:pt x="24944" y="1910"/>
                  </a:lnTo>
                  <a:lnTo>
                    <a:pt x="25496" y="1655"/>
                  </a:lnTo>
                  <a:lnTo>
                    <a:pt x="26090" y="1443"/>
                  </a:lnTo>
                  <a:lnTo>
                    <a:pt x="25750" y="1146"/>
                  </a:lnTo>
                  <a:lnTo>
                    <a:pt x="25411" y="849"/>
                  </a:lnTo>
                  <a:lnTo>
                    <a:pt x="25029" y="637"/>
                  </a:lnTo>
                  <a:lnTo>
                    <a:pt x="24605" y="425"/>
                  </a:lnTo>
                  <a:lnTo>
                    <a:pt x="24181" y="255"/>
                  </a:lnTo>
                  <a:lnTo>
                    <a:pt x="23757" y="128"/>
                  </a:lnTo>
                  <a:lnTo>
                    <a:pt x="23247" y="43"/>
                  </a:lnTo>
                  <a:lnTo>
                    <a:pt x="22781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6482525" y="3861275"/>
              <a:ext cx="47750" cy="64700"/>
            </a:xfrm>
            <a:custGeom>
              <a:rect b="b" l="l" r="r" t="t"/>
              <a:pathLst>
                <a:path extrusionOk="0" h="2588" w="1910">
                  <a:moveTo>
                    <a:pt x="1019" y="0"/>
                  </a:moveTo>
                  <a:lnTo>
                    <a:pt x="764" y="85"/>
                  </a:lnTo>
                  <a:lnTo>
                    <a:pt x="552" y="212"/>
                  </a:lnTo>
                  <a:lnTo>
                    <a:pt x="383" y="339"/>
                  </a:lnTo>
                  <a:lnTo>
                    <a:pt x="255" y="552"/>
                  </a:lnTo>
                  <a:lnTo>
                    <a:pt x="128" y="721"/>
                  </a:lnTo>
                  <a:lnTo>
                    <a:pt x="43" y="976"/>
                  </a:lnTo>
                  <a:lnTo>
                    <a:pt x="1" y="1230"/>
                  </a:lnTo>
                  <a:lnTo>
                    <a:pt x="43" y="1442"/>
                  </a:lnTo>
                  <a:lnTo>
                    <a:pt x="128" y="1697"/>
                  </a:lnTo>
                  <a:lnTo>
                    <a:pt x="255" y="1951"/>
                  </a:lnTo>
                  <a:lnTo>
                    <a:pt x="425" y="2164"/>
                  </a:lnTo>
                  <a:lnTo>
                    <a:pt x="637" y="2376"/>
                  </a:lnTo>
                  <a:lnTo>
                    <a:pt x="892" y="2503"/>
                  </a:lnTo>
                  <a:lnTo>
                    <a:pt x="1146" y="2588"/>
                  </a:lnTo>
                  <a:lnTo>
                    <a:pt x="1401" y="2545"/>
                  </a:lnTo>
                  <a:lnTo>
                    <a:pt x="1528" y="2503"/>
                  </a:lnTo>
                  <a:lnTo>
                    <a:pt x="1655" y="2461"/>
                  </a:lnTo>
                  <a:lnTo>
                    <a:pt x="1782" y="2376"/>
                  </a:lnTo>
                  <a:lnTo>
                    <a:pt x="1825" y="2291"/>
                  </a:lnTo>
                  <a:lnTo>
                    <a:pt x="1867" y="2164"/>
                  </a:lnTo>
                  <a:lnTo>
                    <a:pt x="1910" y="2079"/>
                  </a:lnTo>
                  <a:lnTo>
                    <a:pt x="1867" y="1951"/>
                  </a:lnTo>
                  <a:lnTo>
                    <a:pt x="1825" y="1867"/>
                  </a:lnTo>
                  <a:lnTo>
                    <a:pt x="1782" y="1739"/>
                  </a:lnTo>
                  <a:lnTo>
                    <a:pt x="1655" y="1697"/>
                  </a:lnTo>
                  <a:lnTo>
                    <a:pt x="1485" y="1570"/>
                  </a:lnTo>
                  <a:lnTo>
                    <a:pt x="1316" y="1527"/>
                  </a:lnTo>
                  <a:lnTo>
                    <a:pt x="1104" y="1400"/>
                  </a:lnTo>
                  <a:lnTo>
                    <a:pt x="1061" y="1315"/>
                  </a:lnTo>
                  <a:lnTo>
                    <a:pt x="1019" y="1230"/>
                  </a:lnTo>
                  <a:lnTo>
                    <a:pt x="976" y="1061"/>
                  </a:lnTo>
                  <a:lnTo>
                    <a:pt x="1019" y="849"/>
                  </a:lnTo>
                  <a:lnTo>
                    <a:pt x="1146" y="679"/>
                  </a:lnTo>
                  <a:lnTo>
                    <a:pt x="1273" y="552"/>
                  </a:lnTo>
                  <a:lnTo>
                    <a:pt x="1358" y="467"/>
                  </a:lnTo>
                  <a:lnTo>
                    <a:pt x="1401" y="382"/>
                  </a:lnTo>
                  <a:lnTo>
                    <a:pt x="1401" y="297"/>
                  </a:lnTo>
                  <a:lnTo>
                    <a:pt x="1401" y="170"/>
                  </a:lnTo>
                  <a:lnTo>
                    <a:pt x="1316" y="85"/>
                  </a:lnTo>
                  <a:lnTo>
                    <a:pt x="1231" y="43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6552525" y="3876125"/>
              <a:ext cx="26550" cy="49850"/>
            </a:xfrm>
            <a:custGeom>
              <a:rect b="b" l="l" r="r" t="t"/>
              <a:pathLst>
                <a:path extrusionOk="0" h="1994" w="1062">
                  <a:moveTo>
                    <a:pt x="128" y="0"/>
                  </a:moveTo>
                  <a:lnTo>
                    <a:pt x="43" y="127"/>
                  </a:lnTo>
                  <a:lnTo>
                    <a:pt x="1" y="212"/>
                  </a:lnTo>
                  <a:lnTo>
                    <a:pt x="43" y="255"/>
                  </a:lnTo>
                  <a:lnTo>
                    <a:pt x="43" y="339"/>
                  </a:lnTo>
                  <a:lnTo>
                    <a:pt x="128" y="382"/>
                  </a:lnTo>
                  <a:lnTo>
                    <a:pt x="255" y="467"/>
                  </a:lnTo>
                  <a:lnTo>
                    <a:pt x="340" y="551"/>
                  </a:lnTo>
                  <a:lnTo>
                    <a:pt x="425" y="679"/>
                  </a:lnTo>
                  <a:lnTo>
                    <a:pt x="467" y="848"/>
                  </a:lnTo>
                  <a:lnTo>
                    <a:pt x="467" y="976"/>
                  </a:lnTo>
                  <a:lnTo>
                    <a:pt x="425" y="1145"/>
                  </a:lnTo>
                  <a:lnTo>
                    <a:pt x="382" y="1273"/>
                  </a:lnTo>
                  <a:lnTo>
                    <a:pt x="255" y="1357"/>
                  </a:lnTo>
                  <a:lnTo>
                    <a:pt x="170" y="1485"/>
                  </a:lnTo>
                  <a:lnTo>
                    <a:pt x="128" y="1612"/>
                  </a:lnTo>
                  <a:lnTo>
                    <a:pt x="128" y="1739"/>
                  </a:lnTo>
                  <a:lnTo>
                    <a:pt x="170" y="1867"/>
                  </a:lnTo>
                  <a:lnTo>
                    <a:pt x="255" y="1951"/>
                  </a:lnTo>
                  <a:lnTo>
                    <a:pt x="340" y="1994"/>
                  </a:lnTo>
                  <a:lnTo>
                    <a:pt x="467" y="1994"/>
                  </a:lnTo>
                  <a:lnTo>
                    <a:pt x="594" y="1951"/>
                  </a:lnTo>
                  <a:lnTo>
                    <a:pt x="722" y="1867"/>
                  </a:lnTo>
                  <a:lnTo>
                    <a:pt x="849" y="1739"/>
                  </a:lnTo>
                  <a:lnTo>
                    <a:pt x="976" y="1485"/>
                  </a:lnTo>
                  <a:lnTo>
                    <a:pt x="1061" y="1188"/>
                  </a:lnTo>
                  <a:lnTo>
                    <a:pt x="1061" y="891"/>
                  </a:lnTo>
                  <a:lnTo>
                    <a:pt x="976" y="594"/>
                  </a:lnTo>
                  <a:lnTo>
                    <a:pt x="807" y="339"/>
                  </a:lnTo>
                  <a:lnTo>
                    <a:pt x="594" y="127"/>
                  </a:lnTo>
                  <a:lnTo>
                    <a:pt x="467" y="42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6381775" y="3904750"/>
              <a:ext cx="38200" cy="64725"/>
            </a:xfrm>
            <a:custGeom>
              <a:rect b="b" l="l" r="r" t="t"/>
              <a:pathLst>
                <a:path extrusionOk="0" h="2589" w="1528">
                  <a:moveTo>
                    <a:pt x="976" y="0"/>
                  </a:moveTo>
                  <a:lnTo>
                    <a:pt x="764" y="43"/>
                  </a:lnTo>
                  <a:lnTo>
                    <a:pt x="552" y="128"/>
                  </a:lnTo>
                  <a:lnTo>
                    <a:pt x="382" y="297"/>
                  </a:lnTo>
                  <a:lnTo>
                    <a:pt x="213" y="425"/>
                  </a:lnTo>
                  <a:lnTo>
                    <a:pt x="128" y="637"/>
                  </a:lnTo>
                  <a:lnTo>
                    <a:pt x="43" y="806"/>
                  </a:lnTo>
                  <a:lnTo>
                    <a:pt x="1" y="1018"/>
                  </a:lnTo>
                  <a:lnTo>
                    <a:pt x="1" y="1231"/>
                  </a:lnTo>
                  <a:lnTo>
                    <a:pt x="1" y="1443"/>
                  </a:lnTo>
                  <a:lnTo>
                    <a:pt x="43" y="1655"/>
                  </a:lnTo>
                  <a:lnTo>
                    <a:pt x="128" y="1867"/>
                  </a:lnTo>
                  <a:lnTo>
                    <a:pt x="255" y="2079"/>
                  </a:lnTo>
                  <a:lnTo>
                    <a:pt x="382" y="2249"/>
                  </a:lnTo>
                  <a:lnTo>
                    <a:pt x="552" y="2376"/>
                  </a:lnTo>
                  <a:lnTo>
                    <a:pt x="764" y="2503"/>
                  </a:lnTo>
                  <a:lnTo>
                    <a:pt x="976" y="2546"/>
                  </a:lnTo>
                  <a:lnTo>
                    <a:pt x="1146" y="2588"/>
                  </a:lnTo>
                  <a:lnTo>
                    <a:pt x="1273" y="2503"/>
                  </a:lnTo>
                  <a:lnTo>
                    <a:pt x="1401" y="2418"/>
                  </a:lnTo>
                  <a:lnTo>
                    <a:pt x="1485" y="2291"/>
                  </a:lnTo>
                  <a:lnTo>
                    <a:pt x="1528" y="2164"/>
                  </a:lnTo>
                  <a:lnTo>
                    <a:pt x="1528" y="1994"/>
                  </a:lnTo>
                  <a:lnTo>
                    <a:pt x="1443" y="1867"/>
                  </a:lnTo>
                  <a:lnTo>
                    <a:pt x="1316" y="1782"/>
                  </a:lnTo>
                  <a:lnTo>
                    <a:pt x="1146" y="1697"/>
                  </a:lnTo>
                  <a:lnTo>
                    <a:pt x="934" y="1570"/>
                  </a:lnTo>
                  <a:lnTo>
                    <a:pt x="807" y="1400"/>
                  </a:lnTo>
                  <a:lnTo>
                    <a:pt x="764" y="1188"/>
                  </a:lnTo>
                  <a:lnTo>
                    <a:pt x="764" y="976"/>
                  </a:lnTo>
                  <a:lnTo>
                    <a:pt x="849" y="764"/>
                  </a:lnTo>
                  <a:lnTo>
                    <a:pt x="1019" y="594"/>
                  </a:lnTo>
                  <a:lnTo>
                    <a:pt x="1189" y="425"/>
                  </a:lnTo>
                  <a:lnTo>
                    <a:pt x="1273" y="382"/>
                  </a:lnTo>
                  <a:lnTo>
                    <a:pt x="1273" y="297"/>
                  </a:lnTo>
                  <a:lnTo>
                    <a:pt x="1316" y="212"/>
                  </a:lnTo>
                  <a:lnTo>
                    <a:pt x="1273" y="128"/>
                  </a:lnTo>
                  <a:lnTo>
                    <a:pt x="1231" y="85"/>
                  </a:lnTo>
                  <a:lnTo>
                    <a:pt x="1189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6919475" y="3580225"/>
              <a:ext cx="24400" cy="53050"/>
            </a:xfrm>
            <a:custGeom>
              <a:rect b="b" l="l" r="r" t="t"/>
              <a:pathLst>
                <a:path extrusionOk="0" h="2122" w="976">
                  <a:moveTo>
                    <a:pt x="297" y="1"/>
                  </a:moveTo>
                  <a:lnTo>
                    <a:pt x="212" y="43"/>
                  </a:lnTo>
                  <a:lnTo>
                    <a:pt x="128" y="85"/>
                  </a:lnTo>
                  <a:lnTo>
                    <a:pt x="85" y="170"/>
                  </a:lnTo>
                  <a:lnTo>
                    <a:pt x="43" y="255"/>
                  </a:lnTo>
                  <a:lnTo>
                    <a:pt x="85" y="340"/>
                  </a:lnTo>
                  <a:lnTo>
                    <a:pt x="128" y="425"/>
                  </a:lnTo>
                  <a:lnTo>
                    <a:pt x="255" y="594"/>
                  </a:lnTo>
                  <a:lnTo>
                    <a:pt x="297" y="722"/>
                  </a:lnTo>
                  <a:lnTo>
                    <a:pt x="340" y="891"/>
                  </a:lnTo>
                  <a:lnTo>
                    <a:pt x="340" y="1061"/>
                  </a:lnTo>
                  <a:lnTo>
                    <a:pt x="297" y="1231"/>
                  </a:lnTo>
                  <a:lnTo>
                    <a:pt x="212" y="1400"/>
                  </a:lnTo>
                  <a:lnTo>
                    <a:pt x="43" y="1655"/>
                  </a:lnTo>
                  <a:lnTo>
                    <a:pt x="0" y="1740"/>
                  </a:lnTo>
                  <a:lnTo>
                    <a:pt x="0" y="1825"/>
                  </a:lnTo>
                  <a:lnTo>
                    <a:pt x="43" y="1994"/>
                  </a:lnTo>
                  <a:lnTo>
                    <a:pt x="128" y="2079"/>
                  </a:lnTo>
                  <a:lnTo>
                    <a:pt x="170" y="2122"/>
                  </a:lnTo>
                  <a:lnTo>
                    <a:pt x="382" y="2122"/>
                  </a:lnTo>
                  <a:lnTo>
                    <a:pt x="509" y="2037"/>
                  </a:lnTo>
                  <a:lnTo>
                    <a:pt x="637" y="1952"/>
                  </a:lnTo>
                  <a:lnTo>
                    <a:pt x="806" y="1697"/>
                  </a:lnTo>
                  <a:lnTo>
                    <a:pt x="934" y="1443"/>
                  </a:lnTo>
                  <a:lnTo>
                    <a:pt x="976" y="1146"/>
                  </a:lnTo>
                  <a:lnTo>
                    <a:pt x="934" y="849"/>
                  </a:lnTo>
                  <a:lnTo>
                    <a:pt x="849" y="552"/>
                  </a:lnTo>
                  <a:lnTo>
                    <a:pt x="721" y="297"/>
                  </a:lnTo>
                  <a:lnTo>
                    <a:pt x="509" y="85"/>
                  </a:lnTo>
                  <a:lnTo>
                    <a:pt x="425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6881300" y="3627950"/>
              <a:ext cx="62575" cy="49875"/>
            </a:xfrm>
            <a:custGeom>
              <a:rect b="b" l="l" r="r" t="t"/>
              <a:pathLst>
                <a:path extrusionOk="0" h="1995" w="2503">
                  <a:moveTo>
                    <a:pt x="127" y="0"/>
                  </a:moveTo>
                  <a:lnTo>
                    <a:pt x="43" y="85"/>
                  </a:lnTo>
                  <a:lnTo>
                    <a:pt x="0" y="213"/>
                  </a:lnTo>
                  <a:lnTo>
                    <a:pt x="0" y="425"/>
                  </a:lnTo>
                  <a:lnTo>
                    <a:pt x="0" y="637"/>
                  </a:lnTo>
                  <a:lnTo>
                    <a:pt x="43" y="849"/>
                  </a:lnTo>
                  <a:lnTo>
                    <a:pt x="127" y="1019"/>
                  </a:lnTo>
                  <a:lnTo>
                    <a:pt x="255" y="1231"/>
                  </a:lnTo>
                  <a:lnTo>
                    <a:pt x="382" y="1400"/>
                  </a:lnTo>
                  <a:lnTo>
                    <a:pt x="552" y="1570"/>
                  </a:lnTo>
                  <a:lnTo>
                    <a:pt x="721" y="1697"/>
                  </a:lnTo>
                  <a:lnTo>
                    <a:pt x="891" y="1825"/>
                  </a:lnTo>
                  <a:lnTo>
                    <a:pt x="1103" y="1909"/>
                  </a:lnTo>
                  <a:lnTo>
                    <a:pt x="1315" y="1994"/>
                  </a:lnTo>
                  <a:lnTo>
                    <a:pt x="1952" y="1994"/>
                  </a:lnTo>
                  <a:lnTo>
                    <a:pt x="2164" y="1909"/>
                  </a:lnTo>
                  <a:lnTo>
                    <a:pt x="2333" y="1782"/>
                  </a:lnTo>
                  <a:lnTo>
                    <a:pt x="2461" y="1655"/>
                  </a:lnTo>
                  <a:lnTo>
                    <a:pt x="2503" y="1528"/>
                  </a:lnTo>
                  <a:lnTo>
                    <a:pt x="2503" y="1400"/>
                  </a:lnTo>
                  <a:lnTo>
                    <a:pt x="2503" y="1273"/>
                  </a:lnTo>
                  <a:lnTo>
                    <a:pt x="2418" y="1146"/>
                  </a:lnTo>
                  <a:lnTo>
                    <a:pt x="2333" y="1061"/>
                  </a:lnTo>
                  <a:lnTo>
                    <a:pt x="2206" y="1019"/>
                  </a:lnTo>
                  <a:lnTo>
                    <a:pt x="2036" y="1061"/>
                  </a:lnTo>
                  <a:lnTo>
                    <a:pt x="1824" y="1103"/>
                  </a:lnTo>
                  <a:lnTo>
                    <a:pt x="1612" y="1146"/>
                  </a:lnTo>
                  <a:lnTo>
                    <a:pt x="1358" y="1103"/>
                  </a:lnTo>
                  <a:lnTo>
                    <a:pt x="1146" y="1019"/>
                  </a:lnTo>
                  <a:lnTo>
                    <a:pt x="933" y="891"/>
                  </a:lnTo>
                  <a:lnTo>
                    <a:pt x="764" y="722"/>
                  </a:lnTo>
                  <a:lnTo>
                    <a:pt x="679" y="510"/>
                  </a:lnTo>
                  <a:lnTo>
                    <a:pt x="594" y="297"/>
                  </a:lnTo>
                  <a:lnTo>
                    <a:pt x="594" y="170"/>
                  </a:lnTo>
                  <a:lnTo>
                    <a:pt x="509" y="85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7187775" y="3825200"/>
              <a:ext cx="43525" cy="62600"/>
            </a:xfrm>
            <a:custGeom>
              <a:rect b="b" l="l" r="r" t="t"/>
              <a:pathLst>
                <a:path extrusionOk="0" h="2504" w="1741">
                  <a:moveTo>
                    <a:pt x="1189" y="1"/>
                  </a:moveTo>
                  <a:lnTo>
                    <a:pt x="1104" y="43"/>
                  </a:lnTo>
                  <a:lnTo>
                    <a:pt x="1019" y="86"/>
                  </a:lnTo>
                  <a:lnTo>
                    <a:pt x="977" y="170"/>
                  </a:lnTo>
                  <a:lnTo>
                    <a:pt x="934" y="255"/>
                  </a:lnTo>
                  <a:lnTo>
                    <a:pt x="977" y="340"/>
                  </a:lnTo>
                  <a:lnTo>
                    <a:pt x="1019" y="425"/>
                  </a:lnTo>
                  <a:lnTo>
                    <a:pt x="1061" y="467"/>
                  </a:lnTo>
                  <a:lnTo>
                    <a:pt x="1189" y="552"/>
                  </a:lnTo>
                  <a:lnTo>
                    <a:pt x="1189" y="637"/>
                  </a:lnTo>
                  <a:lnTo>
                    <a:pt x="1146" y="764"/>
                  </a:lnTo>
                  <a:lnTo>
                    <a:pt x="1061" y="849"/>
                  </a:lnTo>
                  <a:lnTo>
                    <a:pt x="849" y="1061"/>
                  </a:lnTo>
                  <a:lnTo>
                    <a:pt x="680" y="1189"/>
                  </a:lnTo>
                  <a:lnTo>
                    <a:pt x="468" y="1358"/>
                  </a:lnTo>
                  <a:lnTo>
                    <a:pt x="255" y="1528"/>
                  </a:lnTo>
                  <a:lnTo>
                    <a:pt x="86" y="1740"/>
                  </a:lnTo>
                  <a:lnTo>
                    <a:pt x="1" y="1995"/>
                  </a:lnTo>
                  <a:lnTo>
                    <a:pt x="1" y="2164"/>
                  </a:lnTo>
                  <a:lnTo>
                    <a:pt x="86" y="2292"/>
                  </a:lnTo>
                  <a:lnTo>
                    <a:pt x="171" y="2376"/>
                  </a:lnTo>
                  <a:lnTo>
                    <a:pt x="255" y="2461"/>
                  </a:lnTo>
                  <a:lnTo>
                    <a:pt x="383" y="2504"/>
                  </a:lnTo>
                  <a:lnTo>
                    <a:pt x="510" y="2504"/>
                  </a:lnTo>
                  <a:lnTo>
                    <a:pt x="595" y="2419"/>
                  </a:lnTo>
                  <a:lnTo>
                    <a:pt x="722" y="2292"/>
                  </a:lnTo>
                  <a:lnTo>
                    <a:pt x="807" y="2122"/>
                  </a:lnTo>
                  <a:lnTo>
                    <a:pt x="934" y="1952"/>
                  </a:lnTo>
                  <a:lnTo>
                    <a:pt x="1231" y="1698"/>
                  </a:lnTo>
                  <a:lnTo>
                    <a:pt x="1486" y="1401"/>
                  </a:lnTo>
                  <a:lnTo>
                    <a:pt x="1613" y="1231"/>
                  </a:lnTo>
                  <a:lnTo>
                    <a:pt x="1698" y="1061"/>
                  </a:lnTo>
                  <a:lnTo>
                    <a:pt x="1740" y="722"/>
                  </a:lnTo>
                  <a:lnTo>
                    <a:pt x="1740" y="595"/>
                  </a:lnTo>
                  <a:lnTo>
                    <a:pt x="1698" y="425"/>
                  </a:lnTo>
                  <a:lnTo>
                    <a:pt x="1655" y="298"/>
                  </a:lnTo>
                  <a:lnTo>
                    <a:pt x="1571" y="170"/>
                  </a:lnTo>
                  <a:lnTo>
                    <a:pt x="1443" y="86"/>
                  </a:lnTo>
                  <a:lnTo>
                    <a:pt x="1274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6625700" y="3573850"/>
              <a:ext cx="45625" cy="46700"/>
            </a:xfrm>
            <a:custGeom>
              <a:rect b="b" l="l" r="r" t="t"/>
              <a:pathLst>
                <a:path extrusionOk="0" h="1868" w="1825">
                  <a:moveTo>
                    <a:pt x="1231" y="1"/>
                  </a:moveTo>
                  <a:lnTo>
                    <a:pt x="1061" y="43"/>
                  </a:lnTo>
                  <a:lnTo>
                    <a:pt x="764" y="128"/>
                  </a:lnTo>
                  <a:lnTo>
                    <a:pt x="510" y="340"/>
                  </a:lnTo>
                  <a:lnTo>
                    <a:pt x="255" y="552"/>
                  </a:lnTo>
                  <a:lnTo>
                    <a:pt x="85" y="849"/>
                  </a:lnTo>
                  <a:lnTo>
                    <a:pt x="1" y="1146"/>
                  </a:lnTo>
                  <a:lnTo>
                    <a:pt x="1" y="1443"/>
                  </a:lnTo>
                  <a:lnTo>
                    <a:pt x="128" y="1740"/>
                  </a:lnTo>
                  <a:lnTo>
                    <a:pt x="170" y="1825"/>
                  </a:lnTo>
                  <a:lnTo>
                    <a:pt x="255" y="1868"/>
                  </a:lnTo>
                  <a:lnTo>
                    <a:pt x="425" y="1868"/>
                  </a:lnTo>
                  <a:lnTo>
                    <a:pt x="552" y="1783"/>
                  </a:lnTo>
                  <a:lnTo>
                    <a:pt x="595" y="1698"/>
                  </a:lnTo>
                  <a:lnTo>
                    <a:pt x="637" y="1613"/>
                  </a:lnTo>
                  <a:lnTo>
                    <a:pt x="637" y="1443"/>
                  </a:lnTo>
                  <a:lnTo>
                    <a:pt x="679" y="1316"/>
                  </a:lnTo>
                  <a:lnTo>
                    <a:pt x="764" y="1189"/>
                  </a:lnTo>
                  <a:lnTo>
                    <a:pt x="849" y="1062"/>
                  </a:lnTo>
                  <a:lnTo>
                    <a:pt x="976" y="1231"/>
                  </a:lnTo>
                  <a:lnTo>
                    <a:pt x="1188" y="1274"/>
                  </a:lnTo>
                  <a:lnTo>
                    <a:pt x="1273" y="1274"/>
                  </a:lnTo>
                  <a:lnTo>
                    <a:pt x="1358" y="1231"/>
                  </a:lnTo>
                  <a:lnTo>
                    <a:pt x="1443" y="1189"/>
                  </a:lnTo>
                  <a:lnTo>
                    <a:pt x="1528" y="1062"/>
                  </a:lnTo>
                  <a:lnTo>
                    <a:pt x="1740" y="637"/>
                  </a:lnTo>
                  <a:lnTo>
                    <a:pt x="1782" y="510"/>
                  </a:lnTo>
                  <a:lnTo>
                    <a:pt x="1825" y="425"/>
                  </a:lnTo>
                  <a:lnTo>
                    <a:pt x="1782" y="298"/>
                  </a:lnTo>
                  <a:lnTo>
                    <a:pt x="1740" y="213"/>
                  </a:lnTo>
                  <a:lnTo>
                    <a:pt x="1613" y="86"/>
                  </a:lnTo>
                  <a:lnTo>
                    <a:pt x="1485" y="43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" name="Google Shape;79;p4"/>
          <p:cNvGrpSpPr/>
          <p:nvPr/>
        </p:nvGrpSpPr>
        <p:grpSpPr>
          <a:xfrm>
            <a:off x="238117" y="362499"/>
            <a:ext cx="563194" cy="355003"/>
            <a:chOff x="4551300" y="1957625"/>
            <a:chExt cx="1070100" cy="674525"/>
          </a:xfrm>
        </p:grpSpPr>
        <p:sp>
          <p:nvSpPr>
            <p:cNvPr id="80" name="Google Shape;80;p4"/>
            <p:cNvSpPr/>
            <p:nvPr/>
          </p:nvSpPr>
          <p:spPr>
            <a:xfrm>
              <a:off x="5120800" y="2137900"/>
              <a:ext cx="448625" cy="434850"/>
            </a:xfrm>
            <a:custGeom>
              <a:rect b="b" l="l" r="r" t="t"/>
              <a:pathLst>
                <a:path extrusionOk="0" h="17394" w="17945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424" y="17309"/>
                  </a:lnTo>
                  <a:lnTo>
                    <a:pt x="7721" y="17224"/>
                  </a:lnTo>
                  <a:lnTo>
                    <a:pt x="8273" y="17054"/>
                  </a:lnTo>
                  <a:lnTo>
                    <a:pt x="8824" y="16757"/>
                  </a:lnTo>
                  <a:lnTo>
                    <a:pt x="9376" y="16418"/>
                  </a:lnTo>
                  <a:lnTo>
                    <a:pt x="9885" y="16036"/>
                  </a:lnTo>
                  <a:lnTo>
                    <a:pt x="10394" y="15654"/>
                  </a:lnTo>
                  <a:lnTo>
                    <a:pt x="11327" y="14848"/>
                  </a:lnTo>
                  <a:lnTo>
                    <a:pt x="11964" y="14297"/>
                  </a:lnTo>
                  <a:lnTo>
                    <a:pt x="12557" y="13745"/>
                  </a:lnTo>
                  <a:lnTo>
                    <a:pt x="13151" y="13151"/>
                  </a:lnTo>
                  <a:lnTo>
                    <a:pt x="13703" y="12515"/>
                  </a:lnTo>
                  <a:lnTo>
                    <a:pt x="14806" y="11242"/>
                  </a:lnTo>
                  <a:lnTo>
                    <a:pt x="15824" y="9885"/>
                  </a:lnTo>
                  <a:lnTo>
                    <a:pt x="16503" y="8952"/>
                  </a:lnTo>
                  <a:lnTo>
                    <a:pt x="16884" y="8443"/>
                  </a:lnTo>
                  <a:lnTo>
                    <a:pt x="17266" y="7891"/>
                  </a:lnTo>
                  <a:lnTo>
                    <a:pt x="17563" y="7297"/>
                  </a:lnTo>
                  <a:lnTo>
                    <a:pt x="17818" y="6703"/>
                  </a:lnTo>
                  <a:lnTo>
                    <a:pt x="17903" y="6406"/>
                  </a:lnTo>
                  <a:lnTo>
                    <a:pt x="17945" y="6109"/>
                  </a:lnTo>
                  <a:lnTo>
                    <a:pt x="17945" y="5855"/>
                  </a:lnTo>
                  <a:lnTo>
                    <a:pt x="17945" y="5558"/>
                  </a:lnTo>
                  <a:lnTo>
                    <a:pt x="17860" y="5303"/>
                  </a:lnTo>
                  <a:lnTo>
                    <a:pt x="17775" y="5006"/>
                  </a:lnTo>
                  <a:lnTo>
                    <a:pt x="17648" y="4752"/>
                  </a:lnTo>
                  <a:lnTo>
                    <a:pt x="17521" y="4497"/>
                  </a:lnTo>
                  <a:lnTo>
                    <a:pt x="17139" y="4031"/>
                  </a:lnTo>
                  <a:lnTo>
                    <a:pt x="16672" y="3564"/>
                  </a:lnTo>
                  <a:lnTo>
                    <a:pt x="16206" y="3140"/>
                  </a:lnTo>
                  <a:lnTo>
                    <a:pt x="15697" y="2758"/>
                  </a:lnTo>
                  <a:lnTo>
                    <a:pt x="14763" y="2122"/>
                  </a:lnTo>
                  <a:lnTo>
                    <a:pt x="13703" y="1401"/>
                  </a:lnTo>
                  <a:lnTo>
                    <a:pt x="13109" y="1019"/>
                  </a:lnTo>
                  <a:lnTo>
                    <a:pt x="12473" y="679"/>
                  </a:lnTo>
                  <a:lnTo>
                    <a:pt x="11794" y="383"/>
                  </a:lnTo>
                  <a:lnTo>
                    <a:pt x="11158" y="128"/>
                  </a:lnTo>
                  <a:lnTo>
                    <a:pt x="10818" y="43"/>
                  </a:lnTo>
                  <a:lnTo>
                    <a:pt x="1047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5120800" y="2137900"/>
              <a:ext cx="351075" cy="434850"/>
            </a:xfrm>
            <a:custGeom>
              <a:rect b="b" l="l" r="r" t="t"/>
              <a:pathLst>
                <a:path extrusionOk="0" h="17394" w="14043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679" y="17266"/>
                  </a:lnTo>
                  <a:lnTo>
                    <a:pt x="8230" y="17054"/>
                  </a:lnTo>
                  <a:lnTo>
                    <a:pt x="8782" y="16800"/>
                  </a:lnTo>
                  <a:lnTo>
                    <a:pt x="9291" y="16460"/>
                  </a:lnTo>
                  <a:lnTo>
                    <a:pt x="9800" y="16121"/>
                  </a:lnTo>
                  <a:lnTo>
                    <a:pt x="10309" y="15739"/>
                  </a:lnTo>
                  <a:lnTo>
                    <a:pt x="11200" y="14975"/>
                  </a:lnTo>
                  <a:lnTo>
                    <a:pt x="10564" y="14806"/>
                  </a:lnTo>
                  <a:lnTo>
                    <a:pt x="9970" y="14594"/>
                  </a:lnTo>
                  <a:lnTo>
                    <a:pt x="9376" y="14297"/>
                  </a:lnTo>
                  <a:lnTo>
                    <a:pt x="8824" y="14000"/>
                  </a:lnTo>
                  <a:lnTo>
                    <a:pt x="8315" y="13618"/>
                  </a:lnTo>
                  <a:lnTo>
                    <a:pt x="7849" y="13236"/>
                  </a:lnTo>
                  <a:lnTo>
                    <a:pt x="7424" y="12812"/>
                  </a:lnTo>
                  <a:lnTo>
                    <a:pt x="7043" y="12303"/>
                  </a:lnTo>
                  <a:lnTo>
                    <a:pt x="6703" y="11794"/>
                  </a:lnTo>
                  <a:lnTo>
                    <a:pt x="6449" y="11242"/>
                  </a:lnTo>
                  <a:lnTo>
                    <a:pt x="6279" y="10691"/>
                  </a:lnTo>
                  <a:lnTo>
                    <a:pt x="6152" y="10055"/>
                  </a:lnTo>
                  <a:lnTo>
                    <a:pt x="6109" y="9418"/>
                  </a:lnTo>
                  <a:lnTo>
                    <a:pt x="6152" y="8782"/>
                  </a:lnTo>
                  <a:lnTo>
                    <a:pt x="6322" y="8103"/>
                  </a:lnTo>
                  <a:lnTo>
                    <a:pt x="6534" y="7382"/>
                  </a:lnTo>
                  <a:lnTo>
                    <a:pt x="6788" y="6831"/>
                  </a:lnTo>
                  <a:lnTo>
                    <a:pt x="7043" y="6322"/>
                  </a:lnTo>
                  <a:lnTo>
                    <a:pt x="7382" y="5812"/>
                  </a:lnTo>
                  <a:lnTo>
                    <a:pt x="7721" y="5346"/>
                  </a:lnTo>
                  <a:lnTo>
                    <a:pt x="8103" y="4879"/>
                  </a:lnTo>
                  <a:lnTo>
                    <a:pt x="8570" y="4455"/>
                  </a:lnTo>
                  <a:lnTo>
                    <a:pt x="8994" y="4073"/>
                  </a:lnTo>
                  <a:lnTo>
                    <a:pt x="9503" y="3691"/>
                  </a:lnTo>
                  <a:lnTo>
                    <a:pt x="10012" y="3352"/>
                  </a:lnTo>
                  <a:lnTo>
                    <a:pt x="10521" y="3013"/>
                  </a:lnTo>
                  <a:lnTo>
                    <a:pt x="11073" y="2716"/>
                  </a:lnTo>
                  <a:lnTo>
                    <a:pt x="11667" y="2461"/>
                  </a:lnTo>
                  <a:lnTo>
                    <a:pt x="12261" y="2207"/>
                  </a:lnTo>
                  <a:lnTo>
                    <a:pt x="12854" y="1995"/>
                  </a:lnTo>
                  <a:lnTo>
                    <a:pt x="13448" y="1782"/>
                  </a:lnTo>
                  <a:lnTo>
                    <a:pt x="14042" y="1613"/>
                  </a:lnTo>
                  <a:lnTo>
                    <a:pt x="13067" y="1019"/>
                  </a:lnTo>
                  <a:lnTo>
                    <a:pt x="12557" y="722"/>
                  </a:lnTo>
                  <a:lnTo>
                    <a:pt x="12006" y="467"/>
                  </a:lnTo>
                  <a:lnTo>
                    <a:pt x="11455" y="255"/>
                  </a:lnTo>
                  <a:lnTo>
                    <a:pt x="10903" y="86"/>
                  </a:lnTo>
                  <a:lnTo>
                    <a:pt x="10352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5377450" y="2418950"/>
              <a:ext cx="53050" cy="25475"/>
            </a:xfrm>
            <a:custGeom>
              <a:rect b="b" l="l" r="r" t="t"/>
              <a:pathLst>
                <a:path extrusionOk="0" h="1019" w="2122">
                  <a:moveTo>
                    <a:pt x="1740" y="0"/>
                  </a:moveTo>
                  <a:lnTo>
                    <a:pt x="1655" y="43"/>
                  </a:lnTo>
                  <a:lnTo>
                    <a:pt x="1570" y="170"/>
                  </a:lnTo>
                  <a:lnTo>
                    <a:pt x="1443" y="297"/>
                  </a:lnTo>
                  <a:lnTo>
                    <a:pt x="1316" y="382"/>
                  </a:lnTo>
                  <a:lnTo>
                    <a:pt x="1146" y="467"/>
                  </a:lnTo>
                  <a:lnTo>
                    <a:pt x="637" y="467"/>
                  </a:lnTo>
                  <a:lnTo>
                    <a:pt x="510" y="382"/>
                  </a:lnTo>
                  <a:lnTo>
                    <a:pt x="340" y="297"/>
                  </a:lnTo>
                  <a:lnTo>
                    <a:pt x="298" y="255"/>
                  </a:lnTo>
                  <a:lnTo>
                    <a:pt x="86" y="255"/>
                  </a:lnTo>
                  <a:lnTo>
                    <a:pt x="1" y="382"/>
                  </a:lnTo>
                  <a:lnTo>
                    <a:pt x="1" y="425"/>
                  </a:lnTo>
                  <a:lnTo>
                    <a:pt x="43" y="509"/>
                  </a:lnTo>
                  <a:lnTo>
                    <a:pt x="255" y="764"/>
                  </a:lnTo>
                  <a:lnTo>
                    <a:pt x="510" y="934"/>
                  </a:lnTo>
                  <a:lnTo>
                    <a:pt x="764" y="1018"/>
                  </a:lnTo>
                  <a:lnTo>
                    <a:pt x="1061" y="1018"/>
                  </a:lnTo>
                  <a:lnTo>
                    <a:pt x="1358" y="976"/>
                  </a:lnTo>
                  <a:lnTo>
                    <a:pt x="1613" y="849"/>
                  </a:lnTo>
                  <a:lnTo>
                    <a:pt x="1867" y="679"/>
                  </a:lnTo>
                  <a:lnTo>
                    <a:pt x="2079" y="467"/>
                  </a:lnTo>
                  <a:lnTo>
                    <a:pt x="2122" y="340"/>
                  </a:lnTo>
                  <a:lnTo>
                    <a:pt x="2079" y="212"/>
                  </a:lnTo>
                  <a:lnTo>
                    <a:pt x="2037" y="128"/>
                  </a:lnTo>
                  <a:lnTo>
                    <a:pt x="1952" y="43"/>
                  </a:lnTo>
                  <a:lnTo>
                    <a:pt x="186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5401850" y="2365925"/>
              <a:ext cx="49875" cy="26525"/>
            </a:xfrm>
            <a:custGeom>
              <a:rect b="b" l="l" r="r" t="t"/>
              <a:pathLst>
                <a:path extrusionOk="0" h="1061" w="1995">
                  <a:moveTo>
                    <a:pt x="1061" y="0"/>
                  </a:moveTo>
                  <a:lnTo>
                    <a:pt x="764" y="43"/>
                  </a:lnTo>
                  <a:lnTo>
                    <a:pt x="509" y="170"/>
                  </a:lnTo>
                  <a:lnTo>
                    <a:pt x="255" y="340"/>
                  </a:lnTo>
                  <a:lnTo>
                    <a:pt x="85" y="594"/>
                  </a:lnTo>
                  <a:lnTo>
                    <a:pt x="0" y="891"/>
                  </a:lnTo>
                  <a:lnTo>
                    <a:pt x="0" y="1018"/>
                  </a:lnTo>
                  <a:lnTo>
                    <a:pt x="85" y="1061"/>
                  </a:lnTo>
                  <a:lnTo>
                    <a:pt x="213" y="1061"/>
                  </a:lnTo>
                  <a:lnTo>
                    <a:pt x="255" y="976"/>
                  </a:lnTo>
                  <a:lnTo>
                    <a:pt x="340" y="806"/>
                  </a:lnTo>
                  <a:lnTo>
                    <a:pt x="467" y="679"/>
                  </a:lnTo>
                  <a:lnTo>
                    <a:pt x="637" y="552"/>
                  </a:lnTo>
                  <a:lnTo>
                    <a:pt x="806" y="509"/>
                  </a:lnTo>
                  <a:lnTo>
                    <a:pt x="976" y="467"/>
                  </a:lnTo>
                  <a:lnTo>
                    <a:pt x="1146" y="467"/>
                  </a:lnTo>
                  <a:lnTo>
                    <a:pt x="1315" y="552"/>
                  </a:lnTo>
                  <a:lnTo>
                    <a:pt x="1485" y="679"/>
                  </a:lnTo>
                  <a:lnTo>
                    <a:pt x="1570" y="721"/>
                  </a:lnTo>
                  <a:lnTo>
                    <a:pt x="1697" y="764"/>
                  </a:lnTo>
                  <a:lnTo>
                    <a:pt x="1782" y="721"/>
                  </a:lnTo>
                  <a:lnTo>
                    <a:pt x="1867" y="637"/>
                  </a:lnTo>
                  <a:lnTo>
                    <a:pt x="1952" y="552"/>
                  </a:lnTo>
                  <a:lnTo>
                    <a:pt x="1994" y="467"/>
                  </a:lnTo>
                  <a:lnTo>
                    <a:pt x="1952" y="382"/>
                  </a:lnTo>
                  <a:lnTo>
                    <a:pt x="1909" y="255"/>
                  </a:lnTo>
                  <a:lnTo>
                    <a:pt x="1655" y="128"/>
                  </a:lnTo>
                  <a:lnTo>
                    <a:pt x="1358" y="43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5473975" y="2296975"/>
              <a:ext cx="26525" cy="54125"/>
            </a:xfrm>
            <a:custGeom>
              <a:rect b="b" l="l" r="r" t="t"/>
              <a:pathLst>
                <a:path extrusionOk="0" h="2165" w="1061">
                  <a:moveTo>
                    <a:pt x="297" y="1"/>
                  </a:moveTo>
                  <a:lnTo>
                    <a:pt x="170" y="43"/>
                  </a:lnTo>
                  <a:lnTo>
                    <a:pt x="85" y="128"/>
                  </a:lnTo>
                  <a:lnTo>
                    <a:pt x="42" y="213"/>
                  </a:lnTo>
                  <a:lnTo>
                    <a:pt x="0" y="298"/>
                  </a:lnTo>
                  <a:lnTo>
                    <a:pt x="42" y="425"/>
                  </a:lnTo>
                  <a:lnTo>
                    <a:pt x="127" y="510"/>
                  </a:lnTo>
                  <a:lnTo>
                    <a:pt x="255" y="680"/>
                  </a:lnTo>
                  <a:lnTo>
                    <a:pt x="339" y="807"/>
                  </a:lnTo>
                  <a:lnTo>
                    <a:pt x="424" y="977"/>
                  </a:lnTo>
                  <a:lnTo>
                    <a:pt x="467" y="1146"/>
                  </a:lnTo>
                  <a:lnTo>
                    <a:pt x="467" y="1274"/>
                  </a:lnTo>
                  <a:lnTo>
                    <a:pt x="424" y="1443"/>
                  </a:lnTo>
                  <a:lnTo>
                    <a:pt x="339" y="1613"/>
                  </a:lnTo>
                  <a:lnTo>
                    <a:pt x="255" y="1783"/>
                  </a:lnTo>
                  <a:lnTo>
                    <a:pt x="212" y="1867"/>
                  </a:lnTo>
                  <a:lnTo>
                    <a:pt x="212" y="1952"/>
                  </a:lnTo>
                  <a:lnTo>
                    <a:pt x="255" y="2080"/>
                  </a:lnTo>
                  <a:lnTo>
                    <a:pt x="382" y="2164"/>
                  </a:lnTo>
                  <a:lnTo>
                    <a:pt x="467" y="2164"/>
                  </a:lnTo>
                  <a:lnTo>
                    <a:pt x="552" y="2122"/>
                  </a:lnTo>
                  <a:lnTo>
                    <a:pt x="764" y="1910"/>
                  </a:lnTo>
                  <a:lnTo>
                    <a:pt x="933" y="1655"/>
                  </a:lnTo>
                  <a:lnTo>
                    <a:pt x="1018" y="1358"/>
                  </a:lnTo>
                  <a:lnTo>
                    <a:pt x="1061" y="1061"/>
                  </a:lnTo>
                  <a:lnTo>
                    <a:pt x="1018" y="765"/>
                  </a:lnTo>
                  <a:lnTo>
                    <a:pt x="933" y="468"/>
                  </a:lnTo>
                  <a:lnTo>
                    <a:pt x="764" y="21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5183375" y="2358500"/>
              <a:ext cx="56225" cy="50925"/>
            </a:xfrm>
            <a:custGeom>
              <a:rect b="b" l="l" r="r" t="t"/>
              <a:pathLst>
                <a:path extrusionOk="0" h="2037" w="2249">
                  <a:moveTo>
                    <a:pt x="1825" y="0"/>
                  </a:moveTo>
                  <a:lnTo>
                    <a:pt x="1740" y="85"/>
                  </a:lnTo>
                  <a:lnTo>
                    <a:pt x="1655" y="170"/>
                  </a:lnTo>
                  <a:lnTo>
                    <a:pt x="1401" y="594"/>
                  </a:lnTo>
                  <a:lnTo>
                    <a:pt x="1273" y="806"/>
                  </a:lnTo>
                  <a:lnTo>
                    <a:pt x="1146" y="976"/>
                  </a:lnTo>
                  <a:lnTo>
                    <a:pt x="976" y="1146"/>
                  </a:lnTo>
                  <a:lnTo>
                    <a:pt x="764" y="1273"/>
                  </a:lnTo>
                  <a:lnTo>
                    <a:pt x="510" y="1358"/>
                  </a:lnTo>
                  <a:lnTo>
                    <a:pt x="255" y="1400"/>
                  </a:lnTo>
                  <a:lnTo>
                    <a:pt x="128" y="1443"/>
                  </a:lnTo>
                  <a:lnTo>
                    <a:pt x="43" y="1528"/>
                  </a:lnTo>
                  <a:lnTo>
                    <a:pt x="1" y="1655"/>
                  </a:lnTo>
                  <a:lnTo>
                    <a:pt x="43" y="1740"/>
                  </a:lnTo>
                  <a:lnTo>
                    <a:pt x="85" y="1867"/>
                  </a:lnTo>
                  <a:lnTo>
                    <a:pt x="170" y="1952"/>
                  </a:lnTo>
                  <a:lnTo>
                    <a:pt x="255" y="1994"/>
                  </a:lnTo>
                  <a:lnTo>
                    <a:pt x="382" y="2037"/>
                  </a:lnTo>
                  <a:lnTo>
                    <a:pt x="722" y="1952"/>
                  </a:lnTo>
                  <a:lnTo>
                    <a:pt x="1019" y="1824"/>
                  </a:lnTo>
                  <a:lnTo>
                    <a:pt x="1316" y="1697"/>
                  </a:lnTo>
                  <a:lnTo>
                    <a:pt x="1613" y="1485"/>
                  </a:lnTo>
                  <a:lnTo>
                    <a:pt x="1867" y="1231"/>
                  </a:lnTo>
                  <a:lnTo>
                    <a:pt x="2037" y="934"/>
                  </a:lnTo>
                  <a:lnTo>
                    <a:pt x="2164" y="637"/>
                  </a:lnTo>
                  <a:lnTo>
                    <a:pt x="2249" y="297"/>
                  </a:lnTo>
                  <a:lnTo>
                    <a:pt x="2207" y="212"/>
                  </a:lnTo>
                  <a:lnTo>
                    <a:pt x="2164" y="128"/>
                  </a:lnTo>
                  <a:lnTo>
                    <a:pt x="2079" y="43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4551300" y="1957625"/>
              <a:ext cx="1070100" cy="674525"/>
            </a:xfrm>
            <a:custGeom>
              <a:rect b="b" l="l" r="r" t="t"/>
              <a:pathLst>
                <a:path extrusionOk="0" h="26981" w="42804">
                  <a:moveTo>
                    <a:pt x="25708" y="0"/>
                  </a:moveTo>
                  <a:lnTo>
                    <a:pt x="25496" y="43"/>
                  </a:lnTo>
                  <a:lnTo>
                    <a:pt x="25284" y="85"/>
                  </a:lnTo>
                  <a:lnTo>
                    <a:pt x="24817" y="212"/>
                  </a:lnTo>
                  <a:lnTo>
                    <a:pt x="24350" y="467"/>
                  </a:lnTo>
                  <a:lnTo>
                    <a:pt x="23841" y="849"/>
                  </a:lnTo>
                  <a:lnTo>
                    <a:pt x="23375" y="1230"/>
                  </a:lnTo>
                  <a:lnTo>
                    <a:pt x="22866" y="1697"/>
                  </a:lnTo>
                  <a:lnTo>
                    <a:pt x="21932" y="2588"/>
                  </a:lnTo>
                  <a:lnTo>
                    <a:pt x="21126" y="3394"/>
                  </a:lnTo>
                  <a:lnTo>
                    <a:pt x="20320" y="4157"/>
                  </a:lnTo>
                  <a:lnTo>
                    <a:pt x="19811" y="3733"/>
                  </a:lnTo>
                  <a:lnTo>
                    <a:pt x="19217" y="3394"/>
                  </a:lnTo>
                  <a:lnTo>
                    <a:pt x="18623" y="3139"/>
                  </a:lnTo>
                  <a:lnTo>
                    <a:pt x="17987" y="2927"/>
                  </a:lnTo>
                  <a:lnTo>
                    <a:pt x="17308" y="2842"/>
                  </a:lnTo>
                  <a:lnTo>
                    <a:pt x="16630" y="2800"/>
                  </a:lnTo>
                  <a:lnTo>
                    <a:pt x="15951" y="2842"/>
                  </a:lnTo>
                  <a:lnTo>
                    <a:pt x="15230" y="2970"/>
                  </a:lnTo>
                  <a:lnTo>
                    <a:pt x="14678" y="3139"/>
                  </a:lnTo>
                  <a:lnTo>
                    <a:pt x="14169" y="3351"/>
                  </a:lnTo>
                  <a:lnTo>
                    <a:pt x="13703" y="3648"/>
                  </a:lnTo>
                  <a:lnTo>
                    <a:pt x="13236" y="3945"/>
                  </a:lnTo>
                  <a:lnTo>
                    <a:pt x="12812" y="4285"/>
                  </a:lnTo>
                  <a:lnTo>
                    <a:pt x="12430" y="4709"/>
                  </a:lnTo>
                  <a:lnTo>
                    <a:pt x="12091" y="5133"/>
                  </a:lnTo>
                  <a:lnTo>
                    <a:pt x="11794" y="5600"/>
                  </a:lnTo>
                  <a:lnTo>
                    <a:pt x="11624" y="6066"/>
                  </a:lnTo>
                  <a:lnTo>
                    <a:pt x="11454" y="6660"/>
                  </a:lnTo>
                  <a:lnTo>
                    <a:pt x="11157" y="8018"/>
                  </a:lnTo>
                  <a:lnTo>
                    <a:pt x="10860" y="9502"/>
                  </a:lnTo>
                  <a:lnTo>
                    <a:pt x="10691" y="10266"/>
                  </a:lnTo>
                  <a:lnTo>
                    <a:pt x="10479" y="10987"/>
                  </a:lnTo>
                  <a:lnTo>
                    <a:pt x="10224" y="11666"/>
                  </a:lnTo>
                  <a:lnTo>
                    <a:pt x="9927" y="12302"/>
                  </a:lnTo>
                  <a:lnTo>
                    <a:pt x="9757" y="12557"/>
                  </a:lnTo>
                  <a:lnTo>
                    <a:pt x="9588" y="12811"/>
                  </a:lnTo>
                  <a:lnTo>
                    <a:pt x="9376" y="13023"/>
                  </a:lnTo>
                  <a:lnTo>
                    <a:pt x="9164" y="13193"/>
                  </a:lnTo>
                  <a:lnTo>
                    <a:pt x="8909" y="13320"/>
                  </a:lnTo>
                  <a:lnTo>
                    <a:pt x="8654" y="13448"/>
                  </a:lnTo>
                  <a:lnTo>
                    <a:pt x="8358" y="13533"/>
                  </a:lnTo>
                  <a:lnTo>
                    <a:pt x="7721" y="13533"/>
                  </a:lnTo>
                  <a:lnTo>
                    <a:pt x="7382" y="13448"/>
                  </a:lnTo>
                  <a:lnTo>
                    <a:pt x="7000" y="13363"/>
                  </a:lnTo>
                  <a:lnTo>
                    <a:pt x="6618" y="13151"/>
                  </a:lnTo>
                  <a:lnTo>
                    <a:pt x="6576" y="13151"/>
                  </a:lnTo>
                  <a:lnTo>
                    <a:pt x="6830" y="12769"/>
                  </a:lnTo>
                  <a:lnTo>
                    <a:pt x="7085" y="12345"/>
                  </a:lnTo>
                  <a:lnTo>
                    <a:pt x="7297" y="11921"/>
                  </a:lnTo>
                  <a:lnTo>
                    <a:pt x="7509" y="11496"/>
                  </a:lnTo>
                  <a:lnTo>
                    <a:pt x="7509" y="11411"/>
                  </a:lnTo>
                  <a:lnTo>
                    <a:pt x="7509" y="11327"/>
                  </a:lnTo>
                  <a:lnTo>
                    <a:pt x="7467" y="11242"/>
                  </a:lnTo>
                  <a:lnTo>
                    <a:pt x="7424" y="11157"/>
                  </a:lnTo>
                  <a:lnTo>
                    <a:pt x="6533" y="10436"/>
                  </a:lnTo>
                  <a:lnTo>
                    <a:pt x="5685" y="9715"/>
                  </a:lnTo>
                  <a:lnTo>
                    <a:pt x="4879" y="8909"/>
                  </a:lnTo>
                  <a:lnTo>
                    <a:pt x="4158" y="8060"/>
                  </a:lnTo>
                  <a:lnTo>
                    <a:pt x="4073" y="8018"/>
                  </a:lnTo>
                  <a:lnTo>
                    <a:pt x="3903" y="8018"/>
                  </a:lnTo>
                  <a:lnTo>
                    <a:pt x="3861" y="8060"/>
                  </a:lnTo>
                  <a:lnTo>
                    <a:pt x="1103" y="11242"/>
                  </a:lnTo>
                  <a:lnTo>
                    <a:pt x="764" y="11581"/>
                  </a:lnTo>
                  <a:lnTo>
                    <a:pt x="382" y="12048"/>
                  </a:lnTo>
                  <a:lnTo>
                    <a:pt x="213" y="12260"/>
                  </a:lnTo>
                  <a:lnTo>
                    <a:pt x="85" y="12514"/>
                  </a:lnTo>
                  <a:lnTo>
                    <a:pt x="1" y="12769"/>
                  </a:lnTo>
                  <a:lnTo>
                    <a:pt x="1" y="12981"/>
                  </a:lnTo>
                  <a:lnTo>
                    <a:pt x="85" y="13193"/>
                  </a:lnTo>
                  <a:lnTo>
                    <a:pt x="255" y="13405"/>
                  </a:lnTo>
                  <a:lnTo>
                    <a:pt x="467" y="13575"/>
                  </a:lnTo>
                  <a:lnTo>
                    <a:pt x="722" y="13702"/>
                  </a:lnTo>
                  <a:lnTo>
                    <a:pt x="1231" y="13914"/>
                  </a:lnTo>
                  <a:lnTo>
                    <a:pt x="1697" y="14084"/>
                  </a:lnTo>
                  <a:lnTo>
                    <a:pt x="2419" y="14381"/>
                  </a:lnTo>
                  <a:lnTo>
                    <a:pt x="3182" y="14635"/>
                  </a:lnTo>
                  <a:lnTo>
                    <a:pt x="3988" y="14805"/>
                  </a:lnTo>
                  <a:lnTo>
                    <a:pt x="4752" y="14932"/>
                  </a:lnTo>
                  <a:lnTo>
                    <a:pt x="4879" y="14890"/>
                  </a:lnTo>
                  <a:lnTo>
                    <a:pt x="4921" y="14805"/>
                  </a:lnTo>
                  <a:lnTo>
                    <a:pt x="4879" y="14720"/>
                  </a:lnTo>
                  <a:lnTo>
                    <a:pt x="4794" y="14635"/>
                  </a:lnTo>
                  <a:lnTo>
                    <a:pt x="3946" y="14423"/>
                  </a:lnTo>
                  <a:lnTo>
                    <a:pt x="3097" y="14211"/>
                  </a:lnTo>
                  <a:lnTo>
                    <a:pt x="2037" y="13872"/>
                  </a:lnTo>
                  <a:lnTo>
                    <a:pt x="1485" y="13660"/>
                  </a:lnTo>
                  <a:lnTo>
                    <a:pt x="1273" y="13533"/>
                  </a:lnTo>
                  <a:lnTo>
                    <a:pt x="1103" y="13363"/>
                  </a:lnTo>
                  <a:lnTo>
                    <a:pt x="849" y="13278"/>
                  </a:lnTo>
                  <a:lnTo>
                    <a:pt x="722" y="13236"/>
                  </a:lnTo>
                  <a:lnTo>
                    <a:pt x="679" y="13151"/>
                  </a:lnTo>
                  <a:lnTo>
                    <a:pt x="679" y="13023"/>
                  </a:lnTo>
                  <a:lnTo>
                    <a:pt x="679" y="12939"/>
                  </a:lnTo>
                  <a:lnTo>
                    <a:pt x="807" y="12642"/>
                  </a:lnTo>
                  <a:lnTo>
                    <a:pt x="849" y="12387"/>
                  </a:lnTo>
                  <a:lnTo>
                    <a:pt x="891" y="12133"/>
                  </a:lnTo>
                  <a:lnTo>
                    <a:pt x="1061" y="11921"/>
                  </a:lnTo>
                  <a:lnTo>
                    <a:pt x="1231" y="11751"/>
                  </a:lnTo>
                  <a:lnTo>
                    <a:pt x="1528" y="11369"/>
                  </a:lnTo>
                  <a:lnTo>
                    <a:pt x="1867" y="10987"/>
                  </a:lnTo>
                  <a:lnTo>
                    <a:pt x="2546" y="10266"/>
                  </a:lnTo>
                  <a:lnTo>
                    <a:pt x="3140" y="9418"/>
                  </a:lnTo>
                  <a:lnTo>
                    <a:pt x="3521" y="8951"/>
                  </a:lnTo>
                  <a:lnTo>
                    <a:pt x="3691" y="8824"/>
                  </a:lnTo>
                  <a:lnTo>
                    <a:pt x="3818" y="8739"/>
                  </a:lnTo>
                  <a:lnTo>
                    <a:pt x="3988" y="8739"/>
                  </a:lnTo>
                  <a:lnTo>
                    <a:pt x="4115" y="8781"/>
                  </a:lnTo>
                  <a:lnTo>
                    <a:pt x="4243" y="8824"/>
                  </a:lnTo>
                  <a:lnTo>
                    <a:pt x="4327" y="8909"/>
                  </a:lnTo>
                  <a:lnTo>
                    <a:pt x="4540" y="9121"/>
                  </a:lnTo>
                  <a:lnTo>
                    <a:pt x="4752" y="9375"/>
                  </a:lnTo>
                  <a:lnTo>
                    <a:pt x="5303" y="9927"/>
                  </a:lnTo>
                  <a:lnTo>
                    <a:pt x="5897" y="10436"/>
                  </a:lnTo>
                  <a:lnTo>
                    <a:pt x="6491" y="10945"/>
                  </a:lnTo>
                  <a:lnTo>
                    <a:pt x="7085" y="11411"/>
                  </a:lnTo>
                  <a:lnTo>
                    <a:pt x="6661" y="12260"/>
                  </a:lnTo>
                  <a:lnTo>
                    <a:pt x="6152" y="13066"/>
                  </a:lnTo>
                  <a:lnTo>
                    <a:pt x="5600" y="13872"/>
                  </a:lnTo>
                  <a:lnTo>
                    <a:pt x="4964" y="14593"/>
                  </a:lnTo>
                  <a:lnTo>
                    <a:pt x="4921" y="14678"/>
                  </a:lnTo>
                  <a:lnTo>
                    <a:pt x="4964" y="14763"/>
                  </a:lnTo>
                  <a:lnTo>
                    <a:pt x="5006" y="14805"/>
                  </a:lnTo>
                  <a:lnTo>
                    <a:pt x="5091" y="14763"/>
                  </a:lnTo>
                  <a:lnTo>
                    <a:pt x="5473" y="14423"/>
                  </a:lnTo>
                  <a:lnTo>
                    <a:pt x="5812" y="14084"/>
                  </a:lnTo>
                  <a:lnTo>
                    <a:pt x="6109" y="13745"/>
                  </a:lnTo>
                  <a:lnTo>
                    <a:pt x="6406" y="13363"/>
                  </a:lnTo>
                  <a:lnTo>
                    <a:pt x="6449" y="13405"/>
                  </a:lnTo>
                  <a:lnTo>
                    <a:pt x="6958" y="13660"/>
                  </a:lnTo>
                  <a:lnTo>
                    <a:pt x="7467" y="13787"/>
                  </a:lnTo>
                  <a:lnTo>
                    <a:pt x="7933" y="13787"/>
                  </a:lnTo>
                  <a:lnTo>
                    <a:pt x="8358" y="13745"/>
                  </a:lnTo>
                  <a:lnTo>
                    <a:pt x="8739" y="13617"/>
                  </a:lnTo>
                  <a:lnTo>
                    <a:pt x="9121" y="13405"/>
                  </a:lnTo>
                  <a:lnTo>
                    <a:pt x="9460" y="13108"/>
                  </a:lnTo>
                  <a:lnTo>
                    <a:pt x="9757" y="12769"/>
                  </a:lnTo>
                  <a:lnTo>
                    <a:pt x="10054" y="12387"/>
                  </a:lnTo>
                  <a:lnTo>
                    <a:pt x="10309" y="12005"/>
                  </a:lnTo>
                  <a:lnTo>
                    <a:pt x="10563" y="11581"/>
                  </a:lnTo>
                  <a:lnTo>
                    <a:pt x="10733" y="11115"/>
                  </a:lnTo>
                  <a:lnTo>
                    <a:pt x="10903" y="10648"/>
                  </a:lnTo>
                  <a:lnTo>
                    <a:pt x="11072" y="10181"/>
                  </a:lnTo>
                  <a:lnTo>
                    <a:pt x="11242" y="9290"/>
                  </a:lnTo>
                  <a:lnTo>
                    <a:pt x="11454" y="8272"/>
                  </a:lnTo>
                  <a:lnTo>
                    <a:pt x="11709" y="7297"/>
                  </a:lnTo>
                  <a:lnTo>
                    <a:pt x="11836" y="6788"/>
                  </a:lnTo>
                  <a:lnTo>
                    <a:pt x="12006" y="6363"/>
                  </a:lnTo>
                  <a:lnTo>
                    <a:pt x="12218" y="5897"/>
                  </a:lnTo>
                  <a:lnTo>
                    <a:pt x="12430" y="5472"/>
                  </a:lnTo>
                  <a:lnTo>
                    <a:pt x="12684" y="5091"/>
                  </a:lnTo>
                  <a:lnTo>
                    <a:pt x="12939" y="4709"/>
                  </a:lnTo>
                  <a:lnTo>
                    <a:pt x="13278" y="4370"/>
                  </a:lnTo>
                  <a:lnTo>
                    <a:pt x="13618" y="4073"/>
                  </a:lnTo>
                  <a:lnTo>
                    <a:pt x="14042" y="3818"/>
                  </a:lnTo>
                  <a:lnTo>
                    <a:pt x="14509" y="3564"/>
                  </a:lnTo>
                  <a:lnTo>
                    <a:pt x="15018" y="3351"/>
                  </a:lnTo>
                  <a:lnTo>
                    <a:pt x="15569" y="3224"/>
                  </a:lnTo>
                  <a:lnTo>
                    <a:pt x="16205" y="3097"/>
                  </a:lnTo>
                  <a:lnTo>
                    <a:pt x="16842" y="3097"/>
                  </a:lnTo>
                  <a:lnTo>
                    <a:pt x="17436" y="3139"/>
                  </a:lnTo>
                  <a:lnTo>
                    <a:pt x="18030" y="3267"/>
                  </a:lnTo>
                  <a:lnTo>
                    <a:pt x="18581" y="3436"/>
                  </a:lnTo>
                  <a:lnTo>
                    <a:pt x="19133" y="3691"/>
                  </a:lnTo>
                  <a:lnTo>
                    <a:pt x="19642" y="3988"/>
                  </a:lnTo>
                  <a:lnTo>
                    <a:pt x="20151" y="4327"/>
                  </a:lnTo>
                  <a:lnTo>
                    <a:pt x="18199" y="6236"/>
                  </a:lnTo>
                  <a:lnTo>
                    <a:pt x="16290" y="8145"/>
                  </a:lnTo>
                  <a:lnTo>
                    <a:pt x="16248" y="8230"/>
                  </a:lnTo>
                  <a:lnTo>
                    <a:pt x="16248" y="8315"/>
                  </a:lnTo>
                  <a:lnTo>
                    <a:pt x="16248" y="8400"/>
                  </a:lnTo>
                  <a:lnTo>
                    <a:pt x="16290" y="8484"/>
                  </a:lnTo>
                  <a:lnTo>
                    <a:pt x="16375" y="8527"/>
                  </a:lnTo>
                  <a:lnTo>
                    <a:pt x="16502" y="8527"/>
                  </a:lnTo>
                  <a:lnTo>
                    <a:pt x="16587" y="8484"/>
                  </a:lnTo>
                  <a:lnTo>
                    <a:pt x="18539" y="6533"/>
                  </a:lnTo>
                  <a:lnTo>
                    <a:pt x="20490" y="4624"/>
                  </a:lnTo>
                  <a:lnTo>
                    <a:pt x="20872" y="4963"/>
                  </a:lnTo>
                  <a:lnTo>
                    <a:pt x="21169" y="5303"/>
                  </a:lnTo>
                  <a:lnTo>
                    <a:pt x="21466" y="5685"/>
                  </a:lnTo>
                  <a:lnTo>
                    <a:pt x="21763" y="6066"/>
                  </a:lnTo>
                  <a:lnTo>
                    <a:pt x="21678" y="6151"/>
                  </a:lnTo>
                  <a:lnTo>
                    <a:pt x="21169" y="6618"/>
                  </a:lnTo>
                  <a:lnTo>
                    <a:pt x="20617" y="7042"/>
                  </a:lnTo>
                  <a:lnTo>
                    <a:pt x="20278" y="7297"/>
                  </a:lnTo>
                  <a:lnTo>
                    <a:pt x="20151" y="7339"/>
                  </a:lnTo>
                  <a:lnTo>
                    <a:pt x="19939" y="7339"/>
                  </a:lnTo>
                  <a:lnTo>
                    <a:pt x="19811" y="7254"/>
                  </a:lnTo>
                  <a:lnTo>
                    <a:pt x="19514" y="6957"/>
                  </a:lnTo>
                  <a:lnTo>
                    <a:pt x="19429" y="6957"/>
                  </a:lnTo>
                  <a:lnTo>
                    <a:pt x="19387" y="6915"/>
                  </a:lnTo>
                  <a:lnTo>
                    <a:pt x="19302" y="6957"/>
                  </a:lnTo>
                  <a:lnTo>
                    <a:pt x="19260" y="7084"/>
                  </a:lnTo>
                  <a:lnTo>
                    <a:pt x="19260" y="7127"/>
                  </a:lnTo>
                  <a:lnTo>
                    <a:pt x="19302" y="7169"/>
                  </a:lnTo>
                  <a:lnTo>
                    <a:pt x="19939" y="7933"/>
                  </a:lnTo>
                  <a:lnTo>
                    <a:pt x="20023" y="7975"/>
                  </a:lnTo>
                  <a:lnTo>
                    <a:pt x="20151" y="7975"/>
                  </a:lnTo>
                  <a:lnTo>
                    <a:pt x="20235" y="7933"/>
                  </a:lnTo>
                  <a:lnTo>
                    <a:pt x="21975" y="6448"/>
                  </a:lnTo>
                  <a:lnTo>
                    <a:pt x="22314" y="7042"/>
                  </a:lnTo>
                  <a:lnTo>
                    <a:pt x="22569" y="7636"/>
                  </a:lnTo>
                  <a:lnTo>
                    <a:pt x="22611" y="7678"/>
                  </a:lnTo>
                  <a:lnTo>
                    <a:pt x="22653" y="7678"/>
                  </a:lnTo>
                  <a:lnTo>
                    <a:pt x="22696" y="7636"/>
                  </a:lnTo>
                  <a:lnTo>
                    <a:pt x="22696" y="7594"/>
                  </a:lnTo>
                  <a:lnTo>
                    <a:pt x="22441" y="6915"/>
                  </a:lnTo>
                  <a:lnTo>
                    <a:pt x="22144" y="6321"/>
                  </a:lnTo>
                  <a:lnTo>
                    <a:pt x="22653" y="5897"/>
                  </a:lnTo>
                  <a:lnTo>
                    <a:pt x="23587" y="5176"/>
                  </a:lnTo>
                  <a:lnTo>
                    <a:pt x="23799" y="4963"/>
                  </a:lnTo>
                  <a:lnTo>
                    <a:pt x="24011" y="4751"/>
                  </a:lnTo>
                  <a:lnTo>
                    <a:pt x="24181" y="4497"/>
                  </a:lnTo>
                  <a:lnTo>
                    <a:pt x="24308" y="4285"/>
                  </a:lnTo>
                  <a:lnTo>
                    <a:pt x="24393" y="4030"/>
                  </a:lnTo>
                  <a:lnTo>
                    <a:pt x="24393" y="3776"/>
                  </a:lnTo>
                  <a:lnTo>
                    <a:pt x="24350" y="3564"/>
                  </a:lnTo>
                  <a:lnTo>
                    <a:pt x="24266" y="3351"/>
                  </a:lnTo>
                  <a:lnTo>
                    <a:pt x="24096" y="3224"/>
                  </a:lnTo>
                  <a:lnTo>
                    <a:pt x="23926" y="3097"/>
                  </a:lnTo>
                  <a:lnTo>
                    <a:pt x="23714" y="3054"/>
                  </a:lnTo>
                  <a:lnTo>
                    <a:pt x="23459" y="3097"/>
                  </a:lnTo>
                  <a:lnTo>
                    <a:pt x="23375" y="3139"/>
                  </a:lnTo>
                  <a:lnTo>
                    <a:pt x="23332" y="3182"/>
                  </a:lnTo>
                  <a:lnTo>
                    <a:pt x="23290" y="3267"/>
                  </a:lnTo>
                  <a:lnTo>
                    <a:pt x="23290" y="3351"/>
                  </a:lnTo>
                  <a:lnTo>
                    <a:pt x="23332" y="3394"/>
                  </a:lnTo>
                  <a:lnTo>
                    <a:pt x="23375" y="3479"/>
                  </a:lnTo>
                  <a:lnTo>
                    <a:pt x="23544" y="3479"/>
                  </a:lnTo>
                  <a:lnTo>
                    <a:pt x="23714" y="3860"/>
                  </a:lnTo>
                  <a:lnTo>
                    <a:pt x="23714" y="4030"/>
                  </a:lnTo>
                  <a:lnTo>
                    <a:pt x="23714" y="4200"/>
                  </a:lnTo>
                  <a:lnTo>
                    <a:pt x="23672" y="4327"/>
                  </a:lnTo>
                  <a:lnTo>
                    <a:pt x="23629" y="4454"/>
                  </a:lnTo>
                  <a:lnTo>
                    <a:pt x="23502" y="4582"/>
                  </a:lnTo>
                  <a:lnTo>
                    <a:pt x="23375" y="4666"/>
                  </a:lnTo>
                  <a:lnTo>
                    <a:pt x="22696" y="5260"/>
                  </a:lnTo>
                  <a:lnTo>
                    <a:pt x="21932" y="5939"/>
                  </a:lnTo>
                  <a:lnTo>
                    <a:pt x="21635" y="5515"/>
                  </a:lnTo>
                  <a:lnTo>
                    <a:pt x="21338" y="5133"/>
                  </a:lnTo>
                  <a:lnTo>
                    <a:pt x="21041" y="4794"/>
                  </a:lnTo>
                  <a:lnTo>
                    <a:pt x="20702" y="4454"/>
                  </a:lnTo>
                  <a:lnTo>
                    <a:pt x="22738" y="2630"/>
                  </a:lnTo>
                  <a:lnTo>
                    <a:pt x="23672" y="1739"/>
                  </a:lnTo>
                  <a:lnTo>
                    <a:pt x="24181" y="1273"/>
                  </a:lnTo>
                  <a:lnTo>
                    <a:pt x="24435" y="1103"/>
                  </a:lnTo>
                  <a:lnTo>
                    <a:pt x="24647" y="976"/>
                  </a:lnTo>
                  <a:lnTo>
                    <a:pt x="25029" y="891"/>
                  </a:lnTo>
                  <a:lnTo>
                    <a:pt x="25368" y="849"/>
                  </a:lnTo>
                  <a:lnTo>
                    <a:pt x="26090" y="849"/>
                  </a:lnTo>
                  <a:lnTo>
                    <a:pt x="26471" y="933"/>
                  </a:lnTo>
                  <a:lnTo>
                    <a:pt x="26811" y="1018"/>
                  </a:lnTo>
                  <a:lnTo>
                    <a:pt x="27447" y="1315"/>
                  </a:lnTo>
                  <a:lnTo>
                    <a:pt x="27914" y="1527"/>
                  </a:lnTo>
                  <a:lnTo>
                    <a:pt x="28380" y="1782"/>
                  </a:lnTo>
                  <a:lnTo>
                    <a:pt x="29271" y="2291"/>
                  </a:lnTo>
                  <a:lnTo>
                    <a:pt x="30968" y="3436"/>
                  </a:lnTo>
                  <a:lnTo>
                    <a:pt x="32707" y="4539"/>
                  </a:lnTo>
                  <a:lnTo>
                    <a:pt x="34447" y="5685"/>
                  </a:lnTo>
                  <a:lnTo>
                    <a:pt x="36143" y="6872"/>
                  </a:lnTo>
                  <a:lnTo>
                    <a:pt x="37798" y="8060"/>
                  </a:lnTo>
                  <a:lnTo>
                    <a:pt x="38731" y="8696"/>
                  </a:lnTo>
                  <a:lnTo>
                    <a:pt x="39792" y="9418"/>
                  </a:lnTo>
                  <a:lnTo>
                    <a:pt x="40301" y="9757"/>
                  </a:lnTo>
                  <a:lnTo>
                    <a:pt x="40767" y="10139"/>
                  </a:lnTo>
                  <a:lnTo>
                    <a:pt x="41192" y="10521"/>
                  </a:lnTo>
                  <a:lnTo>
                    <a:pt x="41573" y="10945"/>
                  </a:lnTo>
                  <a:lnTo>
                    <a:pt x="41828" y="11369"/>
                  </a:lnTo>
                  <a:lnTo>
                    <a:pt x="41998" y="11751"/>
                  </a:lnTo>
                  <a:lnTo>
                    <a:pt x="42082" y="12175"/>
                  </a:lnTo>
                  <a:lnTo>
                    <a:pt x="42125" y="12557"/>
                  </a:lnTo>
                  <a:lnTo>
                    <a:pt x="42125" y="12981"/>
                  </a:lnTo>
                  <a:lnTo>
                    <a:pt x="42040" y="13363"/>
                  </a:lnTo>
                  <a:lnTo>
                    <a:pt x="41913" y="13787"/>
                  </a:lnTo>
                  <a:lnTo>
                    <a:pt x="41743" y="14169"/>
                  </a:lnTo>
                  <a:lnTo>
                    <a:pt x="41573" y="14551"/>
                  </a:lnTo>
                  <a:lnTo>
                    <a:pt x="41361" y="14890"/>
                  </a:lnTo>
                  <a:lnTo>
                    <a:pt x="40852" y="15611"/>
                  </a:lnTo>
                  <a:lnTo>
                    <a:pt x="39877" y="16926"/>
                  </a:lnTo>
                  <a:lnTo>
                    <a:pt x="39198" y="17775"/>
                  </a:lnTo>
                  <a:lnTo>
                    <a:pt x="38519" y="18623"/>
                  </a:lnTo>
                  <a:lnTo>
                    <a:pt x="37798" y="19429"/>
                  </a:lnTo>
                  <a:lnTo>
                    <a:pt x="37077" y="20235"/>
                  </a:lnTo>
                  <a:lnTo>
                    <a:pt x="36313" y="20999"/>
                  </a:lnTo>
                  <a:lnTo>
                    <a:pt x="35550" y="21762"/>
                  </a:lnTo>
                  <a:lnTo>
                    <a:pt x="34744" y="22483"/>
                  </a:lnTo>
                  <a:lnTo>
                    <a:pt x="33895" y="23205"/>
                  </a:lnTo>
                  <a:lnTo>
                    <a:pt x="33089" y="23883"/>
                  </a:lnTo>
                  <a:lnTo>
                    <a:pt x="32241" y="24562"/>
                  </a:lnTo>
                  <a:lnTo>
                    <a:pt x="31350" y="25241"/>
                  </a:lnTo>
                  <a:lnTo>
                    <a:pt x="30926" y="25495"/>
                  </a:lnTo>
                  <a:lnTo>
                    <a:pt x="30459" y="25792"/>
                  </a:lnTo>
                  <a:lnTo>
                    <a:pt x="29992" y="26047"/>
                  </a:lnTo>
                  <a:lnTo>
                    <a:pt x="29441" y="26301"/>
                  </a:lnTo>
                  <a:lnTo>
                    <a:pt x="29186" y="26386"/>
                  </a:lnTo>
                  <a:lnTo>
                    <a:pt x="28889" y="26471"/>
                  </a:lnTo>
                  <a:lnTo>
                    <a:pt x="28635" y="26513"/>
                  </a:lnTo>
                  <a:lnTo>
                    <a:pt x="28380" y="26471"/>
                  </a:lnTo>
                  <a:lnTo>
                    <a:pt x="28168" y="26429"/>
                  </a:lnTo>
                  <a:lnTo>
                    <a:pt x="27956" y="26344"/>
                  </a:lnTo>
                  <a:lnTo>
                    <a:pt x="27490" y="26089"/>
                  </a:lnTo>
                  <a:lnTo>
                    <a:pt x="27065" y="25707"/>
                  </a:lnTo>
                  <a:lnTo>
                    <a:pt x="26684" y="25326"/>
                  </a:lnTo>
                  <a:lnTo>
                    <a:pt x="26302" y="24901"/>
                  </a:lnTo>
                  <a:lnTo>
                    <a:pt x="25920" y="24435"/>
                  </a:lnTo>
                  <a:lnTo>
                    <a:pt x="25368" y="23629"/>
                  </a:lnTo>
                  <a:lnTo>
                    <a:pt x="24266" y="21762"/>
                  </a:lnTo>
                  <a:lnTo>
                    <a:pt x="23163" y="19896"/>
                  </a:lnTo>
                  <a:lnTo>
                    <a:pt x="20999" y="16120"/>
                  </a:lnTo>
                  <a:lnTo>
                    <a:pt x="18836" y="12345"/>
                  </a:lnTo>
                  <a:lnTo>
                    <a:pt x="16587" y="8612"/>
                  </a:lnTo>
                  <a:lnTo>
                    <a:pt x="16545" y="8569"/>
                  </a:lnTo>
                  <a:lnTo>
                    <a:pt x="16502" y="8527"/>
                  </a:lnTo>
                  <a:lnTo>
                    <a:pt x="16418" y="8569"/>
                  </a:lnTo>
                  <a:lnTo>
                    <a:pt x="16333" y="8654"/>
                  </a:lnTo>
                  <a:lnTo>
                    <a:pt x="16333" y="8696"/>
                  </a:lnTo>
                  <a:lnTo>
                    <a:pt x="16333" y="8781"/>
                  </a:lnTo>
                  <a:lnTo>
                    <a:pt x="17054" y="10181"/>
                  </a:lnTo>
                  <a:lnTo>
                    <a:pt x="17817" y="11581"/>
                  </a:lnTo>
                  <a:lnTo>
                    <a:pt x="19345" y="14339"/>
                  </a:lnTo>
                  <a:lnTo>
                    <a:pt x="20957" y="17096"/>
                  </a:lnTo>
                  <a:lnTo>
                    <a:pt x="22569" y="19853"/>
                  </a:lnTo>
                  <a:lnTo>
                    <a:pt x="24096" y="22399"/>
                  </a:lnTo>
                  <a:lnTo>
                    <a:pt x="24859" y="23671"/>
                  </a:lnTo>
                  <a:lnTo>
                    <a:pt x="25623" y="24901"/>
                  </a:lnTo>
                  <a:lnTo>
                    <a:pt x="26090" y="25580"/>
                  </a:lnTo>
                  <a:lnTo>
                    <a:pt x="26302" y="25877"/>
                  </a:lnTo>
                  <a:lnTo>
                    <a:pt x="26556" y="26174"/>
                  </a:lnTo>
                  <a:lnTo>
                    <a:pt x="26853" y="26429"/>
                  </a:lnTo>
                  <a:lnTo>
                    <a:pt x="27150" y="26641"/>
                  </a:lnTo>
                  <a:lnTo>
                    <a:pt x="27490" y="26810"/>
                  </a:lnTo>
                  <a:lnTo>
                    <a:pt x="27871" y="26895"/>
                  </a:lnTo>
                  <a:lnTo>
                    <a:pt x="28296" y="26980"/>
                  </a:lnTo>
                  <a:lnTo>
                    <a:pt x="28720" y="26980"/>
                  </a:lnTo>
                  <a:lnTo>
                    <a:pt x="29144" y="26895"/>
                  </a:lnTo>
                  <a:lnTo>
                    <a:pt x="29526" y="26810"/>
                  </a:lnTo>
                  <a:lnTo>
                    <a:pt x="29950" y="26641"/>
                  </a:lnTo>
                  <a:lnTo>
                    <a:pt x="30374" y="26471"/>
                  </a:lnTo>
                  <a:lnTo>
                    <a:pt x="30756" y="26259"/>
                  </a:lnTo>
                  <a:lnTo>
                    <a:pt x="31180" y="26004"/>
                  </a:lnTo>
                  <a:lnTo>
                    <a:pt x="31944" y="25495"/>
                  </a:lnTo>
                  <a:lnTo>
                    <a:pt x="32665" y="24901"/>
                  </a:lnTo>
                  <a:lnTo>
                    <a:pt x="33938" y="23841"/>
                  </a:lnTo>
                  <a:lnTo>
                    <a:pt x="34998" y="22908"/>
                  </a:lnTo>
                  <a:lnTo>
                    <a:pt x="36059" y="21974"/>
                  </a:lnTo>
                  <a:lnTo>
                    <a:pt x="37034" y="20956"/>
                  </a:lnTo>
                  <a:lnTo>
                    <a:pt x="38010" y="19938"/>
                  </a:lnTo>
                  <a:lnTo>
                    <a:pt x="38901" y="18920"/>
                  </a:lnTo>
                  <a:lnTo>
                    <a:pt x="39792" y="17817"/>
                  </a:lnTo>
                  <a:lnTo>
                    <a:pt x="40640" y="16714"/>
                  </a:lnTo>
                  <a:lnTo>
                    <a:pt x="41446" y="15569"/>
                  </a:lnTo>
                  <a:lnTo>
                    <a:pt x="41955" y="14763"/>
                  </a:lnTo>
                  <a:lnTo>
                    <a:pt x="42379" y="14042"/>
                  </a:lnTo>
                  <a:lnTo>
                    <a:pt x="42549" y="13702"/>
                  </a:lnTo>
                  <a:lnTo>
                    <a:pt x="42676" y="13363"/>
                  </a:lnTo>
                  <a:lnTo>
                    <a:pt x="42761" y="13066"/>
                  </a:lnTo>
                  <a:lnTo>
                    <a:pt x="42804" y="12727"/>
                  </a:lnTo>
                  <a:lnTo>
                    <a:pt x="42804" y="12430"/>
                  </a:lnTo>
                  <a:lnTo>
                    <a:pt x="42761" y="12090"/>
                  </a:lnTo>
                  <a:lnTo>
                    <a:pt x="42676" y="11793"/>
                  </a:lnTo>
                  <a:lnTo>
                    <a:pt x="42507" y="11454"/>
                  </a:lnTo>
                  <a:lnTo>
                    <a:pt x="42295" y="11157"/>
                  </a:lnTo>
                  <a:lnTo>
                    <a:pt x="42040" y="10818"/>
                  </a:lnTo>
                  <a:lnTo>
                    <a:pt x="41743" y="10478"/>
                  </a:lnTo>
                  <a:lnTo>
                    <a:pt x="41361" y="10139"/>
                  </a:lnTo>
                  <a:lnTo>
                    <a:pt x="40216" y="9206"/>
                  </a:lnTo>
                  <a:lnTo>
                    <a:pt x="39113" y="8357"/>
                  </a:lnTo>
                  <a:lnTo>
                    <a:pt x="37925" y="7466"/>
                  </a:lnTo>
                  <a:lnTo>
                    <a:pt x="36737" y="6660"/>
                  </a:lnTo>
                  <a:lnTo>
                    <a:pt x="34362" y="5048"/>
                  </a:lnTo>
                  <a:lnTo>
                    <a:pt x="31944" y="3479"/>
                  </a:lnTo>
                  <a:lnTo>
                    <a:pt x="30671" y="2588"/>
                  </a:lnTo>
                  <a:lnTo>
                    <a:pt x="29314" y="1697"/>
                  </a:lnTo>
                  <a:lnTo>
                    <a:pt x="28635" y="1273"/>
                  </a:lnTo>
                  <a:lnTo>
                    <a:pt x="27956" y="849"/>
                  </a:lnTo>
                  <a:lnTo>
                    <a:pt x="27277" y="509"/>
                  </a:lnTo>
                  <a:lnTo>
                    <a:pt x="26556" y="212"/>
                  </a:lnTo>
                  <a:lnTo>
                    <a:pt x="26090" y="85"/>
                  </a:lnTo>
                  <a:lnTo>
                    <a:pt x="25708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597975" y="2280025"/>
              <a:ext cx="57275" cy="22300"/>
            </a:xfrm>
            <a:custGeom>
              <a:rect b="b" l="l" r="r" t="t"/>
              <a:pathLst>
                <a:path extrusionOk="0" h="892" w="2291">
                  <a:moveTo>
                    <a:pt x="85" y="0"/>
                  </a:moveTo>
                  <a:lnTo>
                    <a:pt x="0" y="43"/>
                  </a:lnTo>
                  <a:lnTo>
                    <a:pt x="0" y="127"/>
                  </a:lnTo>
                  <a:lnTo>
                    <a:pt x="42" y="170"/>
                  </a:lnTo>
                  <a:lnTo>
                    <a:pt x="509" y="509"/>
                  </a:lnTo>
                  <a:lnTo>
                    <a:pt x="764" y="637"/>
                  </a:lnTo>
                  <a:lnTo>
                    <a:pt x="1061" y="764"/>
                  </a:lnTo>
                  <a:lnTo>
                    <a:pt x="1358" y="849"/>
                  </a:lnTo>
                  <a:lnTo>
                    <a:pt x="1612" y="891"/>
                  </a:lnTo>
                  <a:lnTo>
                    <a:pt x="1909" y="891"/>
                  </a:lnTo>
                  <a:lnTo>
                    <a:pt x="2206" y="849"/>
                  </a:lnTo>
                  <a:lnTo>
                    <a:pt x="2291" y="849"/>
                  </a:lnTo>
                  <a:lnTo>
                    <a:pt x="2291" y="764"/>
                  </a:lnTo>
                  <a:lnTo>
                    <a:pt x="2248" y="721"/>
                  </a:lnTo>
                  <a:lnTo>
                    <a:pt x="2206" y="679"/>
                  </a:lnTo>
                  <a:lnTo>
                    <a:pt x="1654" y="594"/>
                  </a:lnTo>
                  <a:lnTo>
                    <a:pt x="1103" y="509"/>
                  </a:lnTo>
                  <a:lnTo>
                    <a:pt x="636" y="297"/>
                  </a:lnTo>
                  <a:lnTo>
                    <a:pt x="382" y="17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623425" y="2269400"/>
              <a:ext cx="39250" cy="14875"/>
            </a:xfrm>
            <a:custGeom>
              <a:rect b="b" l="l" r="r" t="t"/>
              <a:pathLst>
                <a:path extrusionOk="0" h="595" w="1570">
                  <a:moveTo>
                    <a:pt x="0" y="1"/>
                  </a:moveTo>
                  <a:lnTo>
                    <a:pt x="0" y="43"/>
                  </a:lnTo>
                  <a:lnTo>
                    <a:pt x="43" y="128"/>
                  </a:lnTo>
                  <a:lnTo>
                    <a:pt x="340" y="340"/>
                  </a:lnTo>
                  <a:lnTo>
                    <a:pt x="679" y="510"/>
                  </a:lnTo>
                  <a:lnTo>
                    <a:pt x="1061" y="595"/>
                  </a:lnTo>
                  <a:lnTo>
                    <a:pt x="1442" y="595"/>
                  </a:lnTo>
                  <a:lnTo>
                    <a:pt x="1527" y="552"/>
                  </a:lnTo>
                  <a:lnTo>
                    <a:pt x="1570" y="468"/>
                  </a:lnTo>
                  <a:lnTo>
                    <a:pt x="1527" y="383"/>
                  </a:lnTo>
                  <a:lnTo>
                    <a:pt x="1442" y="340"/>
                  </a:lnTo>
                  <a:lnTo>
                    <a:pt x="1103" y="298"/>
                  </a:lnTo>
                  <a:lnTo>
                    <a:pt x="764" y="256"/>
                  </a:lnTo>
                  <a:lnTo>
                    <a:pt x="424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5298975" y="2109275"/>
              <a:ext cx="46700" cy="19100"/>
            </a:xfrm>
            <a:custGeom>
              <a:rect b="b" l="l" r="r" t="t"/>
              <a:pathLst>
                <a:path extrusionOk="0" h="764" w="1868">
                  <a:moveTo>
                    <a:pt x="1316" y="0"/>
                  </a:moveTo>
                  <a:lnTo>
                    <a:pt x="1061" y="43"/>
                  </a:lnTo>
                  <a:lnTo>
                    <a:pt x="849" y="85"/>
                  </a:lnTo>
                  <a:lnTo>
                    <a:pt x="594" y="170"/>
                  </a:lnTo>
                  <a:lnTo>
                    <a:pt x="382" y="297"/>
                  </a:lnTo>
                  <a:lnTo>
                    <a:pt x="213" y="467"/>
                  </a:lnTo>
                  <a:lnTo>
                    <a:pt x="43" y="594"/>
                  </a:lnTo>
                  <a:lnTo>
                    <a:pt x="1" y="679"/>
                  </a:lnTo>
                  <a:lnTo>
                    <a:pt x="43" y="722"/>
                  </a:lnTo>
                  <a:lnTo>
                    <a:pt x="85" y="764"/>
                  </a:lnTo>
                  <a:lnTo>
                    <a:pt x="128" y="722"/>
                  </a:lnTo>
                  <a:lnTo>
                    <a:pt x="297" y="594"/>
                  </a:lnTo>
                  <a:lnTo>
                    <a:pt x="467" y="467"/>
                  </a:lnTo>
                  <a:lnTo>
                    <a:pt x="679" y="382"/>
                  </a:lnTo>
                  <a:lnTo>
                    <a:pt x="849" y="340"/>
                  </a:lnTo>
                  <a:lnTo>
                    <a:pt x="1273" y="340"/>
                  </a:lnTo>
                  <a:lnTo>
                    <a:pt x="1655" y="382"/>
                  </a:lnTo>
                  <a:lnTo>
                    <a:pt x="1782" y="382"/>
                  </a:lnTo>
                  <a:lnTo>
                    <a:pt x="1867" y="297"/>
                  </a:lnTo>
                  <a:lnTo>
                    <a:pt x="1867" y="212"/>
                  </a:lnTo>
                  <a:lnTo>
                    <a:pt x="1782" y="128"/>
                  </a:lnTo>
                  <a:lnTo>
                    <a:pt x="1570" y="43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5304275" y="2080650"/>
              <a:ext cx="41400" cy="16975"/>
            </a:xfrm>
            <a:custGeom>
              <a:rect b="b" l="l" r="r" t="t"/>
              <a:pathLst>
                <a:path extrusionOk="0" h="679" w="1656">
                  <a:moveTo>
                    <a:pt x="1146" y="0"/>
                  </a:moveTo>
                  <a:lnTo>
                    <a:pt x="934" y="42"/>
                  </a:lnTo>
                  <a:lnTo>
                    <a:pt x="722" y="42"/>
                  </a:lnTo>
                  <a:lnTo>
                    <a:pt x="552" y="127"/>
                  </a:lnTo>
                  <a:lnTo>
                    <a:pt x="340" y="212"/>
                  </a:lnTo>
                  <a:lnTo>
                    <a:pt x="170" y="339"/>
                  </a:lnTo>
                  <a:lnTo>
                    <a:pt x="43" y="467"/>
                  </a:lnTo>
                  <a:lnTo>
                    <a:pt x="1" y="551"/>
                  </a:lnTo>
                  <a:lnTo>
                    <a:pt x="43" y="636"/>
                  </a:lnTo>
                  <a:lnTo>
                    <a:pt x="128" y="679"/>
                  </a:lnTo>
                  <a:lnTo>
                    <a:pt x="213" y="636"/>
                  </a:lnTo>
                  <a:lnTo>
                    <a:pt x="510" y="467"/>
                  </a:lnTo>
                  <a:lnTo>
                    <a:pt x="807" y="339"/>
                  </a:lnTo>
                  <a:lnTo>
                    <a:pt x="1104" y="339"/>
                  </a:lnTo>
                  <a:lnTo>
                    <a:pt x="1443" y="382"/>
                  </a:lnTo>
                  <a:lnTo>
                    <a:pt x="1570" y="382"/>
                  </a:lnTo>
                  <a:lnTo>
                    <a:pt x="1655" y="297"/>
                  </a:lnTo>
                  <a:lnTo>
                    <a:pt x="1613" y="170"/>
                  </a:lnTo>
                  <a:lnTo>
                    <a:pt x="1613" y="127"/>
                  </a:lnTo>
                  <a:lnTo>
                    <a:pt x="1528" y="85"/>
                  </a:lnTo>
                  <a:lnTo>
                    <a:pt x="1358" y="42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4"/>
          <p:cNvGrpSpPr/>
          <p:nvPr/>
        </p:nvGrpSpPr>
        <p:grpSpPr>
          <a:xfrm>
            <a:off x="8167676" y="4531852"/>
            <a:ext cx="616784" cy="318162"/>
            <a:chOff x="5916200" y="1347825"/>
            <a:chExt cx="1171925" cy="604525"/>
          </a:xfrm>
        </p:grpSpPr>
        <p:sp>
          <p:nvSpPr>
            <p:cNvPr id="92" name="Google Shape;92;p4"/>
            <p:cNvSpPr/>
            <p:nvPr/>
          </p:nvSpPr>
          <p:spPr>
            <a:xfrm>
              <a:off x="6021200" y="1347825"/>
              <a:ext cx="943900" cy="389225"/>
            </a:xfrm>
            <a:custGeom>
              <a:rect b="b" l="l" r="r" t="t"/>
              <a:pathLst>
                <a:path extrusionOk="0" h="15569" w="37756">
                  <a:moveTo>
                    <a:pt x="17605" y="0"/>
                  </a:moveTo>
                  <a:lnTo>
                    <a:pt x="16969" y="42"/>
                  </a:lnTo>
                  <a:lnTo>
                    <a:pt x="16290" y="127"/>
                  </a:lnTo>
                  <a:lnTo>
                    <a:pt x="15654" y="255"/>
                  </a:lnTo>
                  <a:lnTo>
                    <a:pt x="14975" y="424"/>
                  </a:lnTo>
                  <a:lnTo>
                    <a:pt x="14339" y="636"/>
                  </a:lnTo>
                  <a:lnTo>
                    <a:pt x="13703" y="848"/>
                  </a:lnTo>
                  <a:lnTo>
                    <a:pt x="13066" y="1145"/>
                  </a:lnTo>
                  <a:lnTo>
                    <a:pt x="12472" y="1485"/>
                  </a:lnTo>
                  <a:lnTo>
                    <a:pt x="11878" y="1824"/>
                  </a:lnTo>
                  <a:lnTo>
                    <a:pt x="11285" y="2248"/>
                  </a:lnTo>
                  <a:lnTo>
                    <a:pt x="10691" y="2715"/>
                  </a:lnTo>
                  <a:lnTo>
                    <a:pt x="10139" y="3182"/>
                  </a:lnTo>
                  <a:lnTo>
                    <a:pt x="9757" y="3139"/>
                  </a:lnTo>
                  <a:lnTo>
                    <a:pt x="9333" y="3097"/>
                  </a:lnTo>
                  <a:lnTo>
                    <a:pt x="8951" y="3139"/>
                  </a:lnTo>
                  <a:lnTo>
                    <a:pt x="8570" y="3182"/>
                  </a:lnTo>
                  <a:lnTo>
                    <a:pt x="8188" y="3224"/>
                  </a:lnTo>
                  <a:lnTo>
                    <a:pt x="7806" y="3351"/>
                  </a:lnTo>
                  <a:lnTo>
                    <a:pt x="7467" y="3479"/>
                  </a:lnTo>
                  <a:lnTo>
                    <a:pt x="7127" y="3648"/>
                  </a:lnTo>
                  <a:lnTo>
                    <a:pt x="6830" y="3860"/>
                  </a:lnTo>
                  <a:lnTo>
                    <a:pt x="6491" y="4115"/>
                  </a:lnTo>
                  <a:lnTo>
                    <a:pt x="6236" y="4369"/>
                  </a:lnTo>
                  <a:lnTo>
                    <a:pt x="5982" y="4624"/>
                  </a:lnTo>
                  <a:lnTo>
                    <a:pt x="5770" y="4963"/>
                  </a:lnTo>
                  <a:lnTo>
                    <a:pt x="5558" y="5303"/>
                  </a:lnTo>
                  <a:lnTo>
                    <a:pt x="5388" y="5642"/>
                  </a:lnTo>
                  <a:lnTo>
                    <a:pt x="5261" y="6024"/>
                  </a:lnTo>
                  <a:lnTo>
                    <a:pt x="4497" y="5981"/>
                  </a:lnTo>
                  <a:lnTo>
                    <a:pt x="3776" y="5981"/>
                  </a:lnTo>
                  <a:lnTo>
                    <a:pt x="3055" y="6109"/>
                  </a:lnTo>
                  <a:lnTo>
                    <a:pt x="2715" y="6193"/>
                  </a:lnTo>
                  <a:lnTo>
                    <a:pt x="2376" y="6321"/>
                  </a:lnTo>
                  <a:lnTo>
                    <a:pt x="2079" y="6448"/>
                  </a:lnTo>
                  <a:lnTo>
                    <a:pt x="1740" y="6618"/>
                  </a:lnTo>
                  <a:lnTo>
                    <a:pt x="1443" y="6830"/>
                  </a:lnTo>
                  <a:lnTo>
                    <a:pt x="1146" y="7042"/>
                  </a:lnTo>
                  <a:lnTo>
                    <a:pt x="891" y="7254"/>
                  </a:lnTo>
                  <a:lnTo>
                    <a:pt x="637" y="7509"/>
                  </a:lnTo>
                  <a:lnTo>
                    <a:pt x="382" y="7805"/>
                  </a:lnTo>
                  <a:lnTo>
                    <a:pt x="128" y="8145"/>
                  </a:lnTo>
                  <a:lnTo>
                    <a:pt x="43" y="8272"/>
                  </a:lnTo>
                  <a:lnTo>
                    <a:pt x="0" y="8442"/>
                  </a:lnTo>
                  <a:lnTo>
                    <a:pt x="43" y="8611"/>
                  </a:lnTo>
                  <a:lnTo>
                    <a:pt x="85" y="8654"/>
                  </a:lnTo>
                  <a:lnTo>
                    <a:pt x="170" y="8696"/>
                  </a:lnTo>
                  <a:lnTo>
                    <a:pt x="1188" y="9205"/>
                  </a:lnTo>
                  <a:lnTo>
                    <a:pt x="2249" y="9630"/>
                  </a:lnTo>
                  <a:lnTo>
                    <a:pt x="3352" y="10054"/>
                  </a:lnTo>
                  <a:lnTo>
                    <a:pt x="4412" y="10436"/>
                  </a:lnTo>
                  <a:lnTo>
                    <a:pt x="5515" y="10817"/>
                  </a:lnTo>
                  <a:lnTo>
                    <a:pt x="6618" y="11157"/>
                  </a:lnTo>
                  <a:lnTo>
                    <a:pt x="8824" y="11751"/>
                  </a:lnTo>
                  <a:lnTo>
                    <a:pt x="11115" y="12260"/>
                  </a:lnTo>
                  <a:lnTo>
                    <a:pt x="13363" y="12726"/>
                  </a:lnTo>
                  <a:lnTo>
                    <a:pt x="15612" y="13151"/>
                  </a:lnTo>
                  <a:lnTo>
                    <a:pt x="17902" y="13490"/>
                  </a:lnTo>
                  <a:lnTo>
                    <a:pt x="22611" y="14211"/>
                  </a:lnTo>
                  <a:lnTo>
                    <a:pt x="24987" y="14550"/>
                  </a:lnTo>
                  <a:lnTo>
                    <a:pt x="27405" y="14847"/>
                  </a:lnTo>
                  <a:lnTo>
                    <a:pt x="29780" y="15102"/>
                  </a:lnTo>
                  <a:lnTo>
                    <a:pt x="32156" y="15272"/>
                  </a:lnTo>
                  <a:lnTo>
                    <a:pt x="34574" y="15441"/>
                  </a:lnTo>
                  <a:lnTo>
                    <a:pt x="36949" y="15569"/>
                  </a:lnTo>
                  <a:lnTo>
                    <a:pt x="37162" y="15526"/>
                  </a:lnTo>
                  <a:lnTo>
                    <a:pt x="37374" y="15441"/>
                  </a:lnTo>
                  <a:lnTo>
                    <a:pt x="37543" y="15314"/>
                  </a:lnTo>
                  <a:lnTo>
                    <a:pt x="37628" y="15187"/>
                  </a:lnTo>
                  <a:lnTo>
                    <a:pt x="37713" y="15017"/>
                  </a:lnTo>
                  <a:lnTo>
                    <a:pt x="37755" y="14805"/>
                  </a:lnTo>
                  <a:lnTo>
                    <a:pt x="37755" y="14635"/>
                  </a:lnTo>
                  <a:lnTo>
                    <a:pt x="37671" y="14466"/>
                  </a:lnTo>
                  <a:lnTo>
                    <a:pt x="37755" y="13999"/>
                  </a:lnTo>
                  <a:lnTo>
                    <a:pt x="37755" y="13575"/>
                  </a:lnTo>
                  <a:lnTo>
                    <a:pt x="37755" y="13151"/>
                  </a:lnTo>
                  <a:lnTo>
                    <a:pt x="37671" y="12726"/>
                  </a:lnTo>
                  <a:lnTo>
                    <a:pt x="37543" y="12302"/>
                  </a:lnTo>
                  <a:lnTo>
                    <a:pt x="37416" y="11878"/>
                  </a:lnTo>
                  <a:lnTo>
                    <a:pt x="37204" y="11496"/>
                  </a:lnTo>
                  <a:lnTo>
                    <a:pt x="36949" y="11114"/>
                  </a:lnTo>
                  <a:lnTo>
                    <a:pt x="36610" y="10775"/>
                  </a:lnTo>
                  <a:lnTo>
                    <a:pt x="36313" y="10478"/>
                  </a:lnTo>
                  <a:lnTo>
                    <a:pt x="35974" y="10266"/>
                  </a:lnTo>
                  <a:lnTo>
                    <a:pt x="35592" y="10054"/>
                  </a:lnTo>
                  <a:lnTo>
                    <a:pt x="35210" y="9927"/>
                  </a:lnTo>
                  <a:lnTo>
                    <a:pt x="34828" y="9799"/>
                  </a:lnTo>
                  <a:lnTo>
                    <a:pt x="33980" y="9545"/>
                  </a:lnTo>
                  <a:lnTo>
                    <a:pt x="33725" y="9460"/>
                  </a:lnTo>
                  <a:lnTo>
                    <a:pt x="33513" y="9333"/>
                  </a:lnTo>
                  <a:lnTo>
                    <a:pt x="33089" y="9078"/>
                  </a:lnTo>
                  <a:lnTo>
                    <a:pt x="32750" y="8739"/>
                  </a:lnTo>
                  <a:lnTo>
                    <a:pt x="32410" y="8357"/>
                  </a:lnTo>
                  <a:lnTo>
                    <a:pt x="32113" y="8018"/>
                  </a:lnTo>
                  <a:lnTo>
                    <a:pt x="31774" y="7636"/>
                  </a:lnTo>
                  <a:lnTo>
                    <a:pt x="31392" y="7296"/>
                  </a:lnTo>
                  <a:lnTo>
                    <a:pt x="30926" y="7042"/>
                  </a:lnTo>
                  <a:lnTo>
                    <a:pt x="30629" y="6872"/>
                  </a:lnTo>
                  <a:lnTo>
                    <a:pt x="30332" y="6787"/>
                  </a:lnTo>
                  <a:lnTo>
                    <a:pt x="30035" y="6703"/>
                  </a:lnTo>
                  <a:lnTo>
                    <a:pt x="29695" y="6660"/>
                  </a:lnTo>
                  <a:lnTo>
                    <a:pt x="29398" y="6618"/>
                  </a:lnTo>
                  <a:lnTo>
                    <a:pt x="29101" y="6618"/>
                  </a:lnTo>
                  <a:lnTo>
                    <a:pt x="28465" y="6703"/>
                  </a:lnTo>
                  <a:lnTo>
                    <a:pt x="28168" y="6066"/>
                  </a:lnTo>
                  <a:lnTo>
                    <a:pt x="27786" y="5430"/>
                  </a:lnTo>
                  <a:lnTo>
                    <a:pt x="27405" y="4836"/>
                  </a:lnTo>
                  <a:lnTo>
                    <a:pt x="26980" y="4285"/>
                  </a:lnTo>
                  <a:lnTo>
                    <a:pt x="26514" y="3733"/>
                  </a:lnTo>
                  <a:lnTo>
                    <a:pt x="26047" y="3266"/>
                  </a:lnTo>
                  <a:lnTo>
                    <a:pt x="25538" y="2800"/>
                  </a:lnTo>
                  <a:lnTo>
                    <a:pt x="25029" y="2376"/>
                  </a:lnTo>
                  <a:lnTo>
                    <a:pt x="24478" y="1951"/>
                  </a:lnTo>
                  <a:lnTo>
                    <a:pt x="23926" y="1612"/>
                  </a:lnTo>
                  <a:lnTo>
                    <a:pt x="23332" y="1273"/>
                  </a:lnTo>
                  <a:lnTo>
                    <a:pt x="22738" y="1018"/>
                  </a:lnTo>
                  <a:lnTo>
                    <a:pt x="22144" y="764"/>
                  </a:lnTo>
                  <a:lnTo>
                    <a:pt x="21508" y="509"/>
                  </a:lnTo>
                  <a:lnTo>
                    <a:pt x="20872" y="339"/>
                  </a:lnTo>
                  <a:lnTo>
                    <a:pt x="20235" y="212"/>
                  </a:lnTo>
                  <a:lnTo>
                    <a:pt x="19599" y="85"/>
                  </a:lnTo>
                  <a:lnTo>
                    <a:pt x="18920" y="42"/>
                  </a:lnTo>
                  <a:lnTo>
                    <a:pt x="1828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6021200" y="1347825"/>
              <a:ext cx="631050" cy="246050"/>
            </a:xfrm>
            <a:custGeom>
              <a:rect b="b" l="l" r="r" t="t"/>
              <a:pathLst>
                <a:path extrusionOk="0" h="9842" w="25242">
                  <a:moveTo>
                    <a:pt x="17775" y="0"/>
                  </a:moveTo>
                  <a:lnTo>
                    <a:pt x="16757" y="85"/>
                  </a:lnTo>
                  <a:lnTo>
                    <a:pt x="15739" y="255"/>
                  </a:lnTo>
                  <a:lnTo>
                    <a:pt x="14763" y="509"/>
                  </a:lnTo>
                  <a:lnTo>
                    <a:pt x="13787" y="848"/>
                  </a:lnTo>
                  <a:lnTo>
                    <a:pt x="12812" y="1273"/>
                  </a:lnTo>
                  <a:lnTo>
                    <a:pt x="11878" y="1824"/>
                  </a:lnTo>
                  <a:lnTo>
                    <a:pt x="11454" y="2121"/>
                  </a:lnTo>
                  <a:lnTo>
                    <a:pt x="10988" y="2460"/>
                  </a:lnTo>
                  <a:lnTo>
                    <a:pt x="10563" y="2800"/>
                  </a:lnTo>
                  <a:lnTo>
                    <a:pt x="10139" y="3182"/>
                  </a:lnTo>
                  <a:lnTo>
                    <a:pt x="9757" y="3139"/>
                  </a:lnTo>
                  <a:lnTo>
                    <a:pt x="9333" y="3097"/>
                  </a:lnTo>
                  <a:lnTo>
                    <a:pt x="8951" y="3139"/>
                  </a:lnTo>
                  <a:lnTo>
                    <a:pt x="8570" y="3182"/>
                  </a:lnTo>
                  <a:lnTo>
                    <a:pt x="8188" y="3224"/>
                  </a:lnTo>
                  <a:lnTo>
                    <a:pt x="7806" y="3351"/>
                  </a:lnTo>
                  <a:lnTo>
                    <a:pt x="7467" y="3479"/>
                  </a:lnTo>
                  <a:lnTo>
                    <a:pt x="7127" y="3648"/>
                  </a:lnTo>
                  <a:lnTo>
                    <a:pt x="6830" y="3860"/>
                  </a:lnTo>
                  <a:lnTo>
                    <a:pt x="6491" y="4115"/>
                  </a:lnTo>
                  <a:lnTo>
                    <a:pt x="6236" y="4369"/>
                  </a:lnTo>
                  <a:lnTo>
                    <a:pt x="5982" y="4624"/>
                  </a:lnTo>
                  <a:lnTo>
                    <a:pt x="5770" y="4963"/>
                  </a:lnTo>
                  <a:lnTo>
                    <a:pt x="5558" y="5303"/>
                  </a:lnTo>
                  <a:lnTo>
                    <a:pt x="5388" y="5642"/>
                  </a:lnTo>
                  <a:lnTo>
                    <a:pt x="5261" y="6024"/>
                  </a:lnTo>
                  <a:lnTo>
                    <a:pt x="4497" y="5981"/>
                  </a:lnTo>
                  <a:lnTo>
                    <a:pt x="3776" y="5981"/>
                  </a:lnTo>
                  <a:lnTo>
                    <a:pt x="3055" y="6109"/>
                  </a:lnTo>
                  <a:lnTo>
                    <a:pt x="2715" y="6193"/>
                  </a:lnTo>
                  <a:lnTo>
                    <a:pt x="2376" y="6321"/>
                  </a:lnTo>
                  <a:lnTo>
                    <a:pt x="2079" y="6448"/>
                  </a:lnTo>
                  <a:lnTo>
                    <a:pt x="1740" y="6618"/>
                  </a:lnTo>
                  <a:lnTo>
                    <a:pt x="1443" y="6830"/>
                  </a:lnTo>
                  <a:lnTo>
                    <a:pt x="1146" y="7042"/>
                  </a:lnTo>
                  <a:lnTo>
                    <a:pt x="891" y="7254"/>
                  </a:lnTo>
                  <a:lnTo>
                    <a:pt x="637" y="7509"/>
                  </a:lnTo>
                  <a:lnTo>
                    <a:pt x="382" y="7805"/>
                  </a:lnTo>
                  <a:lnTo>
                    <a:pt x="128" y="8145"/>
                  </a:lnTo>
                  <a:lnTo>
                    <a:pt x="43" y="8272"/>
                  </a:lnTo>
                  <a:lnTo>
                    <a:pt x="0" y="8442"/>
                  </a:lnTo>
                  <a:lnTo>
                    <a:pt x="43" y="8611"/>
                  </a:lnTo>
                  <a:lnTo>
                    <a:pt x="85" y="8654"/>
                  </a:lnTo>
                  <a:lnTo>
                    <a:pt x="170" y="8696"/>
                  </a:lnTo>
                  <a:lnTo>
                    <a:pt x="1485" y="9290"/>
                  </a:lnTo>
                  <a:lnTo>
                    <a:pt x="2800" y="9842"/>
                  </a:lnTo>
                  <a:lnTo>
                    <a:pt x="3012" y="9587"/>
                  </a:lnTo>
                  <a:lnTo>
                    <a:pt x="3267" y="9375"/>
                  </a:lnTo>
                  <a:lnTo>
                    <a:pt x="3776" y="8951"/>
                  </a:lnTo>
                  <a:lnTo>
                    <a:pt x="4370" y="8569"/>
                  </a:lnTo>
                  <a:lnTo>
                    <a:pt x="5006" y="8272"/>
                  </a:lnTo>
                  <a:lnTo>
                    <a:pt x="5685" y="8060"/>
                  </a:lnTo>
                  <a:lnTo>
                    <a:pt x="6406" y="7933"/>
                  </a:lnTo>
                  <a:lnTo>
                    <a:pt x="7127" y="7848"/>
                  </a:lnTo>
                  <a:lnTo>
                    <a:pt x="7848" y="7848"/>
                  </a:lnTo>
                  <a:lnTo>
                    <a:pt x="7933" y="7212"/>
                  </a:lnTo>
                  <a:lnTo>
                    <a:pt x="8145" y="6660"/>
                  </a:lnTo>
                  <a:lnTo>
                    <a:pt x="8357" y="6151"/>
                  </a:lnTo>
                  <a:lnTo>
                    <a:pt x="8654" y="5684"/>
                  </a:lnTo>
                  <a:lnTo>
                    <a:pt x="8994" y="5303"/>
                  </a:lnTo>
                  <a:lnTo>
                    <a:pt x="9376" y="4963"/>
                  </a:lnTo>
                  <a:lnTo>
                    <a:pt x="9800" y="4666"/>
                  </a:lnTo>
                  <a:lnTo>
                    <a:pt x="10266" y="4412"/>
                  </a:lnTo>
                  <a:lnTo>
                    <a:pt x="10775" y="4242"/>
                  </a:lnTo>
                  <a:lnTo>
                    <a:pt x="11327" y="4072"/>
                  </a:lnTo>
                  <a:lnTo>
                    <a:pt x="11878" y="4030"/>
                  </a:lnTo>
                  <a:lnTo>
                    <a:pt x="12430" y="3988"/>
                  </a:lnTo>
                  <a:lnTo>
                    <a:pt x="13024" y="3988"/>
                  </a:lnTo>
                  <a:lnTo>
                    <a:pt x="13618" y="4072"/>
                  </a:lnTo>
                  <a:lnTo>
                    <a:pt x="14212" y="4200"/>
                  </a:lnTo>
                  <a:lnTo>
                    <a:pt x="14805" y="4369"/>
                  </a:lnTo>
                  <a:lnTo>
                    <a:pt x="15272" y="3860"/>
                  </a:lnTo>
                  <a:lnTo>
                    <a:pt x="15781" y="3394"/>
                  </a:lnTo>
                  <a:lnTo>
                    <a:pt x="16290" y="3012"/>
                  </a:lnTo>
                  <a:lnTo>
                    <a:pt x="16884" y="2673"/>
                  </a:lnTo>
                  <a:lnTo>
                    <a:pt x="17478" y="2418"/>
                  </a:lnTo>
                  <a:lnTo>
                    <a:pt x="18114" y="2206"/>
                  </a:lnTo>
                  <a:lnTo>
                    <a:pt x="18793" y="2036"/>
                  </a:lnTo>
                  <a:lnTo>
                    <a:pt x="19472" y="1951"/>
                  </a:lnTo>
                  <a:lnTo>
                    <a:pt x="20151" y="1867"/>
                  </a:lnTo>
                  <a:lnTo>
                    <a:pt x="20872" y="1867"/>
                  </a:lnTo>
                  <a:lnTo>
                    <a:pt x="21593" y="1909"/>
                  </a:lnTo>
                  <a:lnTo>
                    <a:pt x="22356" y="1951"/>
                  </a:lnTo>
                  <a:lnTo>
                    <a:pt x="23078" y="2079"/>
                  </a:lnTo>
                  <a:lnTo>
                    <a:pt x="23799" y="2206"/>
                  </a:lnTo>
                  <a:lnTo>
                    <a:pt x="24520" y="2376"/>
                  </a:lnTo>
                  <a:lnTo>
                    <a:pt x="25241" y="2545"/>
                  </a:lnTo>
                  <a:lnTo>
                    <a:pt x="24435" y="1951"/>
                  </a:lnTo>
                  <a:lnTo>
                    <a:pt x="23587" y="1400"/>
                  </a:lnTo>
                  <a:lnTo>
                    <a:pt x="22653" y="976"/>
                  </a:lnTo>
                  <a:lnTo>
                    <a:pt x="21720" y="594"/>
                  </a:lnTo>
                  <a:lnTo>
                    <a:pt x="20744" y="339"/>
                  </a:lnTo>
                  <a:lnTo>
                    <a:pt x="19769" y="127"/>
                  </a:lnTo>
                  <a:lnTo>
                    <a:pt x="18751" y="42"/>
                  </a:lnTo>
                  <a:lnTo>
                    <a:pt x="17775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6606625" y="1605525"/>
              <a:ext cx="29700" cy="56225"/>
            </a:xfrm>
            <a:custGeom>
              <a:rect b="b" l="l" r="r" t="t"/>
              <a:pathLst>
                <a:path extrusionOk="0" h="2249" w="1188">
                  <a:moveTo>
                    <a:pt x="509" y="0"/>
                  </a:moveTo>
                  <a:lnTo>
                    <a:pt x="382" y="43"/>
                  </a:lnTo>
                  <a:lnTo>
                    <a:pt x="297" y="85"/>
                  </a:lnTo>
                  <a:lnTo>
                    <a:pt x="127" y="340"/>
                  </a:lnTo>
                  <a:lnTo>
                    <a:pt x="42" y="637"/>
                  </a:lnTo>
                  <a:lnTo>
                    <a:pt x="0" y="934"/>
                  </a:lnTo>
                  <a:lnTo>
                    <a:pt x="42" y="1273"/>
                  </a:lnTo>
                  <a:lnTo>
                    <a:pt x="127" y="1570"/>
                  </a:lnTo>
                  <a:lnTo>
                    <a:pt x="255" y="1824"/>
                  </a:lnTo>
                  <a:lnTo>
                    <a:pt x="467" y="2037"/>
                  </a:lnTo>
                  <a:lnTo>
                    <a:pt x="721" y="2206"/>
                  </a:lnTo>
                  <a:lnTo>
                    <a:pt x="891" y="2249"/>
                  </a:lnTo>
                  <a:lnTo>
                    <a:pt x="976" y="2206"/>
                  </a:lnTo>
                  <a:lnTo>
                    <a:pt x="1103" y="2164"/>
                  </a:lnTo>
                  <a:lnTo>
                    <a:pt x="1145" y="2079"/>
                  </a:lnTo>
                  <a:lnTo>
                    <a:pt x="1188" y="1952"/>
                  </a:lnTo>
                  <a:lnTo>
                    <a:pt x="1188" y="1824"/>
                  </a:lnTo>
                  <a:lnTo>
                    <a:pt x="1103" y="1740"/>
                  </a:lnTo>
                  <a:lnTo>
                    <a:pt x="1018" y="1612"/>
                  </a:lnTo>
                  <a:lnTo>
                    <a:pt x="848" y="1528"/>
                  </a:lnTo>
                  <a:lnTo>
                    <a:pt x="721" y="1400"/>
                  </a:lnTo>
                  <a:lnTo>
                    <a:pt x="636" y="1231"/>
                  </a:lnTo>
                  <a:lnTo>
                    <a:pt x="594" y="1103"/>
                  </a:lnTo>
                  <a:lnTo>
                    <a:pt x="552" y="934"/>
                  </a:lnTo>
                  <a:lnTo>
                    <a:pt x="552" y="764"/>
                  </a:lnTo>
                  <a:lnTo>
                    <a:pt x="594" y="594"/>
                  </a:lnTo>
                  <a:lnTo>
                    <a:pt x="721" y="425"/>
                  </a:lnTo>
                  <a:lnTo>
                    <a:pt x="764" y="340"/>
                  </a:lnTo>
                  <a:lnTo>
                    <a:pt x="764" y="212"/>
                  </a:lnTo>
                  <a:lnTo>
                    <a:pt x="721" y="128"/>
                  </a:lnTo>
                  <a:lnTo>
                    <a:pt x="679" y="85"/>
                  </a:lnTo>
                  <a:lnTo>
                    <a:pt x="5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6644800" y="1616125"/>
              <a:ext cx="57275" cy="45625"/>
            </a:xfrm>
            <a:custGeom>
              <a:rect b="b" l="l" r="r" t="t"/>
              <a:pathLst>
                <a:path extrusionOk="0" h="1825" w="2291">
                  <a:moveTo>
                    <a:pt x="721" y="1"/>
                  </a:moveTo>
                  <a:lnTo>
                    <a:pt x="552" y="43"/>
                  </a:lnTo>
                  <a:lnTo>
                    <a:pt x="340" y="85"/>
                  </a:lnTo>
                  <a:lnTo>
                    <a:pt x="170" y="128"/>
                  </a:lnTo>
                  <a:lnTo>
                    <a:pt x="85" y="213"/>
                  </a:lnTo>
                  <a:lnTo>
                    <a:pt x="0" y="340"/>
                  </a:lnTo>
                  <a:lnTo>
                    <a:pt x="0" y="425"/>
                  </a:lnTo>
                  <a:lnTo>
                    <a:pt x="0" y="552"/>
                  </a:lnTo>
                  <a:lnTo>
                    <a:pt x="85" y="637"/>
                  </a:lnTo>
                  <a:lnTo>
                    <a:pt x="170" y="679"/>
                  </a:lnTo>
                  <a:lnTo>
                    <a:pt x="255" y="722"/>
                  </a:lnTo>
                  <a:lnTo>
                    <a:pt x="382" y="722"/>
                  </a:lnTo>
                  <a:lnTo>
                    <a:pt x="594" y="679"/>
                  </a:lnTo>
                  <a:lnTo>
                    <a:pt x="806" y="722"/>
                  </a:lnTo>
                  <a:lnTo>
                    <a:pt x="1018" y="764"/>
                  </a:lnTo>
                  <a:lnTo>
                    <a:pt x="1188" y="891"/>
                  </a:lnTo>
                  <a:lnTo>
                    <a:pt x="1358" y="1061"/>
                  </a:lnTo>
                  <a:lnTo>
                    <a:pt x="1443" y="1231"/>
                  </a:lnTo>
                  <a:lnTo>
                    <a:pt x="1485" y="1400"/>
                  </a:lnTo>
                  <a:lnTo>
                    <a:pt x="1570" y="1613"/>
                  </a:lnTo>
                  <a:lnTo>
                    <a:pt x="1655" y="1697"/>
                  </a:lnTo>
                  <a:lnTo>
                    <a:pt x="1739" y="1782"/>
                  </a:lnTo>
                  <a:lnTo>
                    <a:pt x="1909" y="1825"/>
                  </a:lnTo>
                  <a:lnTo>
                    <a:pt x="2036" y="1825"/>
                  </a:lnTo>
                  <a:lnTo>
                    <a:pt x="2121" y="1782"/>
                  </a:lnTo>
                  <a:lnTo>
                    <a:pt x="2206" y="1740"/>
                  </a:lnTo>
                  <a:lnTo>
                    <a:pt x="2249" y="1613"/>
                  </a:lnTo>
                  <a:lnTo>
                    <a:pt x="2291" y="1443"/>
                  </a:lnTo>
                  <a:lnTo>
                    <a:pt x="2291" y="1231"/>
                  </a:lnTo>
                  <a:lnTo>
                    <a:pt x="2249" y="1061"/>
                  </a:lnTo>
                  <a:lnTo>
                    <a:pt x="2164" y="891"/>
                  </a:lnTo>
                  <a:lnTo>
                    <a:pt x="2036" y="722"/>
                  </a:lnTo>
                  <a:lnTo>
                    <a:pt x="1909" y="552"/>
                  </a:lnTo>
                  <a:lnTo>
                    <a:pt x="1612" y="297"/>
                  </a:lnTo>
                  <a:lnTo>
                    <a:pt x="1273" y="128"/>
                  </a:lnTo>
                  <a:lnTo>
                    <a:pt x="933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6736000" y="1592800"/>
              <a:ext cx="40325" cy="51975"/>
            </a:xfrm>
            <a:custGeom>
              <a:rect b="b" l="l" r="r" t="t"/>
              <a:pathLst>
                <a:path extrusionOk="0" h="2079" w="1613">
                  <a:moveTo>
                    <a:pt x="213" y="0"/>
                  </a:moveTo>
                  <a:lnTo>
                    <a:pt x="128" y="43"/>
                  </a:lnTo>
                  <a:lnTo>
                    <a:pt x="85" y="128"/>
                  </a:lnTo>
                  <a:lnTo>
                    <a:pt x="0" y="467"/>
                  </a:lnTo>
                  <a:lnTo>
                    <a:pt x="43" y="806"/>
                  </a:lnTo>
                  <a:lnTo>
                    <a:pt x="85" y="1146"/>
                  </a:lnTo>
                  <a:lnTo>
                    <a:pt x="255" y="1443"/>
                  </a:lnTo>
                  <a:lnTo>
                    <a:pt x="467" y="1697"/>
                  </a:lnTo>
                  <a:lnTo>
                    <a:pt x="722" y="1909"/>
                  </a:lnTo>
                  <a:lnTo>
                    <a:pt x="1019" y="2037"/>
                  </a:lnTo>
                  <a:lnTo>
                    <a:pt x="1188" y="2079"/>
                  </a:lnTo>
                  <a:lnTo>
                    <a:pt x="1358" y="2079"/>
                  </a:lnTo>
                  <a:lnTo>
                    <a:pt x="1443" y="2037"/>
                  </a:lnTo>
                  <a:lnTo>
                    <a:pt x="1528" y="1994"/>
                  </a:lnTo>
                  <a:lnTo>
                    <a:pt x="1570" y="1909"/>
                  </a:lnTo>
                  <a:lnTo>
                    <a:pt x="1612" y="1824"/>
                  </a:lnTo>
                  <a:lnTo>
                    <a:pt x="1612" y="1740"/>
                  </a:lnTo>
                  <a:lnTo>
                    <a:pt x="1570" y="1655"/>
                  </a:lnTo>
                  <a:lnTo>
                    <a:pt x="1528" y="1570"/>
                  </a:lnTo>
                  <a:lnTo>
                    <a:pt x="1443" y="1527"/>
                  </a:lnTo>
                  <a:lnTo>
                    <a:pt x="1061" y="1400"/>
                  </a:lnTo>
                  <a:lnTo>
                    <a:pt x="891" y="1273"/>
                  </a:lnTo>
                  <a:lnTo>
                    <a:pt x="722" y="1103"/>
                  </a:lnTo>
                  <a:lnTo>
                    <a:pt x="637" y="934"/>
                  </a:lnTo>
                  <a:lnTo>
                    <a:pt x="552" y="721"/>
                  </a:lnTo>
                  <a:lnTo>
                    <a:pt x="552" y="509"/>
                  </a:lnTo>
                  <a:lnTo>
                    <a:pt x="594" y="297"/>
                  </a:lnTo>
                  <a:lnTo>
                    <a:pt x="594" y="212"/>
                  </a:lnTo>
                  <a:lnTo>
                    <a:pt x="552" y="128"/>
                  </a:lnTo>
                  <a:lnTo>
                    <a:pt x="467" y="43"/>
                  </a:lnTo>
                  <a:lnTo>
                    <a:pt x="382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6868575" y="1656425"/>
              <a:ext cx="36075" cy="26550"/>
            </a:xfrm>
            <a:custGeom>
              <a:rect b="b" l="l" r="r" t="t"/>
              <a:pathLst>
                <a:path extrusionOk="0" h="1062" w="1443">
                  <a:moveTo>
                    <a:pt x="764" y="1"/>
                  </a:moveTo>
                  <a:lnTo>
                    <a:pt x="297" y="43"/>
                  </a:lnTo>
                  <a:lnTo>
                    <a:pt x="212" y="85"/>
                  </a:lnTo>
                  <a:lnTo>
                    <a:pt x="127" y="128"/>
                  </a:lnTo>
                  <a:lnTo>
                    <a:pt x="85" y="213"/>
                  </a:lnTo>
                  <a:lnTo>
                    <a:pt x="43" y="298"/>
                  </a:lnTo>
                  <a:lnTo>
                    <a:pt x="0" y="807"/>
                  </a:lnTo>
                  <a:lnTo>
                    <a:pt x="0" y="891"/>
                  </a:lnTo>
                  <a:lnTo>
                    <a:pt x="43" y="976"/>
                  </a:lnTo>
                  <a:lnTo>
                    <a:pt x="85" y="1019"/>
                  </a:lnTo>
                  <a:lnTo>
                    <a:pt x="170" y="1061"/>
                  </a:lnTo>
                  <a:lnTo>
                    <a:pt x="255" y="1061"/>
                  </a:lnTo>
                  <a:lnTo>
                    <a:pt x="339" y="1019"/>
                  </a:lnTo>
                  <a:lnTo>
                    <a:pt x="382" y="976"/>
                  </a:lnTo>
                  <a:lnTo>
                    <a:pt x="424" y="891"/>
                  </a:lnTo>
                  <a:lnTo>
                    <a:pt x="509" y="594"/>
                  </a:lnTo>
                  <a:lnTo>
                    <a:pt x="891" y="552"/>
                  </a:lnTo>
                  <a:lnTo>
                    <a:pt x="1230" y="510"/>
                  </a:lnTo>
                  <a:lnTo>
                    <a:pt x="1315" y="467"/>
                  </a:lnTo>
                  <a:lnTo>
                    <a:pt x="1400" y="425"/>
                  </a:lnTo>
                  <a:lnTo>
                    <a:pt x="1442" y="340"/>
                  </a:lnTo>
                  <a:lnTo>
                    <a:pt x="1442" y="255"/>
                  </a:lnTo>
                  <a:lnTo>
                    <a:pt x="1442" y="170"/>
                  </a:lnTo>
                  <a:lnTo>
                    <a:pt x="1400" y="85"/>
                  </a:lnTo>
                  <a:lnTo>
                    <a:pt x="1358" y="43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6266175" y="1541900"/>
              <a:ext cx="45625" cy="36075"/>
            </a:xfrm>
            <a:custGeom>
              <a:rect b="b" l="l" r="r" t="t"/>
              <a:pathLst>
                <a:path extrusionOk="0" h="1443" w="1825">
                  <a:moveTo>
                    <a:pt x="213" y="0"/>
                  </a:moveTo>
                  <a:lnTo>
                    <a:pt x="128" y="42"/>
                  </a:lnTo>
                  <a:lnTo>
                    <a:pt x="86" y="85"/>
                  </a:lnTo>
                  <a:lnTo>
                    <a:pt x="43" y="170"/>
                  </a:lnTo>
                  <a:lnTo>
                    <a:pt x="1" y="212"/>
                  </a:lnTo>
                  <a:lnTo>
                    <a:pt x="43" y="339"/>
                  </a:lnTo>
                  <a:lnTo>
                    <a:pt x="128" y="552"/>
                  </a:lnTo>
                  <a:lnTo>
                    <a:pt x="255" y="721"/>
                  </a:lnTo>
                  <a:lnTo>
                    <a:pt x="425" y="933"/>
                  </a:lnTo>
                  <a:lnTo>
                    <a:pt x="595" y="1061"/>
                  </a:lnTo>
                  <a:lnTo>
                    <a:pt x="807" y="1188"/>
                  </a:lnTo>
                  <a:lnTo>
                    <a:pt x="1019" y="1315"/>
                  </a:lnTo>
                  <a:lnTo>
                    <a:pt x="1231" y="1358"/>
                  </a:lnTo>
                  <a:lnTo>
                    <a:pt x="1443" y="1442"/>
                  </a:lnTo>
                  <a:lnTo>
                    <a:pt x="1613" y="1442"/>
                  </a:lnTo>
                  <a:lnTo>
                    <a:pt x="1698" y="1358"/>
                  </a:lnTo>
                  <a:lnTo>
                    <a:pt x="1782" y="1273"/>
                  </a:lnTo>
                  <a:lnTo>
                    <a:pt x="1825" y="1188"/>
                  </a:lnTo>
                  <a:lnTo>
                    <a:pt x="1825" y="1061"/>
                  </a:lnTo>
                  <a:lnTo>
                    <a:pt x="1782" y="933"/>
                  </a:lnTo>
                  <a:lnTo>
                    <a:pt x="1698" y="848"/>
                  </a:lnTo>
                  <a:lnTo>
                    <a:pt x="1570" y="806"/>
                  </a:lnTo>
                  <a:lnTo>
                    <a:pt x="1231" y="721"/>
                  </a:lnTo>
                  <a:lnTo>
                    <a:pt x="934" y="552"/>
                  </a:lnTo>
                  <a:lnTo>
                    <a:pt x="680" y="339"/>
                  </a:lnTo>
                  <a:lnTo>
                    <a:pt x="467" y="85"/>
                  </a:lnTo>
                  <a:lnTo>
                    <a:pt x="383" y="4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6305425" y="1525975"/>
              <a:ext cx="43500" cy="36100"/>
            </a:xfrm>
            <a:custGeom>
              <a:rect b="b" l="l" r="r" t="t"/>
              <a:pathLst>
                <a:path extrusionOk="0" h="1444" w="1740">
                  <a:moveTo>
                    <a:pt x="382" y="1"/>
                  </a:moveTo>
                  <a:lnTo>
                    <a:pt x="128" y="43"/>
                  </a:lnTo>
                  <a:lnTo>
                    <a:pt x="43" y="86"/>
                  </a:lnTo>
                  <a:lnTo>
                    <a:pt x="0" y="128"/>
                  </a:lnTo>
                  <a:lnTo>
                    <a:pt x="0" y="298"/>
                  </a:lnTo>
                  <a:lnTo>
                    <a:pt x="85" y="383"/>
                  </a:lnTo>
                  <a:lnTo>
                    <a:pt x="128" y="425"/>
                  </a:lnTo>
                  <a:lnTo>
                    <a:pt x="382" y="425"/>
                  </a:lnTo>
                  <a:lnTo>
                    <a:pt x="552" y="467"/>
                  </a:lnTo>
                  <a:lnTo>
                    <a:pt x="679" y="510"/>
                  </a:lnTo>
                  <a:lnTo>
                    <a:pt x="806" y="595"/>
                  </a:lnTo>
                  <a:lnTo>
                    <a:pt x="934" y="722"/>
                  </a:lnTo>
                  <a:lnTo>
                    <a:pt x="1018" y="849"/>
                  </a:lnTo>
                  <a:lnTo>
                    <a:pt x="1061" y="976"/>
                  </a:lnTo>
                  <a:lnTo>
                    <a:pt x="1103" y="1146"/>
                  </a:lnTo>
                  <a:lnTo>
                    <a:pt x="1146" y="1316"/>
                  </a:lnTo>
                  <a:lnTo>
                    <a:pt x="1231" y="1401"/>
                  </a:lnTo>
                  <a:lnTo>
                    <a:pt x="1315" y="1443"/>
                  </a:lnTo>
                  <a:lnTo>
                    <a:pt x="1443" y="1443"/>
                  </a:lnTo>
                  <a:lnTo>
                    <a:pt x="1570" y="1401"/>
                  </a:lnTo>
                  <a:lnTo>
                    <a:pt x="1655" y="1316"/>
                  </a:lnTo>
                  <a:lnTo>
                    <a:pt x="1740" y="1231"/>
                  </a:lnTo>
                  <a:lnTo>
                    <a:pt x="1740" y="1104"/>
                  </a:lnTo>
                  <a:lnTo>
                    <a:pt x="1697" y="807"/>
                  </a:lnTo>
                  <a:lnTo>
                    <a:pt x="1570" y="552"/>
                  </a:lnTo>
                  <a:lnTo>
                    <a:pt x="1400" y="340"/>
                  </a:lnTo>
                  <a:lnTo>
                    <a:pt x="1188" y="170"/>
                  </a:lnTo>
                  <a:lnTo>
                    <a:pt x="934" y="86"/>
                  </a:lnTo>
                  <a:lnTo>
                    <a:pt x="67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5965000" y="1541900"/>
              <a:ext cx="1060550" cy="188800"/>
            </a:xfrm>
            <a:custGeom>
              <a:rect b="b" l="l" r="r" t="t"/>
              <a:pathLst>
                <a:path extrusionOk="0" h="7552" w="42422">
                  <a:moveTo>
                    <a:pt x="85" y="0"/>
                  </a:moveTo>
                  <a:lnTo>
                    <a:pt x="0" y="42"/>
                  </a:lnTo>
                  <a:lnTo>
                    <a:pt x="0" y="170"/>
                  </a:lnTo>
                  <a:lnTo>
                    <a:pt x="85" y="255"/>
                  </a:lnTo>
                  <a:lnTo>
                    <a:pt x="1273" y="933"/>
                  </a:lnTo>
                  <a:lnTo>
                    <a:pt x="2503" y="1527"/>
                  </a:lnTo>
                  <a:lnTo>
                    <a:pt x="3776" y="2121"/>
                  </a:lnTo>
                  <a:lnTo>
                    <a:pt x="5048" y="2630"/>
                  </a:lnTo>
                  <a:lnTo>
                    <a:pt x="6363" y="3097"/>
                  </a:lnTo>
                  <a:lnTo>
                    <a:pt x="7721" y="3521"/>
                  </a:lnTo>
                  <a:lnTo>
                    <a:pt x="9078" y="3945"/>
                  </a:lnTo>
                  <a:lnTo>
                    <a:pt x="10436" y="4285"/>
                  </a:lnTo>
                  <a:lnTo>
                    <a:pt x="11793" y="4624"/>
                  </a:lnTo>
                  <a:lnTo>
                    <a:pt x="13193" y="4921"/>
                  </a:lnTo>
                  <a:lnTo>
                    <a:pt x="14551" y="5218"/>
                  </a:lnTo>
                  <a:lnTo>
                    <a:pt x="15951" y="5472"/>
                  </a:lnTo>
                  <a:lnTo>
                    <a:pt x="18708" y="5897"/>
                  </a:lnTo>
                  <a:lnTo>
                    <a:pt x="21423" y="6236"/>
                  </a:lnTo>
                  <a:lnTo>
                    <a:pt x="24180" y="6575"/>
                  </a:lnTo>
                  <a:lnTo>
                    <a:pt x="26980" y="6872"/>
                  </a:lnTo>
                  <a:lnTo>
                    <a:pt x="29780" y="7084"/>
                  </a:lnTo>
                  <a:lnTo>
                    <a:pt x="32580" y="7339"/>
                  </a:lnTo>
                  <a:lnTo>
                    <a:pt x="34998" y="7509"/>
                  </a:lnTo>
                  <a:lnTo>
                    <a:pt x="36228" y="7551"/>
                  </a:lnTo>
                  <a:lnTo>
                    <a:pt x="37458" y="7509"/>
                  </a:lnTo>
                  <a:lnTo>
                    <a:pt x="38646" y="7466"/>
                  </a:lnTo>
                  <a:lnTo>
                    <a:pt x="39876" y="7297"/>
                  </a:lnTo>
                  <a:lnTo>
                    <a:pt x="40470" y="7169"/>
                  </a:lnTo>
                  <a:lnTo>
                    <a:pt x="41064" y="7000"/>
                  </a:lnTo>
                  <a:lnTo>
                    <a:pt x="41658" y="6830"/>
                  </a:lnTo>
                  <a:lnTo>
                    <a:pt x="42209" y="6618"/>
                  </a:lnTo>
                  <a:lnTo>
                    <a:pt x="42337" y="6533"/>
                  </a:lnTo>
                  <a:lnTo>
                    <a:pt x="42379" y="6448"/>
                  </a:lnTo>
                  <a:lnTo>
                    <a:pt x="42421" y="6363"/>
                  </a:lnTo>
                  <a:lnTo>
                    <a:pt x="42379" y="6236"/>
                  </a:lnTo>
                  <a:lnTo>
                    <a:pt x="42337" y="6151"/>
                  </a:lnTo>
                  <a:lnTo>
                    <a:pt x="42252" y="6066"/>
                  </a:lnTo>
                  <a:lnTo>
                    <a:pt x="42125" y="6024"/>
                  </a:lnTo>
                  <a:lnTo>
                    <a:pt x="41997" y="6066"/>
                  </a:lnTo>
                  <a:lnTo>
                    <a:pt x="41361" y="6278"/>
                  </a:lnTo>
                  <a:lnTo>
                    <a:pt x="40682" y="6491"/>
                  </a:lnTo>
                  <a:lnTo>
                    <a:pt x="40003" y="6660"/>
                  </a:lnTo>
                  <a:lnTo>
                    <a:pt x="39325" y="6787"/>
                  </a:lnTo>
                  <a:lnTo>
                    <a:pt x="38646" y="6872"/>
                  </a:lnTo>
                  <a:lnTo>
                    <a:pt x="37967" y="6915"/>
                  </a:lnTo>
                  <a:lnTo>
                    <a:pt x="36610" y="6957"/>
                  </a:lnTo>
                  <a:lnTo>
                    <a:pt x="35210" y="6915"/>
                  </a:lnTo>
                  <a:lnTo>
                    <a:pt x="33810" y="6830"/>
                  </a:lnTo>
                  <a:lnTo>
                    <a:pt x="31053" y="6618"/>
                  </a:lnTo>
                  <a:lnTo>
                    <a:pt x="28465" y="6406"/>
                  </a:lnTo>
                  <a:lnTo>
                    <a:pt x="25877" y="6194"/>
                  </a:lnTo>
                  <a:lnTo>
                    <a:pt x="23289" y="5939"/>
                  </a:lnTo>
                  <a:lnTo>
                    <a:pt x="20702" y="5600"/>
                  </a:lnTo>
                  <a:lnTo>
                    <a:pt x="18029" y="5218"/>
                  </a:lnTo>
                  <a:lnTo>
                    <a:pt x="15399" y="4709"/>
                  </a:lnTo>
                  <a:lnTo>
                    <a:pt x="12811" y="4115"/>
                  </a:lnTo>
                  <a:lnTo>
                    <a:pt x="10266" y="3479"/>
                  </a:lnTo>
                  <a:lnTo>
                    <a:pt x="7721" y="2715"/>
                  </a:lnTo>
                  <a:lnTo>
                    <a:pt x="5218" y="1909"/>
                  </a:lnTo>
                  <a:lnTo>
                    <a:pt x="2715" y="976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916200" y="1492050"/>
              <a:ext cx="1171925" cy="460300"/>
            </a:xfrm>
            <a:custGeom>
              <a:rect b="b" l="l" r="r" t="t"/>
              <a:pathLst>
                <a:path extrusionOk="0" h="18412" w="46877">
                  <a:moveTo>
                    <a:pt x="2970" y="0"/>
                  </a:moveTo>
                  <a:lnTo>
                    <a:pt x="2207" y="85"/>
                  </a:lnTo>
                  <a:lnTo>
                    <a:pt x="1867" y="170"/>
                  </a:lnTo>
                  <a:lnTo>
                    <a:pt x="1528" y="255"/>
                  </a:lnTo>
                  <a:lnTo>
                    <a:pt x="1189" y="382"/>
                  </a:lnTo>
                  <a:lnTo>
                    <a:pt x="892" y="552"/>
                  </a:lnTo>
                  <a:lnTo>
                    <a:pt x="637" y="721"/>
                  </a:lnTo>
                  <a:lnTo>
                    <a:pt x="383" y="934"/>
                  </a:lnTo>
                  <a:lnTo>
                    <a:pt x="213" y="1188"/>
                  </a:lnTo>
                  <a:lnTo>
                    <a:pt x="86" y="1400"/>
                  </a:lnTo>
                  <a:lnTo>
                    <a:pt x="43" y="1612"/>
                  </a:lnTo>
                  <a:lnTo>
                    <a:pt x="1" y="1824"/>
                  </a:lnTo>
                  <a:lnTo>
                    <a:pt x="43" y="2036"/>
                  </a:lnTo>
                  <a:lnTo>
                    <a:pt x="128" y="2249"/>
                  </a:lnTo>
                  <a:lnTo>
                    <a:pt x="255" y="2418"/>
                  </a:lnTo>
                  <a:lnTo>
                    <a:pt x="383" y="2588"/>
                  </a:lnTo>
                  <a:lnTo>
                    <a:pt x="679" y="4158"/>
                  </a:lnTo>
                  <a:lnTo>
                    <a:pt x="1019" y="5770"/>
                  </a:lnTo>
                  <a:lnTo>
                    <a:pt x="1189" y="6576"/>
                  </a:lnTo>
                  <a:lnTo>
                    <a:pt x="1401" y="7339"/>
                  </a:lnTo>
                  <a:lnTo>
                    <a:pt x="1655" y="8145"/>
                  </a:lnTo>
                  <a:lnTo>
                    <a:pt x="1910" y="8866"/>
                  </a:lnTo>
                  <a:lnTo>
                    <a:pt x="2249" y="9630"/>
                  </a:lnTo>
                  <a:lnTo>
                    <a:pt x="2588" y="10309"/>
                  </a:lnTo>
                  <a:lnTo>
                    <a:pt x="3013" y="10945"/>
                  </a:lnTo>
                  <a:lnTo>
                    <a:pt x="3479" y="11581"/>
                  </a:lnTo>
                  <a:lnTo>
                    <a:pt x="3988" y="12133"/>
                  </a:lnTo>
                  <a:lnTo>
                    <a:pt x="4582" y="12642"/>
                  </a:lnTo>
                  <a:lnTo>
                    <a:pt x="5261" y="13066"/>
                  </a:lnTo>
                  <a:lnTo>
                    <a:pt x="5600" y="13236"/>
                  </a:lnTo>
                  <a:lnTo>
                    <a:pt x="5982" y="13405"/>
                  </a:lnTo>
                  <a:lnTo>
                    <a:pt x="6958" y="13830"/>
                  </a:lnTo>
                  <a:lnTo>
                    <a:pt x="7976" y="14211"/>
                  </a:lnTo>
                  <a:lnTo>
                    <a:pt x="10012" y="14890"/>
                  </a:lnTo>
                  <a:lnTo>
                    <a:pt x="12133" y="15484"/>
                  </a:lnTo>
                  <a:lnTo>
                    <a:pt x="14254" y="15993"/>
                  </a:lnTo>
                  <a:lnTo>
                    <a:pt x="16375" y="16460"/>
                  </a:lnTo>
                  <a:lnTo>
                    <a:pt x="18539" y="16841"/>
                  </a:lnTo>
                  <a:lnTo>
                    <a:pt x="20660" y="17181"/>
                  </a:lnTo>
                  <a:lnTo>
                    <a:pt x="22781" y="17478"/>
                  </a:lnTo>
                  <a:lnTo>
                    <a:pt x="26599" y="17987"/>
                  </a:lnTo>
                  <a:lnTo>
                    <a:pt x="28593" y="18199"/>
                  </a:lnTo>
                  <a:lnTo>
                    <a:pt x="30629" y="18369"/>
                  </a:lnTo>
                  <a:lnTo>
                    <a:pt x="31605" y="18411"/>
                  </a:lnTo>
                  <a:lnTo>
                    <a:pt x="33641" y="18411"/>
                  </a:lnTo>
                  <a:lnTo>
                    <a:pt x="34617" y="18369"/>
                  </a:lnTo>
                  <a:lnTo>
                    <a:pt x="35592" y="18284"/>
                  </a:lnTo>
                  <a:lnTo>
                    <a:pt x="36568" y="18199"/>
                  </a:lnTo>
                  <a:lnTo>
                    <a:pt x="37501" y="18029"/>
                  </a:lnTo>
                  <a:lnTo>
                    <a:pt x="38434" y="17817"/>
                  </a:lnTo>
                  <a:lnTo>
                    <a:pt x="39198" y="17605"/>
                  </a:lnTo>
                  <a:lnTo>
                    <a:pt x="39962" y="17308"/>
                  </a:lnTo>
                  <a:lnTo>
                    <a:pt x="40640" y="16969"/>
                  </a:lnTo>
                  <a:lnTo>
                    <a:pt x="41277" y="16587"/>
                  </a:lnTo>
                  <a:lnTo>
                    <a:pt x="41871" y="16120"/>
                  </a:lnTo>
                  <a:lnTo>
                    <a:pt x="42464" y="15611"/>
                  </a:lnTo>
                  <a:lnTo>
                    <a:pt x="42974" y="15102"/>
                  </a:lnTo>
                  <a:lnTo>
                    <a:pt x="43440" y="14508"/>
                  </a:lnTo>
                  <a:lnTo>
                    <a:pt x="43907" y="13914"/>
                  </a:lnTo>
                  <a:lnTo>
                    <a:pt x="44331" y="13278"/>
                  </a:lnTo>
                  <a:lnTo>
                    <a:pt x="44713" y="12599"/>
                  </a:lnTo>
                  <a:lnTo>
                    <a:pt x="45095" y="11921"/>
                  </a:lnTo>
                  <a:lnTo>
                    <a:pt x="45434" y="11242"/>
                  </a:lnTo>
                  <a:lnTo>
                    <a:pt x="45731" y="10521"/>
                  </a:lnTo>
                  <a:lnTo>
                    <a:pt x="46325" y="9078"/>
                  </a:lnTo>
                  <a:lnTo>
                    <a:pt x="46367" y="8909"/>
                  </a:lnTo>
                  <a:lnTo>
                    <a:pt x="46282" y="8824"/>
                  </a:lnTo>
                  <a:lnTo>
                    <a:pt x="46537" y="8442"/>
                  </a:lnTo>
                  <a:lnTo>
                    <a:pt x="46749" y="7975"/>
                  </a:lnTo>
                  <a:lnTo>
                    <a:pt x="46834" y="7466"/>
                  </a:lnTo>
                  <a:lnTo>
                    <a:pt x="46876" y="6873"/>
                  </a:lnTo>
                  <a:lnTo>
                    <a:pt x="46834" y="6788"/>
                  </a:lnTo>
                  <a:lnTo>
                    <a:pt x="46834" y="6745"/>
                  </a:lnTo>
                  <a:lnTo>
                    <a:pt x="46791" y="6660"/>
                  </a:lnTo>
                  <a:lnTo>
                    <a:pt x="46749" y="6576"/>
                  </a:lnTo>
                  <a:lnTo>
                    <a:pt x="46240" y="6236"/>
                  </a:lnTo>
                  <a:lnTo>
                    <a:pt x="45689" y="5897"/>
                  </a:lnTo>
                  <a:lnTo>
                    <a:pt x="45095" y="5600"/>
                  </a:lnTo>
                  <a:lnTo>
                    <a:pt x="44501" y="5388"/>
                  </a:lnTo>
                  <a:lnTo>
                    <a:pt x="43907" y="5218"/>
                  </a:lnTo>
                  <a:lnTo>
                    <a:pt x="43270" y="5133"/>
                  </a:lnTo>
                  <a:lnTo>
                    <a:pt x="42634" y="5091"/>
                  </a:lnTo>
                  <a:lnTo>
                    <a:pt x="41998" y="5133"/>
                  </a:lnTo>
                  <a:lnTo>
                    <a:pt x="41955" y="5176"/>
                  </a:lnTo>
                  <a:lnTo>
                    <a:pt x="41913" y="5260"/>
                  </a:lnTo>
                  <a:lnTo>
                    <a:pt x="41955" y="5303"/>
                  </a:lnTo>
                  <a:lnTo>
                    <a:pt x="41998" y="5345"/>
                  </a:lnTo>
                  <a:lnTo>
                    <a:pt x="42634" y="5430"/>
                  </a:lnTo>
                  <a:lnTo>
                    <a:pt x="43228" y="5515"/>
                  </a:lnTo>
                  <a:lnTo>
                    <a:pt x="43780" y="5642"/>
                  </a:lnTo>
                  <a:lnTo>
                    <a:pt x="44331" y="5770"/>
                  </a:lnTo>
                  <a:lnTo>
                    <a:pt x="44883" y="5982"/>
                  </a:lnTo>
                  <a:lnTo>
                    <a:pt x="45434" y="6194"/>
                  </a:lnTo>
                  <a:lnTo>
                    <a:pt x="45943" y="6491"/>
                  </a:lnTo>
                  <a:lnTo>
                    <a:pt x="46452" y="6830"/>
                  </a:lnTo>
                  <a:lnTo>
                    <a:pt x="46452" y="6915"/>
                  </a:lnTo>
                  <a:lnTo>
                    <a:pt x="46452" y="7297"/>
                  </a:lnTo>
                  <a:lnTo>
                    <a:pt x="46367" y="7636"/>
                  </a:lnTo>
                  <a:lnTo>
                    <a:pt x="46240" y="7975"/>
                  </a:lnTo>
                  <a:lnTo>
                    <a:pt x="46070" y="8272"/>
                  </a:lnTo>
                  <a:lnTo>
                    <a:pt x="45858" y="8527"/>
                  </a:lnTo>
                  <a:lnTo>
                    <a:pt x="45604" y="8781"/>
                  </a:lnTo>
                  <a:lnTo>
                    <a:pt x="45307" y="8994"/>
                  </a:lnTo>
                  <a:lnTo>
                    <a:pt x="44967" y="9163"/>
                  </a:lnTo>
                  <a:lnTo>
                    <a:pt x="44586" y="9333"/>
                  </a:lnTo>
                  <a:lnTo>
                    <a:pt x="44204" y="9503"/>
                  </a:lnTo>
                  <a:lnTo>
                    <a:pt x="43355" y="9715"/>
                  </a:lnTo>
                  <a:lnTo>
                    <a:pt x="42380" y="9884"/>
                  </a:lnTo>
                  <a:lnTo>
                    <a:pt x="41362" y="10012"/>
                  </a:lnTo>
                  <a:lnTo>
                    <a:pt x="40343" y="10054"/>
                  </a:lnTo>
                  <a:lnTo>
                    <a:pt x="38265" y="10054"/>
                  </a:lnTo>
                  <a:lnTo>
                    <a:pt x="37332" y="10012"/>
                  </a:lnTo>
                  <a:lnTo>
                    <a:pt x="34404" y="9842"/>
                  </a:lnTo>
                  <a:lnTo>
                    <a:pt x="31817" y="9715"/>
                  </a:lnTo>
                  <a:lnTo>
                    <a:pt x="29271" y="9503"/>
                  </a:lnTo>
                  <a:lnTo>
                    <a:pt x="26684" y="9291"/>
                  </a:lnTo>
                  <a:lnTo>
                    <a:pt x="24138" y="8951"/>
                  </a:lnTo>
                  <a:lnTo>
                    <a:pt x="21508" y="8569"/>
                  </a:lnTo>
                  <a:lnTo>
                    <a:pt x="18878" y="8103"/>
                  </a:lnTo>
                  <a:lnTo>
                    <a:pt x="16248" y="7594"/>
                  </a:lnTo>
                  <a:lnTo>
                    <a:pt x="13660" y="7000"/>
                  </a:lnTo>
                  <a:lnTo>
                    <a:pt x="11073" y="6363"/>
                  </a:lnTo>
                  <a:lnTo>
                    <a:pt x="8527" y="5642"/>
                  </a:lnTo>
                  <a:lnTo>
                    <a:pt x="5940" y="4921"/>
                  </a:lnTo>
                  <a:lnTo>
                    <a:pt x="3394" y="4158"/>
                  </a:lnTo>
                  <a:lnTo>
                    <a:pt x="3310" y="4158"/>
                  </a:lnTo>
                  <a:lnTo>
                    <a:pt x="3267" y="4200"/>
                  </a:lnTo>
                  <a:lnTo>
                    <a:pt x="3267" y="4285"/>
                  </a:lnTo>
                  <a:lnTo>
                    <a:pt x="3310" y="4327"/>
                  </a:lnTo>
                  <a:lnTo>
                    <a:pt x="4837" y="4921"/>
                  </a:lnTo>
                  <a:lnTo>
                    <a:pt x="6406" y="5430"/>
                  </a:lnTo>
                  <a:lnTo>
                    <a:pt x="7976" y="5939"/>
                  </a:lnTo>
                  <a:lnTo>
                    <a:pt x="9546" y="6406"/>
                  </a:lnTo>
                  <a:lnTo>
                    <a:pt x="11158" y="6830"/>
                  </a:lnTo>
                  <a:lnTo>
                    <a:pt x="12727" y="7254"/>
                  </a:lnTo>
                  <a:lnTo>
                    <a:pt x="14339" y="7636"/>
                  </a:lnTo>
                  <a:lnTo>
                    <a:pt x="15951" y="8018"/>
                  </a:lnTo>
                  <a:lnTo>
                    <a:pt x="17563" y="8315"/>
                  </a:lnTo>
                  <a:lnTo>
                    <a:pt x="19218" y="8654"/>
                  </a:lnTo>
                  <a:lnTo>
                    <a:pt x="20830" y="8909"/>
                  </a:lnTo>
                  <a:lnTo>
                    <a:pt x="22442" y="9163"/>
                  </a:lnTo>
                  <a:lnTo>
                    <a:pt x="25708" y="9587"/>
                  </a:lnTo>
                  <a:lnTo>
                    <a:pt x="28975" y="9927"/>
                  </a:lnTo>
                  <a:lnTo>
                    <a:pt x="32071" y="10181"/>
                  </a:lnTo>
                  <a:lnTo>
                    <a:pt x="35168" y="10309"/>
                  </a:lnTo>
                  <a:lnTo>
                    <a:pt x="38265" y="10351"/>
                  </a:lnTo>
                  <a:lnTo>
                    <a:pt x="41362" y="10309"/>
                  </a:lnTo>
                  <a:lnTo>
                    <a:pt x="42464" y="10224"/>
                  </a:lnTo>
                  <a:lnTo>
                    <a:pt x="43058" y="10181"/>
                  </a:lnTo>
                  <a:lnTo>
                    <a:pt x="43610" y="10097"/>
                  </a:lnTo>
                  <a:lnTo>
                    <a:pt x="44204" y="9969"/>
                  </a:lnTo>
                  <a:lnTo>
                    <a:pt x="44713" y="9842"/>
                  </a:lnTo>
                  <a:lnTo>
                    <a:pt x="45222" y="9630"/>
                  </a:lnTo>
                  <a:lnTo>
                    <a:pt x="45689" y="9375"/>
                  </a:lnTo>
                  <a:lnTo>
                    <a:pt x="44967" y="10818"/>
                  </a:lnTo>
                  <a:lnTo>
                    <a:pt x="44586" y="11539"/>
                  </a:lnTo>
                  <a:lnTo>
                    <a:pt x="44204" y="12218"/>
                  </a:lnTo>
                  <a:lnTo>
                    <a:pt x="43822" y="12896"/>
                  </a:lnTo>
                  <a:lnTo>
                    <a:pt x="43355" y="13533"/>
                  </a:lnTo>
                  <a:lnTo>
                    <a:pt x="42931" y="14127"/>
                  </a:lnTo>
                  <a:lnTo>
                    <a:pt x="42422" y="14678"/>
                  </a:lnTo>
                  <a:lnTo>
                    <a:pt x="41913" y="15187"/>
                  </a:lnTo>
                  <a:lnTo>
                    <a:pt x="41362" y="15696"/>
                  </a:lnTo>
                  <a:lnTo>
                    <a:pt x="40768" y="16120"/>
                  </a:lnTo>
                  <a:lnTo>
                    <a:pt x="40089" y="16502"/>
                  </a:lnTo>
                  <a:lnTo>
                    <a:pt x="39410" y="16841"/>
                  </a:lnTo>
                  <a:lnTo>
                    <a:pt x="38647" y="17138"/>
                  </a:lnTo>
                  <a:lnTo>
                    <a:pt x="37841" y="17351"/>
                  </a:lnTo>
                  <a:lnTo>
                    <a:pt x="36992" y="17520"/>
                  </a:lnTo>
                  <a:lnTo>
                    <a:pt x="36101" y="17605"/>
                  </a:lnTo>
                  <a:lnTo>
                    <a:pt x="35210" y="17690"/>
                  </a:lnTo>
                  <a:lnTo>
                    <a:pt x="34277" y="17732"/>
                  </a:lnTo>
                  <a:lnTo>
                    <a:pt x="33386" y="17775"/>
                  </a:lnTo>
                  <a:lnTo>
                    <a:pt x="31562" y="17775"/>
                  </a:lnTo>
                  <a:lnTo>
                    <a:pt x="29696" y="17647"/>
                  </a:lnTo>
                  <a:lnTo>
                    <a:pt x="27872" y="17520"/>
                  </a:lnTo>
                  <a:lnTo>
                    <a:pt x="26047" y="17308"/>
                  </a:lnTo>
                  <a:lnTo>
                    <a:pt x="22442" y="16841"/>
                  </a:lnTo>
                  <a:lnTo>
                    <a:pt x="20618" y="16587"/>
                  </a:lnTo>
                  <a:lnTo>
                    <a:pt x="18751" y="16248"/>
                  </a:lnTo>
                  <a:lnTo>
                    <a:pt x="16927" y="15908"/>
                  </a:lnTo>
                  <a:lnTo>
                    <a:pt x="15103" y="15484"/>
                  </a:lnTo>
                  <a:lnTo>
                    <a:pt x="13279" y="15060"/>
                  </a:lnTo>
                  <a:lnTo>
                    <a:pt x="11455" y="14593"/>
                  </a:lnTo>
                  <a:lnTo>
                    <a:pt x="9630" y="14084"/>
                  </a:lnTo>
                  <a:lnTo>
                    <a:pt x="7849" y="13533"/>
                  </a:lnTo>
                  <a:lnTo>
                    <a:pt x="6915" y="13193"/>
                  </a:lnTo>
                  <a:lnTo>
                    <a:pt x="6067" y="12811"/>
                  </a:lnTo>
                  <a:lnTo>
                    <a:pt x="5261" y="12387"/>
                  </a:lnTo>
                  <a:lnTo>
                    <a:pt x="4922" y="12133"/>
                  </a:lnTo>
                  <a:lnTo>
                    <a:pt x="4582" y="11878"/>
                  </a:lnTo>
                  <a:lnTo>
                    <a:pt x="4243" y="11581"/>
                  </a:lnTo>
                  <a:lnTo>
                    <a:pt x="3904" y="11284"/>
                  </a:lnTo>
                  <a:lnTo>
                    <a:pt x="3607" y="10945"/>
                  </a:lnTo>
                  <a:lnTo>
                    <a:pt x="3352" y="10606"/>
                  </a:lnTo>
                  <a:lnTo>
                    <a:pt x="3098" y="10181"/>
                  </a:lnTo>
                  <a:lnTo>
                    <a:pt x="2885" y="9800"/>
                  </a:lnTo>
                  <a:lnTo>
                    <a:pt x="2673" y="9333"/>
                  </a:lnTo>
                  <a:lnTo>
                    <a:pt x="2504" y="8866"/>
                  </a:lnTo>
                  <a:lnTo>
                    <a:pt x="2037" y="7382"/>
                  </a:lnTo>
                  <a:lnTo>
                    <a:pt x="1570" y="5854"/>
                  </a:lnTo>
                  <a:lnTo>
                    <a:pt x="1146" y="4370"/>
                  </a:lnTo>
                  <a:lnTo>
                    <a:pt x="722" y="2885"/>
                  </a:lnTo>
                  <a:lnTo>
                    <a:pt x="722" y="2885"/>
                  </a:lnTo>
                  <a:lnTo>
                    <a:pt x="1104" y="3139"/>
                  </a:lnTo>
                  <a:lnTo>
                    <a:pt x="1570" y="3352"/>
                  </a:lnTo>
                  <a:lnTo>
                    <a:pt x="1995" y="3479"/>
                  </a:lnTo>
                  <a:lnTo>
                    <a:pt x="2419" y="3564"/>
                  </a:lnTo>
                  <a:lnTo>
                    <a:pt x="2504" y="3521"/>
                  </a:lnTo>
                  <a:lnTo>
                    <a:pt x="2546" y="3479"/>
                  </a:lnTo>
                  <a:lnTo>
                    <a:pt x="2546" y="3352"/>
                  </a:lnTo>
                  <a:lnTo>
                    <a:pt x="2461" y="3309"/>
                  </a:lnTo>
                  <a:lnTo>
                    <a:pt x="1485" y="3012"/>
                  </a:lnTo>
                  <a:lnTo>
                    <a:pt x="1231" y="2885"/>
                  </a:lnTo>
                  <a:lnTo>
                    <a:pt x="976" y="2758"/>
                  </a:lnTo>
                  <a:lnTo>
                    <a:pt x="849" y="2546"/>
                  </a:lnTo>
                  <a:lnTo>
                    <a:pt x="722" y="2333"/>
                  </a:lnTo>
                  <a:lnTo>
                    <a:pt x="679" y="2079"/>
                  </a:lnTo>
                  <a:lnTo>
                    <a:pt x="679" y="1782"/>
                  </a:lnTo>
                  <a:lnTo>
                    <a:pt x="764" y="1443"/>
                  </a:lnTo>
                  <a:lnTo>
                    <a:pt x="892" y="1103"/>
                  </a:lnTo>
                  <a:lnTo>
                    <a:pt x="1061" y="976"/>
                  </a:lnTo>
                  <a:lnTo>
                    <a:pt x="1273" y="849"/>
                  </a:lnTo>
                  <a:lnTo>
                    <a:pt x="1698" y="679"/>
                  </a:lnTo>
                  <a:lnTo>
                    <a:pt x="2207" y="594"/>
                  </a:lnTo>
                  <a:lnTo>
                    <a:pt x="2631" y="509"/>
                  </a:lnTo>
                  <a:lnTo>
                    <a:pt x="3013" y="467"/>
                  </a:lnTo>
                  <a:lnTo>
                    <a:pt x="3394" y="467"/>
                  </a:lnTo>
                  <a:lnTo>
                    <a:pt x="4116" y="509"/>
                  </a:lnTo>
                  <a:lnTo>
                    <a:pt x="4879" y="637"/>
                  </a:lnTo>
                  <a:lnTo>
                    <a:pt x="5600" y="764"/>
                  </a:lnTo>
                  <a:lnTo>
                    <a:pt x="5685" y="764"/>
                  </a:lnTo>
                  <a:lnTo>
                    <a:pt x="5728" y="679"/>
                  </a:lnTo>
                  <a:lnTo>
                    <a:pt x="5728" y="594"/>
                  </a:lnTo>
                  <a:lnTo>
                    <a:pt x="5685" y="552"/>
                  </a:lnTo>
                  <a:lnTo>
                    <a:pt x="5091" y="297"/>
                  </a:lnTo>
                  <a:lnTo>
                    <a:pt x="4455" y="128"/>
                  </a:lnTo>
                  <a:lnTo>
                    <a:pt x="3734" y="43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6008475" y="1741275"/>
              <a:ext cx="48800" cy="50925"/>
            </a:xfrm>
            <a:custGeom>
              <a:rect b="b" l="l" r="r" t="t"/>
              <a:pathLst>
                <a:path extrusionOk="0" h="2037" w="1952">
                  <a:moveTo>
                    <a:pt x="43" y="0"/>
                  </a:moveTo>
                  <a:lnTo>
                    <a:pt x="0" y="43"/>
                  </a:lnTo>
                  <a:lnTo>
                    <a:pt x="0" y="85"/>
                  </a:lnTo>
                  <a:lnTo>
                    <a:pt x="128" y="382"/>
                  </a:lnTo>
                  <a:lnTo>
                    <a:pt x="255" y="721"/>
                  </a:lnTo>
                  <a:lnTo>
                    <a:pt x="467" y="1018"/>
                  </a:lnTo>
                  <a:lnTo>
                    <a:pt x="679" y="1315"/>
                  </a:lnTo>
                  <a:lnTo>
                    <a:pt x="934" y="1570"/>
                  </a:lnTo>
                  <a:lnTo>
                    <a:pt x="1231" y="1782"/>
                  </a:lnTo>
                  <a:lnTo>
                    <a:pt x="1528" y="1952"/>
                  </a:lnTo>
                  <a:lnTo>
                    <a:pt x="1867" y="2036"/>
                  </a:lnTo>
                  <a:lnTo>
                    <a:pt x="1909" y="2036"/>
                  </a:lnTo>
                  <a:lnTo>
                    <a:pt x="1952" y="1994"/>
                  </a:lnTo>
                  <a:lnTo>
                    <a:pt x="1952" y="1952"/>
                  </a:lnTo>
                  <a:lnTo>
                    <a:pt x="1909" y="1909"/>
                  </a:lnTo>
                  <a:lnTo>
                    <a:pt x="1358" y="1570"/>
                  </a:lnTo>
                  <a:lnTo>
                    <a:pt x="1061" y="1358"/>
                  </a:lnTo>
                  <a:lnTo>
                    <a:pt x="849" y="1146"/>
                  </a:lnTo>
                  <a:lnTo>
                    <a:pt x="594" y="891"/>
                  </a:lnTo>
                  <a:lnTo>
                    <a:pt x="425" y="637"/>
                  </a:lnTo>
                  <a:lnTo>
                    <a:pt x="255" y="340"/>
                  </a:lnTo>
                  <a:lnTo>
                    <a:pt x="85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6041350" y="1755050"/>
              <a:ext cx="61525" cy="43500"/>
            </a:xfrm>
            <a:custGeom>
              <a:rect b="b" l="l" r="r" t="t"/>
              <a:pathLst>
                <a:path extrusionOk="0" h="1740" w="2461">
                  <a:moveTo>
                    <a:pt x="85" y="1"/>
                  </a:moveTo>
                  <a:lnTo>
                    <a:pt x="43" y="43"/>
                  </a:lnTo>
                  <a:lnTo>
                    <a:pt x="0" y="43"/>
                  </a:lnTo>
                  <a:lnTo>
                    <a:pt x="0" y="86"/>
                  </a:lnTo>
                  <a:lnTo>
                    <a:pt x="510" y="637"/>
                  </a:lnTo>
                  <a:lnTo>
                    <a:pt x="1019" y="1104"/>
                  </a:lnTo>
                  <a:lnTo>
                    <a:pt x="1316" y="1273"/>
                  </a:lnTo>
                  <a:lnTo>
                    <a:pt x="1612" y="1443"/>
                  </a:lnTo>
                  <a:lnTo>
                    <a:pt x="1952" y="1613"/>
                  </a:lnTo>
                  <a:lnTo>
                    <a:pt x="2291" y="1740"/>
                  </a:lnTo>
                  <a:lnTo>
                    <a:pt x="2376" y="1740"/>
                  </a:lnTo>
                  <a:lnTo>
                    <a:pt x="2418" y="1655"/>
                  </a:lnTo>
                  <a:lnTo>
                    <a:pt x="2461" y="1570"/>
                  </a:lnTo>
                  <a:lnTo>
                    <a:pt x="2376" y="1528"/>
                  </a:lnTo>
                  <a:lnTo>
                    <a:pt x="1740" y="1231"/>
                  </a:lnTo>
                  <a:lnTo>
                    <a:pt x="1146" y="934"/>
                  </a:lnTo>
                  <a:lnTo>
                    <a:pt x="594" y="510"/>
                  </a:lnTo>
                  <a:lnTo>
                    <a:pt x="128" y="43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6852650" y="1763550"/>
              <a:ext cx="85925" cy="14850"/>
            </a:xfrm>
            <a:custGeom>
              <a:rect b="b" l="l" r="r" t="t"/>
              <a:pathLst>
                <a:path extrusionOk="0" h="594" w="3437">
                  <a:moveTo>
                    <a:pt x="3267" y="0"/>
                  </a:moveTo>
                  <a:lnTo>
                    <a:pt x="2461" y="170"/>
                  </a:lnTo>
                  <a:lnTo>
                    <a:pt x="1698" y="297"/>
                  </a:lnTo>
                  <a:lnTo>
                    <a:pt x="934" y="339"/>
                  </a:lnTo>
                  <a:lnTo>
                    <a:pt x="86" y="255"/>
                  </a:lnTo>
                  <a:lnTo>
                    <a:pt x="43" y="255"/>
                  </a:lnTo>
                  <a:lnTo>
                    <a:pt x="1" y="339"/>
                  </a:lnTo>
                  <a:lnTo>
                    <a:pt x="1" y="424"/>
                  </a:lnTo>
                  <a:lnTo>
                    <a:pt x="86" y="467"/>
                  </a:lnTo>
                  <a:lnTo>
                    <a:pt x="467" y="509"/>
                  </a:lnTo>
                  <a:lnTo>
                    <a:pt x="892" y="552"/>
                  </a:lnTo>
                  <a:lnTo>
                    <a:pt x="1316" y="594"/>
                  </a:lnTo>
                  <a:lnTo>
                    <a:pt x="1740" y="594"/>
                  </a:lnTo>
                  <a:lnTo>
                    <a:pt x="2164" y="552"/>
                  </a:lnTo>
                  <a:lnTo>
                    <a:pt x="2588" y="509"/>
                  </a:lnTo>
                  <a:lnTo>
                    <a:pt x="2970" y="382"/>
                  </a:lnTo>
                  <a:lnTo>
                    <a:pt x="3394" y="255"/>
                  </a:lnTo>
                  <a:lnTo>
                    <a:pt x="3437" y="255"/>
                  </a:lnTo>
                  <a:lnTo>
                    <a:pt x="3437" y="212"/>
                  </a:lnTo>
                  <a:lnTo>
                    <a:pt x="3437" y="85"/>
                  </a:lnTo>
                  <a:lnTo>
                    <a:pt x="3394" y="43"/>
                  </a:lnTo>
                  <a:lnTo>
                    <a:pt x="326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6873875" y="1785800"/>
              <a:ext cx="71075" cy="18075"/>
            </a:xfrm>
            <a:custGeom>
              <a:rect b="b" l="l" r="r" t="t"/>
              <a:pathLst>
                <a:path extrusionOk="0" h="723" w="2843">
                  <a:moveTo>
                    <a:pt x="2673" y="1"/>
                  </a:moveTo>
                  <a:lnTo>
                    <a:pt x="2079" y="171"/>
                  </a:lnTo>
                  <a:lnTo>
                    <a:pt x="1782" y="255"/>
                  </a:lnTo>
                  <a:lnTo>
                    <a:pt x="1485" y="298"/>
                  </a:lnTo>
                  <a:lnTo>
                    <a:pt x="849" y="383"/>
                  </a:lnTo>
                  <a:lnTo>
                    <a:pt x="170" y="383"/>
                  </a:lnTo>
                  <a:lnTo>
                    <a:pt x="43" y="425"/>
                  </a:lnTo>
                  <a:lnTo>
                    <a:pt x="0" y="510"/>
                  </a:lnTo>
                  <a:lnTo>
                    <a:pt x="43" y="595"/>
                  </a:lnTo>
                  <a:lnTo>
                    <a:pt x="127" y="637"/>
                  </a:lnTo>
                  <a:lnTo>
                    <a:pt x="764" y="722"/>
                  </a:lnTo>
                  <a:lnTo>
                    <a:pt x="1146" y="722"/>
                  </a:lnTo>
                  <a:lnTo>
                    <a:pt x="1485" y="680"/>
                  </a:lnTo>
                  <a:lnTo>
                    <a:pt x="1824" y="637"/>
                  </a:lnTo>
                  <a:lnTo>
                    <a:pt x="2164" y="552"/>
                  </a:lnTo>
                  <a:lnTo>
                    <a:pt x="2503" y="468"/>
                  </a:lnTo>
                  <a:lnTo>
                    <a:pt x="2800" y="298"/>
                  </a:lnTo>
                  <a:lnTo>
                    <a:pt x="2842" y="213"/>
                  </a:lnTo>
                  <a:lnTo>
                    <a:pt x="2842" y="128"/>
                  </a:lnTo>
                  <a:lnTo>
                    <a:pt x="2758" y="43"/>
                  </a:lnTo>
                  <a:lnTo>
                    <a:pt x="2673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" name="Google Shape;106;p4"/>
          <p:cNvGrpSpPr/>
          <p:nvPr/>
        </p:nvGrpSpPr>
        <p:grpSpPr>
          <a:xfrm rot="-2898405">
            <a:off x="663134" y="4281631"/>
            <a:ext cx="387999" cy="171013"/>
            <a:chOff x="1406961" y="-1212504"/>
            <a:chExt cx="6086670" cy="2682735"/>
          </a:xfrm>
        </p:grpSpPr>
        <p:sp>
          <p:nvSpPr>
            <p:cNvPr id="107" name="Google Shape;107;p4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" name="Google Shape;111;p4"/>
          <p:cNvGrpSpPr/>
          <p:nvPr/>
        </p:nvGrpSpPr>
        <p:grpSpPr>
          <a:xfrm rot="2555258">
            <a:off x="767247" y="259845"/>
            <a:ext cx="388558" cy="171259"/>
            <a:chOff x="1406961" y="-1212504"/>
            <a:chExt cx="6086670" cy="2682735"/>
          </a:xfrm>
        </p:grpSpPr>
        <p:sp>
          <p:nvSpPr>
            <p:cNvPr id="112" name="Google Shape;112;p4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" name="Google Shape;116;p4"/>
          <p:cNvGrpSpPr/>
          <p:nvPr/>
        </p:nvGrpSpPr>
        <p:grpSpPr>
          <a:xfrm flipH="1" rot="2898405">
            <a:off x="7619299" y="4605431"/>
            <a:ext cx="387999" cy="171013"/>
            <a:chOff x="1406961" y="-1212504"/>
            <a:chExt cx="6086670" cy="2682735"/>
          </a:xfrm>
        </p:grpSpPr>
        <p:sp>
          <p:nvSpPr>
            <p:cNvPr id="117" name="Google Shape;117;p4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" name="Google Shape;121;p4"/>
          <p:cNvGrpSpPr/>
          <p:nvPr/>
        </p:nvGrpSpPr>
        <p:grpSpPr>
          <a:xfrm flipH="1" rot="-2555258">
            <a:off x="7619002" y="259845"/>
            <a:ext cx="388558" cy="171259"/>
            <a:chOff x="1406961" y="-1212504"/>
            <a:chExt cx="6086670" cy="2682735"/>
          </a:xfrm>
        </p:grpSpPr>
        <p:sp>
          <p:nvSpPr>
            <p:cNvPr id="122" name="Google Shape;122;p4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5"/>
          <p:cNvSpPr txBox="1"/>
          <p:nvPr>
            <p:ph idx="1" type="subTitle"/>
          </p:nvPr>
        </p:nvSpPr>
        <p:spPr>
          <a:xfrm>
            <a:off x="1973550" y="2933250"/>
            <a:ext cx="21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9" name="Google Shape;129;p5"/>
          <p:cNvSpPr txBox="1"/>
          <p:nvPr>
            <p:ph idx="2" type="subTitle"/>
          </p:nvPr>
        </p:nvSpPr>
        <p:spPr>
          <a:xfrm>
            <a:off x="1973550" y="3383475"/>
            <a:ext cx="21489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"/>
          <p:cNvSpPr txBox="1"/>
          <p:nvPr>
            <p:ph idx="3" type="subTitle"/>
          </p:nvPr>
        </p:nvSpPr>
        <p:spPr>
          <a:xfrm>
            <a:off x="5021550" y="2933250"/>
            <a:ext cx="21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5"/>
          <p:cNvSpPr txBox="1"/>
          <p:nvPr>
            <p:ph idx="4" type="subTitle"/>
          </p:nvPr>
        </p:nvSpPr>
        <p:spPr>
          <a:xfrm>
            <a:off x="5021550" y="3383475"/>
            <a:ext cx="21489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2" name="Google Shape;132;p5"/>
          <p:cNvGrpSpPr/>
          <p:nvPr/>
        </p:nvGrpSpPr>
        <p:grpSpPr>
          <a:xfrm flipH="1">
            <a:off x="7740109" y="198555"/>
            <a:ext cx="1119692" cy="947906"/>
            <a:chOff x="189794" y="260521"/>
            <a:chExt cx="660313" cy="559006"/>
          </a:xfrm>
        </p:grpSpPr>
        <p:sp>
          <p:nvSpPr>
            <p:cNvPr id="133" name="Google Shape;133;p5"/>
            <p:cNvSpPr/>
            <p:nvPr/>
          </p:nvSpPr>
          <p:spPr>
            <a:xfrm rot="1492530">
              <a:off x="512066" y="511736"/>
              <a:ext cx="236125" cy="228875"/>
            </a:xfrm>
            <a:custGeom>
              <a:rect b="b" l="l" r="r" t="t"/>
              <a:pathLst>
                <a:path extrusionOk="0" h="17394" w="17945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424" y="17309"/>
                  </a:lnTo>
                  <a:lnTo>
                    <a:pt x="7721" y="17224"/>
                  </a:lnTo>
                  <a:lnTo>
                    <a:pt x="8273" y="17054"/>
                  </a:lnTo>
                  <a:lnTo>
                    <a:pt x="8824" y="16757"/>
                  </a:lnTo>
                  <a:lnTo>
                    <a:pt x="9376" y="16418"/>
                  </a:lnTo>
                  <a:lnTo>
                    <a:pt x="9885" y="16036"/>
                  </a:lnTo>
                  <a:lnTo>
                    <a:pt x="10394" y="15654"/>
                  </a:lnTo>
                  <a:lnTo>
                    <a:pt x="11327" y="14848"/>
                  </a:lnTo>
                  <a:lnTo>
                    <a:pt x="11964" y="14297"/>
                  </a:lnTo>
                  <a:lnTo>
                    <a:pt x="12557" y="13745"/>
                  </a:lnTo>
                  <a:lnTo>
                    <a:pt x="13151" y="13151"/>
                  </a:lnTo>
                  <a:lnTo>
                    <a:pt x="13703" y="12515"/>
                  </a:lnTo>
                  <a:lnTo>
                    <a:pt x="14806" y="11242"/>
                  </a:lnTo>
                  <a:lnTo>
                    <a:pt x="15824" y="9885"/>
                  </a:lnTo>
                  <a:lnTo>
                    <a:pt x="16503" y="8952"/>
                  </a:lnTo>
                  <a:lnTo>
                    <a:pt x="16884" y="8443"/>
                  </a:lnTo>
                  <a:lnTo>
                    <a:pt x="17266" y="7891"/>
                  </a:lnTo>
                  <a:lnTo>
                    <a:pt x="17563" y="7297"/>
                  </a:lnTo>
                  <a:lnTo>
                    <a:pt x="17818" y="6703"/>
                  </a:lnTo>
                  <a:lnTo>
                    <a:pt x="17903" y="6406"/>
                  </a:lnTo>
                  <a:lnTo>
                    <a:pt x="17945" y="6109"/>
                  </a:lnTo>
                  <a:lnTo>
                    <a:pt x="17945" y="5855"/>
                  </a:lnTo>
                  <a:lnTo>
                    <a:pt x="17945" y="5558"/>
                  </a:lnTo>
                  <a:lnTo>
                    <a:pt x="17860" y="5303"/>
                  </a:lnTo>
                  <a:lnTo>
                    <a:pt x="17775" y="5006"/>
                  </a:lnTo>
                  <a:lnTo>
                    <a:pt x="17648" y="4752"/>
                  </a:lnTo>
                  <a:lnTo>
                    <a:pt x="17521" y="4497"/>
                  </a:lnTo>
                  <a:lnTo>
                    <a:pt x="17139" y="4031"/>
                  </a:lnTo>
                  <a:lnTo>
                    <a:pt x="16672" y="3564"/>
                  </a:lnTo>
                  <a:lnTo>
                    <a:pt x="16206" y="3140"/>
                  </a:lnTo>
                  <a:lnTo>
                    <a:pt x="15697" y="2758"/>
                  </a:lnTo>
                  <a:lnTo>
                    <a:pt x="14763" y="2122"/>
                  </a:lnTo>
                  <a:lnTo>
                    <a:pt x="13703" y="1401"/>
                  </a:lnTo>
                  <a:lnTo>
                    <a:pt x="13109" y="1019"/>
                  </a:lnTo>
                  <a:lnTo>
                    <a:pt x="12473" y="679"/>
                  </a:lnTo>
                  <a:lnTo>
                    <a:pt x="11794" y="383"/>
                  </a:lnTo>
                  <a:lnTo>
                    <a:pt x="11158" y="128"/>
                  </a:lnTo>
                  <a:lnTo>
                    <a:pt x="10818" y="43"/>
                  </a:lnTo>
                  <a:lnTo>
                    <a:pt x="1047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 rot="1492530">
              <a:off x="514447" y="500937"/>
              <a:ext cx="184782" cy="228875"/>
            </a:xfrm>
            <a:custGeom>
              <a:rect b="b" l="l" r="r" t="t"/>
              <a:pathLst>
                <a:path extrusionOk="0" h="17394" w="14043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679" y="17266"/>
                  </a:lnTo>
                  <a:lnTo>
                    <a:pt x="8230" y="17054"/>
                  </a:lnTo>
                  <a:lnTo>
                    <a:pt x="8782" y="16800"/>
                  </a:lnTo>
                  <a:lnTo>
                    <a:pt x="9291" y="16460"/>
                  </a:lnTo>
                  <a:lnTo>
                    <a:pt x="9800" y="16121"/>
                  </a:lnTo>
                  <a:lnTo>
                    <a:pt x="10309" y="15739"/>
                  </a:lnTo>
                  <a:lnTo>
                    <a:pt x="11200" y="14975"/>
                  </a:lnTo>
                  <a:lnTo>
                    <a:pt x="10564" y="14806"/>
                  </a:lnTo>
                  <a:lnTo>
                    <a:pt x="9970" y="14594"/>
                  </a:lnTo>
                  <a:lnTo>
                    <a:pt x="9376" y="14297"/>
                  </a:lnTo>
                  <a:lnTo>
                    <a:pt x="8824" y="14000"/>
                  </a:lnTo>
                  <a:lnTo>
                    <a:pt x="8315" y="13618"/>
                  </a:lnTo>
                  <a:lnTo>
                    <a:pt x="7849" y="13236"/>
                  </a:lnTo>
                  <a:lnTo>
                    <a:pt x="7424" y="12812"/>
                  </a:lnTo>
                  <a:lnTo>
                    <a:pt x="7043" y="12303"/>
                  </a:lnTo>
                  <a:lnTo>
                    <a:pt x="6703" y="11794"/>
                  </a:lnTo>
                  <a:lnTo>
                    <a:pt x="6449" y="11242"/>
                  </a:lnTo>
                  <a:lnTo>
                    <a:pt x="6279" y="10691"/>
                  </a:lnTo>
                  <a:lnTo>
                    <a:pt x="6152" y="10055"/>
                  </a:lnTo>
                  <a:lnTo>
                    <a:pt x="6109" y="9418"/>
                  </a:lnTo>
                  <a:lnTo>
                    <a:pt x="6152" y="8782"/>
                  </a:lnTo>
                  <a:lnTo>
                    <a:pt x="6322" y="8103"/>
                  </a:lnTo>
                  <a:lnTo>
                    <a:pt x="6534" y="7382"/>
                  </a:lnTo>
                  <a:lnTo>
                    <a:pt x="6788" y="6831"/>
                  </a:lnTo>
                  <a:lnTo>
                    <a:pt x="7043" y="6322"/>
                  </a:lnTo>
                  <a:lnTo>
                    <a:pt x="7382" y="5812"/>
                  </a:lnTo>
                  <a:lnTo>
                    <a:pt x="7721" y="5346"/>
                  </a:lnTo>
                  <a:lnTo>
                    <a:pt x="8103" y="4879"/>
                  </a:lnTo>
                  <a:lnTo>
                    <a:pt x="8570" y="4455"/>
                  </a:lnTo>
                  <a:lnTo>
                    <a:pt x="8994" y="4073"/>
                  </a:lnTo>
                  <a:lnTo>
                    <a:pt x="9503" y="3691"/>
                  </a:lnTo>
                  <a:lnTo>
                    <a:pt x="10012" y="3352"/>
                  </a:lnTo>
                  <a:lnTo>
                    <a:pt x="10521" y="3013"/>
                  </a:lnTo>
                  <a:lnTo>
                    <a:pt x="11073" y="2716"/>
                  </a:lnTo>
                  <a:lnTo>
                    <a:pt x="11667" y="2461"/>
                  </a:lnTo>
                  <a:lnTo>
                    <a:pt x="12261" y="2207"/>
                  </a:lnTo>
                  <a:lnTo>
                    <a:pt x="12854" y="1995"/>
                  </a:lnTo>
                  <a:lnTo>
                    <a:pt x="13448" y="1782"/>
                  </a:lnTo>
                  <a:lnTo>
                    <a:pt x="14042" y="1613"/>
                  </a:lnTo>
                  <a:lnTo>
                    <a:pt x="13067" y="1019"/>
                  </a:lnTo>
                  <a:lnTo>
                    <a:pt x="12557" y="722"/>
                  </a:lnTo>
                  <a:lnTo>
                    <a:pt x="12006" y="467"/>
                  </a:lnTo>
                  <a:lnTo>
                    <a:pt x="11455" y="255"/>
                  </a:lnTo>
                  <a:lnTo>
                    <a:pt x="10903" y="86"/>
                  </a:lnTo>
                  <a:lnTo>
                    <a:pt x="10352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 rot="1492530">
              <a:off x="627367" y="668964"/>
              <a:ext cx="27922" cy="13408"/>
            </a:xfrm>
            <a:custGeom>
              <a:rect b="b" l="l" r="r" t="t"/>
              <a:pathLst>
                <a:path extrusionOk="0" h="1019" w="2122">
                  <a:moveTo>
                    <a:pt x="1740" y="0"/>
                  </a:moveTo>
                  <a:lnTo>
                    <a:pt x="1655" y="43"/>
                  </a:lnTo>
                  <a:lnTo>
                    <a:pt x="1570" y="170"/>
                  </a:lnTo>
                  <a:lnTo>
                    <a:pt x="1443" y="297"/>
                  </a:lnTo>
                  <a:lnTo>
                    <a:pt x="1316" y="382"/>
                  </a:lnTo>
                  <a:lnTo>
                    <a:pt x="1146" y="467"/>
                  </a:lnTo>
                  <a:lnTo>
                    <a:pt x="637" y="467"/>
                  </a:lnTo>
                  <a:lnTo>
                    <a:pt x="510" y="382"/>
                  </a:lnTo>
                  <a:lnTo>
                    <a:pt x="340" y="297"/>
                  </a:lnTo>
                  <a:lnTo>
                    <a:pt x="298" y="255"/>
                  </a:lnTo>
                  <a:lnTo>
                    <a:pt x="86" y="255"/>
                  </a:lnTo>
                  <a:lnTo>
                    <a:pt x="1" y="382"/>
                  </a:lnTo>
                  <a:lnTo>
                    <a:pt x="1" y="425"/>
                  </a:lnTo>
                  <a:lnTo>
                    <a:pt x="43" y="509"/>
                  </a:lnTo>
                  <a:lnTo>
                    <a:pt x="255" y="764"/>
                  </a:lnTo>
                  <a:lnTo>
                    <a:pt x="510" y="934"/>
                  </a:lnTo>
                  <a:lnTo>
                    <a:pt x="764" y="1018"/>
                  </a:lnTo>
                  <a:lnTo>
                    <a:pt x="1061" y="1018"/>
                  </a:lnTo>
                  <a:lnTo>
                    <a:pt x="1358" y="976"/>
                  </a:lnTo>
                  <a:lnTo>
                    <a:pt x="1613" y="849"/>
                  </a:lnTo>
                  <a:lnTo>
                    <a:pt x="1867" y="679"/>
                  </a:lnTo>
                  <a:lnTo>
                    <a:pt x="2079" y="467"/>
                  </a:lnTo>
                  <a:lnTo>
                    <a:pt x="2122" y="340"/>
                  </a:lnTo>
                  <a:lnTo>
                    <a:pt x="2079" y="212"/>
                  </a:lnTo>
                  <a:lnTo>
                    <a:pt x="2037" y="128"/>
                  </a:lnTo>
                  <a:lnTo>
                    <a:pt x="1952" y="43"/>
                  </a:lnTo>
                  <a:lnTo>
                    <a:pt x="186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 rot="1492530">
              <a:off x="650719" y="648670"/>
              <a:ext cx="26251" cy="13961"/>
            </a:xfrm>
            <a:custGeom>
              <a:rect b="b" l="l" r="r" t="t"/>
              <a:pathLst>
                <a:path extrusionOk="0" h="1061" w="1995">
                  <a:moveTo>
                    <a:pt x="1061" y="0"/>
                  </a:moveTo>
                  <a:lnTo>
                    <a:pt x="764" y="43"/>
                  </a:lnTo>
                  <a:lnTo>
                    <a:pt x="509" y="170"/>
                  </a:lnTo>
                  <a:lnTo>
                    <a:pt x="255" y="340"/>
                  </a:lnTo>
                  <a:lnTo>
                    <a:pt x="85" y="594"/>
                  </a:lnTo>
                  <a:lnTo>
                    <a:pt x="0" y="891"/>
                  </a:lnTo>
                  <a:lnTo>
                    <a:pt x="0" y="1018"/>
                  </a:lnTo>
                  <a:lnTo>
                    <a:pt x="85" y="1061"/>
                  </a:lnTo>
                  <a:lnTo>
                    <a:pt x="213" y="1061"/>
                  </a:lnTo>
                  <a:lnTo>
                    <a:pt x="255" y="976"/>
                  </a:lnTo>
                  <a:lnTo>
                    <a:pt x="340" y="806"/>
                  </a:lnTo>
                  <a:lnTo>
                    <a:pt x="467" y="679"/>
                  </a:lnTo>
                  <a:lnTo>
                    <a:pt x="637" y="552"/>
                  </a:lnTo>
                  <a:lnTo>
                    <a:pt x="806" y="509"/>
                  </a:lnTo>
                  <a:lnTo>
                    <a:pt x="976" y="467"/>
                  </a:lnTo>
                  <a:lnTo>
                    <a:pt x="1146" y="467"/>
                  </a:lnTo>
                  <a:lnTo>
                    <a:pt x="1315" y="552"/>
                  </a:lnTo>
                  <a:lnTo>
                    <a:pt x="1485" y="679"/>
                  </a:lnTo>
                  <a:lnTo>
                    <a:pt x="1570" y="721"/>
                  </a:lnTo>
                  <a:lnTo>
                    <a:pt x="1697" y="764"/>
                  </a:lnTo>
                  <a:lnTo>
                    <a:pt x="1782" y="721"/>
                  </a:lnTo>
                  <a:lnTo>
                    <a:pt x="1867" y="637"/>
                  </a:lnTo>
                  <a:lnTo>
                    <a:pt x="1952" y="552"/>
                  </a:lnTo>
                  <a:lnTo>
                    <a:pt x="1994" y="467"/>
                  </a:lnTo>
                  <a:lnTo>
                    <a:pt x="1952" y="382"/>
                  </a:lnTo>
                  <a:lnTo>
                    <a:pt x="1909" y="255"/>
                  </a:lnTo>
                  <a:lnTo>
                    <a:pt x="1655" y="128"/>
                  </a:lnTo>
                  <a:lnTo>
                    <a:pt x="1358" y="43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 rot="1492530">
              <a:off x="697939" y="628456"/>
              <a:ext cx="13961" cy="28488"/>
            </a:xfrm>
            <a:custGeom>
              <a:rect b="b" l="l" r="r" t="t"/>
              <a:pathLst>
                <a:path extrusionOk="0" h="2165" w="1061">
                  <a:moveTo>
                    <a:pt x="297" y="1"/>
                  </a:moveTo>
                  <a:lnTo>
                    <a:pt x="170" y="43"/>
                  </a:lnTo>
                  <a:lnTo>
                    <a:pt x="85" y="128"/>
                  </a:lnTo>
                  <a:lnTo>
                    <a:pt x="42" y="213"/>
                  </a:lnTo>
                  <a:lnTo>
                    <a:pt x="0" y="298"/>
                  </a:lnTo>
                  <a:lnTo>
                    <a:pt x="42" y="425"/>
                  </a:lnTo>
                  <a:lnTo>
                    <a:pt x="127" y="510"/>
                  </a:lnTo>
                  <a:lnTo>
                    <a:pt x="255" y="680"/>
                  </a:lnTo>
                  <a:lnTo>
                    <a:pt x="339" y="807"/>
                  </a:lnTo>
                  <a:lnTo>
                    <a:pt x="424" y="977"/>
                  </a:lnTo>
                  <a:lnTo>
                    <a:pt x="467" y="1146"/>
                  </a:lnTo>
                  <a:lnTo>
                    <a:pt x="467" y="1274"/>
                  </a:lnTo>
                  <a:lnTo>
                    <a:pt x="424" y="1443"/>
                  </a:lnTo>
                  <a:lnTo>
                    <a:pt x="339" y="1613"/>
                  </a:lnTo>
                  <a:lnTo>
                    <a:pt x="255" y="1783"/>
                  </a:lnTo>
                  <a:lnTo>
                    <a:pt x="212" y="1867"/>
                  </a:lnTo>
                  <a:lnTo>
                    <a:pt x="212" y="1952"/>
                  </a:lnTo>
                  <a:lnTo>
                    <a:pt x="255" y="2080"/>
                  </a:lnTo>
                  <a:lnTo>
                    <a:pt x="382" y="2164"/>
                  </a:lnTo>
                  <a:lnTo>
                    <a:pt x="467" y="2164"/>
                  </a:lnTo>
                  <a:lnTo>
                    <a:pt x="552" y="2122"/>
                  </a:lnTo>
                  <a:lnTo>
                    <a:pt x="764" y="1910"/>
                  </a:lnTo>
                  <a:lnTo>
                    <a:pt x="933" y="1655"/>
                  </a:lnTo>
                  <a:lnTo>
                    <a:pt x="1018" y="1358"/>
                  </a:lnTo>
                  <a:lnTo>
                    <a:pt x="1061" y="1061"/>
                  </a:lnTo>
                  <a:lnTo>
                    <a:pt x="1018" y="765"/>
                  </a:lnTo>
                  <a:lnTo>
                    <a:pt x="933" y="468"/>
                  </a:lnTo>
                  <a:lnTo>
                    <a:pt x="764" y="21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5"/>
            <p:cNvSpPr/>
            <p:nvPr/>
          </p:nvSpPr>
          <p:spPr>
            <a:xfrm rot="1492530">
              <a:off x="545185" y="596861"/>
              <a:ext cx="29593" cy="26803"/>
            </a:xfrm>
            <a:custGeom>
              <a:rect b="b" l="l" r="r" t="t"/>
              <a:pathLst>
                <a:path extrusionOk="0" h="2037" w="2249">
                  <a:moveTo>
                    <a:pt x="1825" y="0"/>
                  </a:moveTo>
                  <a:lnTo>
                    <a:pt x="1740" y="85"/>
                  </a:lnTo>
                  <a:lnTo>
                    <a:pt x="1655" y="170"/>
                  </a:lnTo>
                  <a:lnTo>
                    <a:pt x="1401" y="594"/>
                  </a:lnTo>
                  <a:lnTo>
                    <a:pt x="1273" y="806"/>
                  </a:lnTo>
                  <a:lnTo>
                    <a:pt x="1146" y="976"/>
                  </a:lnTo>
                  <a:lnTo>
                    <a:pt x="976" y="1146"/>
                  </a:lnTo>
                  <a:lnTo>
                    <a:pt x="764" y="1273"/>
                  </a:lnTo>
                  <a:lnTo>
                    <a:pt x="510" y="1358"/>
                  </a:lnTo>
                  <a:lnTo>
                    <a:pt x="255" y="1400"/>
                  </a:lnTo>
                  <a:lnTo>
                    <a:pt x="128" y="1443"/>
                  </a:lnTo>
                  <a:lnTo>
                    <a:pt x="43" y="1528"/>
                  </a:lnTo>
                  <a:lnTo>
                    <a:pt x="1" y="1655"/>
                  </a:lnTo>
                  <a:lnTo>
                    <a:pt x="43" y="1740"/>
                  </a:lnTo>
                  <a:lnTo>
                    <a:pt x="85" y="1867"/>
                  </a:lnTo>
                  <a:lnTo>
                    <a:pt x="170" y="1952"/>
                  </a:lnTo>
                  <a:lnTo>
                    <a:pt x="255" y="1994"/>
                  </a:lnTo>
                  <a:lnTo>
                    <a:pt x="382" y="2037"/>
                  </a:lnTo>
                  <a:lnTo>
                    <a:pt x="722" y="1952"/>
                  </a:lnTo>
                  <a:lnTo>
                    <a:pt x="1019" y="1824"/>
                  </a:lnTo>
                  <a:lnTo>
                    <a:pt x="1316" y="1697"/>
                  </a:lnTo>
                  <a:lnTo>
                    <a:pt x="1613" y="1485"/>
                  </a:lnTo>
                  <a:lnTo>
                    <a:pt x="1867" y="1231"/>
                  </a:lnTo>
                  <a:lnTo>
                    <a:pt x="2037" y="934"/>
                  </a:lnTo>
                  <a:lnTo>
                    <a:pt x="2164" y="637"/>
                  </a:lnTo>
                  <a:lnTo>
                    <a:pt x="2249" y="297"/>
                  </a:lnTo>
                  <a:lnTo>
                    <a:pt x="2207" y="212"/>
                  </a:lnTo>
                  <a:lnTo>
                    <a:pt x="2164" y="128"/>
                  </a:lnTo>
                  <a:lnTo>
                    <a:pt x="2079" y="43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5"/>
            <p:cNvSpPr/>
            <p:nvPr/>
          </p:nvSpPr>
          <p:spPr>
            <a:xfrm rot="1492530">
              <a:off x="238337" y="362513"/>
              <a:ext cx="563227" cy="355023"/>
            </a:xfrm>
            <a:custGeom>
              <a:rect b="b" l="l" r="r" t="t"/>
              <a:pathLst>
                <a:path extrusionOk="0" h="26981" w="42804">
                  <a:moveTo>
                    <a:pt x="25708" y="0"/>
                  </a:moveTo>
                  <a:lnTo>
                    <a:pt x="25496" y="43"/>
                  </a:lnTo>
                  <a:lnTo>
                    <a:pt x="25284" y="85"/>
                  </a:lnTo>
                  <a:lnTo>
                    <a:pt x="24817" y="212"/>
                  </a:lnTo>
                  <a:lnTo>
                    <a:pt x="24350" y="467"/>
                  </a:lnTo>
                  <a:lnTo>
                    <a:pt x="23841" y="849"/>
                  </a:lnTo>
                  <a:lnTo>
                    <a:pt x="23375" y="1230"/>
                  </a:lnTo>
                  <a:lnTo>
                    <a:pt x="22866" y="1697"/>
                  </a:lnTo>
                  <a:lnTo>
                    <a:pt x="21932" y="2588"/>
                  </a:lnTo>
                  <a:lnTo>
                    <a:pt x="21126" y="3394"/>
                  </a:lnTo>
                  <a:lnTo>
                    <a:pt x="20320" y="4157"/>
                  </a:lnTo>
                  <a:lnTo>
                    <a:pt x="19811" y="3733"/>
                  </a:lnTo>
                  <a:lnTo>
                    <a:pt x="19217" y="3394"/>
                  </a:lnTo>
                  <a:lnTo>
                    <a:pt x="18623" y="3139"/>
                  </a:lnTo>
                  <a:lnTo>
                    <a:pt x="17987" y="2927"/>
                  </a:lnTo>
                  <a:lnTo>
                    <a:pt x="17308" y="2842"/>
                  </a:lnTo>
                  <a:lnTo>
                    <a:pt x="16630" y="2800"/>
                  </a:lnTo>
                  <a:lnTo>
                    <a:pt x="15951" y="2842"/>
                  </a:lnTo>
                  <a:lnTo>
                    <a:pt x="15230" y="2970"/>
                  </a:lnTo>
                  <a:lnTo>
                    <a:pt x="14678" y="3139"/>
                  </a:lnTo>
                  <a:lnTo>
                    <a:pt x="14169" y="3351"/>
                  </a:lnTo>
                  <a:lnTo>
                    <a:pt x="13703" y="3648"/>
                  </a:lnTo>
                  <a:lnTo>
                    <a:pt x="13236" y="3945"/>
                  </a:lnTo>
                  <a:lnTo>
                    <a:pt x="12812" y="4285"/>
                  </a:lnTo>
                  <a:lnTo>
                    <a:pt x="12430" y="4709"/>
                  </a:lnTo>
                  <a:lnTo>
                    <a:pt x="12091" y="5133"/>
                  </a:lnTo>
                  <a:lnTo>
                    <a:pt x="11794" y="5600"/>
                  </a:lnTo>
                  <a:lnTo>
                    <a:pt x="11624" y="6066"/>
                  </a:lnTo>
                  <a:lnTo>
                    <a:pt x="11454" y="6660"/>
                  </a:lnTo>
                  <a:lnTo>
                    <a:pt x="11157" y="8018"/>
                  </a:lnTo>
                  <a:lnTo>
                    <a:pt x="10860" y="9502"/>
                  </a:lnTo>
                  <a:lnTo>
                    <a:pt x="10691" y="10266"/>
                  </a:lnTo>
                  <a:lnTo>
                    <a:pt x="10479" y="10987"/>
                  </a:lnTo>
                  <a:lnTo>
                    <a:pt x="10224" y="11666"/>
                  </a:lnTo>
                  <a:lnTo>
                    <a:pt x="9927" y="12302"/>
                  </a:lnTo>
                  <a:lnTo>
                    <a:pt x="9757" y="12557"/>
                  </a:lnTo>
                  <a:lnTo>
                    <a:pt x="9588" y="12811"/>
                  </a:lnTo>
                  <a:lnTo>
                    <a:pt x="9376" y="13023"/>
                  </a:lnTo>
                  <a:lnTo>
                    <a:pt x="9164" y="13193"/>
                  </a:lnTo>
                  <a:lnTo>
                    <a:pt x="8909" y="13320"/>
                  </a:lnTo>
                  <a:lnTo>
                    <a:pt x="8654" y="13448"/>
                  </a:lnTo>
                  <a:lnTo>
                    <a:pt x="8358" y="13533"/>
                  </a:lnTo>
                  <a:lnTo>
                    <a:pt x="7721" y="13533"/>
                  </a:lnTo>
                  <a:lnTo>
                    <a:pt x="7382" y="13448"/>
                  </a:lnTo>
                  <a:lnTo>
                    <a:pt x="7000" y="13363"/>
                  </a:lnTo>
                  <a:lnTo>
                    <a:pt x="6618" y="13151"/>
                  </a:lnTo>
                  <a:lnTo>
                    <a:pt x="6576" y="13151"/>
                  </a:lnTo>
                  <a:lnTo>
                    <a:pt x="6830" y="12769"/>
                  </a:lnTo>
                  <a:lnTo>
                    <a:pt x="7085" y="12345"/>
                  </a:lnTo>
                  <a:lnTo>
                    <a:pt x="7297" y="11921"/>
                  </a:lnTo>
                  <a:lnTo>
                    <a:pt x="7509" y="11496"/>
                  </a:lnTo>
                  <a:lnTo>
                    <a:pt x="7509" y="11411"/>
                  </a:lnTo>
                  <a:lnTo>
                    <a:pt x="7509" y="11327"/>
                  </a:lnTo>
                  <a:lnTo>
                    <a:pt x="7467" y="11242"/>
                  </a:lnTo>
                  <a:lnTo>
                    <a:pt x="7424" y="11157"/>
                  </a:lnTo>
                  <a:lnTo>
                    <a:pt x="6533" y="10436"/>
                  </a:lnTo>
                  <a:lnTo>
                    <a:pt x="5685" y="9715"/>
                  </a:lnTo>
                  <a:lnTo>
                    <a:pt x="4879" y="8909"/>
                  </a:lnTo>
                  <a:lnTo>
                    <a:pt x="4158" y="8060"/>
                  </a:lnTo>
                  <a:lnTo>
                    <a:pt x="4073" y="8018"/>
                  </a:lnTo>
                  <a:lnTo>
                    <a:pt x="3903" y="8018"/>
                  </a:lnTo>
                  <a:lnTo>
                    <a:pt x="3861" y="8060"/>
                  </a:lnTo>
                  <a:lnTo>
                    <a:pt x="1103" y="11242"/>
                  </a:lnTo>
                  <a:lnTo>
                    <a:pt x="764" y="11581"/>
                  </a:lnTo>
                  <a:lnTo>
                    <a:pt x="382" y="12048"/>
                  </a:lnTo>
                  <a:lnTo>
                    <a:pt x="213" y="12260"/>
                  </a:lnTo>
                  <a:lnTo>
                    <a:pt x="85" y="12514"/>
                  </a:lnTo>
                  <a:lnTo>
                    <a:pt x="1" y="12769"/>
                  </a:lnTo>
                  <a:lnTo>
                    <a:pt x="1" y="12981"/>
                  </a:lnTo>
                  <a:lnTo>
                    <a:pt x="85" y="13193"/>
                  </a:lnTo>
                  <a:lnTo>
                    <a:pt x="255" y="13405"/>
                  </a:lnTo>
                  <a:lnTo>
                    <a:pt x="467" y="13575"/>
                  </a:lnTo>
                  <a:lnTo>
                    <a:pt x="722" y="13702"/>
                  </a:lnTo>
                  <a:lnTo>
                    <a:pt x="1231" y="13914"/>
                  </a:lnTo>
                  <a:lnTo>
                    <a:pt x="1697" y="14084"/>
                  </a:lnTo>
                  <a:lnTo>
                    <a:pt x="2419" y="14381"/>
                  </a:lnTo>
                  <a:lnTo>
                    <a:pt x="3182" y="14635"/>
                  </a:lnTo>
                  <a:lnTo>
                    <a:pt x="3988" y="14805"/>
                  </a:lnTo>
                  <a:lnTo>
                    <a:pt x="4752" y="14932"/>
                  </a:lnTo>
                  <a:lnTo>
                    <a:pt x="4879" y="14890"/>
                  </a:lnTo>
                  <a:lnTo>
                    <a:pt x="4921" y="14805"/>
                  </a:lnTo>
                  <a:lnTo>
                    <a:pt x="4879" y="14720"/>
                  </a:lnTo>
                  <a:lnTo>
                    <a:pt x="4794" y="14635"/>
                  </a:lnTo>
                  <a:lnTo>
                    <a:pt x="3946" y="14423"/>
                  </a:lnTo>
                  <a:lnTo>
                    <a:pt x="3097" y="14211"/>
                  </a:lnTo>
                  <a:lnTo>
                    <a:pt x="2037" y="13872"/>
                  </a:lnTo>
                  <a:lnTo>
                    <a:pt x="1485" y="13660"/>
                  </a:lnTo>
                  <a:lnTo>
                    <a:pt x="1273" y="13533"/>
                  </a:lnTo>
                  <a:lnTo>
                    <a:pt x="1103" y="13363"/>
                  </a:lnTo>
                  <a:lnTo>
                    <a:pt x="849" y="13278"/>
                  </a:lnTo>
                  <a:lnTo>
                    <a:pt x="722" y="13236"/>
                  </a:lnTo>
                  <a:lnTo>
                    <a:pt x="679" y="13151"/>
                  </a:lnTo>
                  <a:lnTo>
                    <a:pt x="679" y="13023"/>
                  </a:lnTo>
                  <a:lnTo>
                    <a:pt x="679" y="12939"/>
                  </a:lnTo>
                  <a:lnTo>
                    <a:pt x="807" y="12642"/>
                  </a:lnTo>
                  <a:lnTo>
                    <a:pt x="849" y="12387"/>
                  </a:lnTo>
                  <a:lnTo>
                    <a:pt x="891" y="12133"/>
                  </a:lnTo>
                  <a:lnTo>
                    <a:pt x="1061" y="11921"/>
                  </a:lnTo>
                  <a:lnTo>
                    <a:pt x="1231" y="11751"/>
                  </a:lnTo>
                  <a:lnTo>
                    <a:pt x="1528" y="11369"/>
                  </a:lnTo>
                  <a:lnTo>
                    <a:pt x="1867" y="10987"/>
                  </a:lnTo>
                  <a:lnTo>
                    <a:pt x="2546" y="10266"/>
                  </a:lnTo>
                  <a:lnTo>
                    <a:pt x="3140" y="9418"/>
                  </a:lnTo>
                  <a:lnTo>
                    <a:pt x="3521" y="8951"/>
                  </a:lnTo>
                  <a:lnTo>
                    <a:pt x="3691" y="8824"/>
                  </a:lnTo>
                  <a:lnTo>
                    <a:pt x="3818" y="8739"/>
                  </a:lnTo>
                  <a:lnTo>
                    <a:pt x="3988" y="8739"/>
                  </a:lnTo>
                  <a:lnTo>
                    <a:pt x="4115" y="8781"/>
                  </a:lnTo>
                  <a:lnTo>
                    <a:pt x="4243" y="8824"/>
                  </a:lnTo>
                  <a:lnTo>
                    <a:pt x="4327" y="8909"/>
                  </a:lnTo>
                  <a:lnTo>
                    <a:pt x="4540" y="9121"/>
                  </a:lnTo>
                  <a:lnTo>
                    <a:pt x="4752" y="9375"/>
                  </a:lnTo>
                  <a:lnTo>
                    <a:pt x="5303" y="9927"/>
                  </a:lnTo>
                  <a:lnTo>
                    <a:pt x="5897" y="10436"/>
                  </a:lnTo>
                  <a:lnTo>
                    <a:pt x="6491" y="10945"/>
                  </a:lnTo>
                  <a:lnTo>
                    <a:pt x="7085" y="11411"/>
                  </a:lnTo>
                  <a:lnTo>
                    <a:pt x="6661" y="12260"/>
                  </a:lnTo>
                  <a:lnTo>
                    <a:pt x="6152" y="13066"/>
                  </a:lnTo>
                  <a:lnTo>
                    <a:pt x="5600" y="13872"/>
                  </a:lnTo>
                  <a:lnTo>
                    <a:pt x="4964" y="14593"/>
                  </a:lnTo>
                  <a:lnTo>
                    <a:pt x="4921" y="14678"/>
                  </a:lnTo>
                  <a:lnTo>
                    <a:pt x="4964" y="14763"/>
                  </a:lnTo>
                  <a:lnTo>
                    <a:pt x="5006" y="14805"/>
                  </a:lnTo>
                  <a:lnTo>
                    <a:pt x="5091" y="14763"/>
                  </a:lnTo>
                  <a:lnTo>
                    <a:pt x="5473" y="14423"/>
                  </a:lnTo>
                  <a:lnTo>
                    <a:pt x="5812" y="14084"/>
                  </a:lnTo>
                  <a:lnTo>
                    <a:pt x="6109" y="13745"/>
                  </a:lnTo>
                  <a:lnTo>
                    <a:pt x="6406" y="13363"/>
                  </a:lnTo>
                  <a:lnTo>
                    <a:pt x="6449" y="13405"/>
                  </a:lnTo>
                  <a:lnTo>
                    <a:pt x="6958" y="13660"/>
                  </a:lnTo>
                  <a:lnTo>
                    <a:pt x="7467" y="13787"/>
                  </a:lnTo>
                  <a:lnTo>
                    <a:pt x="7933" y="13787"/>
                  </a:lnTo>
                  <a:lnTo>
                    <a:pt x="8358" y="13745"/>
                  </a:lnTo>
                  <a:lnTo>
                    <a:pt x="8739" y="13617"/>
                  </a:lnTo>
                  <a:lnTo>
                    <a:pt x="9121" y="13405"/>
                  </a:lnTo>
                  <a:lnTo>
                    <a:pt x="9460" y="13108"/>
                  </a:lnTo>
                  <a:lnTo>
                    <a:pt x="9757" y="12769"/>
                  </a:lnTo>
                  <a:lnTo>
                    <a:pt x="10054" y="12387"/>
                  </a:lnTo>
                  <a:lnTo>
                    <a:pt x="10309" y="12005"/>
                  </a:lnTo>
                  <a:lnTo>
                    <a:pt x="10563" y="11581"/>
                  </a:lnTo>
                  <a:lnTo>
                    <a:pt x="10733" y="11115"/>
                  </a:lnTo>
                  <a:lnTo>
                    <a:pt x="10903" y="10648"/>
                  </a:lnTo>
                  <a:lnTo>
                    <a:pt x="11072" y="10181"/>
                  </a:lnTo>
                  <a:lnTo>
                    <a:pt x="11242" y="9290"/>
                  </a:lnTo>
                  <a:lnTo>
                    <a:pt x="11454" y="8272"/>
                  </a:lnTo>
                  <a:lnTo>
                    <a:pt x="11709" y="7297"/>
                  </a:lnTo>
                  <a:lnTo>
                    <a:pt x="11836" y="6788"/>
                  </a:lnTo>
                  <a:lnTo>
                    <a:pt x="12006" y="6363"/>
                  </a:lnTo>
                  <a:lnTo>
                    <a:pt x="12218" y="5897"/>
                  </a:lnTo>
                  <a:lnTo>
                    <a:pt x="12430" y="5472"/>
                  </a:lnTo>
                  <a:lnTo>
                    <a:pt x="12684" y="5091"/>
                  </a:lnTo>
                  <a:lnTo>
                    <a:pt x="12939" y="4709"/>
                  </a:lnTo>
                  <a:lnTo>
                    <a:pt x="13278" y="4370"/>
                  </a:lnTo>
                  <a:lnTo>
                    <a:pt x="13618" y="4073"/>
                  </a:lnTo>
                  <a:lnTo>
                    <a:pt x="14042" y="3818"/>
                  </a:lnTo>
                  <a:lnTo>
                    <a:pt x="14509" y="3564"/>
                  </a:lnTo>
                  <a:lnTo>
                    <a:pt x="15018" y="3351"/>
                  </a:lnTo>
                  <a:lnTo>
                    <a:pt x="15569" y="3224"/>
                  </a:lnTo>
                  <a:lnTo>
                    <a:pt x="16205" y="3097"/>
                  </a:lnTo>
                  <a:lnTo>
                    <a:pt x="16842" y="3097"/>
                  </a:lnTo>
                  <a:lnTo>
                    <a:pt x="17436" y="3139"/>
                  </a:lnTo>
                  <a:lnTo>
                    <a:pt x="18030" y="3267"/>
                  </a:lnTo>
                  <a:lnTo>
                    <a:pt x="18581" y="3436"/>
                  </a:lnTo>
                  <a:lnTo>
                    <a:pt x="19133" y="3691"/>
                  </a:lnTo>
                  <a:lnTo>
                    <a:pt x="19642" y="3988"/>
                  </a:lnTo>
                  <a:lnTo>
                    <a:pt x="20151" y="4327"/>
                  </a:lnTo>
                  <a:lnTo>
                    <a:pt x="18199" y="6236"/>
                  </a:lnTo>
                  <a:lnTo>
                    <a:pt x="16290" y="8145"/>
                  </a:lnTo>
                  <a:lnTo>
                    <a:pt x="16248" y="8230"/>
                  </a:lnTo>
                  <a:lnTo>
                    <a:pt x="16248" y="8315"/>
                  </a:lnTo>
                  <a:lnTo>
                    <a:pt x="16248" y="8400"/>
                  </a:lnTo>
                  <a:lnTo>
                    <a:pt x="16290" y="8484"/>
                  </a:lnTo>
                  <a:lnTo>
                    <a:pt x="16375" y="8527"/>
                  </a:lnTo>
                  <a:lnTo>
                    <a:pt x="16502" y="8527"/>
                  </a:lnTo>
                  <a:lnTo>
                    <a:pt x="16587" y="8484"/>
                  </a:lnTo>
                  <a:lnTo>
                    <a:pt x="18539" y="6533"/>
                  </a:lnTo>
                  <a:lnTo>
                    <a:pt x="20490" y="4624"/>
                  </a:lnTo>
                  <a:lnTo>
                    <a:pt x="20872" y="4963"/>
                  </a:lnTo>
                  <a:lnTo>
                    <a:pt x="21169" y="5303"/>
                  </a:lnTo>
                  <a:lnTo>
                    <a:pt x="21466" y="5685"/>
                  </a:lnTo>
                  <a:lnTo>
                    <a:pt x="21763" y="6066"/>
                  </a:lnTo>
                  <a:lnTo>
                    <a:pt x="21678" y="6151"/>
                  </a:lnTo>
                  <a:lnTo>
                    <a:pt x="21169" y="6618"/>
                  </a:lnTo>
                  <a:lnTo>
                    <a:pt x="20617" y="7042"/>
                  </a:lnTo>
                  <a:lnTo>
                    <a:pt x="20278" y="7297"/>
                  </a:lnTo>
                  <a:lnTo>
                    <a:pt x="20151" y="7339"/>
                  </a:lnTo>
                  <a:lnTo>
                    <a:pt x="19939" y="7339"/>
                  </a:lnTo>
                  <a:lnTo>
                    <a:pt x="19811" y="7254"/>
                  </a:lnTo>
                  <a:lnTo>
                    <a:pt x="19514" y="6957"/>
                  </a:lnTo>
                  <a:lnTo>
                    <a:pt x="19429" y="6957"/>
                  </a:lnTo>
                  <a:lnTo>
                    <a:pt x="19387" y="6915"/>
                  </a:lnTo>
                  <a:lnTo>
                    <a:pt x="19302" y="6957"/>
                  </a:lnTo>
                  <a:lnTo>
                    <a:pt x="19260" y="7084"/>
                  </a:lnTo>
                  <a:lnTo>
                    <a:pt x="19260" y="7127"/>
                  </a:lnTo>
                  <a:lnTo>
                    <a:pt x="19302" y="7169"/>
                  </a:lnTo>
                  <a:lnTo>
                    <a:pt x="19939" y="7933"/>
                  </a:lnTo>
                  <a:lnTo>
                    <a:pt x="20023" y="7975"/>
                  </a:lnTo>
                  <a:lnTo>
                    <a:pt x="20151" y="7975"/>
                  </a:lnTo>
                  <a:lnTo>
                    <a:pt x="20235" y="7933"/>
                  </a:lnTo>
                  <a:lnTo>
                    <a:pt x="21975" y="6448"/>
                  </a:lnTo>
                  <a:lnTo>
                    <a:pt x="22314" y="7042"/>
                  </a:lnTo>
                  <a:lnTo>
                    <a:pt x="22569" y="7636"/>
                  </a:lnTo>
                  <a:lnTo>
                    <a:pt x="22611" y="7678"/>
                  </a:lnTo>
                  <a:lnTo>
                    <a:pt x="22653" y="7678"/>
                  </a:lnTo>
                  <a:lnTo>
                    <a:pt x="22696" y="7636"/>
                  </a:lnTo>
                  <a:lnTo>
                    <a:pt x="22696" y="7594"/>
                  </a:lnTo>
                  <a:lnTo>
                    <a:pt x="22441" y="6915"/>
                  </a:lnTo>
                  <a:lnTo>
                    <a:pt x="22144" y="6321"/>
                  </a:lnTo>
                  <a:lnTo>
                    <a:pt x="22653" y="5897"/>
                  </a:lnTo>
                  <a:lnTo>
                    <a:pt x="23587" y="5176"/>
                  </a:lnTo>
                  <a:lnTo>
                    <a:pt x="23799" y="4963"/>
                  </a:lnTo>
                  <a:lnTo>
                    <a:pt x="24011" y="4751"/>
                  </a:lnTo>
                  <a:lnTo>
                    <a:pt x="24181" y="4497"/>
                  </a:lnTo>
                  <a:lnTo>
                    <a:pt x="24308" y="4285"/>
                  </a:lnTo>
                  <a:lnTo>
                    <a:pt x="24393" y="4030"/>
                  </a:lnTo>
                  <a:lnTo>
                    <a:pt x="24393" y="3776"/>
                  </a:lnTo>
                  <a:lnTo>
                    <a:pt x="24350" y="3564"/>
                  </a:lnTo>
                  <a:lnTo>
                    <a:pt x="24266" y="3351"/>
                  </a:lnTo>
                  <a:lnTo>
                    <a:pt x="24096" y="3224"/>
                  </a:lnTo>
                  <a:lnTo>
                    <a:pt x="23926" y="3097"/>
                  </a:lnTo>
                  <a:lnTo>
                    <a:pt x="23714" y="3054"/>
                  </a:lnTo>
                  <a:lnTo>
                    <a:pt x="23459" y="3097"/>
                  </a:lnTo>
                  <a:lnTo>
                    <a:pt x="23375" y="3139"/>
                  </a:lnTo>
                  <a:lnTo>
                    <a:pt x="23332" y="3182"/>
                  </a:lnTo>
                  <a:lnTo>
                    <a:pt x="23290" y="3267"/>
                  </a:lnTo>
                  <a:lnTo>
                    <a:pt x="23290" y="3351"/>
                  </a:lnTo>
                  <a:lnTo>
                    <a:pt x="23332" y="3394"/>
                  </a:lnTo>
                  <a:lnTo>
                    <a:pt x="23375" y="3479"/>
                  </a:lnTo>
                  <a:lnTo>
                    <a:pt x="23544" y="3479"/>
                  </a:lnTo>
                  <a:lnTo>
                    <a:pt x="23714" y="3860"/>
                  </a:lnTo>
                  <a:lnTo>
                    <a:pt x="23714" y="4030"/>
                  </a:lnTo>
                  <a:lnTo>
                    <a:pt x="23714" y="4200"/>
                  </a:lnTo>
                  <a:lnTo>
                    <a:pt x="23672" y="4327"/>
                  </a:lnTo>
                  <a:lnTo>
                    <a:pt x="23629" y="4454"/>
                  </a:lnTo>
                  <a:lnTo>
                    <a:pt x="23502" y="4582"/>
                  </a:lnTo>
                  <a:lnTo>
                    <a:pt x="23375" y="4666"/>
                  </a:lnTo>
                  <a:lnTo>
                    <a:pt x="22696" y="5260"/>
                  </a:lnTo>
                  <a:lnTo>
                    <a:pt x="21932" y="5939"/>
                  </a:lnTo>
                  <a:lnTo>
                    <a:pt x="21635" y="5515"/>
                  </a:lnTo>
                  <a:lnTo>
                    <a:pt x="21338" y="5133"/>
                  </a:lnTo>
                  <a:lnTo>
                    <a:pt x="21041" y="4794"/>
                  </a:lnTo>
                  <a:lnTo>
                    <a:pt x="20702" y="4454"/>
                  </a:lnTo>
                  <a:lnTo>
                    <a:pt x="22738" y="2630"/>
                  </a:lnTo>
                  <a:lnTo>
                    <a:pt x="23672" y="1739"/>
                  </a:lnTo>
                  <a:lnTo>
                    <a:pt x="24181" y="1273"/>
                  </a:lnTo>
                  <a:lnTo>
                    <a:pt x="24435" y="1103"/>
                  </a:lnTo>
                  <a:lnTo>
                    <a:pt x="24647" y="976"/>
                  </a:lnTo>
                  <a:lnTo>
                    <a:pt x="25029" y="891"/>
                  </a:lnTo>
                  <a:lnTo>
                    <a:pt x="25368" y="849"/>
                  </a:lnTo>
                  <a:lnTo>
                    <a:pt x="26090" y="849"/>
                  </a:lnTo>
                  <a:lnTo>
                    <a:pt x="26471" y="933"/>
                  </a:lnTo>
                  <a:lnTo>
                    <a:pt x="26811" y="1018"/>
                  </a:lnTo>
                  <a:lnTo>
                    <a:pt x="27447" y="1315"/>
                  </a:lnTo>
                  <a:lnTo>
                    <a:pt x="27914" y="1527"/>
                  </a:lnTo>
                  <a:lnTo>
                    <a:pt x="28380" y="1782"/>
                  </a:lnTo>
                  <a:lnTo>
                    <a:pt x="29271" y="2291"/>
                  </a:lnTo>
                  <a:lnTo>
                    <a:pt x="30968" y="3436"/>
                  </a:lnTo>
                  <a:lnTo>
                    <a:pt x="32707" y="4539"/>
                  </a:lnTo>
                  <a:lnTo>
                    <a:pt x="34447" y="5685"/>
                  </a:lnTo>
                  <a:lnTo>
                    <a:pt x="36143" y="6872"/>
                  </a:lnTo>
                  <a:lnTo>
                    <a:pt x="37798" y="8060"/>
                  </a:lnTo>
                  <a:lnTo>
                    <a:pt x="38731" y="8696"/>
                  </a:lnTo>
                  <a:lnTo>
                    <a:pt x="39792" y="9418"/>
                  </a:lnTo>
                  <a:lnTo>
                    <a:pt x="40301" y="9757"/>
                  </a:lnTo>
                  <a:lnTo>
                    <a:pt x="40767" y="10139"/>
                  </a:lnTo>
                  <a:lnTo>
                    <a:pt x="41192" y="10521"/>
                  </a:lnTo>
                  <a:lnTo>
                    <a:pt x="41573" y="10945"/>
                  </a:lnTo>
                  <a:lnTo>
                    <a:pt x="41828" y="11369"/>
                  </a:lnTo>
                  <a:lnTo>
                    <a:pt x="41998" y="11751"/>
                  </a:lnTo>
                  <a:lnTo>
                    <a:pt x="42082" y="12175"/>
                  </a:lnTo>
                  <a:lnTo>
                    <a:pt x="42125" y="12557"/>
                  </a:lnTo>
                  <a:lnTo>
                    <a:pt x="42125" y="12981"/>
                  </a:lnTo>
                  <a:lnTo>
                    <a:pt x="42040" y="13363"/>
                  </a:lnTo>
                  <a:lnTo>
                    <a:pt x="41913" y="13787"/>
                  </a:lnTo>
                  <a:lnTo>
                    <a:pt x="41743" y="14169"/>
                  </a:lnTo>
                  <a:lnTo>
                    <a:pt x="41573" y="14551"/>
                  </a:lnTo>
                  <a:lnTo>
                    <a:pt x="41361" y="14890"/>
                  </a:lnTo>
                  <a:lnTo>
                    <a:pt x="40852" y="15611"/>
                  </a:lnTo>
                  <a:lnTo>
                    <a:pt x="39877" y="16926"/>
                  </a:lnTo>
                  <a:lnTo>
                    <a:pt x="39198" y="17775"/>
                  </a:lnTo>
                  <a:lnTo>
                    <a:pt x="38519" y="18623"/>
                  </a:lnTo>
                  <a:lnTo>
                    <a:pt x="37798" y="19429"/>
                  </a:lnTo>
                  <a:lnTo>
                    <a:pt x="37077" y="20235"/>
                  </a:lnTo>
                  <a:lnTo>
                    <a:pt x="36313" y="20999"/>
                  </a:lnTo>
                  <a:lnTo>
                    <a:pt x="35550" y="21762"/>
                  </a:lnTo>
                  <a:lnTo>
                    <a:pt x="34744" y="22483"/>
                  </a:lnTo>
                  <a:lnTo>
                    <a:pt x="33895" y="23205"/>
                  </a:lnTo>
                  <a:lnTo>
                    <a:pt x="33089" y="23883"/>
                  </a:lnTo>
                  <a:lnTo>
                    <a:pt x="32241" y="24562"/>
                  </a:lnTo>
                  <a:lnTo>
                    <a:pt x="31350" y="25241"/>
                  </a:lnTo>
                  <a:lnTo>
                    <a:pt x="30926" y="25495"/>
                  </a:lnTo>
                  <a:lnTo>
                    <a:pt x="30459" y="25792"/>
                  </a:lnTo>
                  <a:lnTo>
                    <a:pt x="29992" y="26047"/>
                  </a:lnTo>
                  <a:lnTo>
                    <a:pt x="29441" y="26301"/>
                  </a:lnTo>
                  <a:lnTo>
                    <a:pt x="29186" y="26386"/>
                  </a:lnTo>
                  <a:lnTo>
                    <a:pt x="28889" y="26471"/>
                  </a:lnTo>
                  <a:lnTo>
                    <a:pt x="28635" y="26513"/>
                  </a:lnTo>
                  <a:lnTo>
                    <a:pt x="28380" y="26471"/>
                  </a:lnTo>
                  <a:lnTo>
                    <a:pt x="28168" y="26429"/>
                  </a:lnTo>
                  <a:lnTo>
                    <a:pt x="27956" y="26344"/>
                  </a:lnTo>
                  <a:lnTo>
                    <a:pt x="27490" y="26089"/>
                  </a:lnTo>
                  <a:lnTo>
                    <a:pt x="27065" y="25707"/>
                  </a:lnTo>
                  <a:lnTo>
                    <a:pt x="26684" y="25326"/>
                  </a:lnTo>
                  <a:lnTo>
                    <a:pt x="26302" y="24901"/>
                  </a:lnTo>
                  <a:lnTo>
                    <a:pt x="25920" y="24435"/>
                  </a:lnTo>
                  <a:lnTo>
                    <a:pt x="25368" y="23629"/>
                  </a:lnTo>
                  <a:lnTo>
                    <a:pt x="24266" y="21762"/>
                  </a:lnTo>
                  <a:lnTo>
                    <a:pt x="23163" y="19896"/>
                  </a:lnTo>
                  <a:lnTo>
                    <a:pt x="20999" y="16120"/>
                  </a:lnTo>
                  <a:lnTo>
                    <a:pt x="18836" y="12345"/>
                  </a:lnTo>
                  <a:lnTo>
                    <a:pt x="16587" y="8612"/>
                  </a:lnTo>
                  <a:lnTo>
                    <a:pt x="16545" y="8569"/>
                  </a:lnTo>
                  <a:lnTo>
                    <a:pt x="16502" y="8527"/>
                  </a:lnTo>
                  <a:lnTo>
                    <a:pt x="16418" y="8569"/>
                  </a:lnTo>
                  <a:lnTo>
                    <a:pt x="16333" y="8654"/>
                  </a:lnTo>
                  <a:lnTo>
                    <a:pt x="16333" y="8696"/>
                  </a:lnTo>
                  <a:lnTo>
                    <a:pt x="16333" y="8781"/>
                  </a:lnTo>
                  <a:lnTo>
                    <a:pt x="17054" y="10181"/>
                  </a:lnTo>
                  <a:lnTo>
                    <a:pt x="17817" y="11581"/>
                  </a:lnTo>
                  <a:lnTo>
                    <a:pt x="19345" y="14339"/>
                  </a:lnTo>
                  <a:lnTo>
                    <a:pt x="20957" y="17096"/>
                  </a:lnTo>
                  <a:lnTo>
                    <a:pt x="22569" y="19853"/>
                  </a:lnTo>
                  <a:lnTo>
                    <a:pt x="24096" y="22399"/>
                  </a:lnTo>
                  <a:lnTo>
                    <a:pt x="24859" y="23671"/>
                  </a:lnTo>
                  <a:lnTo>
                    <a:pt x="25623" y="24901"/>
                  </a:lnTo>
                  <a:lnTo>
                    <a:pt x="26090" y="25580"/>
                  </a:lnTo>
                  <a:lnTo>
                    <a:pt x="26302" y="25877"/>
                  </a:lnTo>
                  <a:lnTo>
                    <a:pt x="26556" y="26174"/>
                  </a:lnTo>
                  <a:lnTo>
                    <a:pt x="26853" y="26429"/>
                  </a:lnTo>
                  <a:lnTo>
                    <a:pt x="27150" y="26641"/>
                  </a:lnTo>
                  <a:lnTo>
                    <a:pt x="27490" y="26810"/>
                  </a:lnTo>
                  <a:lnTo>
                    <a:pt x="27871" y="26895"/>
                  </a:lnTo>
                  <a:lnTo>
                    <a:pt x="28296" y="26980"/>
                  </a:lnTo>
                  <a:lnTo>
                    <a:pt x="28720" y="26980"/>
                  </a:lnTo>
                  <a:lnTo>
                    <a:pt x="29144" y="26895"/>
                  </a:lnTo>
                  <a:lnTo>
                    <a:pt x="29526" y="26810"/>
                  </a:lnTo>
                  <a:lnTo>
                    <a:pt x="29950" y="26641"/>
                  </a:lnTo>
                  <a:lnTo>
                    <a:pt x="30374" y="26471"/>
                  </a:lnTo>
                  <a:lnTo>
                    <a:pt x="30756" y="26259"/>
                  </a:lnTo>
                  <a:lnTo>
                    <a:pt x="31180" y="26004"/>
                  </a:lnTo>
                  <a:lnTo>
                    <a:pt x="31944" y="25495"/>
                  </a:lnTo>
                  <a:lnTo>
                    <a:pt x="32665" y="24901"/>
                  </a:lnTo>
                  <a:lnTo>
                    <a:pt x="33938" y="23841"/>
                  </a:lnTo>
                  <a:lnTo>
                    <a:pt x="34998" y="22908"/>
                  </a:lnTo>
                  <a:lnTo>
                    <a:pt x="36059" y="21974"/>
                  </a:lnTo>
                  <a:lnTo>
                    <a:pt x="37034" y="20956"/>
                  </a:lnTo>
                  <a:lnTo>
                    <a:pt x="38010" y="19938"/>
                  </a:lnTo>
                  <a:lnTo>
                    <a:pt x="38901" y="18920"/>
                  </a:lnTo>
                  <a:lnTo>
                    <a:pt x="39792" y="17817"/>
                  </a:lnTo>
                  <a:lnTo>
                    <a:pt x="40640" y="16714"/>
                  </a:lnTo>
                  <a:lnTo>
                    <a:pt x="41446" y="15569"/>
                  </a:lnTo>
                  <a:lnTo>
                    <a:pt x="41955" y="14763"/>
                  </a:lnTo>
                  <a:lnTo>
                    <a:pt x="42379" y="14042"/>
                  </a:lnTo>
                  <a:lnTo>
                    <a:pt x="42549" y="13702"/>
                  </a:lnTo>
                  <a:lnTo>
                    <a:pt x="42676" y="13363"/>
                  </a:lnTo>
                  <a:lnTo>
                    <a:pt x="42761" y="13066"/>
                  </a:lnTo>
                  <a:lnTo>
                    <a:pt x="42804" y="12727"/>
                  </a:lnTo>
                  <a:lnTo>
                    <a:pt x="42804" y="12430"/>
                  </a:lnTo>
                  <a:lnTo>
                    <a:pt x="42761" y="12090"/>
                  </a:lnTo>
                  <a:lnTo>
                    <a:pt x="42676" y="11793"/>
                  </a:lnTo>
                  <a:lnTo>
                    <a:pt x="42507" y="11454"/>
                  </a:lnTo>
                  <a:lnTo>
                    <a:pt x="42295" y="11157"/>
                  </a:lnTo>
                  <a:lnTo>
                    <a:pt x="42040" y="10818"/>
                  </a:lnTo>
                  <a:lnTo>
                    <a:pt x="41743" y="10478"/>
                  </a:lnTo>
                  <a:lnTo>
                    <a:pt x="41361" y="10139"/>
                  </a:lnTo>
                  <a:lnTo>
                    <a:pt x="40216" y="9206"/>
                  </a:lnTo>
                  <a:lnTo>
                    <a:pt x="39113" y="8357"/>
                  </a:lnTo>
                  <a:lnTo>
                    <a:pt x="37925" y="7466"/>
                  </a:lnTo>
                  <a:lnTo>
                    <a:pt x="36737" y="6660"/>
                  </a:lnTo>
                  <a:lnTo>
                    <a:pt x="34362" y="5048"/>
                  </a:lnTo>
                  <a:lnTo>
                    <a:pt x="31944" y="3479"/>
                  </a:lnTo>
                  <a:lnTo>
                    <a:pt x="30671" y="2588"/>
                  </a:lnTo>
                  <a:lnTo>
                    <a:pt x="29314" y="1697"/>
                  </a:lnTo>
                  <a:lnTo>
                    <a:pt x="28635" y="1273"/>
                  </a:lnTo>
                  <a:lnTo>
                    <a:pt x="27956" y="849"/>
                  </a:lnTo>
                  <a:lnTo>
                    <a:pt x="27277" y="509"/>
                  </a:lnTo>
                  <a:lnTo>
                    <a:pt x="26556" y="212"/>
                  </a:lnTo>
                  <a:lnTo>
                    <a:pt x="26090" y="85"/>
                  </a:lnTo>
                  <a:lnTo>
                    <a:pt x="25708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 rot="1492530">
              <a:off x="286174" y="430597"/>
              <a:ext cx="30146" cy="11737"/>
            </a:xfrm>
            <a:custGeom>
              <a:rect b="b" l="l" r="r" t="t"/>
              <a:pathLst>
                <a:path extrusionOk="0" h="892" w="2291">
                  <a:moveTo>
                    <a:pt x="85" y="0"/>
                  </a:moveTo>
                  <a:lnTo>
                    <a:pt x="0" y="43"/>
                  </a:lnTo>
                  <a:lnTo>
                    <a:pt x="0" y="127"/>
                  </a:lnTo>
                  <a:lnTo>
                    <a:pt x="42" y="170"/>
                  </a:lnTo>
                  <a:lnTo>
                    <a:pt x="509" y="509"/>
                  </a:lnTo>
                  <a:lnTo>
                    <a:pt x="764" y="637"/>
                  </a:lnTo>
                  <a:lnTo>
                    <a:pt x="1061" y="764"/>
                  </a:lnTo>
                  <a:lnTo>
                    <a:pt x="1358" y="849"/>
                  </a:lnTo>
                  <a:lnTo>
                    <a:pt x="1612" y="891"/>
                  </a:lnTo>
                  <a:lnTo>
                    <a:pt x="1909" y="891"/>
                  </a:lnTo>
                  <a:lnTo>
                    <a:pt x="2206" y="849"/>
                  </a:lnTo>
                  <a:lnTo>
                    <a:pt x="2291" y="849"/>
                  </a:lnTo>
                  <a:lnTo>
                    <a:pt x="2291" y="764"/>
                  </a:lnTo>
                  <a:lnTo>
                    <a:pt x="2248" y="721"/>
                  </a:lnTo>
                  <a:lnTo>
                    <a:pt x="2206" y="679"/>
                  </a:lnTo>
                  <a:lnTo>
                    <a:pt x="1654" y="594"/>
                  </a:lnTo>
                  <a:lnTo>
                    <a:pt x="1103" y="509"/>
                  </a:lnTo>
                  <a:lnTo>
                    <a:pt x="636" y="297"/>
                  </a:lnTo>
                  <a:lnTo>
                    <a:pt x="382" y="17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5"/>
            <p:cNvSpPr/>
            <p:nvPr/>
          </p:nvSpPr>
          <p:spPr>
            <a:xfrm rot="1492530">
              <a:off x="301941" y="429344"/>
              <a:ext cx="20658" cy="7829"/>
            </a:xfrm>
            <a:custGeom>
              <a:rect b="b" l="l" r="r" t="t"/>
              <a:pathLst>
                <a:path extrusionOk="0" h="595" w="1570">
                  <a:moveTo>
                    <a:pt x="0" y="1"/>
                  </a:moveTo>
                  <a:lnTo>
                    <a:pt x="0" y="43"/>
                  </a:lnTo>
                  <a:lnTo>
                    <a:pt x="43" y="128"/>
                  </a:lnTo>
                  <a:lnTo>
                    <a:pt x="340" y="340"/>
                  </a:lnTo>
                  <a:lnTo>
                    <a:pt x="679" y="510"/>
                  </a:lnTo>
                  <a:lnTo>
                    <a:pt x="1061" y="595"/>
                  </a:lnTo>
                  <a:lnTo>
                    <a:pt x="1442" y="595"/>
                  </a:lnTo>
                  <a:lnTo>
                    <a:pt x="1527" y="552"/>
                  </a:lnTo>
                  <a:lnTo>
                    <a:pt x="1570" y="468"/>
                  </a:lnTo>
                  <a:lnTo>
                    <a:pt x="1527" y="383"/>
                  </a:lnTo>
                  <a:lnTo>
                    <a:pt x="1442" y="340"/>
                  </a:lnTo>
                  <a:lnTo>
                    <a:pt x="1103" y="298"/>
                  </a:lnTo>
                  <a:lnTo>
                    <a:pt x="764" y="256"/>
                  </a:lnTo>
                  <a:lnTo>
                    <a:pt x="424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5"/>
            <p:cNvSpPr/>
            <p:nvPr/>
          </p:nvSpPr>
          <p:spPr>
            <a:xfrm rot="1492530">
              <a:off x="659318" y="503173"/>
              <a:ext cx="24580" cy="10053"/>
            </a:xfrm>
            <a:custGeom>
              <a:rect b="b" l="l" r="r" t="t"/>
              <a:pathLst>
                <a:path extrusionOk="0" h="764" w="1868">
                  <a:moveTo>
                    <a:pt x="1316" y="0"/>
                  </a:moveTo>
                  <a:lnTo>
                    <a:pt x="1061" y="43"/>
                  </a:lnTo>
                  <a:lnTo>
                    <a:pt x="849" y="85"/>
                  </a:lnTo>
                  <a:lnTo>
                    <a:pt x="594" y="170"/>
                  </a:lnTo>
                  <a:lnTo>
                    <a:pt x="382" y="297"/>
                  </a:lnTo>
                  <a:lnTo>
                    <a:pt x="213" y="467"/>
                  </a:lnTo>
                  <a:lnTo>
                    <a:pt x="43" y="594"/>
                  </a:lnTo>
                  <a:lnTo>
                    <a:pt x="1" y="679"/>
                  </a:lnTo>
                  <a:lnTo>
                    <a:pt x="43" y="722"/>
                  </a:lnTo>
                  <a:lnTo>
                    <a:pt x="85" y="764"/>
                  </a:lnTo>
                  <a:lnTo>
                    <a:pt x="128" y="722"/>
                  </a:lnTo>
                  <a:lnTo>
                    <a:pt x="297" y="594"/>
                  </a:lnTo>
                  <a:lnTo>
                    <a:pt x="467" y="467"/>
                  </a:lnTo>
                  <a:lnTo>
                    <a:pt x="679" y="382"/>
                  </a:lnTo>
                  <a:lnTo>
                    <a:pt x="849" y="340"/>
                  </a:lnTo>
                  <a:lnTo>
                    <a:pt x="1273" y="340"/>
                  </a:lnTo>
                  <a:lnTo>
                    <a:pt x="1655" y="382"/>
                  </a:lnTo>
                  <a:lnTo>
                    <a:pt x="1782" y="382"/>
                  </a:lnTo>
                  <a:lnTo>
                    <a:pt x="1867" y="297"/>
                  </a:lnTo>
                  <a:lnTo>
                    <a:pt x="1867" y="212"/>
                  </a:lnTo>
                  <a:lnTo>
                    <a:pt x="1782" y="128"/>
                  </a:lnTo>
                  <a:lnTo>
                    <a:pt x="1570" y="43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 rot="1492530">
              <a:off x="668551" y="490143"/>
              <a:ext cx="21790" cy="8934"/>
            </a:xfrm>
            <a:custGeom>
              <a:rect b="b" l="l" r="r" t="t"/>
              <a:pathLst>
                <a:path extrusionOk="0" h="679" w="1656">
                  <a:moveTo>
                    <a:pt x="1146" y="0"/>
                  </a:moveTo>
                  <a:lnTo>
                    <a:pt x="934" y="42"/>
                  </a:lnTo>
                  <a:lnTo>
                    <a:pt x="722" y="42"/>
                  </a:lnTo>
                  <a:lnTo>
                    <a:pt x="552" y="127"/>
                  </a:lnTo>
                  <a:lnTo>
                    <a:pt x="340" y="212"/>
                  </a:lnTo>
                  <a:lnTo>
                    <a:pt x="170" y="339"/>
                  </a:lnTo>
                  <a:lnTo>
                    <a:pt x="43" y="467"/>
                  </a:lnTo>
                  <a:lnTo>
                    <a:pt x="1" y="551"/>
                  </a:lnTo>
                  <a:lnTo>
                    <a:pt x="43" y="636"/>
                  </a:lnTo>
                  <a:lnTo>
                    <a:pt x="128" y="679"/>
                  </a:lnTo>
                  <a:lnTo>
                    <a:pt x="213" y="636"/>
                  </a:lnTo>
                  <a:lnTo>
                    <a:pt x="510" y="467"/>
                  </a:lnTo>
                  <a:lnTo>
                    <a:pt x="807" y="339"/>
                  </a:lnTo>
                  <a:lnTo>
                    <a:pt x="1104" y="339"/>
                  </a:lnTo>
                  <a:lnTo>
                    <a:pt x="1443" y="382"/>
                  </a:lnTo>
                  <a:lnTo>
                    <a:pt x="1570" y="382"/>
                  </a:lnTo>
                  <a:lnTo>
                    <a:pt x="1655" y="297"/>
                  </a:lnTo>
                  <a:lnTo>
                    <a:pt x="1613" y="170"/>
                  </a:lnTo>
                  <a:lnTo>
                    <a:pt x="1613" y="127"/>
                  </a:lnTo>
                  <a:lnTo>
                    <a:pt x="1528" y="85"/>
                  </a:lnTo>
                  <a:lnTo>
                    <a:pt x="1358" y="42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" name="Google Shape;144;p5"/>
          <p:cNvGrpSpPr/>
          <p:nvPr/>
        </p:nvGrpSpPr>
        <p:grpSpPr>
          <a:xfrm flipH="1">
            <a:off x="209499" y="4207153"/>
            <a:ext cx="620110" cy="787296"/>
            <a:chOff x="2965800" y="1494175"/>
            <a:chExt cx="999050" cy="1268400"/>
          </a:xfrm>
        </p:grpSpPr>
        <p:sp>
          <p:nvSpPr>
            <p:cNvPr id="145" name="Google Shape;145;p5"/>
            <p:cNvSpPr/>
            <p:nvPr/>
          </p:nvSpPr>
          <p:spPr>
            <a:xfrm>
              <a:off x="2965800" y="1494175"/>
              <a:ext cx="999050" cy="1268400"/>
            </a:xfrm>
            <a:custGeom>
              <a:rect b="b" l="l" r="r" t="t"/>
              <a:pathLst>
                <a:path extrusionOk="0" h="50736" w="39962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50"/>
                  </a:lnTo>
                  <a:lnTo>
                    <a:pt x="18199" y="20956"/>
                  </a:lnTo>
                  <a:lnTo>
                    <a:pt x="18963" y="20320"/>
                  </a:lnTo>
                  <a:lnTo>
                    <a:pt x="19684" y="19641"/>
                  </a:lnTo>
                  <a:lnTo>
                    <a:pt x="20405" y="18920"/>
                  </a:lnTo>
                  <a:lnTo>
                    <a:pt x="21042" y="18156"/>
                  </a:lnTo>
                  <a:lnTo>
                    <a:pt x="21593" y="17350"/>
                  </a:lnTo>
                  <a:lnTo>
                    <a:pt x="21848" y="16926"/>
                  </a:lnTo>
                  <a:lnTo>
                    <a:pt x="22060" y="16502"/>
                  </a:lnTo>
                  <a:lnTo>
                    <a:pt x="22272" y="16035"/>
                  </a:lnTo>
                  <a:lnTo>
                    <a:pt x="22442" y="15569"/>
                  </a:lnTo>
                  <a:lnTo>
                    <a:pt x="22569" y="15017"/>
                  </a:lnTo>
                  <a:lnTo>
                    <a:pt x="22696" y="14466"/>
                  </a:lnTo>
                  <a:lnTo>
                    <a:pt x="22738" y="13914"/>
                  </a:lnTo>
                  <a:lnTo>
                    <a:pt x="22781" y="13363"/>
                  </a:lnTo>
                  <a:lnTo>
                    <a:pt x="22781" y="12769"/>
                  </a:lnTo>
                  <a:lnTo>
                    <a:pt x="22738" y="12175"/>
                  </a:lnTo>
                  <a:lnTo>
                    <a:pt x="22611" y="11030"/>
                  </a:lnTo>
                  <a:lnTo>
                    <a:pt x="22442" y="9842"/>
                  </a:lnTo>
                  <a:lnTo>
                    <a:pt x="22229" y="8696"/>
                  </a:lnTo>
                  <a:lnTo>
                    <a:pt x="21975" y="7594"/>
                  </a:lnTo>
                  <a:lnTo>
                    <a:pt x="21805" y="6491"/>
                  </a:lnTo>
                  <a:lnTo>
                    <a:pt x="21720" y="6321"/>
                  </a:lnTo>
                  <a:lnTo>
                    <a:pt x="21636" y="6194"/>
                  </a:lnTo>
                  <a:lnTo>
                    <a:pt x="21508" y="6109"/>
                  </a:lnTo>
                  <a:lnTo>
                    <a:pt x="21339" y="6024"/>
                  </a:lnTo>
                  <a:lnTo>
                    <a:pt x="21211" y="6024"/>
                  </a:lnTo>
                  <a:lnTo>
                    <a:pt x="21042" y="6066"/>
                  </a:lnTo>
                  <a:lnTo>
                    <a:pt x="20872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273" y="32622"/>
                  </a:lnTo>
                  <a:lnTo>
                    <a:pt x="8824" y="31943"/>
                  </a:lnTo>
                  <a:lnTo>
                    <a:pt x="9333" y="31222"/>
                  </a:lnTo>
                  <a:lnTo>
                    <a:pt x="9800" y="30543"/>
                  </a:lnTo>
                  <a:lnTo>
                    <a:pt x="10224" y="29780"/>
                  </a:lnTo>
                  <a:lnTo>
                    <a:pt x="10564" y="29016"/>
                  </a:lnTo>
                  <a:lnTo>
                    <a:pt x="10818" y="28253"/>
                  </a:lnTo>
                  <a:lnTo>
                    <a:pt x="10988" y="27404"/>
                  </a:lnTo>
                  <a:lnTo>
                    <a:pt x="11073" y="26938"/>
                  </a:lnTo>
                  <a:lnTo>
                    <a:pt x="11073" y="26513"/>
                  </a:lnTo>
                  <a:lnTo>
                    <a:pt x="11073" y="26004"/>
                  </a:lnTo>
                  <a:lnTo>
                    <a:pt x="11073" y="25495"/>
                  </a:lnTo>
                  <a:lnTo>
                    <a:pt x="10945" y="24520"/>
                  </a:lnTo>
                  <a:lnTo>
                    <a:pt x="10733" y="23544"/>
                  </a:lnTo>
                  <a:lnTo>
                    <a:pt x="10436" y="22568"/>
                  </a:lnTo>
                  <a:lnTo>
                    <a:pt x="10097" y="21635"/>
                  </a:lnTo>
                  <a:lnTo>
                    <a:pt x="9715" y="20702"/>
                  </a:lnTo>
                  <a:lnTo>
                    <a:pt x="8909" y="18878"/>
                  </a:lnTo>
                  <a:lnTo>
                    <a:pt x="8824" y="18750"/>
                  </a:lnTo>
                  <a:lnTo>
                    <a:pt x="8655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46" y="18665"/>
                  </a:lnTo>
                  <a:lnTo>
                    <a:pt x="7976" y="18750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982" y="38434"/>
                  </a:lnTo>
                  <a:lnTo>
                    <a:pt x="13533" y="38773"/>
                  </a:lnTo>
                  <a:lnTo>
                    <a:pt x="14085" y="39028"/>
                  </a:lnTo>
                  <a:lnTo>
                    <a:pt x="14636" y="39240"/>
                  </a:lnTo>
                  <a:lnTo>
                    <a:pt x="15187" y="39409"/>
                  </a:lnTo>
                  <a:lnTo>
                    <a:pt x="15739" y="39537"/>
                  </a:lnTo>
                  <a:lnTo>
                    <a:pt x="16290" y="39664"/>
                  </a:lnTo>
                  <a:lnTo>
                    <a:pt x="16842" y="39706"/>
                  </a:lnTo>
                  <a:lnTo>
                    <a:pt x="17436" y="39749"/>
                  </a:lnTo>
                  <a:lnTo>
                    <a:pt x="17987" y="39749"/>
                  </a:lnTo>
                  <a:lnTo>
                    <a:pt x="18539" y="39706"/>
                  </a:lnTo>
                  <a:lnTo>
                    <a:pt x="19090" y="39664"/>
                  </a:lnTo>
                  <a:lnTo>
                    <a:pt x="19642" y="39579"/>
                  </a:lnTo>
                  <a:lnTo>
                    <a:pt x="20193" y="39452"/>
                  </a:lnTo>
                  <a:lnTo>
                    <a:pt x="20745" y="39282"/>
                  </a:lnTo>
                  <a:lnTo>
                    <a:pt x="21296" y="39112"/>
                  </a:lnTo>
                  <a:lnTo>
                    <a:pt x="22357" y="38688"/>
                  </a:lnTo>
                  <a:lnTo>
                    <a:pt x="23417" y="38179"/>
                  </a:lnTo>
                  <a:lnTo>
                    <a:pt x="24435" y="37585"/>
                  </a:lnTo>
                  <a:lnTo>
                    <a:pt x="25411" y="36907"/>
                  </a:lnTo>
                  <a:lnTo>
                    <a:pt x="26344" y="36185"/>
                  </a:lnTo>
                  <a:lnTo>
                    <a:pt x="27235" y="35422"/>
                  </a:lnTo>
                  <a:lnTo>
                    <a:pt x="28084" y="34616"/>
                  </a:lnTo>
                  <a:lnTo>
                    <a:pt x="28847" y="33767"/>
                  </a:lnTo>
                  <a:lnTo>
                    <a:pt x="28974" y="33598"/>
                  </a:lnTo>
                  <a:lnTo>
                    <a:pt x="29017" y="33386"/>
                  </a:lnTo>
                  <a:lnTo>
                    <a:pt x="29017" y="33216"/>
                  </a:lnTo>
                  <a:lnTo>
                    <a:pt x="28974" y="33046"/>
                  </a:lnTo>
                  <a:lnTo>
                    <a:pt x="28890" y="32877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926" y="25707"/>
                  </a:lnTo>
                  <a:lnTo>
                    <a:pt x="24520" y="25919"/>
                  </a:lnTo>
                  <a:lnTo>
                    <a:pt x="25114" y="26089"/>
                  </a:lnTo>
                  <a:lnTo>
                    <a:pt x="25708" y="26216"/>
                  </a:lnTo>
                  <a:lnTo>
                    <a:pt x="26302" y="26344"/>
                  </a:lnTo>
                  <a:lnTo>
                    <a:pt x="26896" y="26428"/>
                  </a:lnTo>
                  <a:lnTo>
                    <a:pt x="27490" y="26471"/>
                  </a:lnTo>
                  <a:lnTo>
                    <a:pt x="28041" y="26513"/>
                  </a:lnTo>
                  <a:lnTo>
                    <a:pt x="29229" y="26513"/>
                  </a:lnTo>
                  <a:lnTo>
                    <a:pt x="29823" y="26471"/>
                  </a:lnTo>
                  <a:lnTo>
                    <a:pt x="30374" y="26386"/>
                  </a:lnTo>
                  <a:lnTo>
                    <a:pt x="30968" y="26301"/>
                  </a:lnTo>
                  <a:lnTo>
                    <a:pt x="31520" y="26174"/>
                  </a:lnTo>
                  <a:lnTo>
                    <a:pt x="32071" y="26004"/>
                  </a:lnTo>
                  <a:lnTo>
                    <a:pt x="32623" y="25835"/>
                  </a:lnTo>
                  <a:lnTo>
                    <a:pt x="33174" y="25665"/>
                  </a:lnTo>
                  <a:lnTo>
                    <a:pt x="33726" y="25410"/>
                  </a:lnTo>
                  <a:lnTo>
                    <a:pt x="34235" y="25198"/>
                  </a:lnTo>
                  <a:lnTo>
                    <a:pt x="34744" y="24901"/>
                  </a:lnTo>
                  <a:lnTo>
                    <a:pt x="35253" y="24604"/>
                  </a:lnTo>
                  <a:lnTo>
                    <a:pt x="35762" y="24307"/>
                  </a:lnTo>
                  <a:lnTo>
                    <a:pt x="36228" y="23968"/>
                  </a:lnTo>
                  <a:lnTo>
                    <a:pt x="36695" y="23629"/>
                  </a:lnTo>
                  <a:lnTo>
                    <a:pt x="37162" y="23247"/>
                  </a:lnTo>
                  <a:lnTo>
                    <a:pt x="37586" y="22823"/>
                  </a:lnTo>
                  <a:lnTo>
                    <a:pt x="38010" y="22398"/>
                  </a:lnTo>
                  <a:lnTo>
                    <a:pt x="38434" y="21974"/>
                  </a:lnTo>
                  <a:lnTo>
                    <a:pt x="38816" y="21508"/>
                  </a:lnTo>
                  <a:lnTo>
                    <a:pt x="39198" y="20999"/>
                  </a:lnTo>
                  <a:lnTo>
                    <a:pt x="39537" y="20490"/>
                  </a:lnTo>
                  <a:lnTo>
                    <a:pt x="39877" y="19980"/>
                  </a:lnTo>
                  <a:lnTo>
                    <a:pt x="39962" y="19811"/>
                  </a:lnTo>
                  <a:lnTo>
                    <a:pt x="39962" y="19641"/>
                  </a:lnTo>
                  <a:lnTo>
                    <a:pt x="39962" y="19471"/>
                  </a:lnTo>
                  <a:lnTo>
                    <a:pt x="39877" y="19302"/>
                  </a:lnTo>
                  <a:lnTo>
                    <a:pt x="39792" y="19174"/>
                  </a:lnTo>
                  <a:lnTo>
                    <a:pt x="39665" y="19047"/>
                  </a:lnTo>
                  <a:lnTo>
                    <a:pt x="39495" y="19005"/>
                  </a:lnTo>
                  <a:lnTo>
                    <a:pt x="39325" y="18962"/>
                  </a:lnTo>
                  <a:lnTo>
                    <a:pt x="38731" y="19005"/>
                  </a:lnTo>
                  <a:lnTo>
                    <a:pt x="38137" y="19005"/>
                  </a:lnTo>
                  <a:lnTo>
                    <a:pt x="36907" y="18920"/>
                  </a:lnTo>
                  <a:lnTo>
                    <a:pt x="34447" y="18708"/>
                  </a:lnTo>
                  <a:lnTo>
                    <a:pt x="33217" y="18665"/>
                  </a:lnTo>
                  <a:lnTo>
                    <a:pt x="32623" y="18623"/>
                  </a:lnTo>
                  <a:lnTo>
                    <a:pt x="32029" y="18665"/>
                  </a:lnTo>
                  <a:lnTo>
                    <a:pt x="31435" y="18708"/>
                  </a:lnTo>
                  <a:lnTo>
                    <a:pt x="30841" y="18793"/>
                  </a:lnTo>
                  <a:lnTo>
                    <a:pt x="30247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956" y="13193"/>
                  </a:lnTo>
                  <a:lnTo>
                    <a:pt x="28593" y="13363"/>
                  </a:lnTo>
                  <a:lnTo>
                    <a:pt x="29229" y="13448"/>
                  </a:lnTo>
                  <a:lnTo>
                    <a:pt x="29865" y="13532"/>
                  </a:lnTo>
                  <a:lnTo>
                    <a:pt x="30502" y="13532"/>
                  </a:lnTo>
                  <a:lnTo>
                    <a:pt x="31138" y="13490"/>
                  </a:lnTo>
                  <a:lnTo>
                    <a:pt x="31774" y="13405"/>
                  </a:lnTo>
                  <a:lnTo>
                    <a:pt x="32368" y="13278"/>
                  </a:lnTo>
                  <a:lnTo>
                    <a:pt x="33004" y="13108"/>
                  </a:lnTo>
                  <a:lnTo>
                    <a:pt x="33598" y="12896"/>
                  </a:lnTo>
                  <a:lnTo>
                    <a:pt x="34192" y="12684"/>
                  </a:lnTo>
                  <a:lnTo>
                    <a:pt x="34786" y="12387"/>
                  </a:lnTo>
                  <a:lnTo>
                    <a:pt x="35338" y="12048"/>
                  </a:lnTo>
                  <a:lnTo>
                    <a:pt x="35889" y="11708"/>
                  </a:lnTo>
                  <a:lnTo>
                    <a:pt x="36398" y="11327"/>
                  </a:lnTo>
                  <a:lnTo>
                    <a:pt x="36907" y="10902"/>
                  </a:lnTo>
                  <a:lnTo>
                    <a:pt x="37416" y="10393"/>
                  </a:lnTo>
                  <a:lnTo>
                    <a:pt x="37883" y="9842"/>
                  </a:lnTo>
                  <a:lnTo>
                    <a:pt x="38265" y="9290"/>
                  </a:lnTo>
                  <a:lnTo>
                    <a:pt x="38604" y="8696"/>
                  </a:lnTo>
                  <a:lnTo>
                    <a:pt x="38901" y="8060"/>
                  </a:lnTo>
                  <a:lnTo>
                    <a:pt x="39113" y="7424"/>
                  </a:lnTo>
                  <a:lnTo>
                    <a:pt x="39283" y="6788"/>
                  </a:lnTo>
                  <a:lnTo>
                    <a:pt x="39410" y="6109"/>
                  </a:lnTo>
                  <a:lnTo>
                    <a:pt x="39495" y="5472"/>
                  </a:lnTo>
                  <a:lnTo>
                    <a:pt x="39537" y="4794"/>
                  </a:lnTo>
                  <a:lnTo>
                    <a:pt x="39580" y="4073"/>
                  </a:lnTo>
                  <a:lnTo>
                    <a:pt x="39537" y="3394"/>
                  </a:lnTo>
                  <a:lnTo>
                    <a:pt x="39452" y="1994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2965800" y="1494175"/>
              <a:ext cx="985275" cy="1268400"/>
            </a:xfrm>
            <a:custGeom>
              <a:rect b="b" l="l" r="r" t="t"/>
              <a:pathLst>
                <a:path extrusionOk="0" h="50736" w="39411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92"/>
                  </a:lnTo>
                  <a:lnTo>
                    <a:pt x="16884" y="21296"/>
                  </a:lnTo>
                  <a:lnTo>
                    <a:pt x="16418" y="20999"/>
                  </a:lnTo>
                  <a:lnTo>
                    <a:pt x="16036" y="20659"/>
                  </a:lnTo>
                  <a:lnTo>
                    <a:pt x="15697" y="20277"/>
                  </a:lnTo>
                  <a:lnTo>
                    <a:pt x="15442" y="19853"/>
                  </a:lnTo>
                  <a:lnTo>
                    <a:pt x="15230" y="19471"/>
                  </a:lnTo>
                  <a:lnTo>
                    <a:pt x="15103" y="19005"/>
                  </a:lnTo>
                  <a:lnTo>
                    <a:pt x="14975" y="18538"/>
                  </a:lnTo>
                  <a:lnTo>
                    <a:pt x="14933" y="18072"/>
                  </a:lnTo>
                  <a:lnTo>
                    <a:pt x="14933" y="17562"/>
                  </a:lnTo>
                  <a:lnTo>
                    <a:pt x="14975" y="17053"/>
                  </a:lnTo>
                  <a:lnTo>
                    <a:pt x="15060" y="16544"/>
                  </a:lnTo>
                  <a:lnTo>
                    <a:pt x="15187" y="15993"/>
                  </a:lnTo>
                  <a:lnTo>
                    <a:pt x="15357" y="15441"/>
                  </a:lnTo>
                  <a:lnTo>
                    <a:pt x="15527" y="14890"/>
                  </a:lnTo>
                  <a:lnTo>
                    <a:pt x="15739" y="14338"/>
                  </a:lnTo>
                  <a:lnTo>
                    <a:pt x="16290" y="13193"/>
                  </a:lnTo>
                  <a:lnTo>
                    <a:pt x="16927" y="12090"/>
                  </a:lnTo>
                  <a:lnTo>
                    <a:pt x="17605" y="10987"/>
                  </a:lnTo>
                  <a:lnTo>
                    <a:pt x="18369" y="9884"/>
                  </a:lnTo>
                  <a:lnTo>
                    <a:pt x="19175" y="8824"/>
                  </a:lnTo>
                  <a:lnTo>
                    <a:pt x="19981" y="7848"/>
                  </a:lnTo>
                  <a:lnTo>
                    <a:pt x="20745" y="6915"/>
                  </a:lnTo>
                  <a:lnTo>
                    <a:pt x="21508" y="6066"/>
                  </a:lnTo>
                  <a:lnTo>
                    <a:pt x="21296" y="6024"/>
                  </a:lnTo>
                  <a:lnTo>
                    <a:pt x="21084" y="6024"/>
                  </a:lnTo>
                  <a:lnTo>
                    <a:pt x="20914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188" y="32664"/>
                  </a:lnTo>
                  <a:lnTo>
                    <a:pt x="8061" y="32622"/>
                  </a:lnTo>
                  <a:lnTo>
                    <a:pt x="7933" y="32537"/>
                  </a:lnTo>
                  <a:lnTo>
                    <a:pt x="7849" y="32452"/>
                  </a:lnTo>
                  <a:lnTo>
                    <a:pt x="7721" y="32325"/>
                  </a:lnTo>
                  <a:lnTo>
                    <a:pt x="7212" y="31477"/>
                  </a:lnTo>
                  <a:lnTo>
                    <a:pt x="6788" y="30586"/>
                  </a:lnTo>
                  <a:lnTo>
                    <a:pt x="6449" y="29695"/>
                  </a:lnTo>
                  <a:lnTo>
                    <a:pt x="6194" y="28847"/>
                  </a:lnTo>
                  <a:lnTo>
                    <a:pt x="6067" y="27998"/>
                  </a:lnTo>
                  <a:lnTo>
                    <a:pt x="6024" y="27107"/>
                  </a:lnTo>
                  <a:lnTo>
                    <a:pt x="6024" y="26259"/>
                  </a:lnTo>
                  <a:lnTo>
                    <a:pt x="6109" y="25410"/>
                  </a:lnTo>
                  <a:lnTo>
                    <a:pt x="6279" y="24562"/>
                  </a:lnTo>
                  <a:lnTo>
                    <a:pt x="6491" y="23714"/>
                  </a:lnTo>
                  <a:lnTo>
                    <a:pt x="6788" y="22908"/>
                  </a:lnTo>
                  <a:lnTo>
                    <a:pt x="7085" y="22059"/>
                  </a:lnTo>
                  <a:lnTo>
                    <a:pt x="7467" y="21211"/>
                  </a:lnTo>
                  <a:lnTo>
                    <a:pt x="7849" y="20362"/>
                  </a:lnTo>
                  <a:lnTo>
                    <a:pt x="8739" y="18708"/>
                  </a:lnTo>
                  <a:lnTo>
                    <a:pt x="8612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88" y="18623"/>
                  </a:lnTo>
                  <a:lnTo>
                    <a:pt x="8061" y="18708"/>
                  </a:lnTo>
                  <a:lnTo>
                    <a:pt x="7933" y="18793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685" y="38264"/>
                  </a:lnTo>
                  <a:lnTo>
                    <a:pt x="12939" y="37797"/>
                  </a:lnTo>
                  <a:lnTo>
                    <a:pt x="13236" y="37373"/>
                  </a:lnTo>
                  <a:lnTo>
                    <a:pt x="13533" y="36949"/>
                  </a:lnTo>
                  <a:lnTo>
                    <a:pt x="13872" y="36567"/>
                  </a:lnTo>
                  <a:lnTo>
                    <a:pt x="14254" y="36185"/>
                  </a:lnTo>
                  <a:lnTo>
                    <a:pt x="14636" y="35846"/>
                  </a:lnTo>
                  <a:lnTo>
                    <a:pt x="15018" y="35507"/>
                  </a:lnTo>
                  <a:lnTo>
                    <a:pt x="15442" y="35210"/>
                  </a:lnTo>
                  <a:lnTo>
                    <a:pt x="15909" y="34913"/>
                  </a:lnTo>
                  <a:lnTo>
                    <a:pt x="16333" y="34658"/>
                  </a:lnTo>
                  <a:lnTo>
                    <a:pt x="17309" y="34149"/>
                  </a:lnTo>
                  <a:lnTo>
                    <a:pt x="18369" y="33767"/>
                  </a:lnTo>
                  <a:lnTo>
                    <a:pt x="19430" y="33428"/>
                  </a:lnTo>
                  <a:lnTo>
                    <a:pt x="20533" y="33173"/>
                  </a:lnTo>
                  <a:lnTo>
                    <a:pt x="21678" y="32961"/>
                  </a:lnTo>
                  <a:lnTo>
                    <a:pt x="22866" y="32792"/>
                  </a:lnTo>
                  <a:lnTo>
                    <a:pt x="24054" y="32707"/>
                  </a:lnTo>
                  <a:lnTo>
                    <a:pt x="25241" y="32664"/>
                  </a:lnTo>
                  <a:lnTo>
                    <a:pt x="27617" y="32664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502" y="25538"/>
                  </a:lnTo>
                  <a:lnTo>
                    <a:pt x="23629" y="25071"/>
                  </a:lnTo>
                  <a:lnTo>
                    <a:pt x="23841" y="24647"/>
                  </a:lnTo>
                  <a:lnTo>
                    <a:pt x="24096" y="24180"/>
                  </a:lnTo>
                  <a:lnTo>
                    <a:pt x="24393" y="23798"/>
                  </a:lnTo>
                  <a:lnTo>
                    <a:pt x="24732" y="23374"/>
                  </a:lnTo>
                  <a:lnTo>
                    <a:pt x="25156" y="23035"/>
                  </a:lnTo>
                  <a:lnTo>
                    <a:pt x="25581" y="22695"/>
                  </a:lnTo>
                  <a:lnTo>
                    <a:pt x="26005" y="22356"/>
                  </a:lnTo>
                  <a:lnTo>
                    <a:pt x="26472" y="22059"/>
                  </a:lnTo>
                  <a:lnTo>
                    <a:pt x="26981" y="21762"/>
                  </a:lnTo>
                  <a:lnTo>
                    <a:pt x="27956" y="21253"/>
                  </a:lnTo>
                  <a:lnTo>
                    <a:pt x="28932" y="20829"/>
                  </a:lnTo>
                  <a:lnTo>
                    <a:pt x="29780" y="20490"/>
                  </a:lnTo>
                  <a:lnTo>
                    <a:pt x="30756" y="20193"/>
                  </a:lnTo>
                  <a:lnTo>
                    <a:pt x="31774" y="19896"/>
                  </a:lnTo>
                  <a:lnTo>
                    <a:pt x="32750" y="19641"/>
                  </a:lnTo>
                  <a:lnTo>
                    <a:pt x="33768" y="19429"/>
                  </a:lnTo>
                  <a:lnTo>
                    <a:pt x="34786" y="19259"/>
                  </a:lnTo>
                  <a:lnTo>
                    <a:pt x="35804" y="19132"/>
                  </a:lnTo>
                  <a:lnTo>
                    <a:pt x="36822" y="19047"/>
                  </a:lnTo>
                  <a:lnTo>
                    <a:pt x="37883" y="18962"/>
                  </a:lnTo>
                  <a:lnTo>
                    <a:pt x="36822" y="18920"/>
                  </a:lnTo>
                  <a:lnTo>
                    <a:pt x="35804" y="18835"/>
                  </a:lnTo>
                  <a:lnTo>
                    <a:pt x="34744" y="18750"/>
                  </a:lnTo>
                  <a:lnTo>
                    <a:pt x="33726" y="18665"/>
                  </a:lnTo>
                  <a:lnTo>
                    <a:pt x="32665" y="18623"/>
                  </a:lnTo>
                  <a:lnTo>
                    <a:pt x="31647" y="18665"/>
                  </a:lnTo>
                  <a:lnTo>
                    <a:pt x="31180" y="18750"/>
                  </a:lnTo>
                  <a:lnTo>
                    <a:pt x="30671" y="18835"/>
                  </a:lnTo>
                  <a:lnTo>
                    <a:pt x="30162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787" y="13108"/>
                  </a:lnTo>
                  <a:lnTo>
                    <a:pt x="27871" y="12599"/>
                  </a:lnTo>
                  <a:lnTo>
                    <a:pt x="28041" y="12090"/>
                  </a:lnTo>
                  <a:lnTo>
                    <a:pt x="28211" y="11581"/>
                  </a:lnTo>
                  <a:lnTo>
                    <a:pt x="28465" y="11114"/>
                  </a:lnTo>
                  <a:lnTo>
                    <a:pt x="28720" y="10648"/>
                  </a:lnTo>
                  <a:lnTo>
                    <a:pt x="28974" y="10224"/>
                  </a:lnTo>
                  <a:lnTo>
                    <a:pt x="29314" y="9799"/>
                  </a:lnTo>
                  <a:lnTo>
                    <a:pt x="29653" y="9375"/>
                  </a:lnTo>
                  <a:lnTo>
                    <a:pt x="30417" y="8612"/>
                  </a:lnTo>
                  <a:lnTo>
                    <a:pt x="31223" y="7890"/>
                  </a:lnTo>
                  <a:lnTo>
                    <a:pt x="32114" y="7212"/>
                  </a:lnTo>
                  <a:lnTo>
                    <a:pt x="33004" y="6533"/>
                  </a:lnTo>
                  <a:lnTo>
                    <a:pt x="34786" y="5303"/>
                  </a:lnTo>
                  <a:lnTo>
                    <a:pt x="35635" y="4709"/>
                  </a:lnTo>
                  <a:lnTo>
                    <a:pt x="36483" y="4073"/>
                  </a:lnTo>
                  <a:lnTo>
                    <a:pt x="37247" y="3436"/>
                  </a:lnTo>
                  <a:lnTo>
                    <a:pt x="38010" y="2757"/>
                  </a:lnTo>
                  <a:lnTo>
                    <a:pt x="38731" y="2036"/>
                  </a:lnTo>
                  <a:lnTo>
                    <a:pt x="39410" y="1273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3325325" y="1662800"/>
              <a:ext cx="194100" cy="353175"/>
            </a:xfrm>
            <a:custGeom>
              <a:rect b="b" l="l" r="r" t="t"/>
              <a:pathLst>
                <a:path extrusionOk="0" h="14127" w="7764">
                  <a:moveTo>
                    <a:pt x="6661" y="0"/>
                  </a:moveTo>
                  <a:lnTo>
                    <a:pt x="6576" y="85"/>
                  </a:lnTo>
                  <a:lnTo>
                    <a:pt x="6067" y="933"/>
                  </a:lnTo>
                  <a:lnTo>
                    <a:pt x="5600" y="1867"/>
                  </a:lnTo>
                  <a:lnTo>
                    <a:pt x="5176" y="2800"/>
                  </a:lnTo>
                  <a:lnTo>
                    <a:pt x="4794" y="3776"/>
                  </a:lnTo>
                  <a:lnTo>
                    <a:pt x="3691" y="2333"/>
                  </a:lnTo>
                  <a:lnTo>
                    <a:pt x="3649" y="2291"/>
                  </a:lnTo>
                  <a:lnTo>
                    <a:pt x="3564" y="2291"/>
                  </a:lnTo>
                  <a:lnTo>
                    <a:pt x="3479" y="2333"/>
                  </a:lnTo>
                  <a:lnTo>
                    <a:pt x="3437" y="2418"/>
                  </a:lnTo>
                  <a:lnTo>
                    <a:pt x="3437" y="2461"/>
                  </a:lnTo>
                  <a:lnTo>
                    <a:pt x="3437" y="2503"/>
                  </a:lnTo>
                  <a:lnTo>
                    <a:pt x="4624" y="4285"/>
                  </a:lnTo>
                  <a:lnTo>
                    <a:pt x="4115" y="5769"/>
                  </a:lnTo>
                  <a:lnTo>
                    <a:pt x="3691" y="7254"/>
                  </a:lnTo>
                  <a:lnTo>
                    <a:pt x="3224" y="6491"/>
                  </a:lnTo>
                  <a:lnTo>
                    <a:pt x="2631" y="5854"/>
                  </a:lnTo>
                  <a:lnTo>
                    <a:pt x="1994" y="5218"/>
                  </a:lnTo>
                  <a:lnTo>
                    <a:pt x="1273" y="4666"/>
                  </a:lnTo>
                  <a:lnTo>
                    <a:pt x="1188" y="4624"/>
                  </a:lnTo>
                  <a:lnTo>
                    <a:pt x="1146" y="4666"/>
                  </a:lnTo>
                  <a:lnTo>
                    <a:pt x="1061" y="4709"/>
                  </a:lnTo>
                  <a:lnTo>
                    <a:pt x="1019" y="4836"/>
                  </a:lnTo>
                  <a:lnTo>
                    <a:pt x="1061" y="4921"/>
                  </a:lnTo>
                  <a:lnTo>
                    <a:pt x="1103" y="4963"/>
                  </a:lnTo>
                  <a:lnTo>
                    <a:pt x="1485" y="5260"/>
                  </a:lnTo>
                  <a:lnTo>
                    <a:pt x="1867" y="5600"/>
                  </a:lnTo>
                  <a:lnTo>
                    <a:pt x="2206" y="5939"/>
                  </a:lnTo>
                  <a:lnTo>
                    <a:pt x="2503" y="6321"/>
                  </a:lnTo>
                  <a:lnTo>
                    <a:pt x="2800" y="6703"/>
                  </a:lnTo>
                  <a:lnTo>
                    <a:pt x="3055" y="7084"/>
                  </a:lnTo>
                  <a:lnTo>
                    <a:pt x="3309" y="7509"/>
                  </a:lnTo>
                  <a:lnTo>
                    <a:pt x="3521" y="7975"/>
                  </a:lnTo>
                  <a:lnTo>
                    <a:pt x="3097" y="9884"/>
                  </a:lnTo>
                  <a:lnTo>
                    <a:pt x="2800" y="11836"/>
                  </a:lnTo>
                  <a:lnTo>
                    <a:pt x="2249" y="10987"/>
                  </a:lnTo>
                  <a:lnTo>
                    <a:pt x="1697" y="10181"/>
                  </a:lnTo>
                  <a:lnTo>
                    <a:pt x="1019" y="9460"/>
                  </a:lnTo>
                  <a:lnTo>
                    <a:pt x="679" y="9078"/>
                  </a:lnTo>
                  <a:lnTo>
                    <a:pt x="255" y="8739"/>
                  </a:lnTo>
                  <a:lnTo>
                    <a:pt x="213" y="8696"/>
                  </a:lnTo>
                  <a:lnTo>
                    <a:pt x="170" y="8696"/>
                  </a:lnTo>
                  <a:lnTo>
                    <a:pt x="43" y="8739"/>
                  </a:lnTo>
                  <a:lnTo>
                    <a:pt x="0" y="8824"/>
                  </a:lnTo>
                  <a:lnTo>
                    <a:pt x="0" y="8909"/>
                  </a:lnTo>
                  <a:lnTo>
                    <a:pt x="43" y="8951"/>
                  </a:lnTo>
                  <a:lnTo>
                    <a:pt x="849" y="9799"/>
                  </a:lnTo>
                  <a:lnTo>
                    <a:pt x="1231" y="10224"/>
                  </a:lnTo>
                  <a:lnTo>
                    <a:pt x="1570" y="10690"/>
                  </a:lnTo>
                  <a:lnTo>
                    <a:pt x="1909" y="11157"/>
                  </a:lnTo>
                  <a:lnTo>
                    <a:pt x="2206" y="11666"/>
                  </a:lnTo>
                  <a:lnTo>
                    <a:pt x="2461" y="12175"/>
                  </a:lnTo>
                  <a:lnTo>
                    <a:pt x="2673" y="12684"/>
                  </a:lnTo>
                  <a:lnTo>
                    <a:pt x="2546" y="13787"/>
                  </a:lnTo>
                  <a:lnTo>
                    <a:pt x="2546" y="13914"/>
                  </a:lnTo>
                  <a:lnTo>
                    <a:pt x="2631" y="14041"/>
                  </a:lnTo>
                  <a:lnTo>
                    <a:pt x="2715" y="14084"/>
                  </a:lnTo>
                  <a:lnTo>
                    <a:pt x="2843" y="14126"/>
                  </a:lnTo>
                  <a:lnTo>
                    <a:pt x="2970" y="14126"/>
                  </a:lnTo>
                  <a:lnTo>
                    <a:pt x="3055" y="14084"/>
                  </a:lnTo>
                  <a:lnTo>
                    <a:pt x="3140" y="13999"/>
                  </a:lnTo>
                  <a:lnTo>
                    <a:pt x="3182" y="13914"/>
                  </a:lnTo>
                  <a:lnTo>
                    <a:pt x="3352" y="12769"/>
                  </a:lnTo>
                  <a:lnTo>
                    <a:pt x="4073" y="12048"/>
                  </a:lnTo>
                  <a:lnTo>
                    <a:pt x="4794" y="11411"/>
                  </a:lnTo>
                  <a:lnTo>
                    <a:pt x="5600" y="10775"/>
                  </a:lnTo>
                  <a:lnTo>
                    <a:pt x="6406" y="10224"/>
                  </a:lnTo>
                  <a:lnTo>
                    <a:pt x="6533" y="10096"/>
                  </a:lnTo>
                  <a:lnTo>
                    <a:pt x="6576" y="10011"/>
                  </a:lnTo>
                  <a:lnTo>
                    <a:pt x="6576" y="9884"/>
                  </a:lnTo>
                  <a:lnTo>
                    <a:pt x="6533" y="9757"/>
                  </a:lnTo>
                  <a:lnTo>
                    <a:pt x="6449" y="9672"/>
                  </a:lnTo>
                  <a:lnTo>
                    <a:pt x="6364" y="9630"/>
                  </a:lnTo>
                  <a:lnTo>
                    <a:pt x="6236" y="9630"/>
                  </a:lnTo>
                  <a:lnTo>
                    <a:pt x="6109" y="9672"/>
                  </a:lnTo>
                  <a:lnTo>
                    <a:pt x="5430" y="10096"/>
                  </a:lnTo>
                  <a:lnTo>
                    <a:pt x="4752" y="10563"/>
                  </a:lnTo>
                  <a:lnTo>
                    <a:pt x="4115" y="11072"/>
                  </a:lnTo>
                  <a:lnTo>
                    <a:pt x="3564" y="11666"/>
                  </a:lnTo>
                  <a:lnTo>
                    <a:pt x="3861" y="9884"/>
                  </a:lnTo>
                  <a:lnTo>
                    <a:pt x="4243" y="8103"/>
                  </a:lnTo>
                  <a:lnTo>
                    <a:pt x="5091" y="7551"/>
                  </a:lnTo>
                  <a:lnTo>
                    <a:pt x="5897" y="7084"/>
                  </a:lnTo>
                  <a:lnTo>
                    <a:pt x="6788" y="6618"/>
                  </a:lnTo>
                  <a:lnTo>
                    <a:pt x="7636" y="6151"/>
                  </a:lnTo>
                  <a:lnTo>
                    <a:pt x="7721" y="6109"/>
                  </a:lnTo>
                  <a:lnTo>
                    <a:pt x="7764" y="6024"/>
                  </a:lnTo>
                  <a:lnTo>
                    <a:pt x="7764" y="5939"/>
                  </a:lnTo>
                  <a:lnTo>
                    <a:pt x="7721" y="5854"/>
                  </a:lnTo>
                  <a:lnTo>
                    <a:pt x="7679" y="5769"/>
                  </a:lnTo>
                  <a:lnTo>
                    <a:pt x="7636" y="5727"/>
                  </a:lnTo>
                  <a:lnTo>
                    <a:pt x="7551" y="5685"/>
                  </a:lnTo>
                  <a:lnTo>
                    <a:pt x="7467" y="5685"/>
                  </a:lnTo>
                  <a:lnTo>
                    <a:pt x="6661" y="6024"/>
                  </a:lnTo>
                  <a:lnTo>
                    <a:pt x="5897" y="6448"/>
                  </a:lnTo>
                  <a:lnTo>
                    <a:pt x="5176" y="6872"/>
                  </a:lnTo>
                  <a:lnTo>
                    <a:pt x="4455" y="7339"/>
                  </a:lnTo>
                  <a:lnTo>
                    <a:pt x="4455" y="7339"/>
                  </a:lnTo>
                  <a:lnTo>
                    <a:pt x="4540" y="6915"/>
                  </a:lnTo>
                  <a:lnTo>
                    <a:pt x="4921" y="5685"/>
                  </a:lnTo>
                  <a:lnTo>
                    <a:pt x="5303" y="4497"/>
                  </a:lnTo>
                  <a:lnTo>
                    <a:pt x="5855" y="4200"/>
                  </a:lnTo>
                  <a:lnTo>
                    <a:pt x="6406" y="3945"/>
                  </a:lnTo>
                  <a:lnTo>
                    <a:pt x="7000" y="3733"/>
                  </a:lnTo>
                  <a:lnTo>
                    <a:pt x="7551" y="3521"/>
                  </a:lnTo>
                  <a:lnTo>
                    <a:pt x="7636" y="3479"/>
                  </a:lnTo>
                  <a:lnTo>
                    <a:pt x="7721" y="3394"/>
                  </a:lnTo>
                  <a:lnTo>
                    <a:pt x="7721" y="3351"/>
                  </a:lnTo>
                  <a:lnTo>
                    <a:pt x="7721" y="3267"/>
                  </a:lnTo>
                  <a:lnTo>
                    <a:pt x="7679" y="3182"/>
                  </a:lnTo>
                  <a:lnTo>
                    <a:pt x="7636" y="3139"/>
                  </a:lnTo>
                  <a:lnTo>
                    <a:pt x="7551" y="3097"/>
                  </a:lnTo>
                  <a:lnTo>
                    <a:pt x="7467" y="3097"/>
                  </a:lnTo>
                  <a:lnTo>
                    <a:pt x="6958" y="3224"/>
                  </a:lnTo>
                  <a:lnTo>
                    <a:pt x="6491" y="3394"/>
                  </a:lnTo>
                  <a:lnTo>
                    <a:pt x="5982" y="3606"/>
                  </a:lnTo>
                  <a:lnTo>
                    <a:pt x="5558" y="3818"/>
                  </a:lnTo>
                  <a:lnTo>
                    <a:pt x="6194" y="1994"/>
                  </a:lnTo>
                  <a:lnTo>
                    <a:pt x="6830" y="170"/>
                  </a:lnTo>
                  <a:lnTo>
                    <a:pt x="6830" y="85"/>
                  </a:lnTo>
                  <a:lnTo>
                    <a:pt x="6745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3667875" y="1550375"/>
              <a:ext cx="267275" cy="261975"/>
            </a:xfrm>
            <a:custGeom>
              <a:rect b="b" l="l" r="r" t="t"/>
              <a:pathLst>
                <a:path extrusionOk="0" h="10479" w="10691">
                  <a:moveTo>
                    <a:pt x="8061" y="0"/>
                  </a:moveTo>
                  <a:lnTo>
                    <a:pt x="7933" y="43"/>
                  </a:lnTo>
                  <a:lnTo>
                    <a:pt x="7848" y="85"/>
                  </a:lnTo>
                  <a:lnTo>
                    <a:pt x="7848" y="170"/>
                  </a:lnTo>
                  <a:lnTo>
                    <a:pt x="7721" y="679"/>
                  </a:lnTo>
                  <a:lnTo>
                    <a:pt x="7594" y="1231"/>
                  </a:lnTo>
                  <a:lnTo>
                    <a:pt x="7467" y="2291"/>
                  </a:lnTo>
                  <a:lnTo>
                    <a:pt x="6364" y="3224"/>
                  </a:lnTo>
                  <a:lnTo>
                    <a:pt x="5261" y="4200"/>
                  </a:lnTo>
                  <a:lnTo>
                    <a:pt x="5091" y="2121"/>
                  </a:lnTo>
                  <a:lnTo>
                    <a:pt x="5091" y="2079"/>
                  </a:lnTo>
                  <a:lnTo>
                    <a:pt x="5006" y="2079"/>
                  </a:lnTo>
                  <a:lnTo>
                    <a:pt x="4964" y="2121"/>
                  </a:lnTo>
                  <a:lnTo>
                    <a:pt x="4837" y="4582"/>
                  </a:lnTo>
                  <a:lnTo>
                    <a:pt x="3606" y="5812"/>
                  </a:lnTo>
                  <a:lnTo>
                    <a:pt x="2419" y="7085"/>
                  </a:lnTo>
                  <a:lnTo>
                    <a:pt x="2334" y="6364"/>
                  </a:lnTo>
                  <a:lnTo>
                    <a:pt x="2249" y="5642"/>
                  </a:lnTo>
                  <a:lnTo>
                    <a:pt x="2122" y="4921"/>
                  </a:lnTo>
                  <a:lnTo>
                    <a:pt x="1952" y="4243"/>
                  </a:lnTo>
                  <a:lnTo>
                    <a:pt x="1910" y="4158"/>
                  </a:lnTo>
                  <a:lnTo>
                    <a:pt x="1867" y="4115"/>
                  </a:lnTo>
                  <a:lnTo>
                    <a:pt x="1782" y="4115"/>
                  </a:lnTo>
                  <a:lnTo>
                    <a:pt x="1655" y="4200"/>
                  </a:lnTo>
                  <a:lnTo>
                    <a:pt x="1655" y="4243"/>
                  </a:lnTo>
                  <a:lnTo>
                    <a:pt x="1655" y="4327"/>
                  </a:lnTo>
                  <a:lnTo>
                    <a:pt x="1782" y="5133"/>
                  </a:lnTo>
                  <a:lnTo>
                    <a:pt x="1910" y="5939"/>
                  </a:lnTo>
                  <a:lnTo>
                    <a:pt x="1994" y="6745"/>
                  </a:lnTo>
                  <a:lnTo>
                    <a:pt x="2037" y="7551"/>
                  </a:lnTo>
                  <a:lnTo>
                    <a:pt x="1485" y="8230"/>
                  </a:lnTo>
                  <a:lnTo>
                    <a:pt x="976" y="8909"/>
                  </a:lnTo>
                  <a:lnTo>
                    <a:pt x="467" y="9630"/>
                  </a:lnTo>
                  <a:lnTo>
                    <a:pt x="1" y="10309"/>
                  </a:lnTo>
                  <a:lnTo>
                    <a:pt x="1" y="10394"/>
                  </a:lnTo>
                  <a:lnTo>
                    <a:pt x="43" y="10436"/>
                  </a:lnTo>
                  <a:lnTo>
                    <a:pt x="85" y="10478"/>
                  </a:lnTo>
                  <a:lnTo>
                    <a:pt x="170" y="10436"/>
                  </a:lnTo>
                  <a:lnTo>
                    <a:pt x="2291" y="8273"/>
                  </a:lnTo>
                  <a:lnTo>
                    <a:pt x="2843" y="8230"/>
                  </a:lnTo>
                  <a:lnTo>
                    <a:pt x="3394" y="8188"/>
                  </a:lnTo>
                  <a:lnTo>
                    <a:pt x="4455" y="8188"/>
                  </a:lnTo>
                  <a:lnTo>
                    <a:pt x="5515" y="8273"/>
                  </a:lnTo>
                  <a:lnTo>
                    <a:pt x="6618" y="8357"/>
                  </a:lnTo>
                  <a:lnTo>
                    <a:pt x="6703" y="8357"/>
                  </a:lnTo>
                  <a:lnTo>
                    <a:pt x="6746" y="8315"/>
                  </a:lnTo>
                  <a:lnTo>
                    <a:pt x="6788" y="8230"/>
                  </a:lnTo>
                  <a:lnTo>
                    <a:pt x="6788" y="8103"/>
                  </a:lnTo>
                  <a:lnTo>
                    <a:pt x="6746" y="8018"/>
                  </a:lnTo>
                  <a:lnTo>
                    <a:pt x="6661" y="8018"/>
                  </a:lnTo>
                  <a:lnTo>
                    <a:pt x="6194" y="7891"/>
                  </a:lnTo>
                  <a:lnTo>
                    <a:pt x="5727" y="7806"/>
                  </a:lnTo>
                  <a:lnTo>
                    <a:pt x="5261" y="7721"/>
                  </a:lnTo>
                  <a:lnTo>
                    <a:pt x="4752" y="7679"/>
                  </a:lnTo>
                  <a:lnTo>
                    <a:pt x="3776" y="7679"/>
                  </a:lnTo>
                  <a:lnTo>
                    <a:pt x="2800" y="7764"/>
                  </a:lnTo>
                  <a:lnTo>
                    <a:pt x="5049" y="5473"/>
                  </a:lnTo>
                  <a:lnTo>
                    <a:pt x="6194" y="5430"/>
                  </a:lnTo>
                  <a:lnTo>
                    <a:pt x="7339" y="5388"/>
                  </a:lnTo>
                  <a:lnTo>
                    <a:pt x="9630" y="5346"/>
                  </a:lnTo>
                  <a:lnTo>
                    <a:pt x="9715" y="5346"/>
                  </a:lnTo>
                  <a:lnTo>
                    <a:pt x="9757" y="5303"/>
                  </a:lnTo>
                  <a:lnTo>
                    <a:pt x="9800" y="5218"/>
                  </a:lnTo>
                  <a:lnTo>
                    <a:pt x="9842" y="5133"/>
                  </a:lnTo>
                  <a:lnTo>
                    <a:pt x="9800" y="5091"/>
                  </a:lnTo>
                  <a:lnTo>
                    <a:pt x="9757" y="5006"/>
                  </a:lnTo>
                  <a:lnTo>
                    <a:pt x="9715" y="4964"/>
                  </a:lnTo>
                  <a:lnTo>
                    <a:pt x="9630" y="4921"/>
                  </a:lnTo>
                  <a:lnTo>
                    <a:pt x="8612" y="4879"/>
                  </a:lnTo>
                  <a:lnTo>
                    <a:pt x="7594" y="4836"/>
                  </a:lnTo>
                  <a:lnTo>
                    <a:pt x="6576" y="4879"/>
                  </a:lnTo>
                  <a:lnTo>
                    <a:pt x="5600" y="4964"/>
                  </a:lnTo>
                  <a:lnTo>
                    <a:pt x="6533" y="4030"/>
                  </a:lnTo>
                  <a:lnTo>
                    <a:pt x="7552" y="3097"/>
                  </a:lnTo>
                  <a:lnTo>
                    <a:pt x="7679" y="3140"/>
                  </a:lnTo>
                  <a:lnTo>
                    <a:pt x="8994" y="3097"/>
                  </a:lnTo>
                  <a:lnTo>
                    <a:pt x="10309" y="3055"/>
                  </a:lnTo>
                  <a:lnTo>
                    <a:pt x="10394" y="3012"/>
                  </a:lnTo>
                  <a:lnTo>
                    <a:pt x="10479" y="2970"/>
                  </a:lnTo>
                  <a:lnTo>
                    <a:pt x="10521" y="2885"/>
                  </a:lnTo>
                  <a:lnTo>
                    <a:pt x="10521" y="2843"/>
                  </a:lnTo>
                  <a:lnTo>
                    <a:pt x="10521" y="2758"/>
                  </a:lnTo>
                  <a:lnTo>
                    <a:pt x="10479" y="2673"/>
                  </a:lnTo>
                  <a:lnTo>
                    <a:pt x="10394" y="2631"/>
                  </a:lnTo>
                  <a:lnTo>
                    <a:pt x="10309" y="2631"/>
                  </a:lnTo>
                  <a:lnTo>
                    <a:pt x="8103" y="2588"/>
                  </a:lnTo>
                  <a:lnTo>
                    <a:pt x="9333" y="1570"/>
                  </a:lnTo>
                  <a:lnTo>
                    <a:pt x="10606" y="552"/>
                  </a:lnTo>
                  <a:lnTo>
                    <a:pt x="10691" y="467"/>
                  </a:lnTo>
                  <a:lnTo>
                    <a:pt x="10691" y="382"/>
                  </a:lnTo>
                  <a:lnTo>
                    <a:pt x="10691" y="297"/>
                  </a:lnTo>
                  <a:lnTo>
                    <a:pt x="10648" y="170"/>
                  </a:lnTo>
                  <a:lnTo>
                    <a:pt x="10606" y="128"/>
                  </a:lnTo>
                  <a:lnTo>
                    <a:pt x="10521" y="85"/>
                  </a:lnTo>
                  <a:lnTo>
                    <a:pt x="10436" y="85"/>
                  </a:lnTo>
                  <a:lnTo>
                    <a:pt x="10351" y="128"/>
                  </a:lnTo>
                  <a:lnTo>
                    <a:pt x="9206" y="934"/>
                  </a:lnTo>
                  <a:lnTo>
                    <a:pt x="8103" y="1825"/>
                  </a:lnTo>
                  <a:lnTo>
                    <a:pt x="8188" y="1019"/>
                  </a:lnTo>
                  <a:lnTo>
                    <a:pt x="8230" y="594"/>
                  </a:lnTo>
                  <a:lnTo>
                    <a:pt x="8188" y="213"/>
                  </a:lnTo>
                  <a:lnTo>
                    <a:pt x="8188" y="128"/>
                  </a:lnTo>
                  <a:lnTo>
                    <a:pt x="8145" y="85"/>
                  </a:lnTo>
                  <a:lnTo>
                    <a:pt x="8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3569250" y="1983075"/>
              <a:ext cx="362725" cy="167575"/>
            </a:xfrm>
            <a:custGeom>
              <a:rect b="b" l="l" r="r" t="t"/>
              <a:pathLst>
                <a:path extrusionOk="0" h="6703" w="14509">
                  <a:moveTo>
                    <a:pt x="11327" y="0"/>
                  </a:moveTo>
                  <a:lnTo>
                    <a:pt x="11284" y="43"/>
                  </a:lnTo>
                  <a:lnTo>
                    <a:pt x="11200" y="85"/>
                  </a:lnTo>
                  <a:lnTo>
                    <a:pt x="10521" y="1061"/>
                  </a:lnTo>
                  <a:lnTo>
                    <a:pt x="9842" y="1994"/>
                  </a:lnTo>
                  <a:lnTo>
                    <a:pt x="6448" y="3055"/>
                  </a:lnTo>
                  <a:lnTo>
                    <a:pt x="6745" y="2418"/>
                  </a:lnTo>
                  <a:lnTo>
                    <a:pt x="7000" y="1740"/>
                  </a:lnTo>
                  <a:lnTo>
                    <a:pt x="7170" y="1018"/>
                  </a:lnTo>
                  <a:lnTo>
                    <a:pt x="7297" y="297"/>
                  </a:lnTo>
                  <a:lnTo>
                    <a:pt x="7297" y="255"/>
                  </a:lnTo>
                  <a:lnTo>
                    <a:pt x="7254" y="212"/>
                  </a:lnTo>
                  <a:lnTo>
                    <a:pt x="7170" y="170"/>
                  </a:lnTo>
                  <a:lnTo>
                    <a:pt x="7042" y="170"/>
                  </a:lnTo>
                  <a:lnTo>
                    <a:pt x="6957" y="255"/>
                  </a:lnTo>
                  <a:lnTo>
                    <a:pt x="6703" y="1061"/>
                  </a:lnTo>
                  <a:lnTo>
                    <a:pt x="6448" y="1824"/>
                  </a:lnTo>
                  <a:lnTo>
                    <a:pt x="6151" y="2546"/>
                  </a:lnTo>
                  <a:lnTo>
                    <a:pt x="5770" y="3267"/>
                  </a:lnTo>
                  <a:lnTo>
                    <a:pt x="3055" y="4158"/>
                  </a:lnTo>
                  <a:lnTo>
                    <a:pt x="3479" y="3436"/>
                  </a:lnTo>
                  <a:lnTo>
                    <a:pt x="3776" y="2715"/>
                  </a:lnTo>
                  <a:lnTo>
                    <a:pt x="4030" y="1952"/>
                  </a:lnTo>
                  <a:lnTo>
                    <a:pt x="4115" y="1570"/>
                  </a:lnTo>
                  <a:lnTo>
                    <a:pt x="4200" y="1188"/>
                  </a:lnTo>
                  <a:lnTo>
                    <a:pt x="4200" y="1103"/>
                  </a:lnTo>
                  <a:lnTo>
                    <a:pt x="4158" y="1061"/>
                  </a:lnTo>
                  <a:lnTo>
                    <a:pt x="4073" y="1018"/>
                  </a:lnTo>
                  <a:lnTo>
                    <a:pt x="3946" y="1018"/>
                  </a:lnTo>
                  <a:lnTo>
                    <a:pt x="3861" y="1146"/>
                  </a:lnTo>
                  <a:lnTo>
                    <a:pt x="3521" y="1994"/>
                  </a:lnTo>
                  <a:lnTo>
                    <a:pt x="3182" y="2800"/>
                  </a:lnTo>
                  <a:lnTo>
                    <a:pt x="2758" y="3606"/>
                  </a:lnTo>
                  <a:lnTo>
                    <a:pt x="2249" y="4370"/>
                  </a:lnTo>
                  <a:lnTo>
                    <a:pt x="2206" y="4412"/>
                  </a:lnTo>
                  <a:lnTo>
                    <a:pt x="128" y="5133"/>
                  </a:lnTo>
                  <a:lnTo>
                    <a:pt x="43" y="5176"/>
                  </a:lnTo>
                  <a:lnTo>
                    <a:pt x="0" y="5218"/>
                  </a:lnTo>
                  <a:lnTo>
                    <a:pt x="0" y="5388"/>
                  </a:lnTo>
                  <a:lnTo>
                    <a:pt x="85" y="5473"/>
                  </a:lnTo>
                  <a:lnTo>
                    <a:pt x="170" y="5515"/>
                  </a:lnTo>
                  <a:lnTo>
                    <a:pt x="212" y="5515"/>
                  </a:lnTo>
                  <a:lnTo>
                    <a:pt x="2673" y="4879"/>
                  </a:lnTo>
                  <a:lnTo>
                    <a:pt x="3606" y="5260"/>
                  </a:lnTo>
                  <a:lnTo>
                    <a:pt x="4497" y="5685"/>
                  </a:lnTo>
                  <a:lnTo>
                    <a:pt x="5388" y="6151"/>
                  </a:lnTo>
                  <a:lnTo>
                    <a:pt x="6236" y="6660"/>
                  </a:lnTo>
                  <a:lnTo>
                    <a:pt x="6364" y="6703"/>
                  </a:lnTo>
                  <a:lnTo>
                    <a:pt x="6491" y="6703"/>
                  </a:lnTo>
                  <a:lnTo>
                    <a:pt x="6576" y="6618"/>
                  </a:lnTo>
                  <a:lnTo>
                    <a:pt x="6618" y="6533"/>
                  </a:lnTo>
                  <a:lnTo>
                    <a:pt x="6661" y="6448"/>
                  </a:lnTo>
                  <a:lnTo>
                    <a:pt x="6661" y="6321"/>
                  </a:lnTo>
                  <a:lnTo>
                    <a:pt x="6618" y="6236"/>
                  </a:lnTo>
                  <a:lnTo>
                    <a:pt x="6533" y="6151"/>
                  </a:lnTo>
                  <a:lnTo>
                    <a:pt x="5812" y="5727"/>
                  </a:lnTo>
                  <a:lnTo>
                    <a:pt x="5091" y="5303"/>
                  </a:lnTo>
                  <a:lnTo>
                    <a:pt x="4370" y="4964"/>
                  </a:lnTo>
                  <a:lnTo>
                    <a:pt x="3606" y="4624"/>
                  </a:lnTo>
                  <a:lnTo>
                    <a:pt x="6109" y="3861"/>
                  </a:lnTo>
                  <a:lnTo>
                    <a:pt x="6576" y="3945"/>
                  </a:lnTo>
                  <a:lnTo>
                    <a:pt x="7000" y="4073"/>
                  </a:lnTo>
                  <a:lnTo>
                    <a:pt x="7891" y="4327"/>
                  </a:lnTo>
                  <a:lnTo>
                    <a:pt x="8739" y="4667"/>
                  </a:lnTo>
                  <a:lnTo>
                    <a:pt x="9588" y="5091"/>
                  </a:lnTo>
                  <a:lnTo>
                    <a:pt x="9757" y="5091"/>
                  </a:lnTo>
                  <a:lnTo>
                    <a:pt x="9885" y="5006"/>
                  </a:lnTo>
                  <a:lnTo>
                    <a:pt x="9927" y="4921"/>
                  </a:lnTo>
                  <a:lnTo>
                    <a:pt x="9927" y="4879"/>
                  </a:lnTo>
                  <a:lnTo>
                    <a:pt x="9927" y="4794"/>
                  </a:lnTo>
                  <a:lnTo>
                    <a:pt x="9842" y="4709"/>
                  </a:lnTo>
                  <a:lnTo>
                    <a:pt x="9248" y="4327"/>
                  </a:lnTo>
                  <a:lnTo>
                    <a:pt x="8612" y="3988"/>
                  </a:lnTo>
                  <a:lnTo>
                    <a:pt x="7933" y="3733"/>
                  </a:lnTo>
                  <a:lnTo>
                    <a:pt x="7212" y="3521"/>
                  </a:lnTo>
                  <a:lnTo>
                    <a:pt x="9588" y="2800"/>
                  </a:lnTo>
                  <a:lnTo>
                    <a:pt x="9630" y="2842"/>
                  </a:lnTo>
                  <a:lnTo>
                    <a:pt x="9715" y="2842"/>
                  </a:lnTo>
                  <a:lnTo>
                    <a:pt x="10309" y="2885"/>
                  </a:lnTo>
                  <a:lnTo>
                    <a:pt x="10860" y="3012"/>
                  </a:lnTo>
                  <a:lnTo>
                    <a:pt x="11369" y="3224"/>
                  </a:lnTo>
                  <a:lnTo>
                    <a:pt x="11836" y="3521"/>
                  </a:lnTo>
                  <a:lnTo>
                    <a:pt x="11963" y="3564"/>
                  </a:lnTo>
                  <a:lnTo>
                    <a:pt x="12048" y="3564"/>
                  </a:lnTo>
                  <a:lnTo>
                    <a:pt x="12133" y="3521"/>
                  </a:lnTo>
                  <a:lnTo>
                    <a:pt x="12175" y="3436"/>
                  </a:lnTo>
                  <a:lnTo>
                    <a:pt x="12218" y="3352"/>
                  </a:lnTo>
                  <a:lnTo>
                    <a:pt x="12218" y="3267"/>
                  </a:lnTo>
                  <a:lnTo>
                    <a:pt x="12175" y="3139"/>
                  </a:lnTo>
                  <a:lnTo>
                    <a:pt x="12090" y="3055"/>
                  </a:lnTo>
                  <a:lnTo>
                    <a:pt x="11793" y="2842"/>
                  </a:lnTo>
                  <a:lnTo>
                    <a:pt x="11412" y="2673"/>
                  </a:lnTo>
                  <a:lnTo>
                    <a:pt x="11072" y="2503"/>
                  </a:lnTo>
                  <a:lnTo>
                    <a:pt x="10691" y="2418"/>
                  </a:lnTo>
                  <a:lnTo>
                    <a:pt x="14339" y="1188"/>
                  </a:lnTo>
                  <a:lnTo>
                    <a:pt x="14424" y="1146"/>
                  </a:lnTo>
                  <a:lnTo>
                    <a:pt x="14508" y="1061"/>
                  </a:lnTo>
                  <a:lnTo>
                    <a:pt x="14508" y="934"/>
                  </a:lnTo>
                  <a:lnTo>
                    <a:pt x="14508" y="849"/>
                  </a:lnTo>
                  <a:lnTo>
                    <a:pt x="14466" y="721"/>
                  </a:lnTo>
                  <a:lnTo>
                    <a:pt x="14381" y="679"/>
                  </a:lnTo>
                  <a:lnTo>
                    <a:pt x="14296" y="637"/>
                  </a:lnTo>
                  <a:lnTo>
                    <a:pt x="14169" y="637"/>
                  </a:lnTo>
                  <a:lnTo>
                    <a:pt x="10478" y="1824"/>
                  </a:lnTo>
                  <a:lnTo>
                    <a:pt x="11497" y="255"/>
                  </a:lnTo>
                  <a:lnTo>
                    <a:pt x="11539" y="212"/>
                  </a:lnTo>
                  <a:lnTo>
                    <a:pt x="11539" y="128"/>
                  </a:lnTo>
                  <a:lnTo>
                    <a:pt x="11454" y="43"/>
                  </a:lnTo>
                  <a:lnTo>
                    <a:pt x="1132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3065500" y="1990500"/>
              <a:ext cx="146375" cy="307575"/>
            </a:xfrm>
            <a:custGeom>
              <a:rect b="b" l="l" r="r" t="t"/>
              <a:pathLst>
                <a:path extrusionOk="0" h="12303" w="5855">
                  <a:moveTo>
                    <a:pt x="4115" y="0"/>
                  </a:moveTo>
                  <a:lnTo>
                    <a:pt x="3988" y="85"/>
                  </a:lnTo>
                  <a:lnTo>
                    <a:pt x="3903" y="212"/>
                  </a:lnTo>
                  <a:lnTo>
                    <a:pt x="3521" y="1188"/>
                  </a:lnTo>
                  <a:lnTo>
                    <a:pt x="3182" y="2249"/>
                  </a:lnTo>
                  <a:lnTo>
                    <a:pt x="2885" y="3267"/>
                  </a:lnTo>
                  <a:lnTo>
                    <a:pt x="2673" y="4327"/>
                  </a:lnTo>
                  <a:lnTo>
                    <a:pt x="2036" y="3818"/>
                  </a:lnTo>
                  <a:lnTo>
                    <a:pt x="1697" y="3648"/>
                  </a:lnTo>
                  <a:lnTo>
                    <a:pt x="1358" y="3479"/>
                  </a:lnTo>
                  <a:lnTo>
                    <a:pt x="1315" y="3479"/>
                  </a:lnTo>
                  <a:lnTo>
                    <a:pt x="1273" y="3521"/>
                  </a:lnTo>
                  <a:lnTo>
                    <a:pt x="1273" y="3606"/>
                  </a:lnTo>
                  <a:lnTo>
                    <a:pt x="1400" y="3776"/>
                  </a:lnTo>
                  <a:lnTo>
                    <a:pt x="1527" y="3945"/>
                  </a:lnTo>
                  <a:lnTo>
                    <a:pt x="1867" y="4285"/>
                  </a:lnTo>
                  <a:lnTo>
                    <a:pt x="2588" y="4879"/>
                  </a:lnTo>
                  <a:lnTo>
                    <a:pt x="2418" y="6109"/>
                  </a:lnTo>
                  <a:lnTo>
                    <a:pt x="2376" y="7381"/>
                  </a:lnTo>
                  <a:lnTo>
                    <a:pt x="1824" y="7042"/>
                  </a:lnTo>
                  <a:lnTo>
                    <a:pt x="1273" y="6745"/>
                  </a:lnTo>
                  <a:lnTo>
                    <a:pt x="721" y="6491"/>
                  </a:lnTo>
                  <a:lnTo>
                    <a:pt x="128" y="6279"/>
                  </a:lnTo>
                  <a:lnTo>
                    <a:pt x="85" y="6279"/>
                  </a:lnTo>
                  <a:lnTo>
                    <a:pt x="0" y="6363"/>
                  </a:lnTo>
                  <a:lnTo>
                    <a:pt x="0" y="6406"/>
                  </a:lnTo>
                  <a:lnTo>
                    <a:pt x="43" y="6491"/>
                  </a:lnTo>
                  <a:lnTo>
                    <a:pt x="1230" y="7169"/>
                  </a:lnTo>
                  <a:lnTo>
                    <a:pt x="1782" y="7551"/>
                  </a:lnTo>
                  <a:lnTo>
                    <a:pt x="2376" y="7933"/>
                  </a:lnTo>
                  <a:lnTo>
                    <a:pt x="2418" y="9078"/>
                  </a:lnTo>
                  <a:lnTo>
                    <a:pt x="2546" y="10181"/>
                  </a:lnTo>
                  <a:lnTo>
                    <a:pt x="1867" y="9757"/>
                  </a:lnTo>
                  <a:lnTo>
                    <a:pt x="467" y="8951"/>
                  </a:lnTo>
                  <a:lnTo>
                    <a:pt x="382" y="8909"/>
                  </a:lnTo>
                  <a:lnTo>
                    <a:pt x="340" y="8951"/>
                  </a:lnTo>
                  <a:lnTo>
                    <a:pt x="340" y="9036"/>
                  </a:lnTo>
                  <a:lnTo>
                    <a:pt x="382" y="9078"/>
                  </a:lnTo>
                  <a:lnTo>
                    <a:pt x="1358" y="9800"/>
                  </a:lnTo>
                  <a:lnTo>
                    <a:pt x="2376" y="10478"/>
                  </a:lnTo>
                  <a:lnTo>
                    <a:pt x="2673" y="10690"/>
                  </a:lnTo>
                  <a:lnTo>
                    <a:pt x="2842" y="11412"/>
                  </a:lnTo>
                  <a:lnTo>
                    <a:pt x="3055" y="12175"/>
                  </a:lnTo>
                  <a:lnTo>
                    <a:pt x="3055" y="12218"/>
                  </a:lnTo>
                  <a:lnTo>
                    <a:pt x="3139" y="12260"/>
                  </a:lnTo>
                  <a:lnTo>
                    <a:pt x="3267" y="12302"/>
                  </a:lnTo>
                  <a:lnTo>
                    <a:pt x="3352" y="12218"/>
                  </a:lnTo>
                  <a:lnTo>
                    <a:pt x="3394" y="12175"/>
                  </a:lnTo>
                  <a:lnTo>
                    <a:pt x="3394" y="12090"/>
                  </a:lnTo>
                  <a:lnTo>
                    <a:pt x="3267" y="10733"/>
                  </a:lnTo>
                  <a:lnTo>
                    <a:pt x="3521" y="10563"/>
                  </a:lnTo>
                  <a:lnTo>
                    <a:pt x="3733" y="10309"/>
                  </a:lnTo>
                  <a:lnTo>
                    <a:pt x="4158" y="9842"/>
                  </a:lnTo>
                  <a:lnTo>
                    <a:pt x="5770" y="8272"/>
                  </a:lnTo>
                  <a:lnTo>
                    <a:pt x="5812" y="8187"/>
                  </a:lnTo>
                  <a:lnTo>
                    <a:pt x="5854" y="8060"/>
                  </a:lnTo>
                  <a:lnTo>
                    <a:pt x="5812" y="7975"/>
                  </a:lnTo>
                  <a:lnTo>
                    <a:pt x="5770" y="7891"/>
                  </a:lnTo>
                  <a:lnTo>
                    <a:pt x="5685" y="7848"/>
                  </a:lnTo>
                  <a:lnTo>
                    <a:pt x="5600" y="7806"/>
                  </a:lnTo>
                  <a:lnTo>
                    <a:pt x="5473" y="7848"/>
                  </a:lnTo>
                  <a:lnTo>
                    <a:pt x="5388" y="7891"/>
                  </a:lnTo>
                  <a:lnTo>
                    <a:pt x="4370" y="8994"/>
                  </a:lnTo>
                  <a:lnTo>
                    <a:pt x="3861" y="9587"/>
                  </a:lnTo>
                  <a:lnTo>
                    <a:pt x="3606" y="9842"/>
                  </a:lnTo>
                  <a:lnTo>
                    <a:pt x="3309" y="10096"/>
                  </a:lnTo>
                  <a:lnTo>
                    <a:pt x="3224" y="10224"/>
                  </a:lnTo>
                  <a:lnTo>
                    <a:pt x="3139" y="8824"/>
                  </a:lnTo>
                  <a:lnTo>
                    <a:pt x="3139" y="7424"/>
                  </a:lnTo>
                  <a:lnTo>
                    <a:pt x="3521" y="6830"/>
                  </a:lnTo>
                  <a:lnTo>
                    <a:pt x="3945" y="6321"/>
                  </a:lnTo>
                  <a:lnTo>
                    <a:pt x="4412" y="5812"/>
                  </a:lnTo>
                  <a:lnTo>
                    <a:pt x="4921" y="5303"/>
                  </a:lnTo>
                  <a:lnTo>
                    <a:pt x="4964" y="5218"/>
                  </a:lnTo>
                  <a:lnTo>
                    <a:pt x="4964" y="5133"/>
                  </a:lnTo>
                  <a:lnTo>
                    <a:pt x="4964" y="5091"/>
                  </a:lnTo>
                  <a:lnTo>
                    <a:pt x="4921" y="5006"/>
                  </a:lnTo>
                  <a:lnTo>
                    <a:pt x="4836" y="4921"/>
                  </a:lnTo>
                  <a:lnTo>
                    <a:pt x="4624" y="4921"/>
                  </a:lnTo>
                  <a:lnTo>
                    <a:pt x="4200" y="5260"/>
                  </a:lnTo>
                  <a:lnTo>
                    <a:pt x="3861" y="5600"/>
                  </a:lnTo>
                  <a:lnTo>
                    <a:pt x="3479" y="5982"/>
                  </a:lnTo>
                  <a:lnTo>
                    <a:pt x="3182" y="6406"/>
                  </a:lnTo>
                  <a:lnTo>
                    <a:pt x="3267" y="5473"/>
                  </a:lnTo>
                  <a:lnTo>
                    <a:pt x="3394" y="4539"/>
                  </a:lnTo>
                  <a:lnTo>
                    <a:pt x="3818" y="4285"/>
                  </a:lnTo>
                  <a:lnTo>
                    <a:pt x="4242" y="4030"/>
                  </a:lnTo>
                  <a:lnTo>
                    <a:pt x="5133" y="3606"/>
                  </a:lnTo>
                  <a:lnTo>
                    <a:pt x="5218" y="3564"/>
                  </a:lnTo>
                  <a:lnTo>
                    <a:pt x="5260" y="3479"/>
                  </a:lnTo>
                  <a:lnTo>
                    <a:pt x="5303" y="3394"/>
                  </a:lnTo>
                  <a:lnTo>
                    <a:pt x="5303" y="3309"/>
                  </a:lnTo>
                  <a:lnTo>
                    <a:pt x="5260" y="3224"/>
                  </a:lnTo>
                  <a:lnTo>
                    <a:pt x="5218" y="3182"/>
                  </a:lnTo>
                  <a:lnTo>
                    <a:pt x="5133" y="3139"/>
                  </a:lnTo>
                  <a:lnTo>
                    <a:pt x="5006" y="3139"/>
                  </a:lnTo>
                  <a:lnTo>
                    <a:pt x="4624" y="3224"/>
                  </a:lnTo>
                  <a:lnTo>
                    <a:pt x="4242" y="3351"/>
                  </a:lnTo>
                  <a:lnTo>
                    <a:pt x="3903" y="3521"/>
                  </a:lnTo>
                  <a:lnTo>
                    <a:pt x="3521" y="3733"/>
                  </a:lnTo>
                  <a:lnTo>
                    <a:pt x="3733" y="2885"/>
                  </a:lnTo>
                  <a:lnTo>
                    <a:pt x="3945" y="2079"/>
                  </a:lnTo>
                  <a:lnTo>
                    <a:pt x="4242" y="1230"/>
                  </a:lnTo>
                  <a:lnTo>
                    <a:pt x="4582" y="382"/>
                  </a:lnTo>
                  <a:lnTo>
                    <a:pt x="4582" y="255"/>
                  </a:lnTo>
                  <a:lnTo>
                    <a:pt x="4539" y="127"/>
                  </a:lnTo>
                  <a:lnTo>
                    <a:pt x="4454" y="43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3286075" y="2309700"/>
              <a:ext cx="374400" cy="171850"/>
            </a:xfrm>
            <a:custGeom>
              <a:rect b="b" l="l" r="r" t="t"/>
              <a:pathLst>
                <a:path extrusionOk="0" h="6874" w="14976">
                  <a:moveTo>
                    <a:pt x="11836" y="1"/>
                  </a:moveTo>
                  <a:lnTo>
                    <a:pt x="11243" y="468"/>
                  </a:lnTo>
                  <a:lnTo>
                    <a:pt x="10733" y="1019"/>
                  </a:lnTo>
                  <a:lnTo>
                    <a:pt x="8782" y="1486"/>
                  </a:lnTo>
                  <a:lnTo>
                    <a:pt x="6873" y="2080"/>
                  </a:lnTo>
                  <a:lnTo>
                    <a:pt x="6873" y="2080"/>
                  </a:lnTo>
                  <a:lnTo>
                    <a:pt x="7552" y="1274"/>
                  </a:lnTo>
                  <a:lnTo>
                    <a:pt x="8231" y="425"/>
                  </a:lnTo>
                  <a:lnTo>
                    <a:pt x="8231" y="383"/>
                  </a:lnTo>
                  <a:lnTo>
                    <a:pt x="8273" y="298"/>
                  </a:lnTo>
                  <a:lnTo>
                    <a:pt x="8188" y="213"/>
                  </a:lnTo>
                  <a:lnTo>
                    <a:pt x="8103" y="171"/>
                  </a:lnTo>
                  <a:lnTo>
                    <a:pt x="8061" y="171"/>
                  </a:lnTo>
                  <a:lnTo>
                    <a:pt x="7976" y="213"/>
                  </a:lnTo>
                  <a:lnTo>
                    <a:pt x="6958" y="1274"/>
                  </a:lnTo>
                  <a:lnTo>
                    <a:pt x="5940" y="2334"/>
                  </a:lnTo>
                  <a:lnTo>
                    <a:pt x="5940" y="2377"/>
                  </a:lnTo>
                  <a:lnTo>
                    <a:pt x="2631" y="3480"/>
                  </a:lnTo>
                  <a:lnTo>
                    <a:pt x="2631" y="3480"/>
                  </a:lnTo>
                  <a:lnTo>
                    <a:pt x="3310" y="2377"/>
                  </a:lnTo>
                  <a:lnTo>
                    <a:pt x="3946" y="1231"/>
                  </a:lnTo>
                  <a:lnTo>
                    <a:pt x="3988" y="1146"/>
                  </a:lnTo>
                  <a:lnTo>
                    <a:pt x="3988" y="1062"/>
                  </a:lnTo>
                  <a:lnTo>
                    <a:pt x="3946" y="977"/>
                  </a:lnTo>
                  <a:lnTo>
                    <a:pt x="3861" y="934"/>
                  </a:lnTo>
                  <a:lnTo>
                    <a:pt x="3692" y="934"/>
                  </a:lnTo>
                  <a:lnTo>
                    <a:pt x="3607" y="1019"/>
                  </a:lnTo>
                  <a:lnTo>
                    <a:pt x="2673" y="2419"/>
                  </a:lnTo>
                  <a:lnTo>
                    <a:pt x="1698" y="3776"/>
                  </a:lnTo>
                  <a:lnTo>
                    <a:pt x="171" y="4286"/>
                  </a:lnTo>
                  <a:lnTo>
                    <a:pt x="86" y="4328"/>
                  </a:lnTo>
                  <a:lnTo>
                    <a:pt x="43" y="4413"/>
                  </a:lnTo>
                  <a:lnTo>
                    <a:pt x="1" y="4498"/>
                  </a:lnTo>
                  <a:lnTo>
                    <a:pt x="1" y="4582"/>
                  </a:lnTo>
                  <a:lnTo>
                    <a:pt x="43" y="4667"/>
                  </a:lnTo>
                  <a:lnTo>
                    <a:pt x="128" y="4710"/>
                  </a:lnTo>
                  <a:lnTo>
                    <a:pt x="213" y="4752"/>
                  </a:lnTo>
                  <a:lnTo>
                    <a:pt x="298" y="4752"/>
                  </a:lnTo>
                  <a:lnTo>
                    <a:pt x="1528" y="4370"/>
                  </a:lnTo>
                  <a:lnTo>
                    <a:pt x="1570" y="4455"/>
                  </a:lnTo>
                  <a:lnTo>
                    <a:pt x="1655" y="4498"/>
                  </a:lnTo>
                  <a:lnTo>
                    <a:pt x="2334" y="4667"/>
                  </a:lnTo>
                  <a:lnTo>
                    <a:pt x="3013" y="4922"/>
                  </a:lnTo>
                  <a:lnTo>
                    <a:pt x="3692" y="5176"/>
                  </a:lnTo>
                  <a:lnTo>
                    <a:pt x="4328" y="5473"/>
                  </a:lnTo>
                  <a:lnTo>
                    <a:pt x="5558" y="6110"/>
                  </a:lnTo>
                  <a:lnTo>
                    <a:pt x="6831" y="6831"/>
                  </a:lnTo>
                  <a:lnTo>
                    <a:pt x="6916" y="6873"/>
                  </a:lnTo>
                  <a:lnTo>
                    <a:pt x="7043" y="6873"/>
                  </a:lnTo>
                  <a:lnTo>
                    <a:pt x="7128" y="6831"/>
                  </a:lnTo>
                  <a:lnTo>
                    <a:pt x="7213" y="6746"/>
                  </a:lnTo>
                  <a:lnTo>
                    <a:pt x="7255" y="6619"/>
                  </a:lnTo>
                  <a:lnTo>
                    <a:pt x="7255" y="6534"/>
                  </a:lnTo>
                  <a:lnTo>
                    <a:pt x="7213" y="6407"/>
                  </a:lnTo>
                  <a:lnTo>
                    <a:pt x="7128" y="6322"/>
                  </a:lnTo>
                  <a:lnTo>
                    <a:pt x="6576" y="5940"/>
                  </a:lnTo>
                  <a:lnTo>
                    <a:pt x="6025" y="5601"/>
                  </a:lnTo>
                  <a:lnTo>
                    <a:pt x="5431" y="5304"/>
                  </a:lnTo>
                  <a:lnTo>
                    <a:pt x="4879" y="5007"/>
                  </a:lnTo>
                  <a:lnTo>
                    <a:pt x="4285" y="4752"/>
                  </a:lnTo>
                  <a:lnTo>
                    <a:pt x="3649" y="4498"/>
                  </a:lnTo>
                  <a:lnTo>
                    <a:pt x="2419" y="4073"/>
                  </a:lnTo>
                  <a:lnTo>
                    <a:pt x="6279" y="2886"/>
                  </a:lnTo>
                  <a:lnTo>
                    <a:pt x="7467" y="3310"/>
                  </a:lnTo>
                  <a:lnTo>
                    <a:pt x="8570" y="3861"/>
                  </a:lnTo>
                  <a:lnTo>
                    <a:pt x="9673" y="4455"/>
                  </a:lnTo>
                  <a:lnTo>
                    <a:pt x="10733" y="5134"/>
                  </a:lnTo>
                  <a:lnTo>
                    <a:pt x="10861" y="5176"/>
                  </a:lnTo>
                  <a:lnTo>
                    <a:pt x="10946" y="5176"/>
                  </a:lnTo>
                  <a:lnTo>
                    <a:pt x="11030" y="5134"/>
                  </a:lnTo>
                  <a:lnTo>
                    <a:pt x="11115" y="5049"/>
                  </a:lnTo>
                  <a:lnTo>
                    <a:pt x="11115" y="4964"/>
                  </a:lnTo>
                  <a:lnTo>
                    <a:pt x="11115" y="4879"/>
                  </a:lnTo>
                  <a:lnTo>
                    <a:pt x="11115" y="4752"/>
                  </a:lnTo>
                  <a:lnTo>
                    <a:pt x="11030" y="4667"/>
                  </a:lnTo>
                  <a:lnTo>
                    <a:pt x="10097" y="4073"/>
                  </a:lnTo>
                  <a:lnTo>
                    <a:pt x="9121" y="3522"/>
                  </a:lnTo>
                  <a:lnTo>
                    <a:pt x="8103" y="3055"/>
                  </a:lnTo>
                  <a:lnTo>
                    <a:pt x="7085" y="2631"/>
                  </a:lnTo>
                  <a:lnTo>
                    <a:pt x="8697" y="2164"/>
                  </a:lnTo>
                  <a:lnTo>
                    <a:pt x="10309" y="1740"/>
                  </a:lnTo>
                  <a:lnTo>
                    <a:pt x="10352" y="1825"/>
                  </a:lnTo>
                  <a:lnTo>
                    <a:pt x="10479" y="1868"/>
                  </a:lnTo>
                  <a:lnTo>
                    <a:pt x="10818" y="2037"/>
                  </a:lnTo>
                  <a:lnTo>
                    <a:pt x="11158" y="2207"/>
                  </a:lnTo>
                  <a:lnTo>
                    <a:pt x="11752" y="2631"/>
                  </a:lnTo>
                  <a:lnTo>
                    <a:pt x="12345" y="3098"/>
                  </a:lnTo>
                  <a:lnTo>
                    <a:pt x="12939" y="3607"/>
                  </a:lnTo>
                  <a:lnTo>
                    <a:pt x="13024" y="3649"/>
                  </a:lnTo>
                  <a:lnTo>
                    <a:pt x="13194" y="3649"/>
                  </a:lnTo>
                  <a:lnTo>
                    <a:pt x="13279" y="3607"/>
                  </a:lnTo>
                  <a:lnTo>
                    <a:pt x="13364" y="3522"/>
                  </a:lnTo>
                  <a:lnTo>
                    <a:pt x="13406" y="3437"/>
                  </a:lnTo>
                  <a:lnTo>
                    <a:pt x="13406" y="3352"/>
                  </a:lnTo>
                  <a:lnTo>
                    <a:pt x="13364" y="3267"/>
                  </a:lnTo>
                  <a:lnTo>
                    <a:pt x="13109" y="3013"/>
                  </a:lnTo>
                  <a:lnTo>
                    <a:pt x="12897" y="2716"/>
                  </a:lnTo>
                  <a:lnTo>
                    <a:pt x="12642" y="2504"/>
                  </a:lnTo>
                  <a:lnTo>
                    <a:pt x="12345" y="2292"/>
                  </a:lnTo>
                  <a:lnTo>
                    <a:pt x="11752" y="1868"/>
                  </a:lnTo>
                  <a:lnTo>
                    <a:pt x="11115" y="1571"/>
                  </a:lnTo>
                  <a:lnTo>
                    <a:pt x="12897" y="1231"/>
                  </a:lnTo>
                  <a:lnTo>
                    <a:pt x="13788" y="1062"/>
                  </a:lnTo>
                  <a:lnTo>
                    <a:pt x="14679" y="977"/>
                  </a:lnTo>
                  <a:lnTo>
                    <a:pt x="14806" y="934"/>
                  </a:lnTo>
                  <a:lnTo>
                    <a:pt x="14933" y="849"/>
                  </a:lnTo>
                  <a:lnTo>
                    <a:pt x="14976" y="765"/>
                  </a:lnTo>
                  <a:lnTo>
                    <a:pt x="14976" y="637"/>
                  </a:lnTo>
                  <a:lnTo>
                    <a:pt x="14976" y="510"/>
                  </a:lnTo>
                  <a:lnTo>
                    <a:pt x="14933" y="425"/>
                  </a:lnTo>
                  <a:lnTo>
                    <a:pt x="14806" y="383"/>
                  </a:lnTo>
                  <a:lnTo>
                    <a:pt x="14679" y="340"/>
                  </a:lnTo>
                  <a:lnTo>
                    <a:pt x="13873" y="425"/>
                  </a:lnTo>
                  <a:lnTo>
                    <a:pt x="13067" y="552"/>
                  </a:lnTo>
                  <a:lnTo>
                    <a:pt x="11497" y="849"/>
                  </a:lnTo>
                  <a:lnTo>
                    <a:pt x="11921" y="86"/>
                  </a:lnTo>
                  <a:lnTo>
                    <a:pt x="11964" y="43"/>
                  </a:lnTo>
                  <a:lnTo>
                    <a:pt x="11921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5"/>
          <p:cNvGrpSpPr/>
          <p:nvPr/>
        </p:nvGrpSpPr>
        <p:grpSpPr>
          <a:xfrm rot="-2898405">
            <a:off x="984959" y="4595956"/>
            <a:ext cx="387999" cy="171013"/>
            <a:chOff x="1406961" y="-1212504"/>
            <a:chExt cx="6086670" cy="2682735"/>
          </a:xfrm>
        </p:grpSpPr>
        <p:sp>
          <p:nvSpPr>
            <p:cNvPr id="153" name="Google Shape;153;p5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5"/>
          <p:cNvGrpSpPr/>
          <p:nvPr/>
        </p:nvGrpSpPr>
        <p:grpSpPr>
          <a:xfrm rot="2555258">
            <a:off x="255809" y="297720"/>
            <a:ext cx="388558" cy="171259"/>
            <a:chOff x="1406961" y="-1212504"/>
            <a:chExt cx="6086670" cy="2682735"/>
          </a:xfrm>
        </p:grpSpPr>
        <p:sp>
          <p:nvSpPr>
            <p:cNvPr id="158" name="Google Shape;158;p5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" name="Google Shape;162;p5"/>
          <p:cNvGrpSpPr/>
          <p:nvPr/>
        </p:nvGrpSpPr>
        <p:grpSpPr>
          <a:xfrm flipH="1" rot="2898405">
            <a:off x="8430999" y="4595956"/>
            <a:ext cx="387999" cy="171013"/>
            <a:chOff x="1406961" y="-1212504"/>
            <a:chExt cx="6086670" cy="2682735"/>
          </a:xfrm>
        </p:grpSpPr>
        <p:sp>
          <p:nvSpPr>
            <p:cNvPr id="163" name="Google Shape;163;p5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" name="Google Shape;167;p5"/>
          <p:cNvGrpSpPr/>
          <p:nvPr/>
        </p:nvGrpSpPr>
        <p:grpSpPr>
          <a:xfrm flipH="1" rot="-2555258">
            <a:off x="8525352" y="737570"/>
            <a:ext cx="388558" cy="171259"/>
            <a:chOff x="1406961" y="-1212504"/>
            <a:chExt cx="6086670" cy="2682735"/>
          </a:xfrm>
        </p:grpSpPr>
        <p:sp>
          <p:nvSpPr>
            <p:cNvPr id="168" name="Google Shape;168;p5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4" name="Google Shape;174;p6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175" name="Google Shape;175;p6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176" name="Google Shape;176;p6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6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6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6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" name="Google Shape;180;p6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181" name="Google Shape;181;p6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6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6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6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" name="Google Shape;185;p6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186" name="Google Shape;186;p6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6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6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6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" name="Google Shape;190;p6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191" name="Google Shape;191;p6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6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6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6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-column text">
  <p:cSld name="ONE_COLUMN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>
            <p:ph type="title"/>
          </p:nvPr>
        </p:nvSpPr>
        <p:spPr>
          <a:xfrm>
            <a:off x="2812800" y="1609875"/>
            <a:ext cx="3518400" cy="14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7" name="Google Shape;197;p7"/>
          <p:cNvSpPr txBox="1"/>
          <p:nvPr>
            <p:ph idx="1" type="subTitle"/>
          </p:nvPr>
        </p:nvSpPr>
        <p:spPr>
          <a:xfrm>
            <a:off x="2275675" y="2955725"/>
            <a:ext cx="4592700" cy="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8" name="Google Shape;198;p7"/>
          <p:cNvGrpSpPr/>
          <p:nvPr/>
        </p:nvGrpSpPr>
        <p:grpSpPr>
          <a:xfrm>
            <a:off x="6287634" y="2080925"/>
            <a:ext cx="5327115" cy="6547037"/>
            <a:chOff x="4926821" y="213384"/>
            <a:chExt cx="3430430" cy="4216007"/>
          </a:xfrm>
        </p:grpSpPr>
        <p:sp>
          <p:nvSpPr>
            <p:cNvPr id="199" name="Google Shape;199;p7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h="173568" w="163829">
                  <a:moveTo>
                    <a:pt x="163829" y="1"/>
                  </a:moveTo>
                  <a:lnTo>
                    <a:pt x="159942" y="586"/>
                  </a:lnTo>
                  <a:lnTo>
                    <a:pt x="156097" y="1213"/>
                  </a:lnTo>
                  <a:lnTo>
                    <a:pt x="152336" y="1881"/>
                  </a:lnTo>
                  <a:lnTo>
                    <a:pt x="148616" y="2592"/>
                  </a:lnTo>
                  <a:lnTo>
                    <a:pt x="144980" y="3344"/>
                  </a:lnTo>
                  <a:lnTo>
                    <a:pt x="141386" y="4138"/>
                  </a:lnTo>
                  <a:lnTo>
                    <a:pt x="137834" y="4974"/>
                  </a:lnTo>
                  <a:lnTo>
                    <a:pt x="134407" y="5852"/>
                  </a:lnTo>
                  <a:lnTo>
                    <a:pt x="130980" y="6771"/>
                  </a:lnTo>
                  <a:lnTo>
                    <a:pt x="127636" y="7732"/>
                  </a:lnTo>
                  <a:lnTo>
                    <a:pt x="124335" y="8735"/>
                  </a:lnTo>
                  <a:lnTo>
                    <a:pt x="121075" y="9780"/>
                  </a:lnTo>
                  <a:lnTo>
                    <a:pt x="117899" y="10825"/>
                  </a:lnTo>
                  <a:lnTo>
                    <a:pt x="114806" y="11954"/>
                  </a:lnTo>
                  <a:lnTo>
                    <a:pt x="111713" y="13082"/>
                  </a:lnTo>
                  <a:lnTo>
                    <a:pt x="108704" y="14252"/>
                  </a:lnTo>
                  <a:lnTo>
                    <a:pt x="105737" y="15464"/>
                  </a:lnTo>
                  <a:lnTo>
                    <a:pt x="102853" y="16718"/>
                  </a:lnTo>
                  <a:lnTo>
                    <a:pt x="100011" y="17972"/>
                  </a:lnTo>
                  <a:lnTo>
                    <a:pt x="97211" y="19309"/>
                  </a:lnTo>
                  <a:lnTo>
                    <a:pt x="94453" y="20646"/>
                  </a:lnTo>
                  <a:lnTo>
                    <a:pt x="91778" y="21984"/>
                  </a:lnTo>
                  <a:lnTo>
                    <a:pt x="89103" y="23405"/>
                  </a:lnTo>
                  <a:lnTo>
                    <a:pt x="86512" y="24826"/>
                  </a:lnTo>
                  <a:lnTo>
                    <a:pt x="84005" y="26247"/>
                  </a:lnTo>
                  <a:lnTo>
                    <a:pt x="81497" y="27751"/>
                  </a:lnTo>
                  <a:lnTo>
                    <a:pt x="79073" y="29256"/>
                  </a:lnTo>
                  <a:lnTo>
                    <a:pt x="76691" y="30760"/>
                  </a:lnTo>
                  <a:lnTo>
                    <a:pt x="74350" y="32307"/>
                  </a:lnTo>
                  <a:lnTo>
                    <a:pt x="72052" y="33895"/>
                  </a:lnTo>
                  <a:lnTo>
                    <a:pt x="69795" y="35483"/>
                  </a:lnTo>
                  <a:lnTo>
                    <a:pt x="67580" y="37113"/>
                  </a:lnTo>
                  <a:lnTo>
                    <a:pt x="65449" y="38743"/>
                  </a:lnTo>
                  <a:lnTo>
                    <a:pt x="63317" y="40415"/>
                  </a:lnTo>
                  <a:lnTo>
                    <a:pt x="61269" y="42086"/>
                  </a:lnTo>
                  <a:lnTo>
                    <a:pt x="59263" y="43800"/>
                  </a:lnTo>
                  <a:lnTo>
                    <a:pt x="57299" y="45513"/>
                  </a:lnTo>
                  <a:lnTo>
                    <a:pt x="55377" y="47227"/>
                  </a:lnTo>
                  <a:lnTo>
                    <a:pt x="53496" y="48982"/>
                  </a:lnTo>
                  <a:lnTo>
                    <a:pt x="51657" y="50737"/>
                  </a:lnTo>
                  <a:lnTo>
                    <a:pt x="49860" y="52535"/>
                  </a:lnTo>
                  <a:lnTo>
                    <a:pt x="48105" y="54332"/>
                  </a:lnTo>
                  <a:lnTo>
                    <a:pt x="46391" y="56129"/>
                  </a:lnTo>
                  <a:lnTo>
                    <a:pt x="44719" y="57926"/>
                  </a:lnTo>
                  <a:lnTo>
                    <a:pt x="43048" y="59765"/>
                  </a:lnTo>
                  <a:lnTo>
                    <a:pt x="41460" y="61604"/>
                  </a:lnTo>
                  <a:lnTo>
                    <a:pt x="39913" y="63443"/>
                  </a:lnTo>
                  <a:lnTo>
                    <a:pt x="38409" y="65323"/>
                  </a:lnTo>
                  <a:lnTo>
                    <a:pt x="36946" y="67204"/>
                  </a:lnTo>
                  <a:lnTo>
                    <a:pt x="35483" y="69043"/>
                  </a:lnTo>
                  <a:lnTo>
                    <a:pt x="34104" y="70965"/>
                  </a:lnTo>
                  <a:lnTo>
                    <a:pt x="32725" y="72846"/>
                  </a:lnTo>
                  <a:lnTo>
                    <a:pt x="31429" y="74727"/>
                  </a:lnTo>
                  <a:lnTo>
                    <a:pt x="30134" y="76607"/>
                  </a:lnTo>
                  <a:lnTo>
                    <a:pt x="28880" y="78530"/>
                  </a:lnTo>
                  <a:lnTo>
                    <a:pt x="27668" y="80410"/>
                  </a:lnTo>
                  <a:lnTo>
                    <a:pt x="26498" y="82333"/>
                  </a:lnTo>
                  <a:lnTo>
                    <a:pt x="25327" y="84255"/>
                  </a:lnTo>
                  <a:lnTo>
                    <a:pt x="24199" y="86136"/>
                  </a:lnTo>
                  <a:lnTo>
                    <a:pt x="23154" y="88059"/>
                  </a:lnTo>
                  <a:lnTo>
                    <a:pt x="22068" y="89939"/>
                  </a:lnTo>
                  <a:lnTo>
                    <a:pt x="21065" y="91862"/>
                  </a:lnTo>
                  <a:lnTo>
                    <a:pt x="20062" y="93742"/>
                  </a:lnTo>
                  <a:lnTo>
                    <a:pt x="19142" y="95665"/>
                  </a:lnTo>
                  <a:lnTo>
                    <a:pt x="18223" y="97546"/>
                  </a:lnTo>
                  <a:lnTo>
                    <a:pt x="17303" y="99426"/>
                  </a:lnTo>
                  <a:lnTo>
                    <a:pt x="15632" y="103188"/>
                  </a:lnTo>
                  <a:lnTo>
                    <a:pt x="14043" y="106907"/>
                  </a:lnTo>
                  <a:lnTo>
                    <a:pt x="12539" y="110627"/>
                  </a:lnTo>
                  <a:lnTo>
                    <a:pt x="11201" y="114263"/>
                  </a:lnTo>
                  <a:lnTo>
                    <a:pt x="9906" y="117857"/>
                  </a:lnTo>
                  <a:lnTo>
                    <a:pt x="8777" y="121409"/>
                  </a:lnTo>
                  <a:lnTo>
                    <a:pt x="7691" y="124878"/>
                  </a:lnTo>
                  <a:lnTo>
                    <a:pt x="6730" y="128305"/>
                  </a:lnTo>
                  <a:lnTo>
                    <a:pt x="5810" y="131649"/>
                  </a:lnTo>
                  <a:lnTo>
                    <a:pt x="5016" y="134909"/>
                  </a:lnTo>
                  <a:lnTo>
                    <a:pt x="4264" y="138085"/>
                  </a:lnTo>
                  <a:lnTo>
                    <a:pt x="3637" y="141177"/>
                  </a:lnTo>
                  <a:lnTo>
                    <a:pt x="3052" y="144145"/>
                  </a:lnTo>
                  <a:lnTo>
                    <a:pt x="2509" y="147028"/>
                  </a:lnTo>
                  <a:lnTo>
                    <a:pt x="2049" y="149787"/>
                  </a:lnTo>
                  <a:lnTo>
                    <a:pt x="1673" y="152420"/>
                  </a:lnTo>
                  <a:lnTo>
                    <a:pt x="1297" y="154927"/>
                  </a:lnTo>
                  <a:lnTo>
                    <a:pt x="1004" y="157310"/>
                  </a:lnTo>
                  <a:lnTo>
                    <a:pt x="753" y="159566"/>
                  </a:lnTo>
                  <a:lnTo>
                    <a:pt x="586" y="161698"/>
                  </a:lnTo>
                  <a:lnTo>
                    <a:pt x="419" y="163662"/>
                  </a:lnTo>
                  <a:lnTo>
                    <a:pt x="168" y="167089"/>
                  </a:lnTo>
                  <a:lnTo>
                    <a:pt x="43" y="169847"/>
                  </a:lnTo>
                  <a:lnTo>
                    <a:pt x="1" y="171895"/>
                  </a:lnTo>
                  <a:lnTo>
                    <a:pt x="1" y="173567"/>
                  </a:lnTo>
                  <a:lnTo>
                    <a:pt x="3553" y="173107"/>
                  </a:lnTo>
                  <a:lnTo>
                    <a:pt x="7106" y="172606"/>
                  </a:lnTo>
                  <a:lnTo>
                    <a:pt x="10575" y="172062"/>
                  </a:lnTo>
                  <a:lnTo>
                    <a:pt x="13960" y="171477"/>
                  </a:lnTo>
                  <a:lnTo>
                    <a:pt x="17345" y="170850"/>
                  </a:lnTo>
                  <a:lnTo>
                    <a:pt x="20647" y="170182"/>
                  </a:lnTo>
                  <a:lnTo>
                    <a:pt x="23907" y="169430"/>
                  </a:lnTo>
                  <a:lnTo>
                    <a:pt x="27125" y="168677"/>
                  </a:lnTo>
                  <a:lnTo>
                    <a:pt x="30301" y="167841"/>
                  </a:lnTo>
                  <a:lnTo>
                    <a:pt x="33393" y="166964"/>
                  </a:lnTo>
                  <a:lnTo>
                    <a:pt x="36486" y="166086"/>
                  </a:lnTo>
                  <a:lnTo>
                    <a:pt x="39495" y="165125"/>
                  </a:lnTo>
                  <a:lnTo>
                    <a:pt x="42463" y="164164"/>
                  </a:lnTo>
                  <a:lnTo>
                    <a:pt x="45388" y="163119"/>
                  </a:lnTo>
                  <a:lnTo>
                    <a:pt x="48272" y="162074"/>
                  </a:lnTo>
                  <a:lnTo>
                    <a:pt x="51072" y="160946"/>
                  </a:lnTo>
                  <a:lnTo>
                    <a:pt x="53872" y="159817"/>
                  </a:lnTo>
                  <a:lnTo>
                    <a:pt x="56589" y="158647"/>
                  </a:lnTo>
                  <a:lnTo>
                    <a:pt x="59305" y="157435"/>
                  </a:lnTo>
                  <a:lnTo>
                    <a:pt x="61938" y="156181"/>
                  </a:lnTo>
                  <a:lnTo>
                    <a:pt x="64529" y="154927"/>
                  </a:lnTo>
                  <a:lnTo>
                    <a:pt x="67120" y="153590"/>
                  </a:lnTo>
                  <a:lnTo>
                    <a:pt x="69628" y="152253"/>
                  </a:lnTo>
                  <a:lnTo>
                    <a:pt x="72094" y="150873"/>
                  </a:lnTo>
                  <a:lnTo>
                    <a:pt x="74518" y="149494"/>
                  </a:lnTo>
                  <a:lnTo>
                    <a:pt x="76900" y="148031"/>
                  </a:lnTo>
                  <a:lnTo>
                    <a:pt x="79240" y="146569"/>
                  </a:lnTo>
                  <a:lnTo>
                    <a:pt x="81539" y="145106"/>
                  </a:lnTo>
                  <a:lnTo>
                    <a:pt x="83796" y="143560"/>
                  </a:lnTo>
                  <a:lnTo>
                    <a:pt x="86011" y="142055"/>
                  </a:lnTo>
                  <a:lnTo>
                    <a:pt x="88184" y="140467"/>
                  </a:lnTo>
                  <a:lnTo>
                    <a:pt x="90315" y="138879"/>
                  </a:lnTo>
                  <a:lnTo>
                    <a:pt x="92405" y="137249"/>
                  </a:lnTo>
                  <a:lnTo>
                    <a:pt x="94453" y="135619"/>
                  </a:lnTo>
                  <a:lnTo>
                    <a:pt x="96501" y="133947"/>
                  </a:lnTo>
                  <a:lnTo>
                    <a:pt x="98465" y="132276"/>
                  </a:lnTo>
                  <a:lnTo>
                    <a:pt x="100387" y="130562"/>
                  </a:lnTo>
                  <a:lnTo>
                    <a:pt x="102310" y="128849"/>
                  </a:lnTo>
                  <a:lnTo>
                    <a:pt x="104149" y="127135"/>
                  </a:lnTo>
                  <a:lnTo>
                    <a:pt x="105988" y="125380"/>
                  </a:lnTo>
                  <a:lnTo>
                    <a:pt x="107743" y="123583"/>
                  </a:lnTo>
                  <a:lnTo>
                    <a:pt x="109498" y="121786"/>
                  </a:lnTo>
                  <a:lnTo>
                    <a:pt x="111212" y="119988"/>
                  </a:lnTo>
                  <a:lnTo>
                    <a:pt x="112884" y="118150"/>
                  </a:lnTo>
                  <a:lnTo>
                    <a:pt x="114555" y="116352"/>
                  </a:lnTo>
                  <a:lnTo>
                    <a:pt x="116143" y="114472"/>
                  </a:lnTo>
                  <a:lnTo>
                    <a:pt x="117731" y="112633"/>
                  </a:lnTo>
                  <a:lnTo>
                    <a:pt x="119236" y="110752"/>
                  </a:lnTo>
                  <a:lnTo>
                    <a:pt x="120741" y="108871"/>
                  </a:lnTo>
                  <a:lnTo>
                    <a:pt x="122203" y="106991"/>
                  </a:lnTo>
                  <a:lnTo>
                    <a:pt x="123666" y="105110"/>
                  </a:lnTo>
                  <a:lnTo>
                    <a:pt x="125045" y="103188"/>
                  </a:lnTo>
                  <a:lnTo>
                    <a:pt x="126424" y="101307"/>
                  </a:lnTo>
                  <a:lnTo>
                    <a:pt x="127762" y="99384"/>
                  </a:lnTo>
                  <a:lnTo>
                    <a:pt x="129057" y="97462"/>
                  </a:lnTo>
                  <a:lnTo>
                    <a:pt x="130353" y="95540"/>
                  </a:lnTo>
                  <a:lnTo>
                    <a:pt x="131565" y="93575"/>
                  </a:lnTo>
                  <a:lnTo>
                    <a:pt x="132777" y="91653"/>
                  </a:lnTo>
                  <a:lnTo>
                    <a:pt x="133989" y="89730"/>
                  </a:lnTo>
                  <a:lnTo>
                    <a:pt x="135117" y="87808"/>
                  </a:lnTo>
                  <a:lnTo>
                    <a:pt x="136246" y="85844"/>
                  </a:lnTo>
                  <a:lnTo>
                    <a:pt x="137332" y="83921"/>
                  </a:lnTo>
                  <a:lnTo>
                    <a:pt x="139422" y="80076"/>
                  </a:lnTo>
                  <a:lnTo>
                    <a:pt x="141428" y="76189"/>
                  </a:lnTo>
                  <a:lnTo>
                    <a:pt x="143309" y="72386"/>
                  </a:lnTo>
                  <a:lnTo>
                    <a:pt x="145064" y="68583"/>
                  </a:lnTo>
                  <a:lnTo>
                    <a:pt x="146736" y="64822"/>
                  </a:lnTo>
                  <a:lnTo>
                    <a:pt x="148324" y="61060"/>
                  </a:lnTo>
                  <a:lnTo>
                    <a:pt x="149787" y="57383"/>
                  </a:lnTo>
                  <a:lnTo>
                    <a:pt x="151166" y="53747"/>
                  </a:lnTo>
                  <a:lnTo>
                    <a:pt x="152420" y="50194"/>
                  </a:lnTo>
                  <a:lnTo>
                    <a:pt x="153632" y="46684"/>
                  </a:lnTo>
                  <a:lnTo>
                    <a:pt x="154760" y="43256"/>
                  </a:lnTo>
                  <a:lnTo>
                    <a:pt x="155763" y="39913"/>
                  </a:lnTo>
                  <a:lnTo>
                    <a:pt x="156724" y="36653"/>
                  </a:lnTo>
                  <a:lnTo>
                    <a:pt x="157602" y="33477"/>
                  </a:lnTo>
                  <a:lnTo>
                    <a:pt x="158396" y="30426"/>
                  </a:lnTo>
                  <a:lnTo>
                    <a:pt x="159148" y="27459"/>
                  </a:lnTo>
                  <a:lnTo>
                    <a:pt x="159775" y="24617"/>
                  </a:lnTo>
                  <a:lnTo>
                    <a:pt x="160402" y="21900"/>
                  </a:lnTo>
                  <a:lnTo>
                    <a:pt x="160945" y="19267"/>
                  </a:lnTo>
                  <a:lnTo>
                    <a:pt x="161405" y="16802"/>
                  </a:lnTo>
                  <a:lnTo>
                    <a:pt x="161823" y="14503"/>
                  </a:lnTo>
                  <a:lnTo>
                    <a:pt x="162533" y="10282"/>
                  </a:lnTo>
                  <a:lnTo>
                    <a:pt x="163077" y="6729"/>
                  </a:lnTo>
                  <a:lnTo>
                    <a:pt x="163411" y="3888"/>
                  </a:lnTo>
                  <a:lnTo>
                    <a:pt x="163662" y="1756"/>
                  </a:lnTo>
                  <a:lnTo>
                    <a:pt x="16382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fill="none" h="173568" w="163829">
                  <a:moveTo>
                    <a:pt x="163829" y="1"/>
                  </a:moveTo>
                  <a:lnTo>
                    <a:pt x="163829" y="1"/>
                  </a:lnTo>
                  <a:lnTo>
                    <a:pt x="163662" y="1756"/>
                  </a:lnTo>
                  <a:lnTo>
                    <a:pt x="163411" y="3888"/>
                  </a:lnTo>
                  <a:lnTo>
                    <a:pt x="163077" y="6729"/>
                  </a:lnTo>
                  <a:lnTo>
                    <a:pt x="162533" y="10282"/>
                  </a:lnTo>
                  <a:lnTo>
                    <a:pt x="161823" y="14503"/>
                  </a:lnTo>
                  <a:lnTo>
                    <a:pt x="161405" y="16802"/>
                  </a:lnTo>
                  <a:lnTo>
                    <a:pt x="160945" y="19267"/>
                  </a:lnTo>
                  <a:lnTo>
                    <a:pt x="160402" y="21900"/>
                  </a:lnTo>
                  <a:lnTo>
                    <a:pt x="159775" y="24617"/>
                  </a:lnTo>
                  <a:lnTo>
                    <a:pt x="159148" y="27459"/>
                  </a:lnTo>
                  <a:lnTo>
                    <a:pt x="158396" y="30426"/>
                  </a:lnTo>
                  <a:lnTo>
                    <a:pt x="157602" y="33477"/>
                  </a:lnTo>
                  <a:lnTo>
                    <a:pt x="156724" y="36653"/>
                  </a:lnTo>
                  <a:lnTo>
                    <a:pt x="155763" y="39913"/>
                  </a:lnTo>
                  <a:lnTo>
                    <a:pt x="154760" y="43256"/>
                  </a:lnTo>
                  <a:lnTo>
                    <a:pt x="153632" y="46684"/>
                  </a:lnTo>
                  <a:lnTo>
                    <a:pt x="152420" y="50194"/>
                  </a:lnTo>
                  <a:lnTo>
                    <a:pt x="151166" y="53747"/>
                  </a:lnTo>
                  <a:lnTo>
                    <a:pt x="149787" y="57383"/>
                  </a:lnTo>
                  <a:lnTo>
                    <a:pt x="148324" y="61060"/>
                  </a:lnTo>
                  <a:lnTo>
                    <a:pt x="146736" y="64822"/>
                  </a:lnTo>
                  <a:lnTo>
                    <a:pt x="145064" y="68583"/>
                  </a:lnTo>
                  <a:lnTo>
                    <a:pt x="143309" y="72386"/>
                  </a:lnTo>
                  <a:lnTo>
                    <a:pt x="141428" y="76189"/>
                  </a:lnTo>
                  <a:lnTo>
                    <a:pt x="139422" y="80076"/>
                  </a:lnTo>
                  <a:lnTo>
                    <a:pt x="137332" y="83921"/>
                  </a:lnTo>
                  <a:lnTo>
                    <a:pt x="136246" y="85844"/>
                  </a:lnTo>
                  <a:lnTo>
                    <a:pt x="135117" y="87808"/>
                  </a:lnTo>
                  <a:lnTo>
                    <a:pt x="133989" y="89730"/>
                  </a:lnTo>
                  <a:lnTo>
                    <a:pt x="132777" y="91653"/>
                  </a:lnTo>
                  <a:lnTo>
                    <a:pt x="131565" y="93575"/>
                  </a:lnTo>
                  <a:lnTo>
                    <a:pt x="130353" y="95540"/>
                  </a:lnTo>
                  <a:lnTo>
                    <a:pt x="129057" y="97462"/>
                  </a:lnTo>
                  <a:lnTo>
                    <a:pt x="127762" y="99384"/>
                  </a:lnTo>
                  <a:lnTo>
                    <a:pt x="126424" y="101307"/>
                  </a:lnTo>
                  <a:lnTo>
                    <a:pt x="125045" y="103188"/>
                  </a:lnTo>
                  <a:lnTo>
                    <a:pt x="123666" y="105110"/>
                  </a:lnTo>
                  <a:lnTo>
                    <a:pt x="122203" y="106991"/>
                  </a:lnTo>
                  <a:lnTo>
                    <a:pt x="120741" y="108871"/>
                  </a:lnTo>
                  <a:lnTo>
                    <a:pt x="119236" y="110752"/>
                  </a:lnTo>
                  <a:lnTo>
                    <a:pt x="117731" y="112633"/>
                  </a:lnTo>
                  <a:lnTo>
                    <a:pt x="116143" y="114472"/>
                  </a:lnTo>
                  <a:lnTo>
                    <a:pt x="114555" y="116352"/>
                  </a:lnTo>
                  <a:lnTo>
                    <a:pt x="112884" y="118150"/>
                  </a:lnTo>
                  <a:lnTo>
                    <a:pt x="111212" y="119988"/>
                  </a:lnTo>
                  <a:lnTo>
                    <a:pt x="109498" y="121786"/>
                  </a:lnTo>
                  <a:lnTo>
                    <a:pt x="107743" y="123583"/>
                  </a:lnTo>
                  <a:lnTo>
                    <a:pt x="105988" y="125380"/>
                  </a:lnTo>
                  <a:lnTo>
                    <a:pt x="104149" y="127135"/>
                  </a:lnTo>
                  <a:lnTo>
                    <a:pt x="102310" y="128849"/>
                  </a:lnTo>
                  <a:lnTo>
                    <a:pt x="100387" y="130562"/>
                  </a:lnTo>
                  <a:lnTo>
                    <a:pt x="98465" y="132276"/>
                  </a:lnTo>
                  <a:lnTo>
                    <a:pt x="96501" y="133947"/>
                  </a:lnTo>
                  <a:lnTo>
                    <a:pt x="94453" y="135619"/>
                  </a:lnTo>
                  <a:lnTo>
                    <a:pt x="92405" y="137249"/>
                  </a:lnTo>
                  <a:lnTo>
                    <a:pt x="90315" y="138879"/>
                  </a:lnTo>
                  <a:lnTo>
                    <a:pt x="88184" y="140467"/>
                  </a:lnTo>
                  <a:lnTo>
                    <a:pt x="86011" y="142055"/>
                  </a:lnTo>
                  <a:lnTo>
                    <a:pt x="83796" y="143560"/>
                  </a:lnTo>
                  <a:lnTo>
                    <a:pt x="81539" y="145106"/>
                  </a:lnTo>
                  <a:lnTo>
                    <a:pt x="79240" y="146569"/>
                  </a:lnTo>
                  <a:lnTo>
                    <a:pt x="76900" y="148031"/>
                  </a:lnTo>
                  <a:lnTo>
                    <a:pt x="74518" y="149494"/>
                  </a:lnTo>
                  <a:lnTo>
                    <a:pt x="72094" y="150873"/>
                  </a:lnTo>
                  <a:lnTo>
                    <a:pt x="69628" y="152253"/>
                  </a:lnTo>
                  <a:lnTo>
                    <a:pt x="67120" y="153590"/>
                  </a:lnTo>
                  <a:lnTo>
                    <a:pt x="64529" y="154927"/>
                  </a:lnTo>
                  <a:lnTo>
                    <a:pt x="61938" y="156181"/>
                  </a:lnTo>
                  <a:lnTo>
                    <a:pt x="59305" y="157435"/>
                  </a:lnTo>
                  <a:lnTo>
                    <a:pt x="56589" y="158647"/>
                  </a:lnTo>
                  <a:lnTo>
                    <a:pt x="53872" y="159817"/>
                  </a:lnTo>
                  <a:lnTo>
                    <a:pt x="51072" y="160946"/>
                  </a:lnTo>
                  <a:lnTo>
                    <a:pt x="48272" y="162074"/>
                  </a:lnTo>
                  <a:lnTo>
                    <a:pt x="45388" y="163119"/>
                  </a:lnTo>
                  <a:lnTo>
                    <a:pt x="42463" y="164164"/>
                  </a:lnTo>
                  <a:lnTo>
                    <a:pt x="39495" y="165125"/>
                  </a:lnTo>
                  <a:lnTo>
                    <a:pt x="36486" y="166086"/>
                  </a:lnTo>
                  <a:lnTo>
                    <a:pt x="33393" y="166964"/>
                  </a:lnTo>
                  <a:lnTo>
                    <a:pt x="30301" y="167841"/>
                  </a:lnTo>
                  <a:lnTo>
                    <a:pt x="27125" y="168677"/>
                  </a:lnTo>
                  <a:lnTo>
                    <a:pt x="23907" y="169430"/>
                  </a:lnTo>
                  <a:lnTo>
                    <a:pt x="20647" y="170182"/>
                  </a:lnTo>
                  <a:lnTo>
                    <a:pt x="17345" y="170850"/>
                  </a:lnTo>
                  <a:lnTo>
                    <a:pt x="13960" y="171477"/>
                  </a:lnTo>
                  <a:lnTo>
                    <a:pt x="10575" y="172062"/>
                  </a:lnTo>
                  <a:lnTo>
                    <a:pt x="7106" y="172606"/>
                  </a:lnTo>
                  <a:lnTo>
                    <a:pt x="3553" y="173107"/>
                  </a:lnTo>
                  <a:lnTo>
                    <a:pt x="1" y="173567"/>
                  </a:lnTo>
                  <a:lnTo>
                    <a:pt x="1" y="173567"/>
                  </a:lnTo>
                  <a:lnTo>
                    <a:pt x="1" y="171895"/>
                  </a:lnTo>
                  <a:lnTo>
                    <a:pt x="43" y="169847"/>
                  </a:lnTo>
                  <a:lnTo>
                    <a:pt x="168" y="167089"/>
                  </a:lnTo>
                  <a:lnTo>
                    <a:pt x="419" y="163662"/>
                  </a:lnTo>
                  <a:lnTo>
                    <a:pt x="586" y="161698"/>
                  </a:lnTo>
                  <a:lnTo>
                    <a:pt x="753" y="159566"/>
                  </a:lnTo>
                  <a:lnTo>
                    <a:pt x="1004" y="157310"/>
                  </a:lnTo>
                  <a:lnTo>
                    <a:pt x="1297" y="154927"/>
                  </a:lnTo>
                  <a:lnTo>
                    <a:pt x="1673" y="152420"/>
                  </a:lnTo>
                  <a:lnTo>
                    <a:pt x="2049" y="149787"/>
                  </a:lnTo>
                  <a:lnTo>
                    <a:pt x="2509" y="147028"/>
                  </a:lnTo>
                  <a:lnTo>
                    <a:pt x="3052" y="144145"/>
                  </a:lnTo>
                  <a:lnTo>
                    <a:pt x="3637" y="141177"/>
                  </a:lnTo>
                  <a:lnTo>
                    <a:pt x="4264" y="138085"/>
                  </a:lnTo>
                  <a:lnTo>
                    <a:pt x="5016" y="134909"/>
                  </a:lnTo>
                  <a:lnTo>
                    <a:pt x="5810" y="131649"/>
                  </a:lnTo>
                  <a:lnTo>
                    <a:pt x="6730" y="128305"/>
                  </a:lnTo>
                  <a:lnTo>
                    <a:pt x="7691" y="124878"/>
                  </a:lnTo>
                  <a:lnTo>
                    <a:pt x="8777" y="121409"/>
                  </a:lnTo>
                  <a:lnTo>
                    <a:pt x="9906" y="117857"/>
                  </a:lnTo>
                  <a:lnTo>
                    <a:pt x="11201" y="114263"/>
                  </a:lnTo>
                  <a:lnTo>
                    <a:pt x="12539" y="110627"/>
                  </a:lnTo>
                  <a:lnTo>
                    <a:pt x="14043" y="106907"/>
                  </a:lnTo>
                  <a:lnTo>
                    <a:pt x="15632" y="103188"/>
                  </a:lnTo>
                  <a:lnTo>
                    <a:pt x="17303" y="99426"/>
                  </a:lnTo>
                  <a:lnTo>
                    <a:pt x="18223" y="97546"/>
                  </a:lnTo>
                  <a:lnTo>
                    <a:pt x="19142" y="95665"/>
                  </a:lnTo>
                  <a:lnTo>
                    <a:pt x="20062" y="93742"/>
                  </a:lnTo>
                  <a:lnTo>
                    <a:pt x="21065" y="91862"/>
                  </a:lnTo>
                  <a:lnTo>
                    <a:pt x="22068" y="89939"/>
                  </a:lnTo>
                  <a:lnTo>
                    <a:pt x="23154" y="88059"/>
                  </a:lnTo>
                  <a:lnTo>
                    <a:pt x="24199" y="86136"/>
                  </a:lnTo>
                  <a:lnTo>
                    <a:pt x="25327" y="84255"/>
                  </a:lnTo>
                  <a:lnTo>
                    <a:pt x="26498" y="82333"/>
                  </a:lnTo>
                  <a:lnTo>
                    <a:pt x="27668" y="80410"/>
                  </a:lnTo>
                  <a:lnTo>
                    <a:pt x="28880" y="78530"/>
                  </a:lnTo>
                  <a:lnTo>
                    <a:pt x="30134" y="76607"/>
                  </a:lnTo>
                  <a:lnTo>
                    <a:pt x="31429" y="74727"/>
                  </a:lnTo>
                  <a:lnTo>
                    <a:pt x="32725" y="72846"/>
                  </a:lnTo>
                  <a:lnTo>
                    <a:pt x="34104" y="70965"/>
                  </a:lnTo>
                  <a:lnTo>
                    <a:pt x="35483" y="69043"/>
                  </a:lnTo>
                  <a:lnTo>
                    <a:pt x="36946" y="67204"/>
                  </a:lnTo>
                  <a:lnTo>
                    <a:pt x="38409" y="65323"/>
                  </a:lnTo>
                  <a:lnTo>
                    <a:pt x="39913" y="63443"/>
                  </a:lnTo>
                  <a:lnTo>
                    <a:pt x="41460" y="61604"/>
                  </a:lnTo>
                  <a:lnTo>
                    <a:pt x="43048" y="59765"/>
                  </a:lnTo>
                  <a:lnTo>
                    <a:pt x="44719" y="57926"/>
                  </a:lnTo>
                  <a:lnTo>
                    <a:pt x="46391" y="56129"/>
                  </a:lnTo>
                  <a:lnTo>
                    <a:pt x="48105" y="54332"/>
                  </a:lnTo>
                  <a:lnTo>
                    <a:pt x="49860" y="52535"/>
                  </a:lnTo>
                  <a:lnTo>
                    <a:pt x="51657" y="50737"/>
                  </a:lnTo>
                  <a:lnTo>
                    <a:pt x="53496" y="48982"/>
                  </a:lnTo>
                  <a:lnTo>
                    <a:pt x="55377" y="47227"/>
                  </a:lnTo>
                  <a:lnTo>
                    <a:pt x="57299" y="45513"/>
                  </a:lnTo>
                  <a:lnTo>
                    <a:pt x="59263" y="43800"/>
                  </a:lnTo>
                  <a:lnTo>
                    <a:pt x="61269" y="42086"/>
                  </a:lnTo>
                  <a:lnTo>
                    <a:pt x="63317" y="40415"/>
                  </a:lnTo>
                  <a:lnTo>
                    <a:pt x="65449" y="38743"/>
                  </a:lnTo>
                  <a:lnTo>
                    <a:pt x="67580" y="37113"/>
                  </a:lnTo>
                  <a:lnTo>
                    <a:pt x="69795" y="35483"/>
                  </a:lnTo>
                  <a:lnTo>
                    <a:pt x="72052" y="33895"/>
                  </a:lnTo>
                  <a:lnTo>
                    <a:pt x="74350" y="32307"/>
                  </a:lnTo>
                  <a:lnTo>
                    <a:pt x="76691" y="30760"/>
                  </a:lnTo>
                  <a:lnTo>
                    <a:pt x="79073" y="29256"/>
                  </a:lnTo>
                  <a:lnTo>
                    <a:pt x="81497" y="27751"/>
                  </a:lnTo>
                  <a:lnTo>
                    <a:pt x="84005" y="26247"/>
                  </a:lnTo>
                  <a:lnTo>
                    <a:pt x="86512" y="24826"/>
                  </a:lnTo>
                  <a:lnTo>
                    <a:pt x="89103" y="23405"/>
                  </a:lnTo>
                  <a:lnTo>
                    <a:pt x="91778" y="21984"/>
                  </a:lnTo>
                  <a:lnTo>
                    <a:pt x="94453" y="20646"/>
                  </a:lnTo>
                  <a:lnTo>
                    <a:pt x="97211" y="19309"/>
                  </a:lnTo>
                  <a:lnTo>
                    <a:pt x="100011" y="17972"/>
                  </a:lnTo>
                  <a:lnTo>
                    <a:pt x="102853" y="16718"/>
                  </a:lnTo>
                  <a:lnTo>
                    <a:pt x="105737" y="15464"/>
                  </a:lnTo>
                  <a:lnTo>
                    <a:pt x="108704" y="14252"/>
                  </a:lnTo>
                  <a:lnTo>
                    <a:pt x="111713" y="13082"/>
                  </a:lnTo>
                  <a:lnTo>
                    <a:pt x="114806" y="11954"/>
                  </a:lnTo>
                  <a:lnTo>
                    <a:pt x="117899" y="10825"/>
                  </a:lnTo>
                  <a:lnTo>
                    <a:pt x="121075" y="9780"/>
                  </a:lnTo>
                  <a:lnTo>
                    <a:pt x="124335" y="8735"/>
                  </a:lnTo>
                  <a:lnTo>
                    <a:pt x="127636" y="7732"/>
                  </a:lnTo>
                  <a:lnTo>
                    <a:pt x="130980" y="6771"/>
                  </a:lnTo>
                  <a:lnTo>
                    <a:pt x="134407" y="5852"/>
                  </a:lnTo>
                  <a:lnTo>
                    <a:pt x="137834" y="4974"/>
                  </a:lnTo>
                  <a:lnTo>
                    <a:pt x="141386" y="4138"/>
                  </a:lnTo>
                  <a:lnTo>
                    <a:pt x="144980" y="3344"/>
                  </a:lnTo>
                  <a:lnTo>
                    <a:pt x="148616" y="2592"/>
                  </a:lnTo>
                  <a:lnTo>
                    <a:pt x="152336" y="1881"/>
                  </a:lnTo>
                  <a:lnTo>
                    <a:pt x="156097" y="1213"/>
                  </a:lnTo>
                  <a:lnTo>
                    <a:pt x="159942" y="586"/>
                  </a:lnTo>
                  <a:lnTo>
                    <a:pt x="16382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7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h="148575" w="143475">
                  <a:moveTo>
                    <a:pt x="141427" y="1"/>
                  </a:move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fill="none" h="148575" w="143475">
                  <a:moveTo>
                    <a:pt x="141427" y="1"/>
                  </a:moveTo>
                  <a:lnTo>
                    <a:pt x="141427" y="1"/>
                  </a:ln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lnTo>
                    <a:pt x="14142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7"/>
          <p:cNvGrpSpPr/>
          <p:nvPr/>
        </p:nvGrpSpPr>
        <p:grpSpPr>
          <a:xfrm rot="2555258">
            <a:off x="1685134" y="704745"/>
            <a:ext cx="388558" cy="171259"/>
            <a:chOff x="1406961" y="-1212504"/>
            <a:chExt cx="6086670" cy="2682735"/>
          </a:xfrm>
        </p:grpSpPr>
        <p:sp>
          <p:nvSpPr>
            <p:cNvPr id="208" name="Google Shape;208;p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" name="Google Shape;212;p7"/>
          <p:cNvGrpSpPr/>
          <p:nvPr/>
        </p:nvGrpSpPr>
        <p:grpSpPr>
          <a:xfrm flipH="1" rot="2898405">
            <a:off x="6867274" y="3526306"/>
            <a:ext cx="387999" cy="171013"/>
            <a:chOff x="1406961" y="-1212504"/>
            <a:chExt cx="6086670" cy="2682735"/>
          </a:xfrm>
        </p:grpSpPr>
        <p:sp>
          <p:nvSpPr>
            <p:cNvPr id="213" name="Google Shape;213;p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" name="Google Shape;217;p7"/>
          <p:cNvGrpSpPr/>
          <p:nvPr/>
        </p:nvGrpSpPr>
        <p:grpSpPr>
          <a:xfrm flipH="1" rot="-2555258">
            <a:off x="1586902" y="3307170"/>
            <a:ext cx="388558" cy="171259"/>
            <a:chOff x="1406961" y="-1212504"/>
            <a:chExt cx="6086670" cy="2682735"/>
          </a:xfrm>
        </p:grpSpPr>
        <p:sp>
          <p:nvSpPr>
            <p:cNvPr id="218" name="Google Shape;218;p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 txBox="1"/>
          <p:nvPr>
            <p:ph type="title"/>
          </p:nvPr>
        </p:nvSpPr>
        <p:spPr>
          <a:xfrm>
            <a:off x="698125" y="1877100"/>
            <a:ext cx="4590000" cy="11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grpSp>
        <p:nvGrpSpPr>
          <p:cNvPr id="224" name="Google Shape;224;p8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225" name="Google Shape;225;p8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226" name="Google Shape;226;p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0" name="Google Shape;230;p8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231" name="Google Shape;231;p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5" name="Google Shape;235;p8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236" name="Google Shape;236;p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0" name="Google Shape;240;p8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241" name="Google Shape;241;p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 txBox="1"/>
          <p:nvPr>
            <p:ph type="title"/>
          </p:nvPr>
        </p:nvSpPr>
        <p:spPr>
          <a:xfrm>
            <a:off x="855242" y="1414525"/>
            <a:ext cx="2512500" cy="13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7" name="Google Shape;247;p9"/>
          <p:cNvSpPr txBox="1"/>
          <p:nvPr>
            <p:ph idx="1" type="subTitle"/>
          </p:nvPr>
        </p:nvSpPr>
        <p:spPr>
          <a:xfrm>
            <a:off x="855251" y="3036016"/>
            <a:ext cx="30696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8" name="Google Shape;248;p9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249" name="Google Shape;249;p9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250" name="Google Shape;250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9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255" name="Google Shape;255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9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260" name="Google Shape;260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4" name="Google Shape;264;p9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265" name="Google Shape;265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"/>
          <p:cNvSpPr txBox="1"/>
          <p:nvPr>
            <p:ph idx="1" type="body"/>
          </p:nvPr>
        </p:nvSpPr>
        <p:spPr>
          <a:xfrm>
            <a:off x="647525" y="3956725"/>
            <a:ext cx="4129500" cy="5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</a:defRPr>
            </a:lvl1pPr>
          </a:lstStyle>
          <a:p/>
        </p:txBody>
      </p:sp>
      <p:grpSp>
        <p:nvGrpSpPr>
          <p:cNvPr id="271" name="Google Shape;271;p10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272" name="Google Shape;272;p10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273" name="Google Shape;273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7" name="Google Shape;277;p10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278" name="Google Shape;278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2" name="Google Shape;282;p10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283" name="Google Shape;283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7" name="Google Shape;287;p10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288" name="Google Shape;288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11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294" name="Google Shape;294;p11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295" name="Google Shape;295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" name="Google Shape;299;p11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300" name="Google Shape;300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4" name="Google Shape;304;p11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305" name="Google Shape;305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11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310" name="Google Shape;310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4" name="Google Shape;314;p11"/>
          <p:cNvSpPr txBox="1"/>
          <p:nvPr>
            <p:ph hasCustomPrompt="1" type="title"/>
          </p:nvPr>
        </p:nvSpPr>
        <p:spPr>
          <a:xfrm>
            <a:off x="855300" y="2493373"/>
            <a:ext cx="7433400" cy="12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r>
              <a:t>xx%</a:t>
            </a:r>
          </a:p>
        </p:txBody>
      </p:sp>
      <p:grpSp>
        <p:nvGrpSpPr>
          <p:cNvPr id="315" name="Google Shape;315;p11"/>
          <p:cNvGrpSpPr/>
          <p:nvPr/>
        </p:nvGrpSpPr>
        <p:grpSpPr>
          <a:xfrm rot="-1194492">
            <a:off x="387344" y="4581919"/>
            <a:ext cx="264414" cy="107545"/>
            <a:chOff x="5891825" y="1109775"/>
            <a:chExt cx="264425" cy="107550"/>
          </a:xfrm>
        </p:grpSpPr>
        <p:sp>
          <p:nvSpPr>
            <p:cNvPr id="316" name="Google Shape;316;p11"/>
            <p:cNvSpPr/>
            <p:nvPr/>
          </p:nvSpPr>
          <p:spPr>
            <a:xfrm>
              <a:off x="5891825" y="1109775"/>
              <a:ext cx="264425" cy="107550"/>
            </a:xfrm>
            <a:custGeom>
              <a:rect b="b" l="l" r="r" t="t"/>
              <a:pathLst>
                <a:path extrusionOk="0" h="4302" w="10577">
                  <a:moveTo>
                    <a:pt x="5114" y="1"/>
                  </a:moveTo>
                  <a:lnTo>
                    <a:pt x="4184" y="233"/>
                  </a:lnTo>
                  <a:lnTo>
                    <a:pt x="3370" y="466"/>
                  </a:lnTo>
                  <a:lnTo>
                    <a:pt x="2673" y="814"/>
                  </a:lnTo>
                  <a:lnTo>
                    <a:pt x="1511" y="1628"/>
                  </a:lnTo>
                  <a:lnTo>
                    <a:pt x="697" y="2442"/>
                  </a:lnTo>
                  <a:lnTo>
                    <a:pt x="0" y="3255"/>
                  </a:lnTo>
                  <a:lnTo>
                    <a:pt x="1162" y="3720"/>
                  </a:lnTo>
                  <a:lnTo>
                    <a:pt x="2208" y="4069"/>
                  </a:lnTo>
                  <a:lnTo>
                    <a:pt x="3254" y="4301"/>
                  </a:lnTo>
                  <a:lnTo>
                    <a:pt x="4184" y="4301"/>
                  </a:lnTo>
                  <a:lnTo>
                    <a:pt x="5114" y="4185"/>
                  </a:lnTo>
                  <a:lnTo>
                    <a:pt x="6044" y="3952"/>
                  </a:lnTo>
                  <a:lnTo>
                    <a:pt x="6857" y="3720"/>
                  </a:lnTo>
                  <a:lnTo>
                    <a:pt x="7555" y="3371"/>
                  </a:lnTo>
                  <a:lnTo>
                    <a:pt x="8833" y="2674"/>
                  </a:lnTo>
                  <a:lnTo>
                    <a:pt x="9763" y="1860"/>
                  </a:lnTo>
                  <a:lnTo>
                    <a:pt x="10576" y="1047"/>
                  </a:lnTo>
                  <a:lnTo>
                    <a:pt x="9298" y="466"/>
                  </a:lnTo>
                  <a:lnTo>
                    <a:pt x="8136" y="117"/>
                  </a:lnTo>
                  <a:lnTo>
                    <a:pt x="6973" y="1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5891825" y="1109775"/>
              <a:ext cx="264425" cy="107550"/>
            </a:xfrm>
            <a:custGeom>
              <a:rect b="b" l="l" r="r" t="t"/>
              <a:pathLst>
                <a:path extrusionOk="0" fill="none" h="4302" w="10577">
                  <a:moveTo>
                    <a:pt x="10576" y="1047"/>
                  </a:moveTo>
                  <a:lnTo>
                    <a:pt x="10576" y="1047"/>
                  </a:lnTo>
                  <a:lnTo>
                    <a:pt x="9763" y="1860"/>
                  </a:lnTo>
                  <a:lnTo>
                    <a:pt x="8833" y="2674"/>
                  </a:lnTo>
                  <a:lnTo>
                    <a:pt x="7555" y="3371"/>
                  </a:lnTo>
                  <a:lnTo>
                    <a:pt x="6857" y="3720"/>
                  </a:lnTo>
                  <a:lnTo>
                    <a:pt x="6044" y="3952"/>
                  </a:lnTo>
                  <a:lnTo>
                    <a:pt x="5114" y="4185"/>
                  </a:lnTo>
                  <a:lnTo>
                    <a:pt x="4184" y="4301"/>
                  </a:lnTo>
                  <a:lnTo>
                    <a:pt x="3254" y="4301"/>
                  </a:lnTo>
                  <a:lnTo>
                    <a:pt x="2208" y="4069"/>
                  </a:lnTo>
                  <a:lnTo>
                    <a:pt x="1162" y="3720"/>
                  </a:lnTo>
                  <a:lnTo>
                    <a:pt x="0" y="3255"/>
                  </a:lnTo>
                  <a:lnTo>
                    <a:pt x="0" y="3255"/>
                  </a:lnTo>
                  <a:lnTo>
                    <a:pt x="697" y="2442"/>
                  </a:lnTo>
                  <a:lnTo>
                    <a:pt x="1511" y="1628"/>
                  </a:lnTo>
                  <a:lnTo>
                    <a:pt x="2673" y="814"/>
                  </a:lnTo>
                  <a:lnTo>
                    <a:pt x="3370" y="466"/>
                  </a:lnTo>
                  <a:lnTo>
                    <a:pt x="4184" y="233"/>
                  </a:lnTo>
                  <a:lnTo>
                    <a:pt x="5114" y="1"/>
                  </a:lnTo>
                  <a:lnTo>
                    <a:pt x="6044" y="1"/>
                  </a:lnTo>
                  <a:lnTo>
                    <a:pt x="6973" y="1"/>
                  </a:lnTo>
                  <a:lnTo>
                    <a:pt x="8136" y="117"/>
                  </a:lnTo>
                  <a:lnTo>
                    <a:pt x="9298" y="466"/>
                  </a:lnTo>
                  <a:lnTo>
                    <a:pt x="10576" y="104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>
              <a:off x="5912150" y="1115600"/>
              <a:ext cx="226650" cy="90100"/>
            </a:xfrm>
            <a:custGeom>
              <a:rect b="b" l="l" r="r" t="t"/>
              <a:pathLst>
                <a:path extrusionOk="0" h="3604" w="9066">
                  <a:moveTo>
                    <a:pt x="5579" y="0"/>
                  </a:moveTo>
                  <a:lnTo>
                    <a:pt x="5463" y="117"/>
                  </a:lnTo>
                  <a:lnTo>
                    <a:pt x="5463" y="233"/>
                  </a:lnTo>
                  <a:lnTo>
                    <a:pt x="7555" y="1279"/>
                  </a:lnTo>
                  <a:lnTo>
                    <a:pt x="5928" y="1627"/>
                  </a:lnTo>
                  <a:lnTo>
                    <a:pt x="5696" y="1627"/>
                  </a:lnTo>
                  <a:lnTo>
                    <a:pt x="3720" y="465"/>
                  </a:lnTo>
                  <a:lnTo>
                    <a:pt x="3371" y="349"/>
                  </a:lnTo>
                  <a:lnTo>
                    <a:pt x="3371" y="233"/>
                  </a:lnTo>
                  <a:lnTo>
                    <a:pt x="3255" y="349"/>
                  </a:lnTo>
                  <a:lnTo>
                    <a:pt x="3371" y="465"/>
                  </a:lnTo>
                  <a:lnTo>
                    <a:pt x="5347" y="1627"/>
                  </a:lnTo>
                  <a:lnTo>
                    <a:pt x="5463" y="1627"/>
                  </a:lnTo>
                  <a:lnTo>
                    <a:pt x="3139" y="2092"/>
                  </a:lnTo>
                  <a:lnTo>
                    <a:pt x="1860" y="1627"/>
                  </a:lnTo>
                  <a:lnTo>
                    <a:pt x="1744" y="1511"/>
                  </a:lnTo>
                  <a:lnTo>
                    <a:pt x="1628" y="1511"/>
                  </a:lnTo>
                  <a:lnTo>
                    <a:pt x="1628" y="1627"/>
                  </a:lnTo>
                  <a:lnTo>
                    <a:pt x="2906" y="2209"/>
                  </a:lnTo>
                  <a:lnTo>
                    <a:pt x="1163" y="2557"/>
                  </a:lnTo>
                  <a:lnTo>
                    <a:pt x="117" y="2790"/>
                  </a:lnTo>
                  <a:lnTo>
                    <a:pt x="1" y="2790"/>
                  </a:lnTo>
                  <a:lnTo>
                    <a:pt x="117" y="2906"/>
                  </a:lnTo>
                  <a:lnTo>
                    <a:pt x="2906" y="2325"/>
                  </a:lnTo>
                  <a:lnTo>
                    <a:pt x="2906" y="2325"/>
                  </a:lnTo>
                  <a:lnTo>
                    <a:pt x="2325" y="3255"/>
                  </a:lnTo>
                  <a:lnTo>
                    <a:pt x="2209" y="3487"/>
                  </a:lnTo>
                  <a:lnTo>
                    <a:pt x="2209" y="3603"/>
                  </a:lnTo>
                  <a:lnTo>
                    <a:pt x="2325" y="3603"/>
                  </a:lnTo>
                  <a:lnTo>
                    <a:pt x="3139" y="2441"/>
                  </a:lnTo>
                  <a:lnTo>
                    <a:pt x="3139" y="2325"/>
                  </a:lnTo>
                  <a:lnTo>
                    <a:pt x="5463" y="1860"/>
                  </a:lnTo>
                  <a:lnTo>
                    <a:pt x="4185" y="3487"/>
                  </a:lnTo>
                  <a:lnTo>
                    <a:pt x="4185" y="3603"/>
                  </a:lnTo>
                  <a:lnTo>
                    <a:pt x="4301" y="3603"/>
                  </a:lnTo>
                  <a:lnTo>
                    <a:pt x="5696" y="1744"/>
                  </a:lnTo>
                  <a:lnTo>
                    <a:pt x="7788" y="1395"/>
                  </a:lnTo>
                  <a:lnTo>
                    <a:pt x="6509" y="2906"/>
                  </a:lnTo>
                  <a:lnTo>
                    <a:pt x="6509" y="3022"/>
                  </a:lnTo>
                  <a:lnTo>
                    <a:pt x="6625" y="3022"/>
                  </a:lnTo>
                  <a:lnTo>
                    <a:pt x="8020" y="1395"/>
                  </a:lnTo>
                  <a:lnTo>
                    <a:pt x="8020" y="1279"/>
                  </a:lnTo>
                  <a:lnTo>
                    <a:pt x="9066" y="1163"/>
                  </a:lnTo>
                  <a:lnTo>
                    <a:pt x="9066" y="1046"/>
                  </a:lnTo>
                  <a:lnTo>
                    <a:pt x="8950" y="930"/>
                  </a:lnTo>
                  <a:lnTo>
                    <a:pt x="7788" y="1163"/>
                  </a:lnTo>
                  <a:lnTo>
                    <a:pt x="5928" y="233"/>
                  </a:lnTo>
                  <a:lnTo>
                    <a:pt x="5579" y="0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5912150" y="1115600"/>
              <a:ext cx="226650" cy="90100"/>
            </a:xfrm>
            <a:custGeom>
              <a:rect b="b" l="l" r="r" t="t"/>
              <a:pathLst>
                <a:path extrusionOk="0" fill="none" h="3604" w="9066">
                  <a:moveTo>
                    <a:pt x="5579" y="0"/>
                  </a:moveTo>
                  <a:lnTo>
                    <a:pt x="5579" y="0"/>
                  </a:lnTo>
                  <a:lnTo>
                    <a:pt x="5463" y="117"/>
                  </a:lnTo>
                  <a:lnTo>
                    <a:pt x="5463" y="233"/>
                  </a:lnTo>
                  <a:lnTo>
                    <a:pt x="5463" y="233"/>
                  </a:lnTo>
                  <a:lnTo>
                    <a:pt x="7555" y="1279"/>
                  </a:lnTo>
                  <a:lnTo>
                    <a:pt x="7555" y="1279"/>
                  </a:lnTo>
                  <a:lnTo>
                    <a:pt x="5928" y="1627"/>
                  </a:lnTo>
                  <a:lnTo>
                    <a:pt x="5928" y="1627"/>
                  </a:lnTo>
                  <a:lnTo>
                    <a:pt x="5696" y="1627"/>
                  </a:lnTo>
                  <a:lnTo>
                    <a:pt x="5696" y="1627"/>
                  </a:lnTo>
                  <a:lnTo>
                    <a:pt x="3720" y="465"/>
                  </a:lnTo>
                  <a:lnTo>
                    <a:pt x="3720" y="465"/>
                  </a:lnTo>
                  <a:lnTo>
                    <a:pt x="3371" y="349"/>
                  </a:lnTo>
                  <a:lnTo>
                    <a:pt x="3371" y="349"/>
                  </a:lnTo>
                  <a:lnTo>
                    <a:pt x="3371" y="233"/>
                  </a:lnTo>
                  <a:lnTo>
                    <a:pt x="3371" y="233"/>
                  </a:lnTo>
                  <a:lnTo>
                    <a:pt x="3255" y="349"/>
                  </a:lnTo>
                  <a:lnTo>
                    <a:pt x="3371" y="465"/>
                  </a:lnTo>
                  <a:lnTo>
                    <a:pt x="3371" y="465"/>
                  </a:lnTo>
                  <a:lnTo>
                    <a:pt x="5347" y="1627"/>
                  </a:lnTo>
                  <a:lnTo>
                    <a:pt x="5463" y="1627"/>
                  </a:lnTo>
                  <a:lnTo>
                    <a:pt x="5463" y="1627"/>
                  </a:lnTo>
                  <a:lnTo>
                    <a:pt x="3139" y="2092"/>
                  </a:lnTo>
                  <a:lnTo>
                    <a:pt x="3139" y="2092"/>
                  </a:lnTo>
                  <a:lnTo>
                    <a:pt x="1860" y="1627"/>
                  </a:lnTo>
                  <a:lnTo>
                    <a:pt x="1860" y="1627"/>
                  </a:lnTo>
                  <a:lnTo>
                    <a:pt x="1744" y="1511"/>
                  </a:lnTo>
                  <a:lnTo>
                    <a:pt x="1744" y="1511"/>
                  </a:lnTo>
                  <a:lnTo>
                    <a:pt x="1628" y="1511"/>
                  </a:lnTo>
                  <a:lnTo>
                    <a:pt x="1628" y="1511"/>
                  </a:lnTo>
                  <a:lnTo>
                    <a:pt x="1628" y="1511"/>
                  </a:lnTo>
                  <a:lnTo>
                    <a:pt x="1628" y="1627"/>
                  </a:lnTo>
                  <a:lnTo>
                    <a:pt x="1628" y="1627"/>
                  </a:lnTo>
                  <a:lnTo>
                    <a:pt x="2906" y="2209"/>
                  </a:lnTo>
                  <a:lnTo>
                    <a:pt x="2906" y="2209"/>
                  </a:lnTo>
                  <a:lnTo>
                    <a:pt x="1163" y="2557"/>
                  </a:lnTo>
                  <a:lnTo>
                    <a:pt x="1163" y="2557"/>
                  </a:lnTo>
                  <a:lnTo>
                    <a:pt x="117" y="2790"/>
                  </a:lnTo>
                  <a:lnTo>
                    <a:pt x="117" y="2790"/>
                  </a:lnTo>
                  <a:lnTo>
                    <a:pt x="1" y="2790"/>
                  </a:lnTo>
                  <a:lnTo>
                    <a:pt x="117" y="2906"/>
                  </a:lnTo>
                  <a:lnTo>
                    <a:pt x="117" y="2906"/>
                  </a:lnTo>
                  <a:lnTo>
                    <a:pt x="117" y="2906"/>
                  </a:lnTo>
                  <a:lnTo>
                    <a:pt x="117" y="2906"/>
                  </a:lnTo>
                  <a:lnTo>
                    <a:pt x="2906" y="2325"/>
                  </a:lnTo>
                  <a:lnTo>
                    <a:pt x="2906" y="2325"/>
                  </a:lnTo>
                  <a:lnTo>
                    <a:pt x="2325" y="3255"/>
                  </a:lnTo>
                  <a:lnTo>
                    <a:pt x="2325" y="3255"/>
                  </a:lnTo>
                  <a:lnTo>
                    <a:pt x="2209" y="3487"/>
                  </a:lnTo>
                  <a:lnTo>
                    <a:pt x="2209" y="3487"/>
                  </a:lnTo>
                  <a:lnTo>
                    <a:pt x="2209" y="3603"/>
                  </a:lnTo>
                  <a:lnTo>
                    <a:pt x="2209" y="3603"/>
                  </a:lnTo>
                  <a:lnTo>
                    <a:pt x="2209" y="3603"/>
                  </a:lnTo>
                  <a:lnTo>
                    <a:pt x="2325" y="3603"/>
                  </a:lnTo>
                  <a:lnTo>
                    <a:pt x="2325" y="3603"/>
                  </a:lnTo>
                  <a:lnTo>
                    <a:pt x="3139" y="2441"/>
                  </a:lnTo>
                  <a:lnTo>
                    <a:pt x="3139" y="2441"/>
                  </a:lnTo>
                  <a:lnTo>
                    <a:pt x="3139" y="2325"/>
                  </a:lnTo>
                  <a:lnTo>
                    <a:pt x="3139" y="2325"/>
                  </a:lnTo>
                  <a:lnTo>
                    <a:pt x="5463" y="1860"/>
                  </a:lnTo>
                  <a:lnTo>
                    <a:pt x="5463" y="1860"/>
                  </a:lnTo>
                  <a:lnTo>
                    <a:pt x="4185" y="3487"/>
                  </a:lnTo>
                  <a:lnTo>
                    <a:pt x="4185" y="3487"/>
                  </a:lnTo>
                  <a:lnTo>
                    <a:pt x="4185" y="3603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5696" y="1744"/>
                  </a:lnTo>
                  <a:lnTo>
                    <a:pt x="5696" y="1744"/>
                  </a:lnTo>
                  <a:lnTo>
                    <a:pt x="7788" y="1395"/>
                  </a:lnTo>
                  <a:lnTo>
                    <a:pt x="7788" y="1395"/>
                  </a:lnTo>
                  <a:lnTo>
                    <a:pt x="6509" y="2906"/>
                  </a:lnTo>
                  <a:lnTo>
                    <a:pt x="6509" y="2906"/>
                  </a:lnTo>
                  <a:lnTo>
                    <a:pt x="6509" y="2906"/>
                  </a:lnTo>
                  <a:lnTo>
                    <a:pt x="6509" y="3022"/>
                  </a:lnTo>
                  <a:lnTo>
                    <a:pt x="6509" y="3022"/>
                  </a:lnTo>
                  <a:lnTo>
                    <a:pt x="6625" y="3022"/>
                  </a:lnTo>
                  <a:lnTo>
                    <a:pt x="6625" y="3022"/>
                  </a:lnTo>
                  <a:lnTo>
                    <a:pt x="8020" y="1395"/>
                  </a:lnTo>
                  <a:lnTo>
                    <a:pt x="8020" y="1279"/>
                  </a:lnTo>
                  <a:lnTo>
                    <a:pt x="8020" y="1279"/>
                  </a:lnTo>
                  <a:lnTo>
                    <a:pt x="9066" y="1163"/>
                  </a:lnTo>
                  <a:lnTo>
                    <a:pt x="9066" y="1163"/>
                  </a:lnTo>
                  <a:lnTo>
                    <a:pt x="9066" y="1046"/>
                  </a:lnTo>
                  <a:lnTo>
                    <a:pt x="8950" y="930"/>
                  </a:lnTo>
                  <a:lnTo>
                    <a:pt x="8950" y="930"/>
                  </a:lnTo>
                  <a:lnTo>
                    <a:pt x="8950" y="930"/>
                  </a:lnTo>
                  <a:lnTo>
                    <a:pt x="8950" y="930"/>
                  </a:lnTo>
                  <a:lnTo>
                    <a:pt x="7788" y="1163"/>
                  </a:lnTo>
                  <a:lnTo>
                    <a:pt x="7788" y="1163"/>
                  </a:lnTo>
                  <a:lnTo>
                    <a:pt x="5928" y="233"/>
                  </a:lnTo>
                  <a:lnTo>
                    <a:pt x="5928" y="233"/>
                  </a:lnTo>
                  <a:lnTo>
                    <a:pt x="5579" y="0"/>
                  </a:lnTo>
                  <a:lnTo>
                    <a:pt x="5579" y="0"/>
                  </a:lnTo>
                  <a:lnTo>
                    <a:pt x="557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" name="Google Shape;320;p11"/>
          <p:cNvGrpSpPr/>
          <p:nvPr/>
        </p:nvGrpSpPr>
        <p:grpSpPr>
          <a:xfrm rot="-6744154">
            <a:off x="8276343" y="4450783"/>
            <a:ext cx="264417" cy="107547"/>
            <a:chOff x="5891825" y="1109775"/>
            <a:chExt cx="264425" cy="107550"/>
          </a:xfrm>
        </p:grpSpPr>
        <p:sp>
          <p:nvSpPr>
            <p:cNvPr id="321" name="Google Shape;321;p11"/>
            <p:cNvSpPr/>
            <p:nvPr/>
          </p:nvSpPr>
          <p:spPr>
            <a:xfrm>
              <a:off x="5891825" y="1109775"/>
              <a:ext cx="264425" cy="107550"/>
            </a:xfrm>
            <a:custGeom>
              <a:rect b="b" l="l" r="r" t="t"/>
              <a:pathLst>
                <a:path extrusionOk="0" h="4302" w="10577">
                  <a:moveTo>
                    <a:pt x="5114" y="1"/>
                  </a:moveTo>
                  <a:lnTo>
                    <a:pt x="4184" y="233"/>
                  </a:lnTo>
                  <a:lnTo>
                    <a:pt x="3370" y="466"/>
                  </a:lnTo>
                  <a:lnTo>
                    <a:pt x="2673" y="814"/>
                  </a:lnTo>
                  <a:lnTo>
                    <a:pt x="1511" y="1628"/>
                  </a:lnTo>
                  <a:lnTo>
                    <a:pt x="697" y="2442"/>
                  </a:lnTo>
                  <a:lnTo>
                    <a:pt x="0" y="3255"/>
                  </a:lnTo>
                  <a:lnTo>
                    <a:pt x="1162" y="3720"/>
                  </a:lnTo>
                  <a:lnTo>
                    <a:pt x="2208" y="4069"/>
                  </a:lnTo>
                  <a:lnTo>
                    <a:pt x="3254" y="4301"/>
                  </a:lnTo>
                  <a:lnTo>
                    <a:pt x="4184" y="4301"/>
                  </a:lnTo>
                  <a:lnTo>
                    <a:pt x="5114" y="4185"/>
                  </a:lnTo>
                  <a:lnTo>
                    <a:pt x="6044" y="3952"/>
                  </a:lnTo>
                  <a:lnTo>
                    <a:pt x="6857" y="3720"/>
                  </a:lnTo>
                  <a:lnTo>
                    <a:pt x="7555" y="3371"/>
                  </a:lnTo>
                  <a:lnTo>
                    <a:pt x="8833" y="2674"/>
                  </a:lnTo>
                  <a:lnTo>
                    <a:pt x="9763" y="1860"/>
                  </a:lnTo>
                  <a:lnTo>
                    <a:pt x="10576" y="1047"/>
                  </a:lnTo>
                  <a:lnTo>
                    <a:pt x="9298" y="466"/>
                  </a:lnTo>
                  <a:lnTo>
                    <a:pt x="8136" y="117"/>
                  </a:lnTo>
                  <a:lnTo>
                    <a:pt x="6973" y="1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5891825" y="1109775"/>
              <a:ext cx="264425" cy="107550"/>
            </a:xfrm>
            <a:custGeom>
              <a:rect b="b" l="l" r="r" t="t"/>
              <a:pathLst>
                <a:path extrusionOk="0" fill="none" h="4302" w="10577">
                  <a:moveTo>
                    <a:pt x="10576" y="1047"/>
                  </a:moveTo>
                  <a:lnTo>
                    <a:pt x="10576" y="1047"/>
                  </a:lnTo>
                  <a:lnTo>
                    <a:pt x="9763" y="1860"/>
                  </a:lnTo>
                  <a:lnTo>
                    <a:pt x="8833" y="2674"/>
                  </a:lnTo>
                  <a:lnTo>
                    <a:pt x="7555" y="3371"/>
                  </a:lnTo>
                  <a:lnTo>
                    <a:pt x="6857" y="3720"/>
                  </a:lnTo>
                  <a:lnTo>
                    <a:pt x="6044" y="3952"/>
                  </a:lnTo>
                  <a:lnTo>
                    <a:pt x="5114" y="4185"/>
                  </a:lnTo>
                  <a:lnTo>
                    <a:pt x="4184" y="4301"/>
                  </a:lnTo>
                  <a:lnTo>
                    <a:pt x="3254" y="4301"/>
                  </a:lnTo>
                  <a:lnTo>
                    <a:pt x="2208" y="4069"/>
                  </a:lnTo>
                  <a:lnTo>
                    <a:pt x="1162" y="3720"/>
                  </a:lnTo>
                  <a:lnTo>
                    <a:pt x="0" y="3255"/>
                  </a:lnTo>
                  <a:lnTo>
                    <a:pt x="0" y="3255"/>
                  </a:lnTo>
                  <a:lnTo>
                    <a:pt x="697" y="2442"/>
                  </a:lnTo>
                  <a:lnTo>
                    <a:pt x="1511" y="1628"/>
                  </a:lnTo>
                  <a:lnTo>
                    <a:pt x="2673" y="814"/>
                  </a:lnTo>
                  <a:lnTo>
                    <a:pt x="3370" y="466"/>
                  </a:lnTo>
                  <a:lnTo>
                    <a:pt x="4184" y="233"/>
                  </a:lnTo>
                  <a:lnTo>
                    <a:pt x="5114" y="1"/>
                  </a:lnTo>
                  <a:lnTo>
                    <a:pt x="6044" y="1"/>
                  </a:lnTo>
                  <a:lnTo>
                    <a:pt x="6973" y="1"/>
                  </a:lnTo>
                  <a:lnTo>
                    <a:pt x="8136" y="117"/>
                  </a:lnTo>
                  <a:lnTo>
                    <a:pt x="9298" y="466"/>
                  </a:lnTo>
                  <a:lnTo>
                    <a:pt x="10576" y="104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5912150" y="1115600"/>
              <a:ext cx="226650" cy="90100"/>
            </a:xfrm>
            <a:custGeom>
              <a:rect b="b" l="l" r="r" t="t"/>
              <a:pathLst>
                <a:path extrusionOk="0" h="3604" w="9066">
                  <a:moveTo>
                    <a:pt x="5579" y="0"/>
                  </a:moveTo>
                  <a:lnTo>
                    <a:pt x="5463" y="117"/>
                  </a:lnTo>
                  <a:lnTo>
                    <a:pt x="5463" y="233"/>
                  </a:lnTo>
                  <a:lnTo>
                    <a:pt x="7555" y="1279"/>
                  </a:lnTo>
                  <a:lnTo>
                    <a:pt x="5928" y="1627"/>
                  </a:lnTo>
                  <a:lnTo>
                    <a:pt x="5696" y="1627"/>
                  </a:lnTo>
                  <a:lnTo>
                    <a:pt x="3720" y="465"/>
                  </a:lnTo>
                  <a:lnTo>
                    <a:pt x="3371" y="349"/>
                  </a:lnTo>
                  <a:lnTo>
                    <a:pt x="3371" y="233"/>
                  </a:lnTo>
                  <a:lnTo>
                    <a:pt x="3255" y="349"/>
                  </a:lnTo>
                  <a:lnTo>
                    <a:pt x="3371" y="465"/>
                  </a:lnTo>
                  <a:lnTo>
                    <a:pt x="5347" y="1627"/>
                  </a:lnTo>
                  <a:lnTo>
                    <a:pt x="5463" y="1627"/>
                  </a:lnTo>
                  <a:lnTo>
                    <a:pt x="3139" y="2092"/>
                  </a:lnTo>
                  <a:lnTo>
                    <a:pt x="1860" y="1627"/>
                  </a:lnTo>
                  <a:lnTo>
                    <a:pt x="1744" y="1511"/>
                  </a:lnTo>
                  <a:lnTo>
                    <a:pt x="1628" y="1511"/>
                  </a:lnTo>
                  <a:lnTo>
                    <a:pt x="1628" y="1627"/>
                  </a:lnTo>
                  <a:lnTo>
                    <a:pt x="2906" y="2209"/>
                  </a:lnTo>
                  <a:lnTo>
                    <a:pt x="1163" y="2557"/>
                  </a:lnTo>
                  <a:lnTo>
                    <a:pt x="117" y="2790"/>
                  </a:lnTo>
                  <a:lnTo>
                    <a:pt x="1" y="2790"/>
                  </a:lnTo>
                  <a:lnTo>
                    <a:pt x="117" y="2906"/>
                  </a:lnTo>
                  <a:lnTo>
                    <a:pt x="2906" y="2325"/>
                  </a:lnTo>
                  <a:lnTo>
                    <a:pt x="2906" y="2325"/>
                  </a:lnTo>
                  <a:lnTo>
                    <a:pt x="2325" y="3255"/>
                  </a:lnTo>
                  <a:lnTo>
                    <a:pt x="2209" y="3487"/>
                  </a:lnTo>
                  <a:lnTo>
                    <a:pt x="2209" y="3603"/>
                  </a:lnTo>
                  <a:lnTo>
                    <a:pt x="2325" y="3603"/>
                  </a:lnTo>
                  <a:lnTo>
                    <a:pt x="3139" y="2441"/>
                  </a:lnTo>
                  <a:lnTo>
                    <a:pt x="3139" y="2325"/>
                  </a:lnTo>
                  <a:lnTo>
                    <a:pt x="5463" y="1860"/>
                  </a:lnTo>
                  <a:lnTo>
                    <a:pt x="4185" y="3487"/>
                  </a:lnTo>
                  <a:lnTo>
                    <a:pt x="4185" y="3603"/>
                  </a:lnTo>
                  <a:lnTo>
                    <a:pt x="4301" y="3603"/>
                  </a:lnTo>
                  <a:lnTo>
                    <a:pt x="5696" y="1744"/>
                  </a:lnTo>
                  <a:lnTo>
                    <a:pt x="7788" y="1395"/>
                  </a:lnTo>
                  <a:lnTo>
                    <a:pt x="6509" y="2906"/>
                  </a:lnTo>
                  <a:lnTo>
                    <a:pt x="6509" y="3022"/>
                  </a:lnTo>
                  <a:lnTo>
                    <a:pt x="6625" y="3022"/>
                  </a:lnTo>
                  <a:lnTo>
                    <a:pt x="8020" y="1395"/>
                  </a:lnTo>
                  <a:lnTo>
                    <a:pt x="8020" y="1279"/>
                  </a:lnTo>
                  <a:lnTo>
                    <a:pt x="9066" y="1163"/>
                  </a:lnTo>
                  <a:lnTo>
                    <a:pt x="9066" y="1046"/>
                  </a:lnTo>
                  <a:lnTo>
                    <a:pt x="8950" y="930"/>
                  </a:lnTo>
                  <a:lnTo>
                    <a:pt x="7788" y="1163"/>
                  </a:lnTo>
                  <a:lnTo>
                    <a:pt x="5928" y="233"/>
                  </a:lnTo>
                  <a:lnTo>
                    <a:pt x="5579" y="0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5912150" y="1115600"/>
              <a:ext cx="226650" cy="90100"/>
            </a:xfrm>
            <a:custGeom>
              <a:rect b="b" l="l" r="r" t="t"/>
              <a:pathLst>
                <a:path extrusionOk="0" fill="none" h="3604" w="9066">
                  <a:moveTo>
                    <a:pt x="5579" y="0"/>
                  </a:moveTo>
                  <a:lnTo>
                    <a:pt x="5579" y="0"/>
                  </a:lnTo>
                  <a:lnTo>
                    <a:pt x="5463" y="117"/>
                  </a:lnTo>
                  <a:lnTo>
                    <a:pt x="5463" y="233"/>
                  </a:lnTo>
                  <a:lnTo>
                    <a:pt x="5463" y="233"/>
                  </a:lnTo>
                  <a:lnTo>
                    <a:pt x="7555" y="1279"/>
                  </a:lnTo>
                  <a:lnTo>
                    <a:pt x="7555" y="1279"/>
                  </a:lnTo>
                  <a:lnTo>
                    <a:pt x="5928" y="1627"/>
                  </a:lnTo>
                  <a:lnTo>
                    <a:pt x="5928" y="1627"/>
                  </a:lnTo>
                  <a:lnTo>
                    <a:pt x="5696" y="1627"/>
                  </a:lnTo>
                  <a:lnTo>
                    <a:pt x="5696" y="1627"/>
                  </a:lnTo>
                  <a:lnTo>
                    <a:pt x="3720" y="465"/>
                  </a:lnTo>
                  <a:lnTo>
                    <a:pt x="3720" y="465"/>
                  </a:lnTo>
                  <a:lnTo>
                    <a:pt x="3371" y="349"/>
                  </a:lnTo>
                  <a:lnTo>
                    <a:pt x="3371" y="349"/>
                  </a:lnTo>
                  <a:lnTo>
                    <a:pt x="3371" y="233"/>
                  </a:lnTo>
                  <a:lnTo>
                    <a:pt x="3371" y="233"/>
                  </a:lnTo>
                  <a:lnTo>
                    <a:pt x="3255" y="349"/>
                  </a:lnTo>
                  <a:lnTo>
                    <a:pt x="3371" y="465"/>
                  </a:lnTo>
                  <a:lnTo>
                    <a:pt x="3371" y="465"/>
                  </a:lnTo>
                  <a:lnTo>
                    <a:pt x="5347" y="1627"/>
                  </a:lnTo>
                  <a:lnTo>
                    <a:pt x="5463" y="1627"/>
                  </a:lnTo>
                  <a:lnTo>
                    <a:pt x="5463" y="1627"/>
                  </a:lnTo>
                  <a:lnTo>
                    <a:pt x="3139" y="2092"/>
                  </a:lnTo>
                  <a:lnTo>
                    <a:pt x="3139" y="2092"/>
                  </a:lnTo>
                  <a:lnTo>
                    <a:pt x="1860" y="1627"/>
                  </a:lnTo>
                  <a:lnTo>
                    <a:pt x="1860" y="1627"/>
                  </a:lnTo>
                  <a:lnTo>
                    <a:pt x="1744" y="1511"/>
                  </a:lnTo>
                  <a:lnTo>
                    <a:pt x="1744" y="1511"/>
                  </a:lnTo>
                  <a:lnTo>
                    <a:pt x="1628" y="1511"/>
                  </a:lnTo>
                  <a:lnTo>
                    <a:pt x="1628" y="1511"/>
                  </a:lnTo>
                  <a:lnTo>
                    <a:pt x="1628" y="1511"/>
                  </a:lnTo>
                  <a:lnTo>
                    <a:pt x="1628" y="1627"/>
                  </a:lnTo>
                  <a:lnTo>
                    <a:pt x="1628" y="1627"/>
                  </a:lnTo>
                  <a:lnTo>
                    <a:pt x="2906" y="2209"/>
                  </a:lnTo>
                  <a:lnTo>
                    <a:pt x="2906" y="2209"/>
                  </a:lnTo>
                  <a:lnTo>
                    <a:pt x="1163" y="2557"/>
                  </a:lnTo>
                  <a:lnTo>
                    <a:pt x="1163" y="2557"/>
                  </a:lnTo>
                  <a:lnTo>
                    <a:pt x="117" y="2790"/>
                  </a:lnTo>
                  <a:lnTo>
                    <a:pt x="117" y="2790"/>
                  </a:lnTo>
                  <a:lnTo>
                    <a:pt x="1" y="2790"/>
                  </a:lnTo>
                  <a:lnTo>
                    <a:pt x="117" y="2906"/>
                  </a:lnTo>
                  <a:lnTo>
                    <a:pt x="117" y="2906"/>
                  </a:lnTo>
                  <a:lnTo>
                    <a:pt x="117" y="2906"/>
                  </a:lnTo>
                  <a:lnTo>
                    <a:pt x="117" y="2906"/>
                  </a:lnTo>
                  <a:lnTo>
                    <a:pt x="2906" y="2325"/>
                  </a:lnTo>
                  <a:lnTo>
                    <a:pt x="2906" y="2325"/>
                  </a:lnTo>
                  <a:lnTo>
                    <a:pt x="2325" y="3255"/>
                  </a:lnTo>
                  <a:lnTo>
                    <a:pt x="2325" y="3255"/>
                  </a:lnTo>
                  <a:lnTo>
                    <a:pt x="2209" y="3487"/>
                  </a:lnTo>
                  <a:lnTo>
                    <a:pt x="2209" y="3487"/>
                  </a:lnTo>
                  <a:lnTo>
                    <a:pt x="2209" y="3603"/>
                  </a:lnTo>
                  <a:lnTo>
                    <a:pt x="2209" y="3603"/>
                  </a:lnTo>
                  <a:lnTo>
                    <a:pt x="2209" y="3603"/>
                  </a:lnTo>
                  <a:lnTo>
                    <a:pt x="2325" y="3603"/>
                  </a:lnTo>
                  <a:lnTo>
                    <a:pt x="2325" y="3603"/>
                  </a:lnTo>
                  <a:lnTo>
                    <a:pt x="3139" y="2441"/>
                  </a:lnTo>
                  <a:lnTo>
                    <a:pt x="3139" y="2441"/>
                  </a:lnTo>
                  <a:lnTo>
                    <a:pt x="3139" y="2325"/>
                  </a:lnTo>
                  <a:lnTo>
                    <a:pt x="3139" y="2325"/>
                  </a:lnTo>
                  <a:lnTo>
                    <a:pt x="5463" y="1860"/>
                  </a:lnTo>
                  <a:lnTo>
                    <a:pt x="5463" y="1860"/>
                  </a:lnTo>
                  <a:lnTo>
                    <a:pt x="4185" y="3487"/>
                  </a:lnTo>
                  <a:lnTo>
                    <a:pt x="4185" y="3487"/>
                  </a:lnTo>
                  <a:lnTo>
                    <a:pt x="4185" y="3603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5696" y="1744"/>
                  </a:lnTo>
                  <a:lnTo>
                    <a:pt x="5696" y="1744"/>
                  </a:lnTo>
                  <a:lnTo>
                    <a:pt x="7788" y="1395"/>
                  </a:lnTo>
                  <a:lnTo>
                    <a:pt x="7788" y="1395"/>
                  </a:lnTo>
                  <a:lnTo>
                    <a:pt x="6509" y="2906"/>
                  </a:lnTo>
                  <a:lnTo>
                    <a:pt x="6509" y="2906"/>
                  </a:lnTo>
                  <a:lnTo>
                    <a:pt x="6509" y="2906"/>
                  </a:lnTo>
                  <a:lnTo>
                    <a:pt x="6509" y="3022"/>
                  </a:lnTo>
                  <a:lnTo>
                    <a:pt x="6509" y="3022"/>
                  </a:lnTo>
                  <a:lnTo>
                    <a:pt x="6625" y="3022"/>
                  </a:lnTo>
                  <a:lnTo>
                    <a:pt x="6625" y="3022"/>
                  </a:lnTo>
                  <a:lnTo>
                    <a:pt x="8020" y="1395"/>
                  </a:lnTo>
                  <a:lnTo>
                    <a:pt x="8020" y="1279"/>
                  </a:lnTo>
                  <a:lnTo>
                    <a:pt x="8020" y="1279"/>
                  </a:lnTo>
                  <a:lnTo>
                    <a:pt x="9066" y="1163"/>
                  </a:lnTo>
                  <a:lnTo>
                    <a:pt x="9066" y="1163"/>
                  </a:lnTo>
                  <a:lnTo>
                    <a:pt x="9066" y="1046"/>
                  </a:lnTo>
                  <a:lnTo>
                    <a:pt x="8950" y="930"/>
                  </a:lnTo>
                  <a:lnTo>
                    <a:pt x="8950" y="930"/>
                  </a:lnTo>
                  <a:lnTo>
                    <a:pt x="8950" y="930"/>
                  </a:lnTo>
                  <a:lnTo>
                    <a:pt x="8950" y="930"/>
                  </a:lnTo>
                  <a:lnTo>
                    <a:pt x="7788" y="1163"/>
                  </a:lnTo>
                  <a:lnTo>
                    <a:pt x="7788" y="1163"/>
                  </a:lnTo>
                  <a:lnTo>
                    <a:pt x="5928" y="233"/>
                  </a:lnTo>
                  <a:lnTo>
                    <a:pt x="5928" y="233"/>
                  </a:lnTo>
                  <a:lnTo>
                    <a:pt x="5579" y="0"/>
                  </a:lnTo>
                  <a:lnTo>
                    <a:pt x="5579" y="0"/>
                  </a:lnTo>
                  <a:lnTo>
                    <a:pt x="557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11"/>
          <p:cNvSpPr txBox="1"/>
          <p:nvPr>
            <p:ph idx="1" type="subTitle"/>
          </p:nvPr>
        </p:nvSpPr>
        <p:spPr>
          <a:xfrm>
            <a:off x="2315400" y="3559125"/>
            <a:ext cx="45132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6" name="Google Shape;326;p11"/>
          <p:cNvGrpSpPr/>
          <p:nvPr/>
        </p:nvGrpSpPr>
        <p:grpSpPr>
          <a:xfrm>
            <a:off x="6287634" y="2080925"/>
            <a:ext cx="5327115" cy="6547037"/>
            <a:chOff x="4926821" y="213384"/>
            <a:chExt cx="3430430" cy="4216007"/>
          </a:xfrm>
        </p:grpSpPr>
        <p:sp>
          <p:nvSpPr>
            <p:cNvPr id="327" name="Google Shape;327;p11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h="173568" w="163829">
                  <a:moveTo>
                    <a:pt x="163829" y="1"/>
                  </a:moveTo>
                  <a:lnTo>
                    <a:pt x="159942" y="586"/>
                  </a:lnTo>
                  <a:lnTo>
                    <a:pt x="156097" y="1213"/>
                  </a:lnTo>
                  <a:lnTo>
                    <a:pt x="152336" y="1881"/>
                  </a:lnTo>
                  <a:lnTo>
                    <a:pt x="148616" y="2592"/>
                  </a:lnTo>
                  <a:lnTo>
                    <a:pt x="144980" y="3344"/>
                  </a:lnTo>
                  <a:lnTo>
                    <a:pt x="141386" y="4138"/>
                  </a:lnTo>
                  <a:lnTo>
                    <a:pt x="137834" y="4974"/>
                  </a:lnTo>
                  <a:lnTo>
                    <a:pt x="134407" y="5852"/>
                  </a:lnTo>
                  <a:lnTo>
                    <a:pt x="130980" y="6771"/>
                  </a:lnTo>
                  <a:lnTo>
                    <a:pt x="127636" y="7732"/>
                  </a:lnTo>
                  <a:lnTo>
                    <a:pt x="124335" y="8735"/>
                  </a:lnTo>
                  <a:lnTo>
                    <a:pt x="121075" y="9780"/>
                  </a:lnTo>
                  <a:lnTo>
                    <a:pt x="117899" y="10825"/>
                  </a:lnTo>
                  <a:lnTo>
                    <a:pt x="114806" y="11954"/>
                  </a:lnTo>
                  <a:lnTo>
                    <a:pt x="111713" y="13082"/>
                  </a:lnTo>
                  <a:lnTo>
                    <a:pt x="108704" y="14252"/>
                  </a:lnTo>
                  <a:lnTo>
                    <a:pt x="105737" y="15464"/>
                  </a:lnTo>
                  <a:lnTo>
                    <a:pt x="102853" y="16718"/>
                  </a:lnTo>
                  <a:lnTo>
                    <a:pt x="100011" y="17972"/>
                  </a:lnTo>
                  <a:lnTo>
                    <a:pt x="97211" y="19309"/>
                  </a:lnTo>
                  <a:lnTo>
                    <a:pt x="94453" y="20646"/>
                  </a:lnTo>
                  <a:lnTo>
                    <a:pt x="91778" y="21984"/>
                  </a:lnTo>
                  <a:lnTo>
                    <a:pt x="89103" y="23405"/>
                  </a:lnTo>
                  <a:lnTo>
                    <a:pt x="86512" y="24826"/>
                  </a:lnTo>
                  <a:lnTo>
                    <a:pt x="84005" y="26247"/>
                  </a:lnTo>
                  <a:lnTo>
                    <a:pt x="81497" y="27751"/>
                  </a:lnTo>
                  <a:lnTo>
                    <a:pt x="79073" y="29256"/>
                  </a:lnTo>
                  <a:lnTo>
                    <a:pt x="76691" y="30760"/>
                  </a:lnTo>
                  <a:lnTo>
                    <a:pt x="74350" y="32307"/>
                  </a:lnTo>
                  <a:lnTo>
                    <a:pt x="72052" y="33895"/>
                  </a:lnTo>
                  <a:lnTo>
                    <a:pt x="69795" y="35483"/>
                  </a:lnTo>
                  <a:lnTo>
                    <a:pt x="67580" y="37113"/>
                  </a:lnTo>
                  <a:lnTo>
                    <a:pt x="65449" y="38743"/>
                  </a:lnTo>
                  <a:lnTo>
                    <a:pt x="63317" y="40415"/>
                  </a:lnTo>
                  <a:lnTo>
                    <a:pt x="61269" y="42086"/>
                  </a:lnTo>
                  <a:lnTo>
                    <a:pt x="59263" y="43800"/>
                  </a:lnTo>
                  <a:lnTo>
                    <a:pt x="57299" y="45513"/>
                  </a:lnTo>
                  <a:lnTo>
                    <a:pt x="55377" y="47227"/>
                  </a:lnTo>
                  <a:lnTo>
                    <a:pt x="53496" y="48982"/>
                  </a:lnTo>
                  <a:lnTo>
                    <a:pt x="51657" y="50737"/>
                  </a:lnTo>
                  <a:lnTo>
                    <a:pt x="49860" y="52535"/>
                  </a:lnTo>
                  <a:lnTo>
                    <a:pt x="48105" y="54332"/>
                  </a:lnTo>
                  <a:lnTo>
                    <a:pt x="46391" y="56129"/>
                  </a:lnTo>
                  <a:lnTo>
                    <a:pt x="44719" y="57926"/>
                  </a:lnTo>
                  <a:lnTo>
                    <a:pt x="43048" y="59765"/>
                  </a:lnTo>
                  <a:lnTo>
                    <a:pt x="41460" y="61604"/>
                  </a:lnTo>
                  <a:lnTo>
                    <a:pt x="39913" y="63443"/>
                  </a:lnTo>
                  <a:lnTo>
                    <a:pt x="38409" y="65323"/>
                  </a:lnTo>
                  <a:lnTo>
                    <a:pt x="36946" y="67204"/>
                  </a:lnTo>
                  <a:lnTo>
                    <a:pt x="35483" y="69043"/>
                  </a:lnTo>
                  <a:lnTo>
                    <a:pt x="34104" y="70965"/>
                  </a:lnTo>
                  <a:lnTo>
                    <a:pt x="32725" y="72846"/>
                  </a:lnTo>
                  <a:lnTo>
                    <a:pt x="31429" y="74727"/>
                  </a:lnTo>
                  <a:lnTo>
                    <a:pt x="30134" y="76607"/>
                  </a:lnTo>
                  <a:lnTo>
                    <a:pt x="28880" y="78530"/>
                  </a:lnTo>
                  <a:lnTo>
                    <a:pt x="27668" y="80410"/>
                  </a:lnTo>
                  <a:lnTo>
                    <a:pt x="26498" y="82333"/>
                  </a:lnTo>
                  <a:lnTo>
                    <a:pt x="25327" y="84255"/>
                  </a:lnTo>
                  <a:lnTo>
                    <a:pt x="24199" y="86136"/>
                  </a:lnTo>
                  <a:lnTo>
                    <a:pt x="23154" y="88059"/>
                  </a:lnTo>
                  <a:lnTo>
                    <a:pt x="22068" y="89939"/>
                  </a:lnTo>
                  <a:lnTo>
                    <a:pt x="21065" y="91862"/>
                  </a:lnTo>
                  <a:lnTo>
                    <a:pt x="20062" y="93742"/>
                  </a:lnTo>
                  <a:lnTo>
                    <a:pt x="19142" y="95665"/>
                  </a:lnTo>
                  <a:lnTo>
                    <a:pt x="18223" y="97546"/>
                  </a:lnTo>
                  <a:lnTo>
                    <a:pt x="17303" y="99426"/>
                  </a:lnTo>
                  <a:lnTo>
                    <a:pt x="15632" y="103188"/>
                  </a:lnTo>
                  <a:lnTo>
                    <a:pt x="14043" y="106907"/>
                  </a:lnTo>
                  <a:lnTo>
                    <a:pt x="12539" y="110627"/>
                  </a:lnTo>
                  <a:lnTo>
                    <a:pt x="11201" y="114263"/>
                  </a:lnTo>
                  <a:lnTo>
                    <a:pt x="9906" y="117857"/>
                  </a:lnTo>
                  <a:lnTo>
                    <a:pt x="8777" y="121409"/>
                  </a:lnTo>
                  <a:lnTo>
                    <a:pt x="7691" y="124878"/>
                  </a:lnTo>
                  <a:lnTo>
                    <a:pt x="6730" y="128305"/>
                  </a:lnTo>
                  <a:lnTo>
                    <a:pt x="5810" y="131649"/>
                  </a:lnTo>
                  <a:lnTo>
                    <a:pt x="5016" y="134909"/>
                  </a:lnTo>
                  <a:lnTo>
                    <a:pt x="4264" y="138085"/>
                  </a:lnTo>
                  <a:lnTo>
                    <a:pt x="3637" y="141177"/>
                  </a:lnTo>
                  <a:lnTo>
                    <a:pt x="3052" y="144145"/>
                  </a:lnTo>
                  <a:lnTo>
                    <a:pt x="2509" y="147028"/>
                  </a:lnTo>
                  <a:lnTo>
                    <a:pt x="2049" y="149787"/>
                  </a:lnTo>
                  <a:lnTo>
                    <a:pt x="1673" y="152420"/>
                  </a:lnTo>
                  <a:lnTo>
                    <a:pt x="1297" y="154927"/>
                  </a:lnTo>
                  <a:lnTo>
                    <a:pt x="1004" y="157310"/>
                  </a:lnTo>
                  <a:lnTo>
                    <a:pt x="753" y="159566"/>
                  </a:lnTo>
                  <a:lnTo>
                    <a:pt x="586" y="161698"/>
                  </a:lnTo>
                  <a:lnTo>
                    <a:pt x="419" y="163662"/>
                  </a:lnTo>
                  <a:lnTo>
                    <a:pt x="168" y="167089"/>
                  </a:lnTo>
                  <a:lnTo>
                    <a:pt x="43" y="169847"/>
                  </a:lnTo>
                  <a:lnTo>
                    <a:pt x="1" y="171895"/>
                  </a:lnTo>
                  <a:lnTo>
                    <a:pt x="1" y="173567"/>
                  </a:lnTo>
                  <a:lnTo>
                    <a:pt x="3553" y="173107"/>
                  </a:lnTo>
                  <a:lnTo>
                    <a:pt x="7106" y="172606"/>
                  </a:lnTo>
                  <a:lnTo>
                    <a:pt x="10575" y="172062"/>
                  </a:lnTo>
                  <a:lnTo>
                    <a:pt x="13960" y="171477"/>
                  </a:lnTo>
                  <a:lnTo>
                    <a:pt x="17345" y="170850"/>
                  </a:lnTo>
                  <a:lnTo>
                    <a:pt x="20647" y="170182"/>
                  </a:lnTo>
                  <a:lnTo>
                    <a:pt x="23907" y="169430"/>
                  </a:lnTo>
                  <a:lnTo>
                    <a:pt x="27125" y="168677"/>
                  </a:lnTo>
                  <a:lnTo>
                    <a:pt x="30301" y="167841"/>
                  </a:lnTo>
                  <a:lnTo>
                    <a:pt x="33393" y="166964"/>
                  </a:lnTo>
                  <a:lnTo>
                    <a:pt x="36486" y="166086"/>
                  </a:lnTo>
                  <a:lnTo>
                    <a:pt x="39495" y="165125"/>
                  </a:lnTo>
                  <a:lnTo>
                    <a:pt x="42463" y="164164"/>
                  </a:lnTo>
                  <a:lnTo>
                    <a:pt x="45388" y="163119"/>
                  </a:lnTo>
                  <a:lnTo>
                    <a:pt x="48272" y="162074"/>
                  </a:lnTo>
                  <a:lnTo>
                    <a:pt x="51072" y="160946"/>
                  </a:lnTo>
                  <a:lnTo>
                    <a:pt x="53872" y="159817"/>
                  </a:lnTo>
                  <a:lnTo>
                    <a:pt x="56589" y="158647"/>
                  </a:lnTo>
                  <a:lnTo>
                    <a:pt x="59305" y="157435"/>
                  </a:lnTo>
                  <a:lnTo>
                    <a:pt x="61938" y="156181"/>
                  </a:lnTo>
                  <a:lnTo>
                    <a:pt x="64529" y="154927"/>
                  </a:lnTo>
                  <a:lnTo>
                    <a:pt x="67120" y="153590"/>
                  </a:lnTo>
                  <a:lnTo>
                    <a:pt x="69628" y="152253"/>
                  </a:lnTo>
                  <a:lnTo>
                    <a:pt x="72094" y="150873"/>
                  </a:lnTo>
                  <a:lnTo>
                    <a:pt x="74518" y="149494"/>
                  </a:lnTo>
                  <a:lnTo>
                    <a:pt x="76900" y="148031"/>
                  </a:lnTo>
                  <a:lnTo>
                    <a:pt x="79240" y="146569"/>
                  </a:lnTo>
                  <a:lnTo>
                    <a:pt x="81539" y="145106"/>
                  </a:lnTo>
                  <a:lnTo>
                    <a:pt x="83796" y="143560"/>
                  </a:lnTo>
                  <a:lnTo>
                    <a:pt x="86011" y="142055"/>
                  </a:lnTo>
                  <a:lnTo>
                    <a:pt x="88184" y="140467"/>
                  </a:lnTo>
                  <a:lnTo>
                    <a:pt x="90315" y="138879"/>
                  </a:lnTo>
                  <a:lnTo>
                    <a:pt x="92405" y="137249"/>
                  </a:lnTo>
                  <a:lnTo>
                    <a:pt x="94453" y="135619"/>
                  </a:lnTo>
                  <a:lnTo>
                    <a:pt x="96501" y="133947"/>
                  </a:lnTo>
                  <a:lnTo>
                    <a:pt x="98465" y="132276"/>
                  </a:lnTo>
                  <a:lnTo>
                    <a:pt x="100387" y="130562"/>
                  </a:lnTo>
                  <a:lnTo>
                    <a:pt x="102310" y="128849"/>
                  </a:lnTo>
                  <a:lnTo>
                    <a:pt x="104149" y="127135"/>
                  </a:lnTo>
                  <a:lnTo>
                    <a:pt x="105988" y="125380"/>
                  </a:lnTo>
                  <a:lnTo>
                    <a:pt x="107743" y="123583"/>
                  </a:lnTo>
                  <a:lnTo>
                    <a:pt x="109498" y="121786"/>
                  </a:lnTo>
                  <a:lnTo>
                    <a:pt x="111212" y="119988"/>
                  </a:lnTo>
                  <a:lnTo>
                    <a:pt x="112884" y="118150"/>
                  </a:lnTo>
                  <a:lnTo>
                    <a:pt x="114555" y="116352"/>
                  </a:lnTo>
                  <a:lnTo>
                    <a:pt x="116143" y="114472"/>
                  </a:lnTo>
                  <a:lnTo>
                    <a:pt x="117731" y="112633"/>
                  </a:lnTo>
                  <a:lnTo>
                    <a:pt x="119236" y="110752"/>
                  </a:lnTo>
                  <a:lnTo>
                    <a:pt x="120741" y="108871"/>
                  </a:lnTo>
                  <a:lnTo>
                    <a:pt x="122203" y="106991"/>
                  </a:lnTo>
                  <a:lnTo>
                    <a:pt x="123666" y="105110"/>
                  </a:lnTo>
                  <a:lnTo>
                    <a:pt x="125045" y="103188"/>
                  </a:lnTo>
                  <a:lnTo>
                    <a:pt x="126424" y="101307"/>
                  </a:lnTo>
                  <a:lnTo>
                    <a:pt x="127762" y="99384"/>
                  </a:lnTo>
                  <a:lnTo>
                    <a:pt x="129057" y="97462"/>
                  </a:lnTo>
                  <a:lnTo>
                    <a:pt x="130353" y="95540"/>
                  </a:lnTo>
                  <a:lnTo>
                    <a:pt x="131565" y="93575"/>
                  </a:lnTo>
                  <a:lnTo>
                    <a:pt x="132777" y="91653"/>
                  </a:lnTo>
                  <a:lnTo>
                    <a:pt x="133989" y="89730"/>
                  </a:lnTo>
                  <a:lnTo>
                    <a:pt x="135117" y="87808"/>
                  </a:lnTo>
                  <a:lnTo>
                    <a:pt x="136246" y="85844"/>
                  </a:lnTo>
                  <a:lnTo>
                    <a:pt x="137332" y="83921"/>
                  </a:lnTo>
                  <a:lnTo>
                    <a:pt x="139422" y="80076"/>
                  </a:lnTo>
                  <a:lnTo>
                    <a:pt x="141428" y="76189"/>
                  </a:lnTo>
                  <a:lnTo>
                    <a:pt x="143309" y="72386"/>
                  </a:lnTo>
                  <a:lnTo>
                    <a:pt x="145064" y="68583"/>
                  </a:lnTo>
                  <a:lnTo>
                    <a:pt x="146736" y="64822"/>
                  </a:lnTo>
                  <a:lnTo>
                    <a:pt x="148324" y="61060"/>
                  </a:lnTo>
                  <a:lnTo>
                    <a:pt x="149787" y="57383"/>
                  </a:lnTo>
                  <a:lnTo>
                    <a:pt x="151166" y="53747"/>
                  </a:lnTo>
                  <a:lnTo>
                    <a:pt x="152420" y="50194"/>
                  </a:lnTo>
                  <a:lnTo>
                    <a:pt x="153632" y="46684"/>
                  </a:lnTo>
                  <a:lnTo>
                    <a:pt x="154760" y="43256"/>
                  </a:lnTo>
                  <a:lnTo>
                    <a:pt x="155763" y="39913"/>
                  </a:lnTo>
                  <a:lnTo>
                    <a:pt x="156724" y="36653"/>
                  </a:lnTo>
                  <a:lnTo>
                    <a:pt x="157602" y="33477"/>
                  </a:lnTo>
                  <a:lnTo>
                    <a:pt x="158396" y="30426"/>
                  </a:lnTo>
                  <a:lnTo>
                    <a:pt x="159148" y="27459"/>
                  </a:lnTo>
                  <a:lnTo>
                    <a:pt x="159775" y="24617"/>
                  </a:lnTo>
                  <a:lnTo>
                    <a:pt x="160402" y="21900"/>
                  </a:lnTo>
                  <a:lnTo>
                    <a:pt x="160945" y="19267"/>
                  </a:lnTo>
                  <a:lnTo>
                    <a:pt x="161405" y="16802"/>
                  </a:lnTo>
                  <a:lnTo>
                    <a:pt x="161823" y="14503"/>
                  </a:lnTo>
                  <a:lnTo>
                    <a:pt x="162533" y="10282"/>
                  </a:lnTo>
                  <a:lnTo>
                    <a:pt x="163077" y="6729"/>
                  </a:lnTo>
                  <a:lnTo>
                    <a:pt x="163411" y="3888"/>
                  </a:lnTo>
                  <a:lnTo>
                    <a:pt x="163662" y="1756"/>
                  </a:lnTo>
                  <a:lnTo>
                    <a:pt x="16382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1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fill="none" h="173568" w="163829">
                  <a:moveTo>
                    <a:pt x="163829" y="1"/>
                  </a:moveTo>
                  <a:lnTo>
                    <a:pt x="163829" y="1"/>
                  </a:lnTo>
                  <a:lnTo>
                    <a:pt x="163662" y="1756"/>
                  </a:lnTo>
                  <a:lnTo>
                    <a:pt x="163411" y="3888"/>
                  </a:lnTo>
                  <a:lnTo>
                    <a:pt x="163077" y="6729"/>
                  </a:lnTo>
                  <a:lnTo>
                    <a:pt x="162533" y="10282"/>
                  </a:lnTo>
                  <a:lnTo>
                    <a:pt x="161823" y="14503"/>
                  </a:lnTo>
                  <a:lnTo>
                    <a:pt x="161405" y="16802"/>
                  </a:lnTo>
                  <a:lnTo>
                    <a:pt x="160945" y="19267"/>
                  </a:lnTo>
                  <a:lnTo>
                    <a:pt x="160402" y="21900"/>
                  </a:lnTo>
                  <a:lnTo>
                    <a:pt x="159775" y="24617"/>
                  </a:lnTo>
                  <a:lnTo>
                    <a:pt x="159148" y="27459"/>
                  </a:lnTo>
                  <a:lnTo>
                    <a:pt x="158396" y="30426"/>
                  </a:lnTo>
                  <a:lnTo>
                    <a:pt x="157602" y="33477"/>
                  </a:lnTo>
                  <a:lnTo>
                    <a:pt x="156724" y="36653"/>
                  </a:lnTo>
                  <a:lnTo>
                    <a:pt x="155763" y="39913"/>
                  </a:lnTo>
                  <a:lnTo>
                    <a:pt x="154760" y="43256"/>
                  </a:lnTo>
                  <a:lnTo>
                    <a:pt x="153632" y="46684"/>
                  </a:lnTo>
                  <a:lnTo>
                    <a:pt x="152420" y="50194"/>
                  </a:lnTo>
                  <a:lnTo>
                    <a:pt x="151166" y="53747"/>
                  </a:lnTo>
                  <a:lnTo>
                    <a:pt x="149787" y="57383"/>
                  </a:lnTo>
                  <a:lnTo>
                    <a:pt x="148324" y="61060"/>
                  </a:lnTo>
                  <a:lnTo>
                    <a:pt x="146736" y="64822"/>
                  </a:lnTo>
                  <a:lnTo>
                    <a:pt x="145064" y="68583"/>
                  </a:lnTo>
                  <a:lnTo>
                    <a:pt x="143309" y="72386"/>
                  </a:lnTo>
                  <a:lnTo>
                    <a:pt x="141428" y="76189"/>
                  </a:lnTo>
                  <a:lnTo>
                    <a:pt x="139422" y="80076"/>
                  </a:lnTo>
                  <a:lnTo>
                    <a:pt x="137332" y="83921"/>
                  </a:lnTo>
                  <a:lnTo>
                    <a:pt x="136246" y="85844"/>
                  </a:lnTo>
                  <a:lnTo>
                    <a:pt x="135117" y="87808"/>
                  </a:lnTo>
                  <a:lnTo>
                    <a:pt x="133989" y="89730"/>
                  </a:lnTo>
                  <a:lnTo>
                    <a:pt x="132777" y="91653"/>
                  </a:lnTo>
                  <a:lnTo>
                    <a:pt x="131565" y="93575"/>
                  </a:lnTo>
                  <a:lnTo>
                    <a:pt x="130353" y="95540"/>
                  </a:lnTo>
                  <a:lnTo>
                    <a:pt x="129057" y="97462"/>
                  </a:lnTo>
                  <a:lnTo>
                    <a:pt x="127762" y="99384"/>
                  </a:lnTo>
                  <a:lnTo>
                    <a:pt x="126424" y="101307"/>
                  </a:lnTo>
                  <a:lnTo>
                    <a:pt x="125045" y="103188"/>
                  </a:lnTo>
                  <a:lnTo>
                    <a:pt x="123666" y="105110"/>
                  </a:lnTo>
                  <a:lnTo>
                    <a:pt x="122203" y="106991"/>
                  </a:lnTo>
                  <a:lnTo>
                    <a:pt x="120741" y="108871"/>
                  </a:lnTo>
                  <a:lnTo>
                    <a:pt x="119236" y="110752"/>
                  </a:lnTo>
                  <a:lnTo>
                    <a:pt x="117731" y="112633"/>
                  </a:lnTo>
                  <a:lnTo>
                    <a:pt x="116143" y="114472"/>
                  </a:lnTo>
                  <a:lnTo>
                    <a:pt x="114555" y="116352"/>
                  </a:lnTo>
                  <a:lnTo>
                    <a:pt x="112884" y="118150"/>
                  </a:lnTo>
                  <a:lnTo>
                    <a:pt x="111212" y="119988"/>
                  </a:lnTo>
                  <a:lnTo>
                    <a:pt x="109498" y="121786"/>
                  </a:lnTo>
                  <a:lnTo>
                    <a:pt x="107743" y="123583"/>
                  </a:lnTo>
                  <a:lnTo>
                    <a:pt x="105988" y="125380"/>
                  </a:lnTo>
                  <a:lnTo>
                    <a:pt x="104149" y="127135"/>
                  </a:lnTo>
                  <a:lnTo>
                    <a:pt x="102310" y="128849"/>
                  </a:lnTo>
                  <a:lnTo>
                    <a:pt x="100387" y="130562"/>
                  </a:lnTo>
                  <a:lnTo>
                    <a:pt x="98465" y="132276"/>
                  </a:lnTo>
                  <a:lnTo>
                    <a:pt x="96501" y="133947"/>
                  </a:lnTo>
                  <a:lnTo>
                    <a:pt x="94453" y="135619"/>
                  </a:lnTo>
                  <a:lnTo>
                    <a:pt x="92405" y="137249"/>
                  </a:lnTo>
                  <a:lnTo>
                    <a:pt x="90315" y="138879"/>
                  </a:lnTo>
                  <a:lnTo>
                    <a:pt x="88184" y="140467"/>
                  </a:lnTo>
                  <a:lnTo>
                    <a:pt x="86011" y="142055"/>
                  </a:lnTo>
                  <a:lnTo>
                    <a:pt x="83796" y="143560"/>
                  </a:lnTo>
                  <a:lnTo>
                    <a:pt x="81539" y="145106"/>
                  </a:lnTo>
                  <a:lnTo>
                    <a:pt x="79240" y="146569"/>
                  </a:lnTo>
                  <a:lnTo>
                    <a:pt x="76900" y="148031"/>
                  </a:lnTo>
                  <a:lnTo>
                    <a:pt x="74518" y="149494"/>
                  </a:lnTo>
                  <a:lnTo>
                    <a:pt x="72094" y="150873"/>
                  </a:lnTo>
                  <a:lnTo>
                    <a:pt x="69628" y="152253"/>
                  </a:lnTo>
                  <a:lnTo>
                    <a:pt x="67120" y="153590"/>
                  </a:lnTo>
                  <a:lnTo>
                    <a:pt x="64529" y="154927"/>
                  </a:lnTo>
                  <a:lnTo>
                    <a:pt x="61938" y="156181"/>
                  </a:lnTo>
                  <a:lnTo>
                    <a:pt x="59305" y="157435"/>
                  </a:lnTo>
                  <a:lnTo>
                    <a:pt x="56589" y="158647"/>
                  </a:lnTo>
                  <a:lnTo>
                    <a:pt x="53872" y="159817"/>
                  </a:lnTo>
                  <a:lnTo>
                    <a:pt x="51072" y="160946"/>
                  </a:lnTo>
                  <a:lnTo>
                    <a:pt x="48272" y="162074"/>
                  </a:lnTo>
                  <a:lnTo>
                    <a:pt x="45388" y="163119"/>
                  </a:lnTo>
                  <a:lnTo>
                    <a:pt x="42463" y="164164"/>
                  </a:lnTo>
                  <a:lnTo>
                    <a:pt x="39495" y="165125"/>
                  </a:lnTo>
                  <a:lnTo>
                    <a:pt x="36486" y="166086"/>
                  </a:lnTo>
                  <a:lnTo>
                    <a:pt x="33393" y="166964"/>
                  </a:lnTo>
                  <a:lnTo>
                    <a:pt x="30301" y="167841"/>
                  </a:lnTo>
                  <a:lnTo>
                    <a:pt x="27125" y="168677"/>
                  </a:lnTo>
                  <a:lnTo>
                    <a:pt x="23907" y="169430"/>
                  </a:lnTo>
                  <a:lnTo>
                    <a:pt x="20647" y="170182"/>
                  </a:lnTo>
                  <a:lnTo>
                    <a:pt x="17345" y="170850"/>
                  </a:lnTo>
                  <a:lnTo>
                    <a:pt x="13960" y="171477"/>
                  </a:lnTo>
                  <a:lnTo>
                    <a:pt x="10575" y="172062"/>
                  </a:lnTo>
                  <a:lnTo>
                    <a:pt x="7106" y="172606"/>
                  </a:lnTo>
                  <a:lnTo>
                    <a:pt x="3553" y="173107"/>
                  </a:lnTo>
                  <a:lnTo>
                    <a:pt x="1" y="173567"/>
                  </a:lnTo>
                  <a:lnTo>
                    <a:pt x="1" y="173567"/>
                  </a:lnTo>
                  <a:lnTo>
                    <a:pt x="1" y="171895"/>
                  </a:lnTo>
                  <a:lnTo>
                    <a:pt x="43" y="169847"/>
                  </a:lnTo>
                  <a:lnTo>
                    <a:pt x="168" y="167089"/>
                  </a:lnTo>
                  <a:lnTo>
                    <a:pt x="419" y="163662"/>
                  </a:lnTo>
                  <a:lnTo>
                    <a:pt x="586" y="161698"/>
                  </a:lnTo>
                  <a:lnTo>
                    <a:pt x="753" y="159566"/>
                  </a:lnTo>
                  <a:lnTo>
                    <a:pt x="1004" y="157310"/>
                  </a:lnTo>
                  <a:lnTo>
                    <a:pt x="1297" y="154927"/>
                  </a:lnTo>
                  <a:lnTo>
                    <a:pt x="1673" y="152420"/>
                  </a:lnTo>
                  <a:lnTo>
                    <a:pt x="2049" y="149787"/>
                  </a:lnTo>
                  <a:lnTo>
                    <a:pt x="2509" y="147028"/>
                  </a:lnTo>
                  <a:lnTo>
                    <a:pt x="3052" y="144145"/>
                  </a:lnTo>
                  <a:lnTo>
                    <a:pt x="3637" y="141177"/>
                  </a:lnTo>
                  <a:lnTo>
                    <a:pt x="4264" y="138085"/>
                  </a:lnTo>
                  <a:lnTo>
                    <a:pt x="5016" y="134909"/>
                  </a:lnTo>
                  <a:lnTo>
                    <a:pt x="5810" y="131649"/>
                  </a:lnTo>
                  <a:lnTo>
                    <a:pt x="6730" y="128305"/>
                  </a:lnTo>
                  <a:lnTo>
                    <a:pt x="7691" y="124878"/>
                  </a:lnTo>
                  <a:lnTo>
                    <a:pt x="8777" y="121409"/>
                  </a:lnTo>
                  <a:lnTo>
                    <a:pt x="9906" y="117857"/>
                  </a:lnTo>
                  <a:lnTo>
                    <a:pt x="11201" y="114263"/>
                  </a:lnTo>
                  <a:lnTo>
                    <a:pt x="12539" y="110627"/>
                  </a:lnTo>
                  <a:lnTo>
                    <a:pt x="14043" y="106907"/>
                  </a:lnTo>
                  <a:lnTo>
                    <a:pt x="15632" y="103188"/>
                  </a:lnTo>
                  <a:lnTo>
                    <a:pt x="17303" y="99426"/>
                  </a:lnTo>
                  <a:lnTo>
                    <a:pt x="18223" y="97546"/>
                  </a:lnTo>
                  <a:lnTo>
                    <a:pt x="19142" y="95665"/>
                  </a:lnTo>
                  <a:lnTo>
                    <a:pt x="20062" y="93742"/>
                  </a:lnTo>
                  <a:lnTo>
                    <a:pt x="21065" y="91862"/>
                  </a:lnTo>
                  <a:lnTo>
                    <a:pt x="22068" y="89939"/>
                  </a:lnTo>
                  <a:lnTo>
                    <a:pt x="23154" y="88059"/>
                  </a:lnTo>
                  <a:lnTo>
                    <a:pt x="24199" y="86136"/>
                  </a:lnTo>
                  <a:lnTo>
                    <a:pt x="25327" y="84255"/>
                  </a:lnTo>
                  <a:lnTo>
                    <a:pt x="26498" y="82333"/>
                  </a:lnTo>
                  <a:lnTo>
                    <a:pt x="27668" y="80410"/>
                  </a:lnTo>
                  <a:lnTo>
                    <a:pt x="28880" y="78530"/>
                  </a:lnTo>
                  <a:lnTo>
                    <a:pt x="30134" y="76607"/>
                  </a:lnTo>
                  <a:lnTo>
                    <a:pt x="31429" y="74727"/>
                  </a:lnTo>
                  <a:lnTo>
                    <a:pt x="32725" y="72846"/>
                  </a:lnTo>
                  <a:lnTo>
                    <a:pt x="34104" y="70965"/>
                  </a:lnTo>
                  <a:lnTo>
                    <a:pt x="35483" y="69043"/>
                  </a:lnTo>
                  <a:lnTo>
                    <a:pt x="36946" y="67204"/>
                  </a:lnTo>
                  <a:lnTo>
                    <a:pt x="38409" y="65323"/>
                  </a:lnTo>
                  <a:lnTo>
                    <a:pt x="39913" y="63443"/>
                  </a:lnTo>
                  <a:lnTo>
                    <a:pt x="41460" y="61604"/>
                  </a:lnTo>
                  <a:lnTo>
                    <a:pt x="43048" y="59765"/>
                  </a:lnTo>
                  <a:lnTo>
                    <a:pt x="44719" y="57926"/>
                  </a:lnTo>
                  <a:lnTo>
                    <a:pt x="46391" y="56129"/>
                  </a:lnTo>
                  <a:lnTo>
                    <a:pt x="48105" y="54332"/>
                  </a:lnTo>
                  <a:lnTo>
                    <a:pt x="49860" y="52535"/>
                  </a:lnTo>
                  <a:lnTo>
                    <a:pt x="51657" y="50737"/>
                  </a:lnTo>
                  <a:lnTo>
                    <a:pt x="53496" y="48982"/>
                  </a:lnTo>
                  <a:lnTo>
                    <a:pt x="55377" y="47227"/>
                  </a:lnTo>
                  <a:lnTo>
                    <a:pt x="57299" y="45513"/>
                  </a:lnTo>
                  <a:lnTo>
                    <a:pt x="59263" y="43800"/>
                  </a:lnTo>
                  <a:lnTo>
                    <a:pt x="61269" y="42086"/>
                  </a:lnTo>
                  <a:lnTo>
                    <a:pt x="63317" y="40415"/>
                  </a:lnTo>
                  <a:lnTo>
                    <a:pt x="65449" y="38743"/>
                  </a:lnTo>
                  <a:lnTo>
                    <a:pt x="67580" y="37113"/>
                  </a:lnTo>
                  <a:lnTo>
                    <a:pt x="69795" y="35483"/>
                  </a:lnTo>
                  <a:lnTo>
                    <a:pt x="72052" y="33895"/>
                  </a:lnTo>
                  <a:lnTo>
                    <a:pt x="74350" y="32307"/>
                  </a:lnTo>
                  <a:lnTo>
                    <a:pt x="76691" y="30760"/>
                  </a:lnTo>
                  <a:lnTo>
                    <a:pt x="79073" y="29256"/>
                  </a:lnTo>
                  <a:lnTo>
                    <a:pt x="81497" y="27751"/>
                  </a:lnTo>
                  <a:lnTo>
                    <a:pt x="84005" y="26247"/>
                  </a:lnTo>
                  <a:lnTo>
                    <a:pt x="86512" y="24826"/>
                  </a:lnTo>
                  <a:lnTo>
                    <a:pt x="89103" y="23405"/>
                  </a:lnTo>
                  <a:lnTo>
                    <a:pt x="91778" y="21984"/>
                  </a:lnTo>
                  <a:lnTo>
                    <a:pt x="94453" y="20646"/>
                  </a:lnTo>
                  <a:lnTo>
                    <a:pt x="97211" y="19309"/>
                  </a:lnTo>
                  <a:lnTo>
                    <a:pt x="100011" y="17972"/>
                  </a:lnTo>
                  <a:lnTo>
                    <a:pt x="102853" y="16718"/>
                  </a:lnTo>
                  <a:lnTo>
                    <a:pt x="105737" y="15464"/>
                  </a:lnTo>
                  <a:lnTo>
                    <a:pt x="108704" y="14252"/>
                  </a:lnTo>
                  <a:lnTo>
                    <a:pt x="111713" y="13082"/>
                  </a:lnTo>
                  <a:lnTo>
                    <a:pt x="114806" y="11954"/>
                  </a:lnTo>
                  <a:lnTo>
                    <a:pt x="117899" y="10825"/>
                  </a:lnTo>
                  <a:lnTo>
                    <a:pt x="121075" y="9780"/>
                  </a:lnTo>
                  <a:lnTo>
                    <a:pt x="124335" y="8735"/>
                  </a:lnTo>
                  <a:lnTo>
                    <a:pt x="127636" y="7732"/>
                  </a:lnTo>
                  <a:lnTo>
                    <a:pt x="130980" y="6771"/>
                  </a:lnTo>
                  <a:lnTo>
                    <a:pt x="134407" y="5852"/>
                  </a:lnTo>
                  <a:lnTo>
                    <a:pt x="137834" y="4974"/>
                  </a:lnTo>
                  <a:lnTo>
                    <a:pt x="141386" y="4138"/>
                  </a:lnTo>
                  <a:lnTo>
                    <a:pt x="144980" y="3344"/>
                  </a:lnTo>
                  <a:lnTo>
                    <a:pt x="148616" y="2592"/>
                  </a:lnTo>
                  <a:lnTo>
                    <a:pt x="152336" y="1881"/>
                  </a:lnTo>
                  <a:lnTo>
                    <a:pt x="156097" y="1213"/>
                  </a:lnTo>
                  <a:lnTo>
                    <a:pt x="159942" y="586"/>
                  </a:lnTo>
                  <a:lnTo>
                    <a:pt x="16382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1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h="148575" w="143475">
                  <a:moveTo>
                    <a:pt x="141427" y="1"/>
                  </a:move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1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fill="none" h="148575" w="143475">
                  <a:moveTo>
                    <a:pt x="141427" y="1"/>
                  </a:moveTo>
                  <a:lnTo>
                    <a:pt x="141427" y="1"/>
                  </a:ln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lnTo>
                    <a:pt x="14142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1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1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1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1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11"/>
          <p:cNvGrpSpPr/>
          <p:nvPr/>
        </p:nvGrpSpPr>
        <p:grpSpPr>
          <a:xfrm flipH="1">
            <a:off x="-2430391" y="2080925"/>
            <a:ext cx="5327115" cy="6547037"/>
            <a:chOff x="4926821" y="213384"/>
            <a:chExt cx="3430430" cy="4216007"/>
          </a:xfrm>
        </p:grpSpPr>
        <p:sp>
          <p:nvSpPr>
            <p:cNvPr id="336" name="Google Shape;336;p11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h="173568" w="163829">
                  <a:moveTo>
                    <a:pt x="163829" y="1"/>
                  </a:moveTo>
                  <a:lnTo>
                    <a:pt x="159942" y="586"/>
                  </a:lnTo>
                  <a:lnTo>
                    <a:pt x="156097" y="1213"/>
                  </a:lnTo>
                  <a:lnTo>
                    <a:pt x="152336" y="1881"/>
                  </a:lnTo>
                  <a:lnTo>
                    <a:pt x="148616" y="2592"/>
                  </a:lnTo>
                  <a:lnTo>
                    <a:pt x="144980" y="3344"/>
                  </a:lnTo>
                  <a:lnTo>
                    <a:pt x="141386" y="4138"/>
                  </a:lnTo>
                  <a:lnTo>
                    <a:pt x="137834" y="4974"/>
                  </a:lnTo>
                  <a:lnTo>
                    <a:pt x="134407" y="5852"/>
                  </a:lnTo>
                  <a:lnTo>
                    <a:pt x="130980" y="6771"/>
                  </a:lnTo>
                  <a:lnTo>
                    <a:pt x="127636" y="7732"/>
                  </a:lnTo>
                  <a:lnTo>
                    <a:pt x="124335" y="8735"/>
                  </a:lnTo>
                  <a:lnTo>
                    <a:pt x="121075" y="9780"/>
                  </a:lnTo>
                  <a:lnTo>
                    <a:pt x="117899" y="10825"/>
                  </a:lnTo>
                  <a:lnTo>
                    <a:pt x="114806" y="11954"/>
                  </a:lnTo>
                  <a:lnTo>
                    <a:pt x="111713" y="13082"/>
                  </a:lnTo>
                  <a:lnTo>
                    <a:pt x="108704" y="14252"/>
                  </a:lnTo>
                  <a:lnTo>
                    <a:pt x="105737" y="15464"/>
                  </a:lnTo>
                  <a:lnTo>
                    <a:pt x="102853" y="16718"/>
                  </a:lnTo>
                  <a:lnTo>
                    <a:pt x="100011" y="17972"/>
                  </a:lnTo>
                  <a:lnTo>
                    <a:pt x="97211" y="19309"/>
                  </a:lnTo>
                  <a:lnTo>
                    <a:pt x="94453" y="20646"/>
                  </a:lnTo>
                  <a:lnTo>
                    <a:pt x="91778" y="21984"/>
                  </a:lnTo>
                  <a:lnTo>
                    <a:pt x="89103" y="23405"/>
                  </a:lnTo>
                  <a:lnTo>
                    <a:pt x="86512" y="24826"/>
                  </a:lnTo>
                  <a:lnTo>
                    <a:pt x="84005" y="26247"/>
                  </a:lnTo>
                  <a:lnTo>
                    <a:pt x="81497" y="27751"/>
                  </a:lnTo>
                  <a:lnTo>
                    <a:pt x="79073" y="29256"/>
                  </a:lnTo>
                  <a:lnTo>
                    <a:pt x="76691" y="30760"/>
                  </a:lnTo>
                  <a:lnTo>
                    <a:pt x="74350" y="32307"/>
                  </a:lnTo>
                  <a:lnTo>
                    <a:pt x="72052" y="33895"/>
                  </a:lnTo>
                  <a:lnTo>
                    <a:pt x="69795" y="35483"/>
                  </a:lnTo>
                  <a:lnTo>
                    <a:pt x="67580" y="37113"/>
                  </a:lnTo>
                  <a:lnTo>
                    <a:pt x="65449" y="38743"/>
                  </a:lnTo>
                  <a:lnTo>
                    <a:pt x="63317" y="40415"/>
                  </a:lnTo>
                  <a:lnTo>
                    <a:pt x="61269" y="42086"/>
                  </a:lnTo>
                  <a:lnTo>
                    <a:pt x="59263" y="43800"/>
                  </a:lnTo>
                  <a:lnTo>
                    <a:pt x="57299" y="45513"/>
                  </a:lnTo>
                  <a:lnTo>
                    <a:pt x="55377" y="47227"/>
                  </a:lnTo>
                  <a:lnTo>
                    <a:pt x="53496" y="48982"/>
                  </a:lnTo>
                  <a:lnTo>
                    <a:pt x="51657" y="50737"/>
                  </a:lnTo>
                  <a:lnTo>
                    <a:pt x="49860" y="52535"/>
                  </a:lnTo>
                  <a:lnTo>
                    <a:pt x="48105" y="54332"/>
                  </a:lnTo>
                  <a:lnTo>
                    <a:pt x="46391" y="56129"/>
                  </a:lnTo>
                  <a:lnTo>
                    <a:pt x="44719" y="57926"/>
                  </a:lnTo>
                  <a:lnTo>
                    <a:pt x="43048" y="59765"/>
                  </a:lnTo>
                  <a:lnTo>
                    <a:pt x="41460" y="61604"/>
                  </a:lnTo>
                  <a:lnTo>
                    <a:pt x="39913" y="63443"/>
                  </a:lnTo>
                  <a:lnTo>
                    <a:pt x="38409" y="65323"/>
                  </a:lnTo>
                  <a:lnTo>
                    <a:pt x="36946" y="67204"/>
                  </a:lnTo>
                  <a:lnTo>
                    <a:pt x="35483" y="69043"/>
                  </a:lnTo>
                  <a:lnTo>
                    <a:pt x="34104" y="70965"/>
                  </a:lnTo>
                  <a:lnTo>
                    <a:pt x="32725" y="72846"/>
                  </a:lnTo>
                  <a:lnTo>
                    <a:pt x="31429" y="74727"/>
                  </a:lnTo>
                  <a:lnTo>
                    <a:pt x="30134" y="76607"/>
                  </a:lnTo>
                  <a:lnTo>
                    <a:pt x="28880" y="78530"/>
                  </a:lnTo>
                  <a:lnTo>
                    <a:pt x="27668" y="80410"/>
                  </a:lnTo>
                  <a:lnTo>
                    <a:pt x="26498" y="82333"/>
                  </a:lnTo>
                  <a:lnTo>
                    <a:pt x="25327" y="84255"/>
                  </a:lnTo>
                  <a:lnTo>
                    <a:pt x="24199" y="86136"/>
                  </a:lnTo>
                  <a:lnTo>
                    <a:pt x="23154" y="88059"/>
                  </a:lnTo>
                  <a:lnTo>
                    <a:pt x="22068" y="89939"/>
                  </a:lnTo>
                  <a:lnTo>
                    <a:pt x="21065" y="91862"/>
                  </a:lnTo>
                  <a:lnTo>
                    <a:pt x="20062" y="93742"/>
                  </a:lnTo>
                  <a:lnTo>
                    <a:pt x="19142" y="95665"/>
                  </a:lnTo>
                  <a:lnTo>
                    <a:pt x="18223" y="97546"/>
                  </a:lnTo>
                  <a:lnTo>
                    <a:pt x="17303" y="99426"/>
                  </a:lnTo>
                  <a:lnTo>
                    <a:pt x="15632" y="103188"/>
                  </a:lnTo>
                  <a:lnTo>
                    <a:pt x="14043" y="106907"/>
                  </a:lnTo>
                  <a:lnTo>
                    <a:pt x="12539" y="110627"/>
                  </a:lnTo>
                  <a:lnTo>
                    <a:pt x="11201" y="114263"/>
                  </a:lnTo>
                  <a:lnTo>
                    <a:pt x="9906" y="117857"/>
                  </a:lnTo>
                  <a:lnTo>
                    <a:pt x="8777" y="121409"/>
                  </a:lnTo>
                  <a:lnTo>
                    <a:pt x="7691" y="124878"/>
                  </a:lnTo>
                  <a:lnTo>
                    <a:pt x="6730" y="128305"/>
                  </a:lnTo>
                  <a:lnTo>
                    <a:pt x="5810" y="131649"/>
                  </a:lnTo>
                  <a:lnTo>
                    <a:pt x="5016" y="134909"/>
                  </a:lnTo>
                  <a:lnTo>
                    <a:pt x="4264" y="138085"/>
                  </a:lnTo>
                  <a:lnTo>
                    <a:pt x="3637" y="141177"/>
                  </a:lnTo>
                  <a:lnTo>
                    <a:pt x="3052" y="144145"/>
                  </a:lnTo>
                  <a:lnTo>
                    <a:pt x="2509" y="147028"/>
                  </a:lnTo>
                  <a:lnTo>
                    <a:pt x="2049" y="149787"/>
                  </a:lnTo>
                  <a:lnTo>
                    <a:pt x="1673" y="152420"/>
                  </a:lnTo>
                  <a:lnTo>
                    <a:pt x="1297" y="154927"/>
                  </a:lnTo>
                  <a:lnTo>
                    <a:pt x="1004" y="157310"/>
                  </a:lnTo>
                  <a:lnTo>
                    <a:pt x="753" y="159566"/>
                  </a:lnTo>
                  <a:lnTo>
                    <a:pt x="586" y="161698"/>
                  </a:lnTo>
                  <a:lnTo>
                    <a:pt x="419" y="163662"/>
                  </a:lnTo>
                  <a:lnTo>
                    <a:pt x="168" y="167089"/>
                  </a:lnTo>
                  <a:lnTo>
                    <a:pt x="43" y="169847"/>
                  </a:lnTo>
                  <a:lnTo>
                    <a:pt x="1" y="171895"/>
                  </a:lnTo>
                  <a:lnTo>
                    <a:pt x="1" y="173567"/>
                  </a:lnTo>
                  <a:lnTo>
                    <a:pt x="3553" y="173107"/>
                  </a:lnTo>
                  <a:lnTo>
                    <a:pt x="7106" y="172606"/>
                  </a:lnTo>
                  <a:lnTo>
                    <a:pt x="10575" y="172062"/>
                  </a:lnTo>
                  <a:lnTo>
                    <a:pt x="13960" y="171477"/>
                  </a:lnTo>
                  <a:lnTo>
                    <a:pt x="17345" y="170850"/>
                  </a:lnTo>
                  <a:lnTo>
                    <a:pt x="20647" y="170182"/>
                  </a:lnTo>
                  <a:lnTo>
                    <a:pt x="23907" y="169430"/>
                  </a:lnTo>
                  <a:lnTo>
                    <a:pt x="27125" y="168677"/>
                  </a:lnTo>
                  <a:lnTo>
                    <a:pt x="30301" y="167841"/>
                  </a:lnTo>
                  <a:lnTo>
                    <a:pt x="33393" y="166964"/>
                  </a:lnTo>
                  <a:lnTo>
                    <a:pt x="36486" y="166086"/>
                  </a:lnTo>
                  <a:lnTo>
                    <a:pt x="39495" y="165125"/>
                  </a:lnTo>
                  <a:lnTo>
                    <a:pt x="42463" y="164164"/>
                  </a:lnTo>
                  <a:lnTo>
                    <a:pt x="45388" y="163119"/>
                  </a:lnTo>
                  <a:lnTo>
                    <a:pt x="48272" y="162074"/>
                  </a:lnTo>
                  <a:lnTo>
                    <a:pt x="51072" y="160946"/>
                  </a:lnTo>
                  <a:lnTo>
                    <a:pt x="53872" y="159817"/>
                  </a:lnTo>
                  <a:lnTo>
                    <a:pt x="56589" y="158647"/>
                  </a:lnTo>
                  <a:lnTo>
                    <a:pt x="59305" y="157435"/>
                  </a:lnTo>
                  <a:lnTo>
                    <a:pt x="61938" y="156181"/>
                  </a:lnTo>
                  <a:lnTo>
                    <a:pt x="64529" y="154927"/>
                  </a:lnTo>
                  <a:lnTo>
                    <a:pt x="67120" y="153590"/>
                  </a:lnTo>
                  <a:lnTo>
                    <a:pt x="69628" y="152253"/>
                  </a:lnTo>
                  <a:lnTo>
                    <a:pt x="72094" y="150873"/>
                  </a:lnTo>
                  <a:lnTo>
                    <a:pt x="74518" y="149494"/>
                  </a:lnTo>
                  <a:lnTo>
                    <a:pt x="76900" y="148031"/>
                  </a:lnTo>
                  <a:lnTo>
                    <a:pt x="79240" y="146569"/>
                  </a:lnTo>
                  <a:lnTo>
                    <a:pt x="81539" y="145106"/>
                  </a:lnTo>
                  <a:lnTo>
                    <a:pt x="83796" y="143560"/>
                  </a:lnTo>
                  <a:lnTo>
                    <a:pt x="86011" y="142055"/>
                  </a:lnTo>
                  <a:lnTo>
                    <a:pt x="88184" y="140467"/>
                  </a:lnTo>
                  <a:lnTo>
                    <a:pt x="90315" y="138879"/>
                  </a:lnTo>
                  <a:lnTo>
                    <a:pt x="92405" y="137249"/>
                  </a:lnTo>
                  <a:lnTo>
                    <a:pt x="94453" y="135619"/>
                  </a:lnTo>
                  <a:lnTo>
                    <a:pt x="96501" y="133947"/>
                  </a:lnTo>
                  <a:lnTo>
                    <a:pt x="98465" y="132276"/>
                  </a:lnTo>
                  <a:lnTo>
                    <a:pt x="100387" y="130562"/>
                  </a:lnTo>
                  <a:lnTo>
                    <a:pt x="102310" y="128849"/>
                  </a:lnTo>
                  <a:lnTo>
                    <a:pt x="104149" y="127135"/>
                  </a:lnTo>
                  <a:lnTo>
                    <a:pt x="105988" y="125380"/>
                  </a:lnTo>
                  <a:lnTo>
                    <a:pt x="107743" y="123583"/>
                  </a:lnTo>
                  <a:lnTo>
                    <a:pt x="109498" y="121786"/>
                  </a:lnTo>
                  <a:lnTo>
                    <a:pt x="111212" y="119988"/>
                  </a:lnTo>
                  <a:lnTo>
                    <a:pt x="112884" y="118150"/>
                  </a:lnTo>
                  <a:lnTo>
                    <a:pt x="114555" y="116352"/>
                  </a:lnTo>
                  <a:lnTo>
                    <a:pt x="116143" y="114472"/>
                  </a:lnTo>
                  <a:lnTo>
                    <a:pt x="117731" y="112633"/>
                  </a:lnTo>
                  <a:lnTo>
                    <a:pt x="119236" y="110752"/>
                  </a:lnTo>
                  <a:lnTo>
                    <a:pt x="120741" y="108871"/>
                  </a:lnTo>
                  <a:lnTo>
                    <a:pt x="122203" y="106991"/>
                  </a:lnTo>
                  <a:lnTo>
                    <a:pt x="123666" y="105110"/>
                  </a:lnTo>
                  <a:lnTo>
                    <a:pt x="125045" y="103188"/>
                  </a:lnTo>
                  <a:lnTo>
                    <a:pt x="126424" y="101307"/>
                  </a:lnTo>
                  <a:lnTo>
                    <a:pt x="127762" y="99384"/>
                  </a:lnTo>
                  <a:lnTo>
                    <a:pt x="129057" y="97462"/>
                  </a:lnTo>
                  <a:lnTo>
                    <a:pt x="130353" y="95540"/>
                  </a:lnTo>
                  <a:lnTo>
                    <a:pt x="131565" y="93575"/>
                  </a:lnTo>
                  <a:lnTo>
                    <a:pt x="132777" y="91653"/>
                  </a:lnTo>
                  <a:lnTo>
                    <a:pt x="133989" y="89730"/>
                  </a:lnTo>
                  <a:lnTo>
                    <a:pt x="135117" y="87808"/>
                  </a:lnTo>
                  <a:lnTo>
                    <a:pt x="136246" y="85844"/>
                  </a:lnTo>
                  <a:lnTo>
                    <a:pt x="137332" y="83921"/>
                  </a:lnTo>
                  <a:lnTo>
                    <a:pt x="139422" y="80076"/>
                  </a:lnTo>
                  <a:lnTo>
                    <a:pt x="141428" y="76189"/>
                  </a:lnTo>
                  <a:lnTo>
                    <a:pt x="143309" y="72386"/>
                  </a:lnTo>
                  <a:lnTo>
                    <a:pt x="145064" y="68583"/>
                  </a:lnTo>
                  <a:lnTo>
                    <a:pt x="146736" y="64822"/>
                  </a:lnTo>
                  <a:lnTo>
                    <a:pt x="148324" y="61060"/>
                  </a:lnTo>
                  <a:lnTo>
                    <a:pt x="149787" y="57383"/>
                  </a:lnTo>
                  <a:lnTo>
                    <a:pt x="151166" y="53747"/>
                  </a:lnTo>
                  <a:lnTo>
                    <a:pt x="152420" y="50194"/>
                  </a:lnTo>
                  <a:lnTo>
                    <a:pt x="153632" y="46684"/>
                  </a:lnTo>
                  <a:lnTo>
                    <a:pt x="154760" y="43256"/>
                  </a:lnTo>
                  <a:lnTo>
                    <a:pt x="155763" y="39913"/>
                  </a:lnTo>
                  <a:lnTo>
                    <a:pt x="156724" y="36653"/>
                  </a:lnTo>
                  <a:lnTo>
                    <a:pt x="157602" y="33477"/>
                  </a:lnTo>
                  <a:lnTo>
                    <a:pt x="158396" y="30426"/>
                  </a:lnTo>
                  <a:lnTo>
                    <a:pt x="159148" y="27459"/>
                  </a:lnTo>
                  <a:lnTo>
                    <a:pt x="159775" y="24617"/>
                  </a:lnTo>
                  <a:lnTo>
                    <a:pt x="160402" y="21900"/>
                  </a:lnTo>
                  <a:lnTo>
                    <a:pt x="160945" y="19267"/>
                  </a:lnTo>
                  <a:lnTo>
                    <a:pt x="161405" y="16802"/>
                  </a:lnTo>
                  <a:lnTo>
                    <a:pt x="161823" y="14503"/>
                  </a:lnTo>
                  <a:lnTo>
                    <a:pt x="162533" y="10282"/>
                  </a:lnTo>
                  <a:lnTo>
                    <a:pt x="163077" y="6729"/>
                  </a:lnTo>
                  <a:lnTo>
                    <a:pt x="163411" y="3888"/>
                  </a:lnTo>
                  <a:lnTo>
                    <a:pt x="163662" y="1756"/>
                  </a:lnTo>
                  <a:lnTo>
                    <a:pt x="16382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1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fill="none" h="173568" w="163829">
                  <a:moveTo>
                    <a:pt x="163829" y="1"/>
                  </a:moveTo>
                  <a:lnTo>
                    <a:pt x="163829" y="1"/>
                  </a:lnTo>
                  <a:lnTo>
                    <a:pt x="163662" y="1756"/>
                  </a:lnTo>
                  <a:lnTo>
                    <a:pt x="163411" y="3888"/>
                  </a:lnTo>
                  <a:lnTo>
                    <a:pt x="163077" y="6729"/>
                  </a:lnTo>
                  <a:lnTo>
                    <a:pt x="162533" y="10282"/>
                  </a:lnTo>
                  <a:lnTo>
                    <a:pt x="161823" y="14503"/>
                  </a:lnTo>
                  <a:lnTo>
                    <a:pt x="161405" y="16802"/>
                  </a:lnTo>
                  <a:lnTo>
                    <a:pt x="160945" y="19267"/>
                  </a:lnTo>
                  <a:lnTo>
                    <a:pt x="160402" y="21900"/>
                  </a:lnTo>
                  <a:lnTo>
                    <a:pt x="159775" y="24617"/>
                  </a:lnTo>
                  <a:lnTo>
                    <a:pt x="159148" y="27459"/>
                  </a:lnTo>
                  <a:lnTo>
                    <a:pt x="158396" y="30426"/>
                  </a:lnTo>
                  <a:lnTo>
                    <a:pt x="157602" y="33477"/>
                  </a:lnTo>
                  <a:lnTo>
                    <a:pt x="156724" y="36653"/>
                  </a:lnTo>
                  <a:lnTo>
                    <a:pt x="155763" y="39913"/>
                  </a:lnTo>
                  <a:lnTo>
                    <a:pt x="154760" y="43256"/>
                  </a:lnTo>
                  <a:lnTo>
                    <a:pt x="153632" y="46684"/>
                  </a:lnTo>
                  <a:lnTo>
                    <a:pt x="152420" y="50194"/>
                  </a:lnTo>
                  <a:lnTo>
                    <a:pt x="151166" y="53747"/>
                  </a:lnTo>
                  <a:lnTo>
                    <a:pt x="149787" y="57383"/>
                  </a:lnTo>
                  <a:lnTo>
                    <a:pt x="148324" y="61060"/>
                  </a:lnTo>
                  <a:lnTo>
                    <a:pt x="146736" y="64822"/>
                  </a:lnTo>
                  <a:lnTo>
                    <a:pt x="145064" y="68583"/>
                  </a:lnTo>
                  <a:lnTo>
                    <a:pt x="143309" y="72386"/>
                  </a:lnTo>
                  <a:lnTo>
                    <a:pt x="141428" y="76189"/>
                  </a:lnTo>
                  <a:lnTo>
                    <a:pt x="139422" y="80076"/>
                  </a:lnTo>
                  <a:lnTo>
                    <a:pt x="137332" y="83921"/>
                  </a:lnTo>
                  <a:lnTo>
                    <a:pt x="136246" y="85844"/>
                  </a:lnTo>
                  <a:lnTo>
                    <a:pt x="135117" y="87808"/>
                  </a:lnTo>
                  <a:lnTo>
                    <a:pt x="133989" y="89730"/>
                  </a:lnTo>
                  <a:lnTo>
                    <a:pt x="132777" y="91653"/>
                  </a:lnTo>
                  <a:lnTo>
                    <a:pt x="131565" y="93575"/>
                  </a:lnTo>
                  <a:lnTo>
                    <a:pt x="130353" y="95540"/>
                  </a:lnTo>
                  <a:lnTo>
                    <a:pt x="129057" y="97462"/>
                  </a:lnTo>
                  <a:lnTo>
                    <a:pt x="127762" y="99384"/>
                  </a:lnTo>
                  <a:lnTo>
                    <a:pt x="126424" y="101307"/>
                  </a:lnTo>
                  <a:lnTo>
                    <a:pt x="125045" y="103188"/>
                  </a:lnTo>
                  <a:lnTo>
                    <a:pt x="123666" y="105110"/>
                  </a:lnTo>
                  <a:lnTo>
                    <a:pt x="122203" y="106991"/>
                  </a:lnTo>
                  <a:lnTo>
                    <a:pt x="120741" y="108871"/>
                  </a:lnTo>
                  <a:lnTo>
                    <a:pt x="119236" y="110752"/>
                  </a:lnTo>
                  <a:lnTo>
                    <a:pt x="117731" y="112633"/>
                  </a:lnTo>
                  <a:lnTo>
                    <a:pt x="116143" y="114472"/>
                  </a:lnTo>
                  <a:lnTo>
                    <a:pt x="114555" y="116352"/>
                  </a:lnTo>
                  <a:lnTo>
                    <a:pt x="112884" y="118150"/>
                  </a:lnTo>
                  <a:lnTo>
                    <a:pt x="111212" y="119988"/>
                  </a:lnTo>
                  <a:lnTo>
                    <a:pt x="109498" y="121786"/>
                  </a:lnTo>
                  <a:lnTo>
                    <a:pt x="107743" y="123583"/>
                  </a:lnTo>
                  <a:lnTo>
                    <a:pt x="105988" y="125380"/>
                  </a:lnTo>
                  <a:lnTo>
                    <a:pt x="104149" y="127135"/>
                  </a:lnTo>
                  <a:lnTo>
                    <a:pt x="102310" y="128849"/>
                  </a:lnTo>
                  <a:lnTo>
                    <a:pt x="100387" y="130562"/>
                  </a:lnTo>
                  <a:lnTo>
                    <a:pt x="98465" y="132276"/>
                  </a:lnTo>
                  <a:lnTo>
                    <a:pt x="96501" y="133947"/>
                  </a:lnTo>
                  <a:lnTo>
                    <a:pt x="94453" y="135619"/>
                  </a:lnTo>
                  <a:lnTo>
                    <a:pt x="92405" y="137249"/>
                  </a:lnTo>
                  <a:lnTo>
                    <a:pt x="90315" y="138879"/>
                  </a:lnTo>
                  <a:lnTo>
                    <a:pt x="88184" y="140467"/>
                  </a:lnTo>
                  <a:lnTo>
                    <a:pt x="86011" y="142055"/>
                  </a:lnTo>
                  <a:lnTo>
                    <a:pt x="83796" y="143560"/>
                  </a:lnTo>
                  <a:lnTo>
                    <a:pt x="81539" y="145106"/>
                  </a:lnTo>
                  <a:lnTo>
                    <a:pt x="79240" y="146569"/>
                  </a:lnTo>
                  <a:lnTo>
                    <a:pt x="76900" y="148031"/>
                  </a:lnTo>
                  <a:lnTo>
                    <a:pt x="74518" y="149494"/>
                  </a:lnTo>
                  <a:lnTo>
                    <a:pt x="72094" y="150873"/>
                  </a:lnTo>
                  <a:lnTo>
                    <a:pt x="69628" y="152253"/>
                  </a:lnTo>
                  <a:lnTo>
                    <a:pt x="67120" y="153590"/>
                  </a:lnTo>
                  <a:lnTo>
                    <a:pt x="64529" y="154927"/>
                  </a:lnTo>
                  <a:lnTo>
                    <a:pt x="61938" y="156181"/>
                  </a:lnTo>
                  <a:lnTo>
                    <a:pt x="59305" y="157435"/>
                  </a:lnTo>
                  <a:lnTo>
                    <a:pt x="56589" y="158647"/>
                  </a:lnTo>
                  <a:lnTo>
                    <a:pt x="53872" y="159817"/>
                  </a:lnTo>
                  <a:lnTo>
                    <a:pt x="51072" y="160946"/>
                  </a:lnTo>
                  <a:lnTo>
                    <a:pt x="48272" y="162074"/>
                  </a:lnTo>
                  <a:lnTo>
                    <a:pt x="45388" y="163119"/>
                  </a:lnTo>
                  <a:lnTo>
                    <a:pt x="42463" y="164164"/>
                  </a:lnTo>
                  <a:lnTo>
                    <a:pt x="39495" y="165125"/>
                  </a:lnTo>
                  <a:lnTo>
                    <a:pt x="36486" y="166086"/>
                  </a:lnTo>
                  <a:lnTo>
                    <a:pt x="33393" y="166964"/>
                  </a:lnTo>
                  <a:lnTo>
                    <a:pt x="30301" y="167841"/>
                  </a:lnTo>
                  <a:lnTo>
                    <a:pt x="27125" y="168677"/>
                  </a:lnTo>
                  <a:lnTo>
                    <a:pt x="23907" y="169430"/>
                  </a:lnTo>
                  <a:lnTo>
                    <a:pt x="20647" y="170182"/>
                  </a:lnTo>
                  <a:lnTo>
                    <a:pt x="17345" y="170850"/>
                  </a:lnTo>
                  <a:lnTo>
                    <a:pt x="13960" y="171477"/>
                  </a:lnTo>
                  <a:lnTo>
                    <a:pt x="10575" y="172062"/>
                  </a:lnTo>
                  <a:lnTo>
                    <a:pt x="7106" y="172606"/>
                  </a:lnTo>
                  <a:lnTo>
                    <a:pt x="3553" y="173107"/>
                  </a:lnTo>
                  <a:lnTo>
                    <a:pt x="1" y="173567"/>
                  </a:lnTo>
                  <a:lnTo>
                    <a:pt x="1" y="173567"/>
                  </a:lnTo>
                  <a:lnTo>
                    <a:pt x="1" y="171895"/>
                  </a:lnTo>
                  <a:lnTo>
                    <a:pt x="43" y="169847"/>
                  </a:lnTo>
                  <a:lnTo>
                    <a:pt x="168" y="167089"/>
                  </a:lnTo>
                  <a:lnTo>
                    <a:pt x="419" y="163662"/>
                  </a:lnTo>
                  <a:lnTo>
                    <a:pt x="586" y="161698"/>
                  </a:lnTo>
                  <a:lnTo>
                    <a:pt x="753" y="159566"/>
                  </a:lnTo>
                  <a:lnTo>
                    <a:pt x="1004" y="157310"/>
                  </a:lnTo>
                  <a:lnTo>
                    <a:pt x="1297" y="154927"/>
                  </a:lnTo>
                  <a:lnTo>
                    <a:pt x="1673" y="152420"/>
                  </a:lnTo>
                  <a:lnTo>
                    <a:pt x="2049" y="149787"/>
                  </a:lnTo>
                  <a:lnTo>
                    <a:pt x="2509" y="147028"/>
                  </a:lnTo>
                  <a:lnTo>
                    <a:pt x="3052" y="144145"/>
                  </a:lnTo>
                  <a:lnTo>
                    <a:pt x="3637" y="141177"/>
                  </a:lnTo>
                  <a:lnTo>
                    <a:pt x="4264" y="138085"/>
                  </a:lnTo>
                  <a:lnTo>
                    <a:pt x="5016" y="134909"/>
                  </a:lnTo>
                  <a:lnTo>
                    <a:pt x="5810" y="131649"/>
                  </a:lnTo>
                  <a:lnTo>
                    <a:pt x="6730" y="128305"/>
                  </a:lnTo>
                  <a:lnTo>
                    <a:pt x="7691" y="124878"/>
                  </a:lnTo>
                  <a:lnTo>
                    <a:pt x="8777" y="121409"/>
                  </a:lnTo>
                  <a:lnTo>
                    <a:pt x="9906" y="117857"/>
                  </a:lnTo>
                  <a:lnTo>
                    <a:pt x="11201" y="114263"/>
                  </a:lnTo>
                  <a:lnTo>
                    <a:pt x="12539" y="110627"/>
                  </a:lnTo>
                  <a:lnTo>
                    <a:pt x="14043" y="106907"/>
                  </a:lnTo>
                  <a:lnTo>
                    <a:pt x="15632" y="103188"/>
                  </a:lnTo>
                  <a:lnTo>
                    <a:pt x="17303" y="99426"/>
                  </a:lnTo>
                  <a:lnTo>
                    <a:pt x="18223" y="97546"/>
                  </a:lnTo>
                  <a:lnTo>
                    <a:pt x="19142" y="95665"/>
                  </a:lnTo>
                  <a:lnTo>
                    <a:pt x="20062" y="93742"/>
                  </a:lnTo>
                  <a:lnTo>
                    <a:pt x="21065" y="91862"/>
                  </a:lnTo>
                  <a:lnTo>
                    <a:pt x="22068" y="89939"/>
                  </a:lnTo>
                  <a:lnTo>
                    <a:pt x="23154" y="88059"/>
                  </a:lnTo>
                  <a:lnTo>
                    <a:pt x="24199" y="86136"/>
                  </a:lnTo>
                  <a:lnTo>
                    <a:pt x="25327" y="84255"/>
                  </a:lnTo>
                  <a:lnTo>
                    <a:pt x="26498" y="82333"/>
                  </a:lnTo>
                  <a:lnTo>
                    <a:pt x="27668" y="80410"/>
                  </a:lnTo>
                  <a:lnTo>
                    <a:pt x="28880" y="78530"/>
                  </a:lnTo>
                  <a:lnTo>
                    <a:pt x="30134" y="76607"/>
                  </a:lnTo>
                  <a:lnTo>
                    <a:pt x="31429" y="74727"/>
                  </a:lnTo>
                  <a:lnTo>
                    <a:pt x="32725" y="72846"/>
                  </a:lnTo>
                  <a:lnTo>
                    <a:pt x="34104" y="70965"/>
                  </a:lnTo>
                  <a:lnTo>
                    <a:pt x="35483" y="69043"/>
                  </a:lnTo>
                  <a:lnTo>
                    <a:pt x="36946" y="67204"/>
                  </a:lnTo>
                  <a:lnTo>
                    <a:pt x="38409" y="65323"/>
                  </a:lnTo>
                  <a:lnTo>
                    <a:pt x="39913" y="63443"/>
                  </a:lnTo>
                  <a:lnTo>
                    <a:pt x="41460" y="61604"/>
                  </a:lnTo>
                  <a:lnTo>
                    <a:pt x="43048" y="59765"/>
                  </a:lnTo>
                  <a:lnTo>
                    <a:pt x="44719" y="57926"/>
                  </a:lnTo>
                  <a:lnTo>
                    <a:pt x="46391" y="56129"/>
                  </a:lnTo>
                  <a:lnTo>
                    <a:pt x="48105" y="54332"/>
                  </a:lnTo>
                  <a:lnTo>
                    <a:pt x="49860" y="52535"/>
                  </a:lnTo>
                  <a:lnTo>
                    <a:pt x="51657" y="50737"/>
                  </a:lnTo>
                  <a:lnTo>
                    <a:pt x="53496" y="48982"/>
                  </a:lnTo>
                  <a:lnTo>
                    <a:pt x="55377" y="47227"/>
                  </a:lnTo>
                  <a:lnTo>
                    <a:pt x="57299" y="45513"/>
                  </a:lnTo>
                  <a:lnTo>
                    <a:pt x="59263" y="43800"/>
                  </a:lnTo>
                  <a:lnTo>
                    <a:pt x="61269" y="42086"/>
                  </a:lnTo>
                  <a:lnTo>
                    <a:pt x="63317" y="40415"/>
                  </a:lnTo>
                  <a:lnTo>
                    <a:pt x="65449" y="38743"/>
                  </a:lnTo>
                  <a:lnTo>
                    <a:pt x="67580" y="37113"/>
                  </a:lnTo>
                  <a:lnTo>
                    <a:pt x="69795" y="35483"/>
                  </a:lnTo>
                  <a:lnTo>
                    <a:pt x="72052" y="33895"/>
                  </a:lnTo>
                  <a:lnTo>
                    <a:pt x="74350" y="32307"/>
                  </a:lnTo>
                  <a:lnTo>
                    <a:pt x="76691" y="30760"/>
                  </a:lnTo>
                  <a:lnTo>
                    <a:pt x="79073" y="29256"/>
                  </a:lnTo>
                  <a:lnTo>
                    <a:pt x="81497" y="27751"/>
                  </a:lnTo>
                  <a:lnTo>
                    <a:pt x="84005" y="26247"/>
                  </a:lnTo>
                  <a:lnTo>
                    <a:pt x="86512" y="24826"/>
                  </a:lnTo>
                  <a:lnTo>
                    <a:pt x="89103" y="23405"/>
                  </a:lnTo>
                  <a:lnTo>
                    <a:pt x="91778" y="21984"/>
                  </a:lnTo>
                  <a:lnTo>
                    <a:pt x="94453" y="20646"/>
                  </a:lnTo>
                  <a:lnTo>
                    <a:pt x="97211" y="19309"/>
                  </a:lnTo>
                  <a:lnTo>
                    <a:pt x="100011" y="17972"/>
                  </a:lnTo>
                  <a:lnTo>
                    <a:pt x="102853" y="16718"/>
                  </a:lnTo>
                  <a:lnTo>
                    <a:pt x="105737" y="15464"/>
                  </a:lnTo>
                  <a:lnTo>
                    <a:pt x="108704" y="14252"/>
                  </a:lnTo>
                  <a:lnTo>
                    <a:pt x="111713" y="13082"/>
                  </a:lnTo>
                  <a:lnTo>
                    <a:pt x="114806" y="11954"/>
                  </a:lnTo>
                  <a:lnTo>
                    <a:pt x="117899" y="10825"/>
                  </a:lnTo>
                  <a:lnTo>
                    <a:pt x="121075" y="9780"/>
                  </a:lnTo>
                  <a:lnTo>
                    <a:pt x="124335" y="8735"/>
                  </a:lnTo>
                  <a:lnTo>
                    <a:pt x="127636" y="7732"/>
                  </a:lnTo>
                  <a:lnTo>
                    <a:pt x="130980" y="6771"/>
                  </a:lnTo>
                  <a:lnTo>
                    <a:pt x="134407" y="5852"/>
                  </a:lnTo>
                  <a:lnTo>
                    <a:pt x="137834" y="4974"/>
                  </a:lnTo>
                  <a:lnTo>
                    <a:pt x="141386" y="4138"/>
                  </a:lnTo>
                  <a:lnTo>
                    <a:pt x="144980" y="3344"/>
                  </a:lnTo>
                  <a:lnTo>
                    <a:pt x="148616" y="2592"/>
                  </a:lnTo>
                  <a:lnTo>
                    <a:pt x="152336" y="1881"/>
                  </a:lnTo>
                  <a:lnTo>
                    <a:pt x="156097" y="1213"/>
                  </a:lnTo>
                  <a:lnTo>
                    <a:pt x="159942" y="586"/>
                  </a:lnTo>
                  <a:lnTo>
                    <a:pt x="16382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1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h="148575" w="143475">
                  <a:moveTo>
                    <a:pt x="141427" y="1"/>
                  </a:move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1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fill="none" h="148575" w="143475">
                  <a:moveTo>
                    <a:pt x="141427" y="1"/>
                  </a:moveTo>
                  <a:lnTo>
                    <a:pt x="141427" y="1"/>
                  </a:ln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lnTo>
                    <a:pt x="14142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1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1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1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1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"/>
          <p:cNvSpPr txBox="1"/>
          <p:nvPr>
            <p:ph type="title"/>
          </p:nvPr>
        </p:nvSpPr>
        <p:spPr>
          <a:xfrm>
            <a:off x="3035700" y="3138500"/>
            <a:ext cx="3072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347" name="Google Shape;347;p13"/>
          <p:cNvSpPr txBox="1"/>
          <p:nvPr>
            <p:ph idx="1" type="subTitle"/>
          </p:nvPr>
        </p:nvSpPr>
        <p:spPr>
          <a:xfrm>
            <a:off x="2523550" y="2281525"/>
            <a:ext cx="40968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8" name="Google Shape;348;p13"/>
          <p:cNvGrpSpPr/>
          <p:nvPr/>
        </p:nvGrpSpPr>
        <p:grpSpPr>
          <a:xfrm flipH="1">
            <a:off x="209499" y="4207153"/>
            <a:ext cx="620110" cy="787296"/>
            <a:chOff x="2965800" y="1494175"/>
            <a:chExt cx="999050" cy="1268400"/>
          </a:xfrm>
        </p:grpSpPr>
        <p:sp>
          <p:nvSpPr>
            <p:cNvPr id="349" name="Google Shape;349;p13"/>
            <p:cNvSpPr/>
            <p:nvPr/>
          </p:nvSpPr>
          <p:spPr>
            <a:xfrm>
              <a:off x="2965800" y="1494175"/>
              <a:ext cx="999050" cy="1268400"/>
            </a:xfrm>
            <a:custGeom>
              <a:rect b="b" l="l" r="r" t="t"/>
              <a:pathLst>
                <a:path extrusionOk="0" h="50736" w="39962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50"/>
                  </a:lnTo>
                  <a:lnTo>
                    <a:pt x="18199" y="20956"/>
                  </a:lnTo>
                  <a:lnTo>
                    <a:pt x="18963" y="20320"/>
                  </a:lnTo>
                  <a:lnTo>
                    <a:pt x="19684" y="19641"/>
                  </a:lnTo>
                  <a:lnTo>
                    <a:pt x="20405" y="18920"/>
                  </a:lnTo>
                  <a:lnTo>
                    <a:pt x="21042" y="18156"/>
                  </a:lnTo>
                  <a:lnTo>
                    <a:pt x="21593" y="17350"/>
                  </a:lnTo>
                  <a:lnTo>
                    <a:pt x="21848" y="16926"/>
                  </a:lnTo>
                  <a:lnTo>
                    <a:pt x="22060" y="16502"/>
                  </a:lnTo>
                  <a:lnTo>
                    <a:pt x="22272" y="16035"/>
                  </a:lnTo>
                  <a:lnTo>
                    <a:pt x="22442" y="15569"/>
                  </a:lnTo>
                  <a:lnTo>
                    <a:pt x="22569" y="15017"/>
                  </a:lnTo>
                  <a:lnTo>
                    <a:pt x="22696" y="14466"/>
                  </a:lnTo>
                  <a:lnTo>
                    <a:pt x="22738" y="13914"/>
                  </a:lnTo>
                  <a:lnTo>
                    <a:pt x="22781" y="13363"/>
                  </a:lnTo>
                  <a:lnTo>
                    <a:pt x="22781" y="12769"/>
                  </a:lnTo>
                  <a:lnTo>
                    <a:pt x="22738" y="12175"/>
                  </a:lnTo>
                  <a:lnTo>
                    <a:pt x="22611" y="11030"/>
                  </a:lnTo>
                  <a:lnTo>
                    <a:pt x="22442" y="9842"/>
                  </a:lnTo>
                  <a:lnTo>
                    <a:pt x="22229" y="8696"/>
                  </a:lnTo>
                  <a:lnTo>
                    <a:pt x="21975" y="7594"/>
                  </a:lnTo>
                  <a:lnTo>
                    <a:pt x="21805" y="6491"/>
                  </a:lnTo>
                  <a:lnTo>
                    <a:pt x="21720" y="6321"/>
                  </a:lnTo>
                  <a:lnTo>
                    <a:pt x="21636" y="6194"/>
                  </a:lnTo>
                  <a:lnTo>
                    <a:pt x="21508" y="6109"/>
                  </a:lnTo>
                  <a:lnTo>
                    <a:pt x="21339" y="6024"/>
                  </a:lnTo>
                  <a:lnTo>
                    <a:pt x="21211" y="6024"/>
                  </a:lnTo>
                  <a:lnTo>
                    <a:pt x="21042" y="6066"/>
                  </a:lnTo>
                  <a:lnTo>
                    <a:pt x="20872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273" y="32622"/>
                  </a:lnTo>
                  <a:lnTo>
                    <a:pt x="8824" y="31943"/>
                  </a:lnTo>
                  <a:lnTo>
                    <a:pt x="9333" y="31222"/>
                  </a:lnTo>
                  <a:lnTo>
                    <a:pt x="9800" y="30543"/>
                  </a:lnTo>
                  <a:lnTo>
                    <a:pt x="10224" y="29780"/>
                  </a:lnTo>
                  <a:lnTo>
                    <a:pt x="10564" y="29016"/>
                  </a:lnTo>
                  <a:lnTo>
                    <a:pt x="10818" y="28253"/>
                  </a:lnTo>
                  <a:lnTo>
                    <a:pt x="10988" y="27404"/>
                  </a:lnTo>
                  <a:lnTo>
                    <a:pt x="11073" y="26938"/>
                  </a:lnTo>
                  <a:lnTo>
                    <a:pt x="11073" y="26513"/>
                  </a:lnTo>
                  <a:lnTo>
                    <a:pt x="11073" y="26004"/>
                  </a:lnTo>
                  <a:lnTo>
                    <a:pt x="11073" y="25495"/>
                  </a:lnTo>
                  <a:lnTo>
                    <a:pt x="10945" y="24520"/>
                  </a:lnTo>
                  <a:lnTo>
                    <a:pt x="10733" y="23544"/>
                  </a:lnTo>
                  <a:lnTo>
                    <a:pt x="10436" y="22568"/>
                  </a:lnTo>
                  <a:lnTo>
                    <a:pt x="10097" y="21635"/>
                  </a:lnTo>
                  <a:lnTo>
                    <a:pt x="9715" y="20702"/>
                  </a:lnTo>
                  <a:lnTo>
                    <a:pt x="8909" y="18878"/>
                  </a:lnTo>
                  <a:lnTo>
                    <a:pt x="8824" y="18750"/>
                  </a:lnTo>
                  <a:lnTo>
                    <a:pt x="8655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46" y="18665"/>
                  </a:lnTo>
                  <a:lnTo>
                    <a:pt x="7976" y="18750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982" y="38434"/>
                  </a:lnTo>
                  <a:lnTo>
                    <a:pt x="13533" y="38773"/>
                  </a:lnTo>
                  <a:lnTo>
                    <a:pt x="14085" y="39028"/>
                  </a:lnTo>
                  <a:lnTo>
                    <a:pt x="14636" y="39240"/>
                  </a:lnTo>
                  <a:lnTo>
                    <a:pt x="15187" y="39409"/>
                  </a:lnTo>
                  <a:lnTo>
                    <a:pt x="15739" y="39537"/>
                  </a:lnTo>
                  <a:lnTo>
                    <a:pt x="16290" y="39664"/>
                  </a:lnTo>
                  <a:lnTo>
                    <a:pt x="16842" y="39706"/>
                  </a:lnTo>
                  <a:lnTo>
                    <a:pt x="17436" y="39749"/>
                  </a:lnTo>
                  <a:lnTo>
                    <a:pt x="17987" y="39749"/>
                  </a:lnTo>
                  <a:lnTo>
                    <a:pt x="18539" y="39706"/>
                  </a:lnTo>
                  <a:lnTo>
                    <a:pt x="19090" y="39664"/>
                  </a:lnTo>
                  <a:lnTo>
                    <a:pt x="19642" y="39579"/>
                  </a:lnTo>
                  <a:lnTo>
                    <a:pt x="20193" y="39452"/>
                  </a:lnTo>
                  <a:lnTo>
                    <a:pt x="20745" y="39282"/>
                  </a:lnTo>
                  <a:lnTo>
                    <a:pt x="21296" y="39112"/>
                  </a:lnTo>
                  <a:lnTo>
                    <a:pt x="22357" y="38688"/>
                  </a:lnTo>
                  <a:lnTo>
                    <a:pt x="23417" y="38179"/>
                  </a:lnTo>
                  <a:lnTo>
                    <a:pt x="24435" y="37585"/>
                  </a:lnTo>
                  <a:lnTo>
                    <a:pt x="25411" y="36907"/>
                  </a:lnTo>
                  <a:lnTo>
                    <a:pt x="26344" y="36185"/>
                  </a:lnTo>
                  <a:lnTo>
                    <a:pt x="27235" y="35422"/>
                  </a:lnTo>
                  <a:lnTo>
                    <a:pt x="28084" y="34616"/>
                  </a:lnTo>
                  <a:lnTo>
                    <a:pt x="28847" y="33767"/>
                  </a:lnTo>
                  <a:lnTo>
                    <a:pt x="28974" y="33598"/>
                  </a:lnTo>
                  <a:lnTo>
                    <a:pt x="29017" y="33386"/>
                  </a:lnTo>
                  <a:lnTo>
                    <a:pt x="29017" y="33216"/>
                  </a:lnTo>
                  <a:lnTo>
                    <a:pt x="28974" y="33046"/>
                  </a:lnTo>
                  <a:lnTo>
                    <a:pt x="28890" y="32877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926" y="25707"/>
                  </a:lnTo>
                  <a:lnTo>
                    <a:pt x="24520" y="25919"/>
                  </a:lnTo>
                  <a:lnTo>
                    <a:pt x="25114" y="26089"/>
                  </a:lnTo>
                  <a:lnTo>
                    <a:pt x="25708" y="26216"/>
                  </a:lnTo>
                  <a:lnTo>
                    <a:pt x="26302" y="26344"/>
                  </a:lnTo>
                  <a:lnTo>
                    <a:pt x="26896" y="26428"/>
                  </a:lnTo>
                  <a:lnTo>
                    <a:pt x="27490" y="26471"/>
                  </a:lnTo>
                  <a:lnTo>
                    <a:pt x="28041" y="26513"/>
                  </a:lnTo>
                  <a:lnTo>
                    <a:pt x="29229" y="26513"/>
                  </a:lnTo>
                  <a:lnTo>
                    <a:pt x="29823" y="26471"/>
                  </a:lnTo>
                  <a:lnTo>
                    <a:pt x="30374" y="26386"/>
                  </a:lnTo>
                  <a:lnTo>
                    <a:pt x="30968" y="26301"/>
                  </a:lnTo>
                  <a:lnTo>
                    <a:pt x="31520" y="26174"/>
                  </a:lnTo>
                  <a:lnTo>
                    <a:pt x="32071" y="26004"/>
                  </a:lnTo>
                  <a:lnTo>
                    <a:pt x="32623" y="25835"/>
                  </a:lnTo>
                  <a:lnTo>
                    <a:pt x="33174" y="25665"/>
                  </a:lnTo>
                  <a:lnTo>
                    <a:pt x="33726" y="25410"/>
                  </a:lnTo>
                  <a:lnTo>
                    <a:pt x="34235" y="25198"/>
                  </a:lnTo>
                  <a:lnTo>
                    <a:pt x="34744" y="24901"/>
                  </a:lnTo>
                  <a:lnTo>
                    <a:pt x="35253" y="24604"/>
                  </a:lnTo>
                  <a:lnTo>
                    <a:pt x="35762" y="24307"/>
                  </a:lnTo>
                  <a:lnTo>
                    <a:pt x="36228" y="23968"/>
                  </a:lnTo>
                  <a:lnTo>
                    <a:pt x="36695" y="23629"/>
                  </a:lnTo>
                  <a:lnTo>
                    <a:pt x="37162" y="23247"/>
                  </a:lnTo>
                  <a:lnTo>
                    <a:pt x="37586" y="22823"/>
                  </a:lnTo>
                  <a:lnTo>
                    <a:pt x="38010" y="22398"/>
                  </a:lnTo>
                  <a:lnTo>
                    <a:pt x="38434" y="21974"/>
                  </a:lnTo>
                  <a:lnTo>
                    <a:pt x="38816" y="21508"/>
                  </a:lnTo>
                  <a:lnTo>
                    <a:pt x="39198" y="20999"/>
                  </a:lnTo>
                  <a:lnTo>
                    <a:pt x="39537" y="20490"/>
                  </a:lnTo>
                  <a:lnTo>
                    <a:pt x="39877" y="19980"/>
                  </a:lnTo>
                  <a:lnTo>
                    <a:pt x="39962" y="19811"/>
                  </a:lnTo>
                  <a:lnTo>
                    <a:pt x="39962" y="19641"/>
                  </a:lnTo>
                  <a:lnTo>
                    <a:pt x="39962" y="19471"/>
                  </a:lnTo>
                  <a:lnTo>
                    <a:pt x="39877" y="19302"/>
                  </a:lnTo>
                  <a:lnTo>
                    <a:pt x="39792" y="19174"/>
                  </a:lnTo>
                  <a:lnTo>
                    <a:pt x="39665" y="19047"/>
                  </a:lnTo>
                  <a:lnTo>
                    <a:pt x="39495" y="19005"/>
                  </a:lnTo>
                  <a:lnTo>
                    <a:pt x="39325" y="18962"/>
                  </a:lnTo>
                  <a:lnTo>
                    <a:pt x="38731" y="19005"/>
                  </a:lnTo>
                  <a:lnTo>
                    <a:pt x="38137" y="19005"/>
                  </a:lnTo>
                  <a:lnTo>
                    <a:pt x="36907" y="18920"/>
                  </a:lnTo>
                  <a:lnTo>
                    <a:pt x="34447" y="18708"/>
                  </a:lnTo>
                  <a:lnTo>
                    <a:pt x="33217" y="18665"/>
                  </a:lnTo>
                  <a:lnTo>
                    <a:pt x="32623" y="18623"/>
                  </a:lnTo>
                  <a:lnTo>
                    <a:pt x="32029" y="18665"/>
                  </a:lnTo>
                  <a:lnTo>
                    <a:pt x="31435" y="18708"/>
                  </a:lnTo>
                  <a:lnTo>
                    <a:pt x="30841" y="18793"/>
                  </a:lnTo>
                  <a:lnTo>
                    <a:pt x="30247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956" y="13193"/>
                  </a:lnTo>
                  <a:lnTo>
                    <a:pt x="28593" y="13363"/>
                  </a:lnTo>
                  <a:lnTo>
                    <a:pt x="29229" y="13448"/>
                  </a:lnTo>
                  <a:lnTo>
                    <a:pt x="29865" y="13532"/>
                  </a:lnTo>
                  <a:lnTo>
                    <a:pt x="30502" y="13532"/>
                  </a:lnTo>
                  <a:lnTo>
                    <a:pt x="31138" y="13490"/>
                  </a:lnTo>
                  <a:lnTo>
                    <a:pt x="31774" y="13405"/>
                  </a:lnTo>
                  <a:lnTo>
                    <a:pt x="32368" y="13278"/>
                  </a:lnTo>
                  <a:lnTo>
                    <a:pt x="33004" y="13108"/>
                  </a:lnTo>
                  <a:lnTo>
                    <a:pt x="33598" y="12896"/>
                  </a:lnTo>
                  <a:lnTo>
                    <a:pt x="34192" y="12684"/>
                  </a:lnTo>
                  <a:lnTo>
                    <a:pt x="34786" y="12387"/>
                  </a:lnTo>
                  <a:lnTo>
                    <a:pt x="35338" y="12048"/>
                  </a:lnTo>
                  <a:lnTo>
                    <a:pt x="35889" y="11708"/>
                  </a:lnTo>
                  <a:lnTo>
                    <a:pt x="36398" y="11327"/>
                  </a:lnTo>
                  <a:lnTo>
                    <a:pt x="36907" y="10902"/>
                  </a:lnTo>
                  <a:lnTo>
                    <a:pt x="37416" y="10393"/>
                  </a:lnTo>
                  <a:lnTo>
                    <a:pt x="37883" y="9842"/>
                  </a:lnTo>
                  <a:lnTo>
                    <a:pt x="38265" y="9290"/>
                  </a:lnTo>
                  <a:lnTo>
                    <a:pt x="38604" y="8696"/>
                  </a:lnTo>
                  <a:lnTo>
                    <a:pt x="38901" y="8060"/>
                  </a:lnTo>
                  <a:lnTo>
                    <a:pt x="39113" y="7424"/>
                  </a:lnTo>
                  <a:lnTo>
                    <a:pt x="39283" y="6788"/>
                  </a:lnTo>
                  <a:lnTo>
                    <a:pt x="39410" y="6109"/>
                  </a:lnTo>
                  <a:lnTo>
                    <a:pt x="39495" y="5472"/>
                  </a:lnTo>
                  <a:lnTo>
                    <a:pt x="39537" y="4794"/>
                  </a:lnTo>
                  <a:lnTo>
                    <a:pt x="39580" y="4073"/>
                  </a:lnTo>
                  <a:lnTo>
                    <a:pt x="39537" y="3394"/>
                  </a:lnTo>
                  <a:lnTo>
                    <a:pt x="39452" y="1994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3"/>
            <p:cNvSpPr/>
            <p:nvPr/>
          </p:nvSpPr>
          <p:spPr>
            <a:xfrm>
              <a:off x="2965800" y="1494175"/>
              <a:ext cx="985275" cy="1268400"/>
            </a:xfrm>
            <a:custGeom>
              <a:rect b="b" l="l" r="r" t="t"/>
              <a:pathLst>
                <a:path extrusionOk="0" h="50736" w="39411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92"/>
                  </a:lnTo>
                  <a:lnTo>
                    <a:pt x="16884" y="21296"/>
                  </a:lnTo>
                  <a:lnTo>
                    <a:pt x="16418" y="20999"/>
                  </a:lnTo>
                  <a:lnTo>
                    <a:pt x="16036" y="20659"/>
                  </a:lnTo>
                  <a:lnTo>
                    <a:pt x="15697" y="20277"/>
                  </a:lnTo>
                  <a:lnTo>
                    <a:pt x="15442" y="19853"/>
                  </a:lnTo>
                  <a:lnTo>
                    <a:pt x="15230" y="19471"/>
                  </a:lnTo>
                  <a:lnTo>
                    <a:pt x="15103" y="19005"/>
                  </a:lnTo>
                  <a:lnTo>
                    <a:pt x="14975" y="18538"/>
                  </a:lnTo>
                  <a:lnTo>
                    <a:pt x="14933" y="18072"/>
                  </a:lnTo>
                  <a:lnTo>
                    <a:pt x="14933" y="17562"/>
                  </a:lnTo>
                  <a:lnTo>
                    <a:pt x="14975" y="17053"/>
                  </a:lnTo>
                  <a:lnTo>
                    <a:pt x="15060" y="16544"/>
                  </a:lnTo>
                  <a:lnTo>
                    <a:pt x="15187" y="15993"/>
                  </a:lnTo>
                  <a:lnTo>
                    <a:pt x="15357" y="15441"/>
                  </a:lnTo>
                  <a:lnTo>
                    <a:pt x="15527" y="14890"/>
                  </a:lnTo>
                  <a:lnTo>
                    <a:pt x="15739" y="14338"/>
                  </a:lnTo>
                  <a:lnTo>
                    <a:pt x="16290" y="13193"/>
                  </a:lnTo>
                  <a:lnTo>
                    <a:pt x="16927" y="12090"/>
                  </a:lnTo>
                  <a:lnTo>
                    <a:pt x="17605" y="10987"/>
                  </a:lnTo>
                  <a:lnTo>
                    <a:pt x="18369" y="9884"/>
                  </a:lnTo>
                  <a:lnTo>
                    <a:pt x="19175" y="8824"/>
                  </a:lnTo>
                  <a:lnTo>
                    <a:pt x="19981" y="7848"/>
                  </a:lnTo>
                  <a:lnTo>
                    <a:pt x="20745" y="6915"/>
                  </a:lnTo>
                  <a:lnTo>
                    <a:pt x="21508" y="6066"/>
                  </a:lnTo>
                  <a:lnTo>
                    <a:pt x="21296" y="6024"/>
                  </a:lnTo>
                  <a:lnTo>
                    <a:pt x="21084" y="6024"/>
                  </a:lnTo>
                  <a:lnTo>
                    <a:pt x="20914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188" y="32664"/>
                  </a:lnTo>
                  <a:lnTo>
                    <a:pt x="8061" y="32622"/>
                  </a:lnTo>
                  <a:lnTo>
                    <a:pt x="7933" y="32537"/>
                  </a:lnTo>
                  <a:lnTo>
                    <a:pt x="7849" y="32452"/>
                  </a:lnTo>
                  <a:lnTo>
                    <a:pt x="7721" y="32325"/>
                  </a:lnTo>
                  <a:lnTo>
                    <a:pt x="7212" y="31477"/>
                  </a:lnTo>
                  <a:lnTo>
                    <a:pt x="6788" y="30586"/>
                  </a:lnTo>
                  <a:lnTo>
                    <a:pt x="6449" y="29695"/>
                  </a:lnTo>
                  <a:lnTo>
                    <a:pt x="6194" y="28847"/>
                  </a:lnTo>
                  <a:lnTo>
                    <a:pt x="6067" y="27998"/>
                  </a:lnTo>
                  <a:lnTo>
                    <a:pt x="6024" y="27107"/>
                  </a:lnTo>
                  <a:lnTo>
                    <a:pt x="6024" y="26259"/>
                  </a:lnTo>
                  <a:lnTo>
                    <a:pt x="6109" y="25410"/>
                  </a:lnTo>
                  <a:lnTo>
                    <a:pt x="6279" y="24562"/>
                  </a:lnTo>
                  <a:lnTo>
                    <a:pt x="6491" y="23714"/>
                  </a:lnTo>
                  <a:lnTo>
                    <a:pt x="6788" y="22908"/>
                  </a:lnTo>
                  <a:lnTo>
                    <a:pt x="7085" y="22059"/>
                  </a:lnTo>
                  <a:lnTo>
                    <a:pt x="7467" y="21211"/>
                  </a:lnTo>
                  <a:lnTo>
                    <a:pt x="7849" y="20362"/>
                  </a:lnTo>
                  <a:lnTo>
                    <a:pt x="8739" y="18708"/>
                  </a:lnTo>
                  <a:lnTo>
                    <a:pt x="8612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88" y="18623"/>
                  </a:lnTo>
                  <a:lnTo>
                    <a:pt x="8061" y="18708"/>
                  </a:lnTo>
                  <a:lnTo>
                    <a:pt x="7933" y="18793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685" y="38264"/>
                  </a:lnTo>
                  <a:lnTo>
                    <a:pt x="12939" y="37797"/>
                  </a:lnTo>
                  <a:lnTo>
                    <a:pt x="13236" y="37373"/>
                  </a:lnTo>
                  <a:lnTo>
                    <a:pt x="13533" y="36949"/>
                  </a:lnTo>
                  <a:lnTo>
                    <a:pt x="13872" y="36567"/>
                  </a:lnTo>
                  <a:lnTo>
                    <a:pt x="14254" y="36185"/>
                  </a:lnTo>
                  <a:lnTo>
                    <a:pt x="14636" y="35846"/>
                  </a:lnTo>
                  <a:lnTo>
                    <a:pt x="15018" y="35507"/>
                  </a:lnTo>
                  <a:lnTo>
                    <a:pt x="15442" y="35210"/>
                  </a:lnTo>
                  <a:lnTo>
                    <a:pt x="15909" y="34913"/>
                  </a:lnTo>
                  <a:lnTo>
                    <a:pt x="16333" y="34658"/>
                  </a:lnTo>
                  <a:lnTo>
                    <a:pt x="17309" y="34149"/>
                  </a:lnTo>
                  <a:lnTo>
                    <a:pt x="18369" y="33767"/>
                  </a:lnTo>
                  <a:lnTo>
                    <a:pt x="19430" y="33428"/>
                  </a:lnTo>
                  <a:lnTo>
                    <a:pt x="20533" y="33173"/>
                  </a:lnTo>
                  <a:lnTo>
                    <a:pt x="21678" y="32961"/>
                  </a:lnTo>
                  <a:lnTo>
                    <a:pt x="22866" y="32792"/>
                  </a:lnTo>
                  <a:lnTo>
                    <a:pt x="24054" y="32707"/>
                  </a:lnTo>
                  <a:lnTo>
                    <a:pt x="25241" y="32664"/>
                  </a:lnTo>
                  <a:lnTo>
                    <a:pt x="27617" y="32664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502" y="25538"/>
                  </a:lnTo>
                  <a:lnTo>
                    <a:pt x="23629" y="25071"/>
                  </a:lnTo>
                  <a:lnTo>
                    <a:pt x="23841" y="24647"/>
                  </a:lnTo>
                  <a:lnTo>
                    <a:pt x="24096" y="24180"/>
                  </a:lnTo>
                  <a:lnTo>
                    <a:pt x="24393" y="23798"/>
                  </a:lnTo>
                  <a:lnTo>
                    <a:pt x="24732" y="23374"/>
                  </a:lnTo>
                  <a:lnTo>
                    <a:pt x="25156" y="23035"/>
                  </a:lnTo>
                  <a:lnTo>
                    <a:pt x="25581" y="22695"/>
                  </a:lnTo>
                  <a:lnTo>
                    <a:pt x="26005" y="22356"/>
                  </a:lnTo>
                  <a:lnTo>
                    <a:pt x="26472" y="22059"/>
                  </a:lnTo>
                  <a:lnTo>
                    <a:pt x="26981" y="21762"/>
                  </a:lnTo>
                  <a:lnTo>
                    <a:pt x="27956" y="21253"/>
                  </a:lnTo>
                  <a:lnTo>
                    <a:pt x="28932" y="20829"/>
                  </a:lnTo>
                  <a:lnTo>
                    <a:pt x="29780" y="20490"/>
                  </a:lnTo>
                  <a:lnTo>
                    <a:pt x="30756" y="20193"/>
                  </a:lnTo>
                  <a:lnTo>
                    <a:pt x="31774" y="19896"/>
                  </a:lnTo>
                  <a:lnTo>
                    <a:pt x="32750" y="19641"/>
                  </a:lnTo>
                  <a:lnTo>
                    <a:pt x="33768" y="19429"/>
                  </a:lnTo>
                  <a:lnTo>
                    <a:pt x="34786" y="19259"/>
                  </a:lnTo>
                  <a:lnTo>
                    <a:pt x="35804" y="19132"/>
                  </a:lnTo>
                  <a:lnTo>
                    <a:pt x="36822" y="19047"/>
                  </a:lnTo>
                  <a:lnTo>
                    <a:pt x="37883" y="18962"/>
                  </a:lnTo>
                  <a:lnTo>
                    <a:pt x="36822" y="18920"/>
                  </a:lnTo>
                  <a:lnTo>
                    <a:pt x="35804" y="18835"/>
                  </a:lnTo>
                  <a:lnTo>
                    <a:pt x="34744" y="18750"/>
                  </a:lnTo>
                  <a:lnTo>
                    <a:pt x="33726" y="18665"/>
                  </a:lnTo>
                  <a:lnTo>
                    <a:pt x="32665" y="18623"/>
                  </a:lnTo>
                  <a:lnTo>
                    <a:pt x="31647" y="18665"/>
                  </a:lnTo>
                  <a:lnTo>
                    <a:pt x="31180" y="18750"/>
                  </a:lnTo>
                  <a:lnTo>
                    <a:pt x="30671" y="18835"/>
                  </a:lnTo>
                  <a:lnTo>
                    <a:pt x="30162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787" y="13108"/>
                  </a:lnTo>
                  <a:lnTo>
                    <a:pt x="27871" y="12599"/>
                  </a:lnTo>
                  <a:lnTo>
                    <a:pt x="28041" y="12090"/>
                  </a:lnTo>
                  <a:lnTo>
                    <a:pt x="28211" y="11581"/>
                  </a:lnTo>
                  <a:lnTo>
                    <a:pt x="28465" y="11114"/>
                  </a:lnTo>
                  <a:lnTo>
                    <a:pt x="28720" y="10648"/>
                  </a:lnTo>
                  <a:lnTo>
                    <a:pt x="28974" y="10224"/>
                  </a:lnTo>
                  <a:lnTo>
                    <a:pt x="29314" y="9799"/>
                  </a:lnTo>
                  <a:lnTo>
                    <a:pt x="29653" y="9375"/>
                  </a:lnTo>
                  <a:lnTo>
                    <a:pt x="30417" y="8612"/>
                  </a:lnTo>
                  <a:lnTo>
                    <a:pt x="31223" y="7890"/>
                  </a:lnTo>
                  <a:lnTo>
                    <a:pt x="32114" y="7212"/>
                  </a:lnTo>
                  <a:lnTo>
                    <a:pt x="33004" y="6533"/>
                  </a:lnTo>
                  <a:lnTo>
                    <a:pt x="34786" y="5303"/>
                  </a:lnTo>
                  <a:lnTo>
                    <a:pt x="35635" y="4709"/>
                  </a:lnTo>
                  <a:lnTo>
                    <a:pt x="36483" y="4073"/>
                  </a:lnTo>
                  <a:lnTo>
                    <a:pt x="37247" y="3436"/>
                  </a:lnTo>
                  <a:lnTo>
                    <a:pt x="38010" y="2757"/>
                  </a:lnTo>
                  <a:lnTo>
                    <a:pt x="38731" y="2036"/>
                  </a:lnTo>
                  <a:lnTo>
                    <a:pt x="39410" y="1273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3"/>
            <p:cNvSpPr/>
            <p:nvPr/>
          </p:nvSpPr>
          <p:spPr>
            <a:xfrm>
              <a:off x="3325325" y="1662800"/>
              <a:ext cx="194100" cy="353175"/>
            </a:xfrm>
            <a:custGeom>
              <a:rect b="b" l="l" r="r" t="t"/>
              <a:pathLst>
                <a:path extrusionOk="0" h="14127" w="7764">
                  <a:moveTo>
                    <a:pt x="6661" y="0"/>
                  </a:moveTo>
                  <a:lnTo>
                    <a:pt x="6576" y="85"/>
                  </a:lnTo>
                  <a:lnTo>
                    <a:pt x="6067" y="933"/>
                  </a:lnTo>
                  <a:lnTo>
                    <a:pt x="5600" y="1867"/>
                  </a:lnTo>
                  <a:lnTo>
                    <a:pt x="5176" y="2800"/>
                  </a:lnTo>
                  <a:lnTo>
                    <a:pt x="4794" y="3776"/>
                  </a:lnTo>
                  <a:lnTo>
                    <a:pt x="3691" y="2333"/>
                  </a:lnTo>
                  <a:lnTo>
                    <a:pt x="3649" y="2291"/>
                  </a:lnTo>
                  <a:lnTo>
                    <a:pt x="3564" y="2291"/>
                  </a:lnTo>
                  <a:lnTo>
                    <a:pt x="3479" y="2333"/>
                  </a:lnTo>
                  <a:lnTo>
                    <a:pt x="3437" y="2418"/>
                  </a:lnTo>
                  <a:lnTo>
                    <a:pt x="3437" y="2461"/>
                  </a:lnTo>
                  <a:lnTo>
                    <a:pt x="3437" y="2503"/>
                  </a:lnTo>
                  <a:lnTo>
                    <a:pt x="4624" y="4285"/>
                  </a:lnTo>
                  <a:lnTo>
                    <a:pt x="4115" y="5769"/>
                  </a:lnTo>
                  <a:lnTo>
                    <a:pt x="3691" y="7254"/>
                  </a:lnTo>
                  <a:lnTo>
                    <a:pt x="3224" y="6491"/>
                  </a:lnTo>
                  <a:lnTo>
                    <a:pt x="2631" y="5854"/>
                  </a:lnTo>
                  <a:lnTo>
                    <a:pt x="1994" y="5218"/>
                  </a:lnTo>
                  <a:lnTo>
                    <a:pt x="1273" y="4666"/>
                  </a:lnTo>
                  <a:lnTo>
                    <a:pt x="1188" y="4624"/>
                  </a:lnTo>
                  <a:lnTo>
                    <a:pt x="1146" y="4666"/>
                  </a:lnTo>
                  <a:lnTo>
                    <a:pt x="1061" y="4709"/>
                  </a:lnTo>
                  <a:lnTo>
                    <a:pt x="1019" y="4836"/>
                  </a:lnTo>
                  <a:lnTo>
                    <a:pt x="1061" y="4921"/>
                  </a:lnTo>
                  <a:lnTo>
                    <a:pt x="1103" y="4963"/>
                  </a:lnTo>
                  <a:lnTo>
                    <a:pt x="1485" y="5260"/>
                  </a:lnTo>
                  <a:lnTo>
                    <a:pt x="1867" y="5600"/>
                  </a:lnTo>
                  <a:lnTo>
                    <a:pt x="2206" y="5939"/>
                  </a:lnTo>
                  <a:lnTo>
                    <a:pt x="2503" y="6321"/>
                  </a:lnTo>
                  <a:lnTo>
                    <a:pt x="2800" y="6703"/>
                  </a:lnTo>
                  <a:lnTo>
                    <a:pt x="3055" y="7084"/>
                  </a:lnTo>
                  <a:lnTo>
                    <a:pt x="3309" y="7509"/>
                  </a:lnTo>
                  <a:lnTo>
                    <a:pt x="3521" y="7975"/>
                  </a:lnTo>
                  <a:lnTo>
                    <a:pt x="3097" y="9884"/>
                  </a:lnTo>
                  <a:lnTo>
                    <a:pt x="2800" y="11836"/>
                  </a:lnTo>
                  <a:lnTo>
                    <a:pt x="2249" y="10987"/>
                  </a:lnTo>
                  <a:lnTo>
                    <a:pt x="1697" y="10181"/>
                  </a:lnTo>
                  <a:lnTo>
                    <a:pt x="1019" y="9460"/>
                  </a:lnTo>
                  <a:lnTo>
                    <a:pt x="679" y="9078"/>
                  </a:lnTo>
                  <a:lnTo>
                    <a:pt x="255" y="8739"/>
                  </a:lnTo>
                  <a:lnTo>
                    <a:pt x="213" y="8696"/>
                  </a:lnTo>
                  <a:lnTo>
                    <a:pt x="170" y="8696"/>
                  </a:lnTo>
                  <a:lnTo>
                    <a:pt x="43" y="8739"/>
                  </a:lnTo>
                  <a:lnTo>
                    <a:pt x="0" y="8824"/>
                  </a:lnTo>
                  <a:lnTo>
                    <a:pt x="0" y="8909"/>
                  </a:lnTo>
                  <a:lnTo>
                    <a:pt x="43" y="8951"/>
                  </a:lnTo>
                  <a:lnTo>
                    <a:pt x="849" y="9799"/>
                  </a:lnTo>
                  <a:lnTo>
                    <a:pt x="1231" y="10224"/>
                  </a:lnTo>
                  <a:lnTo>
                    <a:pt x="1570" y="10690"/>
                  </a:lnTo>
                  <a:lnTo>
                    <a:pt x="1909" y="11157"/>
                  </a:lnTo>
                  <a:lnTo>
                    <a:pt x="2206" y="11666"/>
                  </a:lnTo>
                  <a:lnTo>
                    <a:pt x="2461" y="12175"/>
                  </a:lnTo>
                  <a:lnTo>
                    <a:pt x="2673" y="12684"/>
                  </a:lnTo>
                  <a:lnTo>
                    <a:pt x="2546" y="13787"/>
                  </a:lnTo>
                  <a:lnTo>
                    <a:pt x="2546" y="13914"/>
                  </a:lnTo>
                  <a:lnTo>
                    <a:pt x="2631" y="14041"/>
                  </a:lnTo>
                  <a:lnTo>
                    <a:pt x="2715" y="14084"/>
                  </a:lnTo>
                  <a:lnTo>
                    <a:pt x="2843" y="14126"/>
                  </a:lnTo>
                  <a:lnTo>
                    <a:pt x="2970" y="14126"/>
                  </a:lnTo>
                  <a:lnTo>
                    <a:pt x="3055" y="14084"/>
                  </a:lnTo>
                  <a:lnTo>
                    <a:pt x="3140" y="13999"/>
                  </a:lnTo>
                  <a:lnTo>
                    <a:pt x="3182" y="13914"/>
                  </a:lnTo>
                  <a:lnTo>
                    <a:pt x="3352" y="12769"/>
                  </a:lnTo>
                  <a:lnTo>
                    <a:pt x="4073" y="12048"/>
                  </a:lnTo>
                  <a:lnTo>
                    <a:pt x="4794" y="11411"/>
                  </a:lnTo>
                  <a:lnTo>
                    <a:pt x="5600" y="10775"/>
                  </a:lnTo>
                  <a:lnTo>
                    <a:pt x="6406" y="10224"/>
                  </a:lnTo>
                  <a:lnTo>
                    <a:pt x="6533" y="10096"/>
                  </a:lnTo>
                  <a:lnTo>
                    <a:pt x="6576" y="10011"/>
                  </a:lnTo>
                  <a:lnTo>
                    <a:pt x="6576" y="9884"/>
                  </a:lnTo>
                  <a:lnTo>
                    <a:pt x="6533" y="9757"/>
                  </a:lnTo>
                  <a:lnTo>
                    <a:pt x="6449" y="9672"/>
                  </a:lnTo>
                  <a:lnTo>
                    <a:pt x="6364" y="9630"/>
                  </a:lnTo>
                  <a:lnTo>
                    <a:pt x="6236" y="9630"/>
                  </a:lnTo>
                  <a:lnTo>
                    <a:pt x="6109" y="9672"/>
                  </a:lnTo>
                  <a:lnTo>
                    <a:pt x="5430" y="10096"/>
                  </a:lnTo>
                  <a:lnTo>
                    <a:pt x="4752" y="10563"/>
                  </a:lnTo>
                  <a:lnTo>
                    <a:pt x="4115" y="11072"/>
                  </a:lnTo>
                  <a:lnTo>
                    <a:pt x="3564" y="11666"/>
                  </a:lnTo>
                  <a:lnTo>
                    <a:pt x="3861" y="9884"/>
                  </a:lnTo>
                  <a:lnTo>
                    <a:pt x="4243" y="8103"/>
                  </a:lnTo>
                  <a:lnTo>
                    <a:pt x="5091" y="7551"/>
                  </a:lnTo>
                  <a:lnTo>
                    <a:pt x="5897" y="7084"/>
                  </a:lnTo>
                  <a:lnTo>
                    <a:pt x="6788" y="6618"/>
                  </a:lnTo>
                  <a:lnTo>
                    <a:pt x="7636" y="6151"/>
                  </a:lnTo>
                  <a:lnTo>
                    <a:pt x="7721" y="6109"/>
                  </a:lnTo>
                  <a:lnTo>
                    <a:pt x="7764" y="6024"/>
                  </a:lnTo>
                  <a:lnTo>
                    <a:pt x="7764" y="5939"/>
                  </a:lnTo>
                  <a:lnTo>
                    <a:pt x="7721" y="5854"/>
                  </a:lnTo>
                  <a:lnTo>
                    <a:pt x="7679" y="5769"/>
                  </a:lnTo>
                  <a:lnTo>
                    <a:pt x="7636" y="5727"/>
                  </a:lnTo>
                  <a:lnTo>
                    <a:pt x="7551" y="5685"/>
                  </a:lnTo>
                  <a:lnTo>
                    <a:pt x="7467" y="5685"/>
                  </a:lnTo>
                  <a:lnTo>
                    <a:pt x="6661" y="6024"/>
                  </a:lnTo>
                  <a:lnTo>
                    <a:pt x="5897" y="6448"/>
                  </a:lnTo>
                  <a:lnTo>
                    <a:pt x="5176" y="6872"/>
                  </a:lnTo>
                  <a:lnTo>
                    <a:pt x="4455" y="7339"/>
                  </a:lnTo>
                  <a:lnTo>
                    <a:pt x="4455" y="7339"/>
                  </a:lnTo>
                  <a:lnTo>
                    <a:pt x="4540" y="6915"/>
                  </a:lnTo>
                  <a:lnTo>
                    <a:pt x="4921" y="5685"/>
                  </a:lnTo>
                  <a:lnTo>
                    <a:pt x="5303" y="4497"/>
                  </a:lnTo>
                  <a:lnTo>
                    <a:pt x="5855" y="4200"/>
                  </a:lnTo>
                  <a:lnTo>
                    <a:pt x="6406" y="3945"/>
                  </a:lnTo>
                  <a:lnTo>
                    <a:pt x="7000" y="3733"/>
                  </a:lnTo>
                  <a:lnTo>
                    <a:pt x="7551" y="3521"/>
                  </a:lnTo>
                  <a:lnTo>
                    <a:pt x="7636" y="3479"/>
                  </a:lnTo>
                  <a:lnTo>
                    <a:pt x="7721" y="3394"/>
                  </a:lnTo>
                  <a:lnTo>
                    <a:pt x="7721" y="3351"/>
                  </a:lnTo>
                  <a:lnTo>
                    <a:pt x="7721" y="3267"/>
                  </a:lnTo>
                  <a:lnTo>
                    <a:pt x="7679" y="3182"/>
                  </a:lnTo>
                  <a:lnTo>
                    <a:pt x="7636" y="3139"/>
                  </a:lnTo>
                  <a:lnTo>
                    <a:pt x="7551" y="3097"/>
                  </a:lnTo>
                  <a:lnTo>
                    <a:pt x="7467" y="3097"/>
                  </a:lnTo>
                  <a:lnTo>
                    <a:pt x="6958" y="3224"/>
                  </a:lnTo>
                  <a:lnTo>
                    <a:pt x="6491" y="3394"/>
                  </a:lnTo>
                  <a:lnTo>
                    <a:pt x="5982" y="3606"/>
                  </a:lnTo>
                  <a:lnTo>
                    <a:pt x="5558" y="3818"/>
                  </a:lnTo>
                  <a:lnTo>
                    <a:pt x="6194" y="1994"/>
                  </a:lnTo>
                  <a:lnTo>
                    <a:pt x="6830" y="170"/>
                  </a:lnTo>
                  <a:lnTo>
                    <a:pt x="6830" y="85"/>
                  </a:lnTo>
                  <a:lnTo>
                    <a:pt x="6745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3"/>
            <p:cNvSpPr/>
            <p:nvPr/>
          </p:nvSpPr>
          <p:spPr>
            <a:xfrm>
              <a:off x="3667875" y="1550375"/>
              <a:ext cx="267275" cy="261975"/>
            </a:xfrm>
            <a:custGeom>
              <a:rect b="b" l="l" r="r" t="t"/>
              <a:pathLst>
                <a:path extrusionOk="0" h="10479" w="10691">
                  <a:moveTo>
                    <a:pt x="8061" y="0"/>
                  </a:moveTo>
                  <a:lnTo>
                    <a:pt x="7933" y="43"/>
                  </a:lnTo>
                  <a:lnTo>
                    <a:pt x="7848" y="85"/>
                  </a:lnTo>
                  <a:lnTo>
                    <a:pt x="7848" y="170"/>
                  </a:lnTo>
                  <a:lnTo>
                    <a:pt x="7721" y="679"/>
                  </a:lnTo>
                  <a:lnTo>
                    <a:pt x="7594" y="1231"/>
                  </a:lnTo>
                  <a:lnTo>
                    <a:pt x="7467" y="2291"/>
                  </a:lnTo>
                  <a:lnTo>
                    <a:pt x="6364" y="3224"/>
                  </a:lnTo>
                  <a:lnTo>
                    <a:pt x="5261" y="4200"/>
                  </a:lnTo>
                  <a:lnTo>
                    <a:pt x="5091" y="2121"/>
                  </a:lnTo>
                  <a:lnTo>
                    <a:pt x="5091" y="2079"/>
                  </a:lnTo>
                  <a:lnTo>
                    <a:pt x="5006" y="2079"/>
                  </a:lnTo>
                  <a:lnTo>
                    <a:pt x="4964" y="2121"/>
                  </a:lnTo>
                  <a:lnTo>
                    <a:pt x="4837" y="4582"/>
                  </a:lnTo>
                  <a:lnTo>
                    <a:pt x="3606" y="5812"/>
                  </a:lnTo>
                  <a:lnTo>
                    <a:pt x="2419" y="7085"/>
                  </a:lnTo>
                  <a:lnTo>
                    <a:pt x="2334" y="6364"/>
                  </a:lnTo>
                  <a:lnTo>
                    <a:pt x="2249" y="5642"/>
                  </a:lnTo>
                  <a:lnTo>
                    <a:pt x="2122" y="4921"/>
                  </a:lnTo>
                  <a:lnTo>
                    <a:pt x="1952" y="4243"/>
                  </a:lnTo>
                  <a:lnTo>
                    <a:pt x="1910" y="4158"/>
                  </a:lnTo>
                  <a:lnTo>
                    <a:pt x="1867" y="4115"/>
                  </a:lnTo>
                  <a:lnTo>
                    <a:pt x="1782" y="4115"/>
                  </a:lnTo>
                  <a:lnTo>
                    <a:pt x="1655" y="4200"/>
                  </a:lnTo>
                  <a:lnTo>
                    <a:pt x="1655" y="4243"/>
                  </a:lnTo>
                  <a:lnTo>
                    <a:pt x="1655" y="4327"/>
                  </a:lnTo>
                  <a:lnTo>
                    <a:pt x="1782" y="5133"/>
                  </a:lnTo>
                  <a:lnTo>
                    <a:pt x="1910" y="5939"/>
                  </a:lnTo>
                  <a:lnTo>
                    <a:pt x="1994" y="6745"/>
                  </a:lnTo>
                  <a:lnTo>
                    <a:pt x="2037" y="7551"/>
                  </a:lnTo>
                  <a:lnTo>
                    <a:pt x="1485" y="8230"/>
                  </a:lnTo>
                  <a:lnTo>
                    <a:pt x="976" y="8909"/>
                  </a:lnTo>
                  <a:lnTo>
                    <a:pt x="467" y="9630"/>
                  </a:lnTo>
                  <a:lnTo>
                    <a:pt x="1" y="10309"/>
                  </a:lnTo>
                  <a:lnTo>
                    <a:pt x="1" y="10394"/>
                  </a:lnTo>
                  <a:lnTo>
                    <a:pt x="43" y="10436"/>
                  </a:lnTo>
                  <a:lnTo>
                    <a:pt x="85" y="10478"/>
                  </a:lnTo>
                  <a:lnTo>
                    <a:pt x="170" y="10436"/>
                  </a:lnTo>
                  <a:lnTo>
                    <a:pt x="2291" y="8273"/>
                  </a:lnTo>
                  <a:lnTo>
                    <a:pt x="2843" y="8230"/>
                  </a:lnTo>
                  <a:lnTo>
                    <a:pt x="3394" y="8188"/>
                  </a:lnTo>
                  <a:lnTo>
                    <a:pt x="4455" y="8188"/>
                  </a:lnTo>
                  <a:lnTo>
                    <a:pt x="5515" y="8273"/>
                  </a:lnTo>
                  <a:lnTo>
                    <a:pt x="6618" y="8357"/>
                  </a:lnTo>
                  <a:lnTo>
                    <a:pt x="6703" y="8357"/>
                  </a:lnTo>
                  <a:lnTo>
                    <a:pt x="6746" y="8315"/>
                  </a:lnTo>
                  <a:lnTo>
                    <a:pt x="6788" y="8230"/>
                  </a:lnTo>
                  <a:lnTo>
                    <a:pt x="6788" y="8103"/>
                  </a:lnTo>
                  <a:lnTo>
                    <a:pt x="6746" y="8018"/>
                  </a:lnTo>
                  <a:lnTo>
                    <a:pt x="6661" y="8018"/>
                  </a:lnTo>
                  <a:lnTo>
                    <a:pt x="6194" y="7891"/>
                  </a:lnTo>
                  <a:lnTo>
                    <a:pt x="5727" y="7806"/>
                  </a:lnTo>
                  <a:lnTo>
                    <a:pt x="5261" y="7721"/>
                  </a:lnTo>
                  <a:lnTo>
                    <a:pt x="4752" y="7679"/>
                  </a:lnTo>
                  <a:lnTo>
                    <a:pt x="3776" y="7679"/>
                  </a:lnTo>
                  <a:lnTo>
                    <a:pt x="2800" y="7764"/>
                  </a:lnTo>
                  <a:lnTo>
                    <a:pt x="5049" y="5473"/>
                  </a:lnTo>
                  <a:lnTo>
                    <a:pt x="6194" y="5430"/>
                  </a:lnTo>
                  <a:lnTo>
                    <a:pt x="7339" y="5388"/>
                  </a:lnTo>
                  <a:lnTo>
                    <a:pt x="9630" y="5346"/>
                  </a:lnTo>
                  <a:lnTo>
                    <a:pt x="9715" y="5346"/>
                  </a:lnTo>
                  <a:lnTo>
                    <a:pt x="9757" y="5303"/>
                  </a:lnTo>
                  <a:lnTo>
                    <a:pt x="9800" y="5218"/>
                  </a:lnTo>
                  <a:lnTo>
                    <a:pt x="9842" y="5133"/>
                  </a:lnTo>
                  <a:lnTo>
                    <a:pt x="9800" y="5091"/>
                  </a:lnTo>
                  <a:lnTo>
                    <a:pt x="9757" y="5006"/>
                  </a:lnTo>
                  <a:lnTo>
                    <a:pt x="9715" y="4964"/>
                  </a:lnTo>
                  <a:lnTo>
                    <a:pt x="9630" y="4921"/>
                  </a:lnTo>
                  <a:lnTo>
                    <a:pt x="8612" y="4879"/>
                  </a:lnTo>
                  <a:lnTo>
                    <a:pt x="7594" y="4836"/>
                  </a:lnTo>
                  <a:lnTo>
                    <a:pt x="6576" y="4879"/>
                  </a:lnTo>
                  <a:lnTo>
                    <a:pt x="5600" y="4964"/>
                  </a:lnTo>
                  <a:lnTo>
                    <a:pt x="6533" y="4030"/>
                  </a:lnTo>
                  <a:lnTo>
                    <a:pt x="7552" y="3097"/>
                  </a:lnTo>
                  <a:lnTo>
                    <a:pt x="7679" y="3140"/>
                  </a:lnTo>
                  <a:lnTo>
                    <a:pt x="8994" y="3097"/>
                  </a:lnTo>
                  <a:lnTo>
                    <a:pt x="10309" y="3055"/>
                  </a:lnTo>
                  <a:lnTo>
                    <a:pt x="10394" y="3012"/>
                  </a:lnTo>
                  <a:lnTo>
                    <a:pt x="10479" y="2970"/>
                  </a:lnTo>
                  <a:lnTo>
                    <a:pt x="10521" y="2885"/>
                  </a:lnTo>
                  <a:lnTo>
                    <a:pt x="10521" y="2843"/>
                  </a:lnTo>
                  <a:lnTo>
                    <a:pt x="10521" y="2758"/>
                  </a:lnTo>
                  <a:lnTo>
                    <a:pt x="10479" y="2673"/>
                  </a:lnTo>
                  <a:lnTo>
                    <a:pt x="10394" y="2631"/>
                  </a:lnTo>
                  <a:lnTo>
                    <a:pt x="10309" y="2631"/>
                  </a:lnTo>
                  <a:lnTo>
                    <a:pt x="8103" y="2588"/>
                  </a:lnTo>
                  <a:lnTo>
                    <a:pt x="9333" y="1570"/>
                  </a:lnTo>
                  <a:lnTo>
                    <a:pt x="10606" y="552"/>
                  </a:lnTo>
                  <a:lnTo>
                    <a:pt x="10691" y="467"/>
                  </a:lnTo>
                  <a:lnTo>
                    <a:pt x="10691" y="382"/>
                  </a:lnTo>
                  <a:lnTo>
                    <a:pt x="10691" y="297"/>
                  </a:lnTo>
                  <a:lnTo>
                    <a:pt x="10648" y="170"/>
                  </a:lnTo>
                  <a:lnTo>
                    <a:pt x="10606" y="128"/>
                  </a:lnTo>
                  <a:lnTo>
                    <a:pt x="10521" y="85"/>
                  </a:lnTo>
                  <a:lnTo>
                    <a:pt x="10436" y="85"/>
                  </a:lnTo>
                  <a:lnTo>
                    <a:pt x="10351" y="128"/>
                  </a:lnTo>
                  <a:lnTo>
                    <a:pt x="9206" y="934"/>
                  </a:lnTo>
                  <a:lnTo>
                    <a:pt x="8103" y="1825"/>
                  </a:lnTo>
                  <a:lnTo>
                    <a:pt x="8188" y="1019"/>
                  </a:lnTo>
                  <a:lnTo>
                    <a:pt x="8230" y="594"/>
                  </a:lnTo>
                  <a:lnTo>
                    <a:pt x="8188" y="213"/>
                  </a:lnTo>
                  <a:lnTo>
                    <a:pt x="8188" y="128"/>
                  </a:lnTo>
                  <a:lnTo>
                    <a:pt x="8145" y="85"/>
                  </a:lnTo>
                  <a:lnTo>
                    <a:pt x="8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3"/>
            <p:cNvSpPr/>
            <p:nvPr/>
          </p:nvSpPr>
          <p:spPr>
            <a:xfrm>
              <a:off x="3569250" y="1983075"/>
              <a:ext cx="362725" cy="167575"/>
            </a:xfrm>
            <a:custGeom>
              <a:rect b="b" l="l" r="r" t="t"/>
              <a:pathLst>
                <a:path extrusionOk="0" h="6703" w="14509">
                  <a:moveTo>
                    <a:pt x="11327" y="0"/>
                  </a:moveTo>
                  <a:lnTo>
                    <a:pt x="11284" y="43"/>
                  </a:lnTo>
                  <a:lnTo>
                    <a:pt x="11200" y="85"/>
                  </a:lnTo>
                  <a:lnTo>
                    <a:pt x="10521" y="1061"/>
                  </a:lnTo>
                  <a:lnTo>
                    <a:pt x="9842" y="1994"/>
                  </a:lnTo>
                  <a:lnTo>
                    <a:pt x="6448" y="3055"/>
                  </a:lnTo>
                  <a:lnTo>
                    <a:pt x="6745" y="2418"/>
                  </a:lnTo>
                  <a:lnTo>
                    <a:pt x="7000" y="1740"/>
                  </a:lnTo>
                  <a:lnTo>
                    <a:pt x="7170" y="1018"/>
                  </a:lnTo>
                  <a:lnTo>
                    <a:pt x="7297" y="297"/>
                  </a:lnTo>
                  <a:lnTo>
                    <a:pt x="7297" y="255"/>
                  </a:lnTo>
                  <a:lnTo>
                    <a:pt x="7254" y="212"/>
                  </a:lnTo>
                  <a:lnTo>
                    <a:pt x="7170" y="170"/>
                  </a:lnTo>
                  <a:lnTo>
                    <a:pt x="7042" y="170"/>
                  </a:lnTo>
                  <a:lnTo>
                    <a:pt x="6957" y="255"/>
                  </a:lnTo>
                  <a:lnTo>
                    <a:pt x="6703" y="1061"/>
                  </a:lnTo>
                  <a:lnTo>
                    <a:pt x="6448" y="1824"/>
                  </a:lnTo>
                  <a:lnTo>
                    <a:pt x="6151" y="2546"/>
                  </a:lnTo>
                  <a:lnTo>
                    <a:pt x="5770" y="3267"/>
                  </a:lnTo>
                  <a:lnTo>
                    <a:pt x="3055" y="4158"/>
                  </a:lnTo>
                  <a:lnTo>
                    <a:pt x="3479" y="3436"/>
                  </a:lnTo>
                  <a:lnTo>
                    <a:pt x="3776" y="2715"/>
                  </a:lnTo>
                  <a:lnTo>
                    <a:pt x="4030" y="1952"/>
                  </a:lnTo>
                  <a:lnTo>
                    <a:pt x="4115" y="1570"/>
                  </a:lnTo>
                  <a:lnTo>
                    <a:pt x="4200" y="1188"/>
                  </a:lnTo>
                  <a:lnTo>
                    <a:pt x="4200" y="1103"/>
                  </a:lnTo>
                  <a:lnTo>
                    <a:pt x="4158" y="1061"/>
                  </a:lnTo>
                  <a:lnTo>
                    <a:pt x="4073" y="1018"/>
                  </a:lnTo>
                  <a:lnTo>
                    <a:pt x="3946" y="1018"/>
                  </a:lnTo>
                  <a:lnTo>
                    <a:pt x="3861" y="1146"/>
                  </a:lnTo>
                  <a:lnTo>
                    <a:pt x="3521" y="1994"/>
                  </a:lnTo>
                  <a:lnTo>
                    <a:pt x="3182" y="2800"/>
                  </a:lnTo>
                  <a:lnTo>
                    <a:pt x="2758" y="3606"/>
                  </a:lnTo>
                  <a:lnTo>
                    <a:pt x="2249" y="4370"/>
                  </a:lnTo>
                  <a:lnTo>
                    <a:pt x="2206" y="4412"/>
                  </a:lnTo>
                  <a:lnTo>
                    <a:pt x="128" y="5133"/>
                  </a:lnTo>
                  <a:lnTo>
                    <a:pt x="43" y="5176"/>
                  </a:lnTo>
                  <a:lnTo>
                    <a:pt x="0" y="5218"/>
                  </a:lnTo>
                  <a:lnTo>
                    <a:pt x="0" y="5388"/>
                  </a:lnTo>
                  <a:lnTo>
                    <a:pt x="85" y="5473"/>
                  </a:lnTo>
                  <a:lnTo>
                    <a:pt x="170" y="5515"/>
                  </a:lnTo>
                  <a:lnTo>
                    <a:pt x="212" y="5515"/>
                  </a:lnTo>
                  <a:lnTo>
                    <a:pt x="2673" y="4879"/>
                  </a:lnTo>
                  <a:lnTo>
                    <a:pt x="3606" y="5260"/>
                  </a:lnTo>
                  <a:lnTo>
                    <a:pt x="4497" y="5685"/>
                  </a:lnTo>
                  <a:lnTo>
                    <a:pt x="5388" y="6151"/>
                  </a:lnTo>
                  <a:lnTo>
                    <a:pt x="6236" y="6660"/>
                  </a:lnTo>
                  <a:lnTo>
                    <a:pt x="6364" y="6703"/>
                  </a:lnTo>
                  <a:lnTo>
                    <a:pt x="6491" y="6703"/>
                  </a:lnTo>
                  <a:lnTo>
                    <a:pt x="6576" y="6618"/>
                  </a:lnTo>
                  <a:lnTo>
                    <a:pt x="6618" y="6533"/>
                  </a:lnTo>
                  <a:lnTo>
                    <a:pt x="6661" y="6448"/>
                  </a:lnTo>
                  <a:lnTo>
                    <a:pt x="6661" y="6321"/>
                  </a:lnTo>
                  <a:lnTo>
                    <a:pt x="6618" y="6236"/>
                  </a:lnTo>
                  <a:lnTo>
                    <a:pt x="6533" y="6151"/>
                  </a:lnTo>
                  <a:lnTo>
                    <a:pt x="5812" y="5727"/>
                  </a:lnTo>
                  <a:lnTo>
                    <a:pt x="5091" y="5303"/>
                  </a:lnTo>
                  <a:lnTo>
                    <a:pt x="4370" y="4964"/>
                  </a:lnTo>
                  <a:lnTo>
                    <a:pt x="3606" y="4624"/>
                  </a:lnTo>
                  <a:lnTo>
                    <a:pt x="6109" y="3861"/>
                  </a:lnTo>
                  <a:lnTo>
                    <a:pt x="6576" y="3945"/>
                  </a:lnTo>
                  <a:lnTo>
                    <a:pt x="7000" y="4073"/>
                  </a:lnTo>
                  <a:lnTo>
                    <a:pt x="7891" y="4327"/>
                  </a:lnTo>
                  <a:lnTo>
                    <a:pt x="8739" y="4667"/>
                  </a:lnTo>
                  <a:lnTo>
                    <a:pt x="9588" y="5091"/>
                  </a:lnTo>
                  <a:lnTo>
                    <a:pt x="9757" y="5091"/>
                  </a:lnTo>
                  <a:lnTo>
                    <a:pt x="9885" y="5006"/>
                  </a:lnTo>
                  <a:lnTo>
                    <a:pt x="9927" y="4921"/>
                  </a:lnTo>
                  <a:lnTo>
                    <a:pt x="9927" y="4879"/>
                  </a:lnTo>
                  <a:lnTo>
                    <a:pt x="9927" y="4794"/>
                  </a:lnTo>
                  <a:lnTo>
                    <a:pt x="9842" y="4709"/>
                  </a:lnTo>
                  <a:lnTo>
                    <a:pt x="9248" y="4327"/>
                  </a:lnTo>
                  <a:lnTo>
                    <a:pt x="8612" y="3988"/>
                  </a:lnTo>
                  <a:lnTo>
                    <a:pt x="7933" y="3733"/>
                  </a:lnTo>
                  <a:lnTo>
                    <a:pt x="7212" y="3521"/>
                  </a:lnTo>
                  <a:lnTo>
                    <a:pt x="9588" y="2800"/>
                  </a:lnTo>
                  <a:lnTo>
                    <a:pt x="9630" y="2842"/>
                  </a:lnTo>
                  <a:lnTo>
                    <a:pt x="9715" y="2842"/>
                  </a:lnTo>
                  <a:lnTo>
                    <a:pt x="10309" y="2885"/>
                  </a:lnTo>
                  <a:lnTo>
                    <a:pt x="10860" y="3012"/>
                  </a:lnTo>
                  <a:lnTo>
                    <a:pt x="11369" y="3224"/>
                  </a:lnTo>
                  <a:lnTo>
                    <a:pt x="11836" y="3521"/>
                  </a:lnTo>
                  <a:lnTo>
                    <a:pt x="11963" y="3564"/>
                  </a:lnTo>
                  <a:lnTo>
                    <a:pt x="12048" y="3564"/>
                  </a:lnTo>
                  <a:lnTo>
                    <a:pt x="12133" y="3521"/>
                  </a:lnTo>
                  <a:lnTo>
                    <a:pt x="12175" y="3436"/>
                  </a:lnTo>
                  <a:lnTo>
                    <a:pt x="12218" y="3352"/>
                  </a:lnTo>
                  <a:lnTo>
                    <a:pt x="12218" y="3267"/>
                  </a:lnTo>
                  <a:lnTo>
                    <a:pt x="12175" y="3139"/>
                  </a:lnTo>
                  <a:lnTo>
                    <a:pt x="12090" y="3055"/>
                  </a:lnTo>
                  <a:lnTo>
                    <a:pt x="11793" y="2842"/>
                  </a:lnTo>
                  <a:lnTo>
                    <a:pt x="11412" y="2673"/>
                  </a:lnTo>
                  <a:lnTo>
                    <a:pt x="11072" y="2503"/>
                  </a:lnTo>
                  <a:lnTo>
                    <a:pt x="10691" y="2418"/>
                  </a:lnTo>
                  <a:lnTo>
                    <a:pt x="14339" y="1188"/>
                  </a:lnTo>
                  <a:lnTo>
                    <a:pt x="14424" y="1146"/>
                  </a:lnTo>
                  <a:lnTo>
                    <a:pt x="14508" y="1061"/>
                  </a:lnTo>
                  <a:lnTo>
                    <a:pt x="14508" y="934"/>
                  </a:lnTo>
                  <a:lnTo>
                    <a:pt x="14508" y="849"/>
                  </a:lnTo>
                  <a:lnTo>
                    <a:pt x="14466" y="721"/>
                  </a:lnTo>
                  <a:lnTo>
                    <a:pt x="14381" y="679"/>
                  </a:lnTo>
                  <a:lnTo>
                    <a:pt x="14296" y="637"/>
                  </a:lnTo>
                  <a:lnTo>
                    <a:pt x="14169" y="637"/>
                  </a:lnTo>
                  <a:lnTo>
                    <a:pt x="10478" y="1824"/>
                  </a:lnTo>
                  <a:lnTo>
                    <a:pt x="11497" y="255"/>
                  </a:lnTo>
                  <a:lnTo>
                    <a:pt x="11539" y="212"/>
                  </a:lnTo>
                  <a:lnTo>
                    <a:pt x="11539" y="128"/>
                  </a:lnTo>
                  <a:lnTo>
                    <a:pt x="11454" y="43"/>
                  </a:lnTo>
                  <a:lnTo>
                    <a:pt x="1132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3"/>
            <p:cNvSpPr/>
            <p:nvPr/>
          </p:nvSpPr>
          <p:spPr>
            <a:xfrm>
              <a:off x="3065500" y="1990500"/>
              <a:ext cx="146375" cy="307575"/>
            </a:xfrm>
            <a:custGeom>
              <a:rect b="b" l="l" r="r" t="t"/>
              <a:pathLst>
                <a:path extrusionOk="0" h="12303" w="5855">
                  <a:moveTo>
                    <a:pt x="4115" y="0"/>
                  </a:moveTo>
                  <a:lnTo>
                    <a:pt x="3988" y="85"/>
                  </a:lnTo>
                  <a:lnTo>
                    <a:pt x="3903" y="212"/>
                  </a:lnTo>
                  <a:lnTo>
                    <a:pt x="3521" y="1188"/>
                  </a:lnTo>
                  <a:lnTo>
                    <a:pt x="3182" y="2249"/>
                  </a:lnTo>
                  <a:lnTo>
                    <a:pt x="2885" y="3267"/>
                  </a:lnTo>
                  <a:lnTo>
                    <a:pt x="2673" y="4327"/>
                  </a:lnTo>
                  <a:lnTo>
                    <a:pt x="2036" y="3818"/>
                  </a:lnTo>
                  <a:lnTo>
                    <a:pt x="1697" y="3648"/>
                  </a:lnTo>
                  <a:lnTo>
                    <a:pt x="1358" y="3479"/>
                  </a:lnTo>
                  <a:lnTo>
                    <a:pt x="1315" y="3479"/>
                  </a:lnTo>
                  <a:lnTo>
                    <a:pt x="1273" y="3521"/>
                  </a:lnTo>
                  <a:lnTo>
                    <a:pt x="1273" y="3606"/>
                  </a:lnTo>
                  <a:lnTo>
                    <a:pt x="1400" y="3776"/>
                  </a:lnTo>
                  <a:lnTo>
                    <a:pt x="1527" y="3945"/>
                  </a:lnTo>
                  <a:lnTo>
                    <a:pt x="1867" y="4285"/>
                  </a:lnTo>
                  <a:lnTo>
                    <a:pt x="2588" y="4879"/>
                  </a:lnTo>
                  <a:lnTo>
                    <a:pt x="2418" y="6109"/>
                  </a:lnTo>
                  <a:lnTo>
                    <a:pt x="2376" y="7381"/>
                  </a:lnTo>
                  <a:lnTo>
                    <a:pt x="1824" y="7042"/>
                  </a:lnTo>
                  <a:lnTo>
                    <a:pt x="1273" y="6745"/>
                  </a:lnTo>
                  <a:lnTo>
                    <a:pt x="721" y="6491"/>
                  </a:lnTo>
                  <a:lnTo>
                    <a:pt x="128" y="6279"/>
                  </a:lnTo>
                  <a:lnTo>
                    <a:pt x="85" y="6279"/>
                  </a:lnTo>
                  <a:lnTo>
                    <a:pt x="0" y="6363"/>
                  </a:lnTo>
                  <a:lnTo>
                    <a:pt x="0" y="6406"/>
                  </a:lnTo>
                  <a:lnTo>
                    <a:pt x="43" y="6491"/>
                  </a:lnTo>
                  <a:lnTo>
                    <a:pt x="1230" y="7169"/>
                  </a:lnTo>
                  <a:lnTo>
                    <a:pt x="1782" y="7551"/>
                  </a:lnTo>
                  <a:lnTo>
                    <a:pt x="2376" y="7933"/>
                  </a:lnTo>
                  <a:lnTo>
                    <a:pt x="2418" y="9078"/>
                  </a:lnTo>
                  <a:lnTo>
                    <a:pt x="2546" y="10181"/>
                  </a:lnTo>
                  <a:lnTo>
                    <a:pt x="1867" y="9757"/>
                  </a:lnTo>
                  <a:lnTo>
                    <a:pt x="467" y="8951"/>
                  </a:lnTo>
                  <a:lnTo>
                    <a:pt x="382" y="8909"/>
                  </a:lnTo>
                  <a:lnTo>
                    <a:pt x="340" y="8951"/>
                  </a:lnTo>
                  <a:lnTo>
                    <a:pt x="340" y="9036"/>
                  </a:lnTo>
                  <a:lnTo>
                    <a:pt x="382" y="9078"/>
                  </a:lnTo>
                  <a:lnTo>
                    <a:pt x="1358" y="9800"/>
                  </a:lnTo>
                  <a:lnTo>
                    <a:pt x="2376" y="10478"/>
                  </a:lnTo>
                  <a:lnTo>
                    <a:pt x="2673" y="10690"/>
                  </a:lnTo>
                  <a:lnTo>
                    <a:pt x="2842" y="11412"/>
                  </a:lnTo>
                  <a:lnTo>
                    <a:pt x="3055" y="12175"/>
                  </a:lnTo>
                  <a:lnTo>
                    <a:pt x="3055" y="12218"/>
                  </a:lnTo>
                  <a:lnTo>
                    <a:pt x="3139" y="12260"/>
                  </a:lnTo>
                  <a:lnTo>
                    <a:pt x="3267" y="12302"/>
                  </a:lnTo>
                  <a:lnTo>
                    <a:pt x="3352" y="12218"/>
                  </a:lnTo>
                  <a:lnTo>
                    <a:pt x="3394" y="12175"/>
                  </a:lnTo>
                  <a:lnTo>
                    <a:pt x="3394" y="12090"/>
                  </a:lnTo>
                  <a:lnTo>
                    <a:pt x="3267" y="10733"/>
                  </a:lnTo>
                  <a:lnTo>
                    <a:pt x="3521" y="10563"/>
                  </a:lnTo>
                  <a:lnTo>
                    <a:pt x="3733" y="10309"/>
                  </a:lnTo>
                  <a:lnTo>
                    <a:pt x="4158" y="9842"/>
                  </a:lnTo>
                  <a:lnTo>
                    <a:pt x="5770" y="8272"/>
                  </a:lnTo>
                  <a:lnTo>
                    <a:pt x="5812" y="8187"/>
                  </a:lnTo>
                  <a:lnTo>
                    <a:pt x="5854" y="8060"/>
                  </a:lnTo>
                  <a:lnTo>
                    <a:pt x="5812" y="7975"/>
                  </a:lnTo>
                  <a:lnTo>
                    <a:pt x="5770" y="7891"/>
                  </a:lnTo>
                  <a:lnTo>
                    <a:pt x="5685" y="7848"/>
                  </a:lnTo>
                  <a:lnTo>
                    <a:pt x="5600" y="7806"/>
                  </a:lnTo>
                  <a:lnTo>
                    <a:pt x="5473" y="7848"/>
                  </a:lnTo>
                  <a:lnTo>
                    <a:pt x="5388" y="7891"/>
                  </a:lnTo>
                  <a:lnTo>
                    <a:pt x="4370" y="8994"/>
                  </a:lnTo>
                  <a:lnTo>
                    <a:pt x="3861" y="9587"/>
                  </a:lnTo>
                  <a:lnTo>
                    <a:pt x="3606" y="9842"/>
                  </a:lnTo>
                  <a:lnTo>
                    <a:pt x="3309" y="10096"/>
                  </a:lnTo>
                  <a:lnTo>
                    <a:pt x="3224" y="10224"/>
                  </a:lnTo>
                  <a:lnTo>
                    <a:pt x="3139" y="8824"/>
                  </a:lnTo>
                  <a:lnTo>
                    <a:pt x="3139" y="7424"/>
                  </a:lnTo>
                  <a:lnTo>
                    <a:pt x="3521" y="6830"/>
                  </a:lnTo>
                  <a:lnTo>
                    <a:pt x="3945" y="6321"/>
                  </a:lnTo>
                  <a:lnTo>
                    <a:pt x="4412" y="5812"/>
                  </a:lnTo>
                  <a:lnTo>
                    <a:pt x="4921" y="5303"/>
                  </a:lnTo>
                  <a:lnTo>
                    <a:pt x="4964" y="5218"/>
                  </a:lnTo>
                  <a:lnTo>
                    <a:pt x="4964" y="5133"/>
                  </a:lnTo>
                  <a:lnTo>
                    <a:pt x="4964" y="5091"/>
                  </a:lnTo>
                  <a:lnTo>
                    <a:pt x="4921" y="5006"/>
                  </a:lnTo>
                  <a:lnTo>
                    <a:pt x="4836" y="4921"/>
                  </a:lnTo>
                  <a:lnTo>
                    <a:pt x="4624" y="4921"/>
                  </a:lnTo>
                  <a:lnTo>
                    <a:pt x="4200" y="5260"/>
                  </a:lnTo>
                  <a:lnTo>
                    <a:pt x="3861" y="5600"/>
                  </a:lnTo>
                  <a:lnTo>
                    <a:pt x="3479" y="5982"/>
                  </a:lnTo>
                  <a:lnTo>
                    <a:pt x="3182" y="6406"/>
                  </a:lnTo>
                  <a:lnTo>
                    <a:pt x="3267" y="5473"/>
                  </a:lnTo>
                  <a:lnTo>
                    <a:pt x="3394" y="4539"/>
                  </a:lnTo>
                  <a:lnTo>
                    <a:pt x="3818" y="4285"/>
                  </a:lnTo>
                  <a:lnTo>
                    <a:pt x="4242" y="4030"/>
                  </a:lnTo>
                  <a:lnTo>
                    <a:pt x="5133" y="3606"/>
                  </a:lnTo>
                  <a:lnTo>
                    <a:pt x="5218" y="3564"/>
                  </a:lnTo>
                  <a:lnTo>
                    <a:pt x="5260" y="3479"/>
                  </a:lnTo>
                  <a:lnTo>
                    <a:pt x="5303" y="3394"/>
                  </a:lnTo>
                  <a:lnTo>
                    <a:pt x="5303" y="3309"/>
                  </a:lnTo>
                  <a:lnTo>
                    <a:pt x="5260" y="3224"/>
                  </a:lnTo>
                  <a:lnTo>
                    <a:pt x="5218" y="3182"/>
                  </a:lnTo>
                  <a:lnTo>
                    <a:pt x="5133" y="3139"/>
                  </a:lnTo>
                  <a:lnTo>
                    <a:pt x="5006" y="3139"/>
                  </a:lnTo>
                  <a:lnTo>
                    <a:pt x="4624" y="3224"/>
                  </a:lnTo>
                  <a:lnTo>
                    <a:pt x="4242" y="3351"/>
                  </a:lnTo>
                  <a:lnTo>
                    <a:pt x="3903" y="3521"/>
                  </a:lnTo>
                  <a:lnTo>
                    <a:pt x="3521" y="3733"/>
                  </a:lnTo>
                  <a:lnTo>
                    <a:pt x="3733" y="2885"/>
                  </a:lnTo>
                  <a:lnTo>
                    <a:pt x="3945" y="2079"/>
                  </a:lnTo>
                  <a:lnTo>
                    <a:pt x="4242" y="1230"/>
                  </a:lnTo>
                  <a:lnTo>
                    <a:pt x="4582" y="382"/>
                  </a:lnTo>
                  <a:lnTo>
                    <a:pt x="4582" y="255"/>
                  </a:lnTo>
                  <a:lnTo>
                    <a:pt x="4539" y="127"/>
                  </a:lnTo>
                  <a:lnTo>
                    <a:pt x="4454" y="43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3286075" y="2309700"/>
              <a:ext cx="374400" cy="171850"/>
            </a:xfrm>
            <a:custGeom>
              <a:rect b="b" l="l" r="r" t="t"/>
              <a:pathLst>
                <a:path extrusionOk="0" h="6874" w="14976">
                  <a:moveTo>
                    <a:pt x="11836" y="1"/>
                  </a:moveTo>
                  <a:lnTo>
                    <a:pt x="11243" y="468"/>
                  </a:lnTo>
                  <a:lnTo>
                    <a:pt x="10733" y="1019"/>
                  </a:lnTo>
                  <a:lnTo>
                    <a:pt x="8782" y="1486"/>
                  </a:lnTo>
                  <a:lnTo>
                    <a:pt x="6873" y="2080"/>
                  </a:lnTo>
                  <a:lnTo>
                    <a:pt x="6873" y="2080"/>
                  </a:lnTo>
                  <a:lnTo>
                    <a:pt x="7552" y="1274"/>
                  </a:lnTo>
                  <a:lnTo>
                    <a:pt x="8231" y="425"/>
                  </a:lnTo>
                  <a:lnTo>
                    <a:pt x="8231" y="383"/>
                  </a:lnTo>
                  <a:lnTo>
                    <a:pt x="8273" y="298"/>
                  </a:lnTo>
                  <a:lnTo>
                    <a:pt x="8188" y="213"/>
                  </a:lnTo>
                  <a:lnTo>
                    <a:pt x="8103" y="171"/>
                  </a:lnTo>
                  <a:lnTo>
                    <a:pt x="8061" y="171"/>
                  </a:lnTo>
                  <a:lnTo>
                    <a:pt x="7976" y="213"/>
                  </a:lnTo>
                  <a:lnTo>
                    <a:pt x="6958" y="1274"/>
                  </a:lnTo>
                  <a:lnTo>
                    <a:pt x="5940" y="2334"/>
                  </a:lnTo>
                  <a:lnTo>
                    <a:pt x="5940" y="2377"/>
                  </a:lnTo>
                  <a:lnTo>
                    <a:pt x="2631" y="3480"/>
                  </a:lnTo>
                  <a:lnTo>
                    <a:pt x="2631" y="3480"/>
                  </a:lnTo>
                  <a:lnTo>
                    <a:pt x="3310" y="2377"/>
                  </a:lnTo>
                  <a:lnTo>
                    <a:pt x="3946" y="1231"/>
                  </a:lnTo>
                  <a:lnTo>
                    <a:pt x="3988" y="1146"/>
                  </a:lnTo>
                  <a:lnTo>
                    <a:pt x="3988" y="1062"/>
                  </a:lnTo>
                  <a:lnTo>
                    <a:pt x="3946" y="977"/>
                  </a:lnTo>
                  <a:lnTo>
                    <a:pt x="3861" y="934"/>
                  </a:lnTo>
                  <a:lnTo>
                    <a:pt x="3692" y="934"/>
                  </a:lnTo>
                  <a:lnTo>
                    <a:pt x="3607" y="1019"/>
                  </a:lnTo>
                  <a:lnTo>
                    <a:pt x="2673" y="2419"/>
                  </a:lnTo>
                  <a:lnTo>
                    <a:pt x="1698" y="3776"/>
                  </a:lnTo>
                  <a:lnTo>
                    <a:pt x="171" y="4286"/>
                  </a:lnTo>
                  <a:lnTo>
                    <a:pt x="86" y="4328"/>
                  </a:lnTo>
                  <a:lnTo>
                    <a:pt x="43" y="4413"/>
                  </a:lnTo>
                  <a:lnTo>
                    <a:pt x="1" y="4498"/>
                  </a:lnTo>
                  <a:lnTo>
                    <a:pt x="1" y="4582"/>
                  </a:lnTo>
                  <a:lnTo>
                    <a:pt x="43" y="4667"/>
                  </a:lnTo>
                  <a:lnTo>
                    <a:pt x="128" y="4710"/>
                  </a:lnTo>
                  <a:lnTo>
                    <a:pt x="213" y="4752"/>
                  </a:lnTo>
                  <a:lnTo>
                    <a:pt x="298" y="4752"/>
                  </a:lnTo>
                  <a:lnTo>
                    <a:pt x="1528" y="4370"/>
                  </a:lnTo>
                  <a:lnTo>
                    <a:pt x="1570" y="4455"/>
                  </a:lnTo>
                  <a:lnTo>
                    <a:pt x="1655" y="4498"/>
                  </a:lnTo>
                  <a:lnTo>
                    <a:pt x="2334" y="4667"/>
                  </a:lnTo>
                  <a:lnTo>
                    <a:pt x="3013" y="4922"/>
                  </a:lnTo>
                  <a:lnTo>
                    <a:pt x="3692" y="5176"/>
                  </a:lnTo>
                  <a:lnTo>
                    <a:pt x="4328" y="5473"/>
                  </a:lnTo>
                  <a:lnTo>
                    <a:pt x="5558" y="6110"/>
                  </a:lnTo>
                  <a:lnTo>
                    <a:pt x="6831" y="6831"/>
                  </a:lnTo>
                  <a:lnTo>
                    <a:pt x="6916" y="6873"/>
                  </a:lnTo>
                  <a:lnTo>
                    <a:pt x="7043" y="6873"/>
                  </a:lnTo>
                  <a:lnTo>
                    <a:pt x="7128" y="6831"/>
                  </a:lnTo>
                  <a:lnTo>
                    <a:pt x="7213" y="6746"/>
                  </a:lnTo>
                  <a:lnTo>
                    <a:pt x="7255" y="6619"/>
                  </a:lnTo>
                  <a:lnTo>
                    <a:pt x="7255" y="6534"/>
                  </a:lnTo>
                  <a:lnTo>
                    <a:pt x="7213" y="6407"/>
                  </a:lnTo>
                  <a:lnTo>
                    <a:pt x="7128" y="6322"/>
                  </a:lnTo>
                  <a:lnTo>
                    <a:pt x="6576" y="5940"/>
                  </a:lnTo>
                  <a:lnTo>
                    <a:pt x="6025" y="5601"/>
                  </a:lnTo>
                  <a:lnTo>
                    <a:pt x="5431" y="5304"/>
                  </a:lnTo>
                  <a:lnTo>
                    <a:pt x="4879" y="5007"/>
                  </a:lnTo>
                  <a:lnTo>
                    <a:pt x="4285" y="4752"/>
                  </a:lnTo>
                  <a:lnTo>
                    <a:pt x="3649" y="4498"/>
                  </a:lnTo>
                  <a:lnTo>
                    <a:pt x="2419" y="4073"/>
                  </a:lnTo>
                  <a:lnTo>
                    <a:pt x="6279" y="2886"/>
                  </a:lnTo>
                  <a:lnTo>
                    <a:pt x="7467" y="3310"/>
                  </a:lnTo>
                  <a:lnTo>
                    <a:pt x="8570" y="3861"/>
                  </a:lnTo>
                  <a:lnTo>
                    <a:pt x="9673" y="4455"/>
                  </a:lnTo>
                  <a:lnTo>
                    <a:pt x="10733" y="5134"/>
                  </a:lnTo>
                  <a:lnTo>
                    <a:pt x="10861" y="5176"/>
                  </a:lnTo>
                  <a:lnTo>
                    <a:pt x="10946" y="5176"/>
                  </a:lnTo>
                  <a:lnTo>
                    <a:pt x="11030" y="5134"/>
                  </a:lnTo>
                  <a:lnTo>
                    <a:pt x="11115" y="5049"/>
                  </a:lnTo>
                  <a:lnTo>
                    <a:pt x="11115" y="4964"/>
                  </a:lnTo>
                  <a:lnTo>
                    <a:pt x="11115" y="4879"/>
                  </a:lnTo>
                  <a:lnTo>
                    <a:pt x="11115" y="4752"/>
                  </a:lnTo>
                  <a:lnTo>
                    <a:pt x="11030" y="4667"/>
                  </a:lnTo>
                  <a:lnTo>
                    <a:pt x="10097" y="4073"/>
                  </a:lnTo>
                  <a:lnTo>
                    <a:pt x="9121" y="3522"/>
                  </a:lnTo>
                  <a:lnTo>
                    <a:pt x="8103" y="3055"/>
                  </a:lnTo>
                  <a:lnTo>
                    <a:pt x="7085" y="2631"/>
                  </a:lnTo>
                  <a:lnTo>
                    <a:pt x="8697" y="2164"/>
                  </a:lnTo>
                  <a:lnTo>
                    <a:pt x="10309" y="1740"/>
                  </a:lnTo>
                  <a:lnTo>
                    <a:pt x="10352" y="1825"/>
                  </a:lnTo>
                  <a:lnTo>
                    <a:pt x="10479" y="1868"/>
                  </a:lnTo>
                  <a:lnTo>
                    <a:pt x="10818" y="2037"/>
                  </a:lnTo>
                  <a:lnTo>
                    <a:pt x="11158" y="2207"/>
                  </a:lnTo>
                  <a:lnTo>
                    <a:pt x="11752" y="2631"/>
                  </a:lnTo>
                  <a:lnTo>
                    <a:pt x="12345" y="3098"/>
                  </a:lnTo>
                  <a:lnTo>
                    <a:pt x="12939" y="3607"/>
                  </a:lnTo>
                  <a:lnTo>
                    <a:pt x="13024" y="3649"/>
                  </a:lnTo>
                  <a:lnTo>
                    <a:pt x="13194" y="3649"/>
                  </a:lnTo>
                  <a:lnTo>
                    <a:pt x="13279" y="3607"/>
                  </a:lnTo>
                  <a:lnTo>
                    <a:pt x="13364" y="3522"/>
                  </a:lnTo>
                  <a:lnTo>
                    <a:pt x="13406" y="3437"/>
                  </a:lnTo>
                  <a:lnTo>
                    <a:pt x="13406" y="3352"/>
                  </a:lnTo>
                  <a:lnTo>
                    <a:pt x="13364" y="3267"/>
                  </a:lnTo>
                  <a:lnTo>
                    <a:pt x="13109" y="3013"/>
                  </a:lnTo>
                  <a:lnTo>
                    <a:pt x="12897" y="2716"/>
                  </a:lnTo>
                  <a:lnTo>
                    <a:pt x="12642" y="2504"/>
                  </a:lnTo>
                  <a:lnTo>
                    <a:pt x="12345" y="2292"/>
                  </a:lnTo>
                  <a:lnTo>
                    <a:pt x="11752" y="1868"/>
                  </a:lnTo>
                  <a:lnTo>
                    <a:pt x="11115" y="1571"/>
                  </a:lnTo>
                  <a:lnTo>
                    <a:pt x="12897" y="1231"/>
                  </a:lnTo>
                  <a:lnTo>
                    <a:pt x="13788" y="1062"/>
                  </a:lnTo>
                  <a:lnTo>
                    <a:pt x="14679" y="977"/>
                  </a:lnTo>
                  <a:lnTo>
                    <a:pt x="14806" y="934"/>
                  </a:lnTo>
                  <a:lnTo>
                    <a:pt x="14933" y="849"/>
                  </a:lnTo>
                  <a:lnTo>
                    <a:pt x="14976" y="765"/>
                  </a:lnTo>
                  <a:lnTo>
                    <a:pt x="14976" y="637"/>
                  </a:lnTo>
                  <a:lnTo>
                    <a:pt x="14976" y="510"/>
                  </a:lnTo>
                  <a:lnTo>
                    <a:pt x="14933" y="425"/>
                  </a:lnTo>
                  <a:lnTo>
                    <a:pt x="14806" y="383"/>
                  </a:lnTo>
                  <a:lnTo>
                    <a:pt x="14679" y="340"/>
                  </a:lnTo>
                  <a:lnTo>
                    <a:pt x="13873" y="425"/>
                  </a:lnTo>
                  <a:lnTo>
                    <a:pt x="13067" y="552"/>
                  </a:lnTo>
                  <a:lnTo>
                    <a:pt x="11497" y="849"/>
                  </a:lnTo>
                  <a:lnTo>
                    <a:pt x="11921" y="86"/>
                  </a:lnTo>
                  <a:lnTo>
                    <a:pt x="11964" y="43"/>
                  </a:lnTo>
                  <a:lnTo>
                    <a:pt x="11921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" name="Google Shape;356;p13"/>
          <p:cNvGrpSpPr/>
          <p:nvPr/>
        </p:nvGrpSpPr>
        <p:grpSpPr>
          <a:xfrm>
            <a:off x="2217704" y="-1006614"/>
            <a:ext cx="4465181" cy="1968055"/>
            <a:chOff x="1406961" y="-1212504"/>
            <a:chExt cx="6086670" cy="2682735"/>
          </a:xfrm>
        </p:grpSpPr>
        <p:sp>
          <p:nvSpPr>
            <p:cNvPr id="357" name="Google Shape;357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1" name="Google Shape;361;p13"/>
          <p:cNvGrpSpPr/>
          <p:nvPr/>
        </p:nvGrpSpPr>
        <p:grpSpPr>
          <a:xfrm rot="-5162547">
            <a:off x="965900" y="4558033"/>
            <a:ext cx="388038" cy="171030"/>
            <a:chOff x="1406961" y="-1212504"/>
            <a:chExt cx="6086670" cy="2682735"/>
          </a:xfrm>
        </p:grpSpPr>
        <p:sp>
          <p:nvSpPr>
            <p:cNvPr id="362" name="Google Shape;362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" name="Google Shape;366;p13"/>
          <p:cNvGrpSpPr/>
          <p:nvPr/>
        </p:nvGrpSpPr>
        <p:grpSpPr>
          <a:xfrm rot="2555258">
            <a:off x="255809" y="297720"/>
            <a:ext cx="388558" cy="171259"/>
            <a:chOff x="1406961" y="-1212504"/>
            <a:chExt cx="6086670" cy="2682735"/>
          </a:xfrm>
        </p:grpSpPr>
        <p:sp>
          <p:nvSpPr>
            <p:cNvPr id="367" name="Google Shape;367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1" name="Google Shape;371;p13"/>
          <p:cNvGrpSpPr/>
          <p:nvPr/>
        </p:nvGrpSpPr>
        <p:grpSpPr>
          <a:xfrm flipH="1" rot="2898405">
            <a:off x="8430999" y="4595956"/>
            <a:ext cx="387999" cy="171013"/>
            <a:chOff x="1406961" y="-1212504"/>
            <a:chExt cx="6086670" cy="2682735"/>
          </a:xfrm>
        </p:grpSpPr>
        <p:sp>
          <p:nvSpPr>
            <p:cNvPr id="372" name="Google Shape;372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6" name="Google Shape;376;p13"/>
          <p:cNvGrpSpPr/>
          <p:nvPr/>
        </p:nvGrpSpPr>
        <p:grpSpPr>
          <a:xfrm flipH="1" rot="-2555258">
            <a:off x="8430702" y="392370"/>
            <a:ext cx="388558" cy="171259"/>
            <a:chOff x="1406961" y="-1212504"/>
            <a:chExt cx="6086670" cy="2682735"/>
          </a:xfrm>
        </p:grpSpPr>
        <p:sp>
          <p:nvSpPr>
            <p:cNvPr id="377" name="Google Shape;377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ONE_COLUMN_TEXT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4"/>
          <p:cNvSpPr txBox="1"/>
          <p:nvPr>
            <p:ph type="title"/>
          </p:nvPr>
        </p:nvSpPr>
        <p:spPr>
          <a:xfrm>
            <a:off x="889950" y="448300"/>
            <a:ext cx="73641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14"/>
          <p:cNvSpPr txBox="1"/>
          <p:nvPr>
            <p:ph idx="1" type="body"/>
          </p:nvPr>
        </p:nvSpPr>
        <p:spPr>
          <a:xfrm>
            <a:off x="1211825" y="1501825"/>
            <a:ext cx="5047200" cy="23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384" name="Google Shape;384;p14"/>
          <p:cNvGrpSpPr/>
          <p:nvPr/>
        </p:nvGrpSpPr>
        <p:grpSpPr>
          <a:xfrm>
            <a:off x="2217704" y="4308286"/>
            <a:ext cx="4465181" cy="1968055"/>
            <a:chOff x="1406961" y="-1212504"/>
            <a:chExt cx="6086670" cy="2682735"/>
          </a:xfrm>
        </p:grpSpPr>
        <p:sp>
          <p:nvSpPr>
            <p:cNvPr id="385" name="Google Shape;385;p14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4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4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4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14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390" name="Google Shape;390;p14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391" name="Google Shape;391;p1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1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" name="Google Shape;395;p14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396" name="Google Shape;396;p1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1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14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401" name="Google Shape;401;p1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5" name="Google Shape;405;p14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406" name="Google Shape;406;p1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5"/>
          <p:cNvSpPr txBox="1"/>
          <p:nvPr>
            <p:ph type="title"/>
          </p:nvPr>
        </p:nvSpPr>
        <p:spPr>
          <a:xfrm>
            <a:off x="720000" y="446475"/>
            <a:ext cx="7704000" cy="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2" name="Google Shape;412;p15"/>
          <p:cNvSpPr txBox="1"/>
          <p:nvPr>
            <p:ph idx="1" type="subTitle"/>
          </p:nvPr>
        </p:nvSpPr>
        <p:spPr>
          <a:xfrm>
            <a:off x="1402000" y="3085625"/>
            <a:ext cx="1116300" cy="3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15"/>
          <p:cNvSpPr txBox="1"/>
          <p:nvPr>
            <p:ph idx="2" type="subTitle"/>
          </p:nvPr>
        </p:nvSpPr>
        <p:spPr>
          <a:xfrm>
            <a:off x="3968850" y="3085625"/>
            <a:ext cx="1116300" cy="3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15"/>
          <p:cNvSpPr txBox="1"/>
          <p:nvPr>
            <p:ph idx="3" type="subTitle"/>
          </p:nvPr>
        </p:nvSpPr>
        <p:spPr>
          <a:xfrm>
            <a:off x="6555100" y="3064175"/>
            <a:ext cx="1116300" cy="36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15"/>
          <p:cNvSpPr txBox="1"/>
          <p:nvPr>
            <p:ph idx="4" type="subTitle"/>
          </p:nvPr>
        </p:nvSpPr>
        <p:spPr>
          <a:xfrm>
            <a:off x="1084225" y="3508931"/>
            <a:ext cx="18270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15"/>
          <p:cNvSpPr txBox="1"/>
          <p:nvPr>
            <p:ph idx="5" type="subTitle"/>
          </p:nvPr>
        </p:nvSpPr>
        <p:spPr>
          <a:xfrm>
            <a:off x="3658500" y="3508931"/>
            <a:ext cx="18270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15"/>
          <p:cNvSpPr txBox="1"/>
          <p:nvPr>
            <p:ph idx="6" type="subTitle"/>
          </p:nvPr>
        </p:nvSpPr>
        <p:spPr>
          <a:xfrm>
            <a:off x="6246875" y="3508931"/>
            <a:ext cx="18270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18" name="Google Shape;418;p15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419" name="Google Shape;419;p15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420" name="Google Shape;420;p1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1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1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4" name="Google Shape;424;p15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425" name="Google Shape;425;p1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1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1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9" name="Google Shape;429;p15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430" name="Google Shape;430;p1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1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15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435" name="Google Shape;435;p1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CUSTOM_1_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6"/>
          <p:cNvSpPr txBox="1"/>
          <p:nvPr>
            <p:ph type="title"/>
          </p:nvPr>
        </p:nvSpPr>
        <p:spPr>
          <a:xfrm>
            <a:off x="855250" y="1664568"/>
            <a:ext cx="3910200" cy="9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441" name="Google Shape;441;p16"/>
          <p:cNvSpPr txBox="1"/>
          <p:nvPr>
            <p:ph idx="1" type="subTitle"/>
          </p:nvPr>
        </p:nvSpPr>
        <p:spPr>
          <a:xfrm>
            <a:off x="855250" y="2663150"/>
            <a:ext cx="3183300" cy="5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42" name="Google Shape;442;p16"/>
          <p:cNvGrpSpPr/>
          <p:nvPr/>
        </p:nvGrpSpPr>
        <p:grpSpPr>
          <a:xfrm flipH="1">
            <a:off x="-2033206" y="2646464"/>
            <a:ext cx="4085986" cy="5021686"/>
            <a:chOff x="4926821" y="213384"/>
            <a:chExt cx="3430430" cy="4216007"/>
          </a:xfrm>
        </p:grpSpPr>
        <p:sp>
          <p:nvSpPr>
            <p:cNvPr id="443" name="Google Shape;443;p16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h="173568" w="163829">
                  <a:moveTo>
                    <a:pt x="163829" y="1"/>
                  </a:moveTo>
                  <a:lnTo>
                    <a:pt x="159942" y="586"/>
                  </a:lnTo>
                  <a:lnTo>
                    <a:pt x="156097" y="1213"/>
                  </a:lnTo>
                  <a:lnTo>
                    <a:pt x="152336" y="1881"/>
                  </a:lnTo>
                  <a:lnTo>
                    <a:pt x="148616" y="2592"/>
                  </a:lnTo>
                  <a:lnTo>
                    <a:pt x="144980" y="3344"/>
                  </a:lnTo>
                  <a:lnTo>
                    <a:pt x="141386" y="4138"/>
                  </a:lnTo>
                  <a:lnTo>
                    <a:pt x="137834" y="4974"/>
                  </a:lnTo>
                  <a:lnTo>
                    <a:pt x="134407" y="5852"/>
                  </a:lnTo>
                  <a:lnTo>
                    <a:pt x="130980" y="6771"/>
                  </a:lnTo>
                  <a:lnTo>
                    <a:pt x="127636" y="7732"/>
                  </a:lnTo>
                  <a:lnTo>
                    <a:pt x="124335" y="8735"/>
                  </a:lnTo>
                  <a:lnTo>
                    <a:pt x="121075" y="9780"/>
                  </a:lnTo>
                  <a:lnTo>
                    <a:pt x="117899" y="10825"/>
                  </a:lnTo>
                  <a:lnTo>
                    <a:pt x="114806" y="11954"/>
                  </a:lnTo>
                  <a:lnTo>
                    <a:pt x="111713" y="13082"/>
                  </a:lnTo>
                  <a:lnTo>
                    <a:pt x="108704" y="14252"/>
                  </a:lnTo>
                  <a:lnTo>
                    <a:pt x="105737" y="15464"/>
                  </a:lnTo>
                  <a:lnTo>
                    <a:pt x="102853" y="16718"/>
                  </a:lnTo>
                  <a:lnTo>
                    <a:pt x="100011" y="17972"/>
                  </a:lnTo>
                  <a:lnTo>
                    <a:pt x="97211" y="19309"/>
                  </a:lnTo>
                  <a:lnTo>
                    <a:pt x="94453" y="20646"/>
                  </a:lnTo>
                  <a:lnTo>
                    <a:pt x="91778" y="21984"/>
                  </a:lnTo>
                  <a:lnTo>
                    <a:pt x="89103" y="23405"/>
                  </a:lnTo>
                  <a:lnTo>
                    <a:pt x="86512" y="24826"/>
                  </a:lnTo>
                  <a:lnTo>
                    <a:pt x="84005" y="26247"/>
                  </a:lnTo>
                  <a:lnTo>
                    <a:pt x="81497" y="27751"/>
                  </a:lnTo>
                  <a:lnTo>
                    <a:pt x="79073" y="29256"/>
                  </a:lnTo>
                  <a:lnTo>
                    <a:pt x="76691" y="30760"/>
                  </a:lnTo>
                  <a:lnTo>
                    <a:pt x="74350" y="32307"/>
                  </a:lnTo>
                  <a:lnTo>
                    <a:pt x="72052" y="33895"/>
                  </a:lnTo>
                  <a:lnTo>
                    <a:pt x="69795" y="35483"/>
                  </a:lnTo>
                  <a:lnTo>
                    <a:pt x="67580" y="37113"/>
                  </a:lnTo>
                  <a:lnTo>
                    <a:pt x="65449" y="38743"/>
                  </a:lnTo>
                  <a:lnTo>
                    <a:pt x="63317" y="40415"/>
                  </a:lnTo>
                  <a:lnTo>
                    <a:pt x="61269" y="42086"/>
                  </a:lnTo>
                  <a:lnTo>
                    <a:pt x="59263" y="43800"/>
                  </a:lnTo>
                  <a:lnTo>
                    <a:pt x="57299" y="45513"/>
                  </a:lnTo>
                  <a:lnTo>
                    <a:pt x="55377" y="47227"/>
                  </a:lnTo>
                  <a:lnTo>
                    <a:pt x="53496" y="48982"/>
                  </a:lnTo>
                  <a:lnTo>
                    <a:pt x="51657" y="50737"/>
                  </a:lnTo>
                  <a:lnTo>
                    <a:pt x="49860" y="52535"/>
                  </a:lnTo>
                  <a:lnTo>
                    <a:pt x="48105" y="54332"/>
                  </a:lnTo>
                  <a:lnTo>
                    <a:pt x="46391" y="56129"/>
                  </a:lnTo>
                  <a:lnTo>
                    <a:pt x="44719" y="57926"/>
                  </a:lnTo>
                  <a:lnTo>
                    <a:pt x="43048" y="59765"/>
                  </a:lnTo>
                  <a:lnTo>
                    <a:pt x="41460" y="61604"/>
                  </a:lnTo>
                  <a:lnTo>
                    <a:pt x="39913" y="63443"/>
                  </a:lnTo>
                  <a:lnTo>
                    <a:pt x="38409" y="65323"/>
                  </a:lnTo>
                  <a:lnTo>
                    <a:pt x="36946" y="67204"/>
                  </a:lnTo>
                  <a:lnTo>
                    <a:pt x="35483" y="69043"/>
                  </a:lnTo>
                  <a:lnTo>
                    <a:pt x="34104" y="70965"/>
                  </a:lnTo>
                  <a:lnTo>
                    <a:pt x="32725" y="72846"/>
                  </a:lnTo>
                  <a:lnTo>
                    <a:pt x="31429" y="74727"/>
                  </a:lnTo>
                  <a:lnTo>
                    <a:pt x="30134" y="76607"/>
                  </a:lnTo>
                  <a:lnTo>
                    <a:pt x="28880" y="78530"/>
                  </a:lnTo>
                  <a:lnTo>
                    <a:pt x="27668" y="80410"/>
                  </a:lnTo>
                  <a:lnTo>
                    <a:pt x="26498" y="82333"/>
                  </a:lnTo>
                  <a:lnTo>
                    <a:pt x="25327" y="84255"/>
                  </a:lnTo>
                  <a:lnTo>
                    <a:pt x="24199" y="86136"/>
                  </a:lnTo>
                  <a:lnTo>
                    <a:pt x="23154" y="88059"/>
                  </a:lnTo>
                  <a:lnTo>
                    <a:pt x="22068" y="89939"/>
                  </a:lnTo>
                  <a:lnTo>
                    <a:pt x="21065" y="91862"/>
                  </a:lnTo>
                  <a:lnTo>
                    <a:pt x="20062" y="93742"/>
                  </a:lnTo>
                  <a:lnTo>
                    <a:pt x="19142" y="95665"/>
                  </a:lnTo>
                  <a:lnTo>
                    <a:pt x="18223" y="97546"/>
                  </a:lnTo>
                  <a:lnTo>
                    <a:pt x="17303" y="99426"/>
                  </a:lnTo>
                  <a:lnTo>
                    <a:pt x="15632" y="103188"/>
                  </a:lnTo>
                  <a:lnTo>
                    <a:pt x="14043" y="106907"/>
                  </a:lnTo>
                  <a:lnTo>
                    <a:pt x="12539" y="110627"/>
                  </a:lnTo>
                  <a:lnTo>
                    <a:pt x="11201" y="114263"/>
                  </a:lnTo>
                  <a:lnTo>
                    <a:pt x="9906" y="117857"/>
                  </a:lnTo>
                  <a:lnTo>
                    <a:pt x="8777" y="121409"/>
                  </a:lnTo>
                  <a:lnTo>
                    <a:pt x="7691" y="124878"/>
                  </a:lnTo>
                  <a:lnTo>
                    <a:pt x="6730" y="128305"/>
                  </a:lnTo>
                  <a:lnTo>
                    <a:pt x="5810" y="131649"/>
                  </a:lnTo>
                  <a:lnTo>
                    <a:pt x="5016" y="134909"/>
                  </a:lnTo>
                  <a:lnTo>
                    <a:pt x="4264" y="138085"/>
                  </a:lnTo>
                  <a:lnTo>
                    <a:pt x="3637" y="141177"/>
                  </a:lnTo>
                  <a:lnTo>
                    <a:pt x="3052" y="144145"/>
                  </a:lnTo>
                  <a:lnTo>
                    <a:pt x="2509" y="147028"/>
                  </a:lnTo>
                  <a:lnTo>
                    <a:pt x="2049" y="149787"/>
                  </a:lnTo>
                  <a:lnTo>
                    <a:pt x="1673" y="152420"/>
                  </a:lnTo>
                  <a:lnTo>
                    <a:pt x="1297" y="154927"/>
                  </a:lnTo>
                  <a:lnTo>
                    <a:pt x="1004" y="157310"/>
                  </a:lnTo>
                  <a:lnTo>
                    <a:pt x="753" y="159566"/>
                  </a:lnTo>
                  <a:lnTo>
                    <a:pt x="586" y="161698"/>
                  </a:lnTo>
                  <a:lnTo>
                    <a:pt x="419" y="163662"/>
                  </a:lnTo>
                  <a:lnTo>
                    <a:pt x="168" y="167089"/>
                  </a:lnTo>
                  <a:lnTo>
                    <a:pt x="43" y="169847"/>
                  </a:lnTo>
                  <a:lnTo>
                    <a:pt x="1" y="171895"/>
                  </a:lnTo>
                  <a:lnTo>
                    <a:pt x="1" y="173567"/>
                  </a:lnTo>
                  <a:lnTo>
                    <a:pt x="3553" y="173107"/>
                  </a:lnTo>
                  <a:lnTo>
                    <a:pt x="7106" y="172606"/>
                  </a:lnTo>
                  <a:lnTo>
                    <a:pt x="10575" y="172062"/>
                  </a:lnTo>
                  <a:lnTo>
                    <a:pt x="13960" y="171477"/>
                  </a:lnTo>
                  <a:lnTo>
                    <a:pt x="17345" y="170850"/>
                  </a:lnTo>
                  <a:lnTo>
                    <a:pt x="20647" y="170182"/>
                  </a:lnTo>
                  <a:lnTo>
                    <a:pt x="23907" y="169430"/>
                  </a:lnTo>
                  <a:lnTo>
                    <a:pt x="27125" y="168677"/>
                  </a:lnTo>
                  <a:lnTo>
                    <a:pt x="30301" y="167841"/>
                  </a:lnTo>
                  <a:lnTo>
                    <a:pt x="33393" y="166964"/>
                  </a:lnTo>
                  <a:lnTo>
                    <a:pt x="36486" y="166086"/>
                  </a:lnTo>
                  <a:lnTo>
                    <a:pt x="39495" y="165125"/>
                  </a:lnTo>
                  <a:lnTo>
                    <a:pt x="42463" y="164164"/>
                  </a:lnTo>
                  <a:lnTo>
                    <a:pt x="45388" y="163119"/>
                  </a:lnTo>
                  <a:lnTo>
                    <a:pt x="48272" y="162074"/>
                  </a:lnTo>
                  <a:lnTo>
                    <a:pt x="51072" y="160946"/>
                  </a:lnTo>
                  <a:lnTo>
                    <a:pt x="53872" y="159817"/>
                  </a:lnTo>
                  <a:lnTo>
                    <a:pt x="56589" y="158647"/>
                  </a:lnTo>
                  <a:lnTo>
                    <a:pt x="59305" y="157435"/>
                  </a:lnTo>
                  <a:lnTo>
                    <a:pt x="61938" y="156181"/>
                  </a:lnTo>
                  <a:lnTo>
                    <a:pt x="64529" y="154927"/>
                  </a:lnTo>
                  <a:lnTo>
                    <a:pt x="67120" y="153590"/>
                  </a:lnTo>
                  <a:lnTo>
                    <a:pt x="69628" y="152253"/>
                  </a:lnTo>
                  <a:lnTo>
                    <a:pt x="72094" y="150873"/>
                  </a:lnTo>
                  <a:lnTo>
                    <a:pt x="74518" y="149494"/>
                  </a:lnTo>
                  <a:lnTo>
                    <a:pt x="76900" y="148031"/>
                  </a:lnTo>
                  <a:lnTo>
                    <a:pt x="79240" y="146569"/>
                  </a:lnTo>
                  <a:lnTo>
                    <a:pt x="81539" y="145106"/>
                  </a:lnTo>
                  <a:lnTo>
                    <a:pt x="83796" y="143560"/>
                  </a:lnTo>
                  <a:lnTo>
                    <a:pt x="86011" y="142055"/>
                  </a:lnTo>
                  <a:lnTo>
                    <a:pt x="88184" y="140467"/>
                  </a:lnTo>
                  <a:lnTo>
                    <a:pt x="90315" y="138879"/>
                  </a:lnTo>
                  <a:lnTo>
                    <a:pt x="92405" y="137249"/>
                  </a:lnTo>
                  <a:lnTo>
                    <a:pt x="94453" y="135619"/>
                  </a:lnTo>
                  <a:lnTo>
                    <a:pt x="96501" y="133947"/>
                  </a:lnTo>
                  <a:lnTo>
                    <a:pt x="98465" y="132276"/>
                  </a:lnTo>
                  <a:lnTo>
                    <a:pt x="100387" y="130562"/>
                  </a:lnTo>
                  <a:lnTo>
                    <a:pt x="102310" y="128849"/>
                  </a:lnTo>
                  <a:lnTo>
                    <a:pt x="104149" y="127135"/>
                  </a:lnTo>
                  <a:lnTo>
                    <a:pt x="105988" y="125380"/>
                  </a:lnTo>
                  <a:lnTo>
                    <a:pt x="107743" y="123583"/>
                  </a:lnTo>
                  <a:lnTo>
                    <a:pt x="109498" y="121786"/>
                  </a:lnTo>
                  <a:lnTo>
                    <a:pt x="111212" y="119988"/>
                  </a:lnTo>
                  <a:lnTo>
                    <a:pt x="112884" y="118150"/>
                  </a:lnTo>
                  <a:lnTo>
                    <a:pt x="114555" y="116352"/>
                  </a:lnTo>
                  <a:lnTo>
                    <a:pt x="116143" y="114472"/>
                  </a:lnTo>
                  <a:lnTo>
                    <a:pt x="117731" y="112633"/>
                  </a:lnTo>
                  <a:lnTo>
                    <a:pt x="119236" y="110752"/>
                  </a:lnTo>
                  <a:lnTo>
                    <a:pt x="120741" y="108871"/>
                  </a:lnTo>
                  <a:lnTo>
                    <a:pt x="122203" y="106991"/>
                  </a:lnTo>
                  <a:lnTo>
                    <a:pt x="123666" y="105110"/>
                  </a:lnTo>
                  <a:lnTo>
                    <a:pt x="125045" y="103188"/>
                  </a:lnTo>
                  <a:lnTo>
                    <a:pt x="126424" y="101307"/>
                  </a:lnTo>
                  <a:lnTo>
                    <a:pt x="127762" y="99384"/>
                  </a:lnTo>
                  <a:lnTo>
                    <a:pt x="129057" y="97462"/>
                  </a:lnTo>
                  <a:lnTo>
                    <a:pt x="130353" y="95540"/>
                  </a:lnTo>
                  <a:lnTo>
                    <a:pt x="131565" y="93575"/>
                  </a:lnTo>
                  <a:lnTo>
                    <a:pt x="132777" y="91653"/>
                  </a:lnTo>
                  <a:lnTo>
                    <a:pt x="133989" y="89730"/>
                  </a:lnTo>
                  <a:lnTo>
                    <a:pt x="135117" y="87808"/>
                  </a:lnTo>
                  <a:lnTo>
                    <a:pt x="136246" y="85844"/>
                  </a:lnTo>
                  <a:lnTo>
                    <a:pt x="137332" y="83921"/>
                  </a:lnTo>
                  <a:lnTo>
                    <a:pt x="139422" y="80076"/>
                  </a:lnTo>
                  <a:lnTo>
                    <a:pt x="141428" y="76189"/>
                  </a:lnTo>
                  <a:lnTo>
                    <a:pt x="143309" y="72386"/>
                  </a:lnTo>
                  <a:lnTo>
                    <a:pt x="145064" y="68583"/>
                  </a:lnTo>
                  <a:lnTo>
                    <a:pt x="146736" y="64822"/>
                  </a:lnTo>
                  <a:lnTo>
                    <a:pt x="148324" y="61060"/>
                  </a:lnTo>
                  <a:lnTo>
                    <a:pt x="149787" y="57383"/>
                  </a:lnTo>
                  <a:lnTo>
                    <a:pt x="151166" y="53747"/>
                  </a:lnTo>
                  <a:lnTo>
                    <a:pt x="152420" y="50194"/>
                  </a:lnTo>
                  <a:lnTo>
                    <a:pt x="153632" y="46684"/>
                  </a:lnTo>
                  <a:lnTo>
                    <a:pt x="154760" y="43256"/>
                  </a:lnTo>
                  <a:lnTo>
                    <a:pt x="155763" y="39913"/>
                  </a:lnTo>
                  <a:lnTo>
                    <a:pt x="156724" y="36653"/>
                  </a:lnTo>
                  <a:lnTo>
                    <a:pt x="157602" y="33477"/>
                  </a:lnTo>
                  <a:lnTo>
                    <a:pt x="158396" y="30426"/>
                  </a:lnTo>
                  <a:lnTo>
                    <a:pt x="159148" y="27459"/>
                  </a:lnTo>
                  <a:lnTo>
                    <a:pt x="159775" y="24617"/>
                  </a:lnTo>
                  <a:lnTo>
                    <a:pt x="160402" y="21900"/>
                  </a:lnTo>
                  <a:lnTo>
                    <a:pt x="160945" y="19267"/>
                  </a:lnTo>
                  <a:lnTo>
                    <a:pt x="161405" y="16802"/>
                  </a:lnTo>
                  <a:lnTo>
                    <a:pt x="161823" y="14503"/>
                  </a:lnTo>
                  <a:lnTo>
                    <a:pt x="162533" y="10282"/>
                  </a:lnTo>
                  <a:lnTo>
                    <a:pt x="163077" y="6729"/>
                  </a:lnTo>
                  <a:lnTo>
                    <a:pt x="163411" y="3888"/>
                  </a:lnTo>
                  <a:lnTo>
                    <a:pt x="163662" y="1756"/>
                  </a:lnTo>
                  <a:lnTo>
                    <a:pt x="16382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fill="none" h="173568" w="163829">
                  <a:moveTo>
                    <a:pt x="163829" y="1"/>
                  </a:moveTo>
                  <a:lnTo>
                    <a:pt x="163829" y="1"/>
                  </a:lnTo>
                  <a:lnTo>
                    <a:pt x="163662" y="1756"/>
                  </a:lnTo>
                  <a:lnTo>
                    <a:pt x="163411" y="3888"/>
                  </a:lnTo>
                  <a:lnTo>
                    <a:pt x="163077" y="6729"/>
                  </a:lnTo>
                  <a:lnTo>
                    <a:pt x="162533" y="10282"/>
                  </a:lnTo>
                  <a:lnTo>
                    <a:pt x="161823" y="14503"/>
                  </a:lnTo>
                  <a:lnTo>
                    <a:pt x="161405" y="16802"/>
                  </a:lnTo>
                  <a:lnTo>
                    <a:pt x="160945" y="19267"/>
                  </a:lnTo>
                  <a:lnTo>
                    <a:pt x="160402" y="21900"/>
                  </a:lnTo>
                  <a:lnTo>
                    <a:pt x="159775" y="24617"/>
                  </a:lnTo>
                  <a:lnTo>
                    <a:pt x="159148" y="27459"/>
                  </a:lnTo>
                  <a:lnTo>
                    <a:pt x="158396" y="30426"/>
                  </a:lnTo>
                  <a:lnTo>
                    <a:pt x="157602" y="33477"/>
                  </a:lnTo>
                  <a:lnTo>
                    <a:pt x="156724" y="36653"/>
                  </a:lnTo>
                  <a:lnTo>
                    <a:pt x="155763" y="39913"/>
                  </a:lnTo>
                  <a:lnTo>
                    <a:pt x="154760" y="43256"/>
                  </a:lnTo>
                  <a:lnTo>
                    <a:pt x="153632" y="46684"/>
                  </a:lnTo>
                  <a:lnTo>
                    <a:pt x="152420" y="50194"/>
                  </a:lnTo>
                  <a:lnTo>
                    <a:pt x="151166" y="53747"/>
                  </a:lnTo>
                  <a:lnTo>
                    <a:pt x="149787" y="57383"/>
                  </a:lnTo>
                  <a:lnTo>
                    <a:pt x="148324" y="61060"/>
                  </a:lnTo>
                  <a:lnTo>
                    <a:pt x="146736" y="64822"/>
                  </a:lnTo>
                  <a:lnTo>
                    <a:pt x="145064" y="68583"/>
                  </a:lnTo>
                  <a:lnTo>
                    <a:pt x="143309" y="72386"/>
                  </a:lnTo>
                  <a:lnTo>
                    <a:pt x="141428" y="76189"/>
                  </a:lnTo>
                  <a:lnTo>
                    <a:pt x="139422" y="80076"/>
                  </a:lnTo>
                  <a:lnTo>
                    <a:pt x="137332" y="83921"/>
                  </a:lnTo>
                  <a:lnTo>
                    <a:pt x="136246" y="85844"/>
                  </a:lnTo>
                  <a:lnTo>
                    <a:pt x="135117" y="87808"/>
                  </a:lnTo>
                  <a:lnTo>
                    <a:pt x="133989" y="89730"/>
                  </a:lnTo>
                  <a:lnTo>
                    <a:pt x="132777" y="91653"/>
                  </a:lnTo>
                  <a:lnTo>
                    <a:pt x="131565" y="93575"/>
                  </a:lnTo>
                  <a:lnTo>
                    <a:pt x="130353" y="95540"/>
                  </a:lnTo>
                  <a:lnTo>
                    <a:pt x="129057" y="97462"/>
                  </a:lnTo>
                  <a:lnTo>
                    <a:pt x="127762" y="99384"/>
                  </a:lnTo>
                  <a:lnTo>
                    <a:pt x="126424" y="101307"/>
                  </a:lnTo>
                  <a:lnTo>
                    <a:pt x="125045" y="103188"/>
                  </a:lnTo>
                  <a:lnTo>
                    <a:pt x="123666" y="105110"/>
                  </a:lnTo>
                  <a:lnTo>
                    <a:pt x="122203" y="106991"/>
                  </a:lnTo>
                  <a:lnTo>
                    <a:pt x="120741" y="108871"/>
                  </a:lnTo>
                  <a:lnTo>
                    <a:pt x="119236" y="110752"/>
                  </a:lnTo>
                  <a:lnTo>
                    <a:pt x="117731" y="112633"/>
                  </a:lnTo>
                  <a:lnTo>
                    <a:pt x="116143" y="114472"/>
                  </a:lnTo>
                  <a:lnTo>
                    <a:pt x="114555" y="116352"/>
                  </a:lnTo>
                  <a:lnTo>
                    <a:pt x="112884" y="118150"/>
                  </a:lnTo>
                  <a:lnTo>
                    <a:pt x="111212" y="119988"/>
                  </a:lnTo>
                  <a:lnTo>
                    <a:pt x="109498" y="121786"/>
                  </a:lnTo>
                  <a:lnTo>
                    <a:pt x="107743" y="123583"/>
                  </a:lnTo>
                  <a:lnTo>
                    <a:pt x="105988" y="125380"/>
                  </a:lnTo>
                  <a:lnTo>
                    <a:pt x="104149" y="127135"/>
                  </a:lnTo>
                  <a:lnTo>
                    <a:pt x="102310" y="128849"/>
                  </a:lnTo>
                  <a:lnTo>
                    <a:pt x="100387" y="130562"/>
                  </a:lnTo>
                  <a:lnTo>
                    <a:pt x="98465" y="132276"/>
                  </a:lnTo>
                  <a:lnTo>
                    <a:pt x="96501" y="133947"/>
                  </a:lnTo>
                  <a:lnTo>
                    <a:pt x="94453" y="135619"/>
                  </a:lnTo>
                  <a:lnTo>
                    <a:pt x="92405" y="137249"/>
                  </a:lnTo>
                  <a:lnTo>
                    <a:pt x="90315" y="138879"/>
                  </a:lnTo>
                  <a:lnTo>
                    <a:pt x="88184" y="140467"/>
                  </a:lnTo>
                  <a:lnTo>
                    <a:pt x="86011" y="142055"/>
                  </a:lnTo>
                  <a:lnTo>
                    <a:pt x="83796" y="143560"/>
                  </a:lnTo>
                  <a:lnTo>
                    <a:pt x="81539" y="145106"/>
                  </a:lnTo>
                  <a:lnTo>
                    <a:pt x="79240" y="146569"/>
                  </a:lnTo>
                  <a:lnTo>
                    <a:pt x="76900" y="148031"/>
                  </a:lnTo>
                  <a:lnTo>
                    <a:pt x="74518" y="149494"/>
                  </a:lnTo>
                  <a:lnTo>
                    <a:pt x="72094" y="150873"/>
                  </a:lnTo>
                  <a:lnTo>
                    <a:pt x="69628" y="152253"/>
                  </a:lnTo>
                  <a:lnTo>
                    <a:pt x="67120" y="153590"/>
                  </a:lnTo>
                  <a:lnTo>
                    <a:pt x="64529" y="154927"/>
                  </a:lnTo>
                  <a:lnTo>
                    <a:pt x="61938" y="156181"/>
                  </a:lnTo>
                  <a:lnTo>
                    <a:pt x="59305" y="157435"/>
                  </a:lnTo>
                  <a:lnTo>
                    <a:pt x="56589" y="158647"/>
                  </a:lnTo>
                  <a:lnTo>
                    <a:pt x="53872" y="159817"/>
                  </a:lnTo>
                  <a:lnTo>
                    <a:pt x="51072" y="160946"/>
                  </a:lnTo>
                  <a:lnTo>
                    <a:pt x="48272" y="162074"/>
                  </a:lnTo>
                  <a:lnTo>
                    <a:pt x="45388" y="163119"/>
                  </a:lnTo>
                  <a:lnTo>
                    <a:pt x="42463" y="164164"/>
                  </a:lnTo>
                  <a:lnTo>
                    <a:pt x="39495" y="165125"/>
                  </a:lnTo>
                  <a:lnTo>
                    <a:pt x="36486" y="166086"/>
                  </a:lnTo>
                  <a:lnTo>
                    <a:pt x="33393" y="166964"/>
                  </a:lnTo>
                  <a:lnTo>
                    <a:pt x="30301" y="167841"/>
                  </a:lnTo>
                  <a:lnTo>
                    <a:pt x="27125" y="168677"/>
                  </a:lnTo>
                  <a:lnTo>
                    <a:pt x="23907" y="169430"/>
                  </a:lnTo>
                  <a:lnTo>
                    <a:pt x="20647" y="170182"/>
                  </a:lnTo>
                  <a:lnTo>
                    <a:pt x="17345" y="170850"/>
                  </a:lnTo>
                  <a:lnTo>
                    <a:pt x="13960" y="171477"/>
                  </a:lnTo>
                  <a:lnTo>
                    <a:pt x="10575" y="172062"/>
                  </a:lnTo>
                  <a:lnTo>
                    <a:pt x="7106" y="172606"/>
                  </a:lnTo>
                  <a:lnTo>
                    <a:pt x="3553" y="173107"/>
                  </a:lnTo>
                  <a:lnTo>
                    <a:pt x="1" y="173567"/>
                  </a:lnTo>
                  <a:lnTo>
                    <a:pt x="1" y="173567"/>
                  </a:lnTo>
                  <a:lnTo>
                    <a:pt x="1" y="171895"/>
                  </a:lnTo>
                  <a:lnTo>
                    <a:pt x="43" y="169847"/>
                  </a:lnTo>
                  <a:lnTo>
                    <a:pt x="168" y="167089"/>
                  </a:lnTo>
                  <a:lnTo>
                    <a:pt x="419" y="163662"/>
                  </a:lnTo>
                  <a:lnTo>
                    <a:pt x="586" y="161698"/>
                  </a:lnTo>
                  <a:lnTo>
                    <a:pt x="753" y="159566"/>
                  </a:lnTo>
                  <a:lnTo>
                    <a:pt x="1004" y="157310"/>
                  </a:lnTo>
                  <a:lnTo>
                    <a:pt x="1297" y="154927"/>
                  </a:lnTo>
                  <a:lnTo>
                    <a:pt x="1673" y="152420"/>
                  </a:lnTo>
                  <a:lnTo>
                    <a:pt x="2049" y="149787"/>
                  </a:lnTo>
                  <a:lnTo>
                    <a:pt x="2509" y="147028"/>
                  </a:lnTo>
                  <a:lnTo>
                    <a:pt x="3052" y="144145"/>
                  </a:lnTo>
                  <a:lnTo>
                    <a:pt x="3637" y="141177"/>
                  </a:lnTo>
                  <a:lnTo>
                    <a:pt x="4264" y="138085"/>
                  </a:lnTo>
                  <a:lnTo>
                    <a:pt x="5016" y="134909"/>
                  </a:lnTo>
                  <a:lnTo>
                    <a:pt x="5810" y="131649"/>
                  </a:lnTo>
                  <a:lnTo>
                    <a:pt x="6730" y="128305"/>
                  </a:lnTo>
                  <a:lnTo>
                    <a:pt x="7691" y="124878"/>
                  </a:lnTo>
                  <a:lnTo>
                    <a:pt x="8777" y="121409"/>
                  </a:lnTo>
                  <a:lnTo>
                    <a:pt x="9906" y="117857"/>
                  </a:lnTo>
                  <a:lnTo>
                    <a:pt x="11201" y="114263"/>
                  </a:lnTo>
                  <a:lnTo>
                    <a:pt x="12539" y="110627"/>
                  </a:lnTo>
                  <a:lnTo>
                    <a:pt x="14043" y="106907"/>
                  </a:lnTo>
                  <a:lnTo>
                    <a:pt x="15632" y="103188"/>
                  </a:lnTo>
                  <a:lnTo>
                    <a:pt x="17303" y="99426"/>
                  </a:lnTo>
                  <a:lnTo>
                    <a:pt x="18223" y="97546"/>
                  </a:lnTo>
                  <a:lnTo>
                    <a:pt x="19142" y="95665"/>
                  </a:lnTo>
                  <a:lnTo>
                    <a:pt x="20062" y="93742"/>
                  </a:lnTo>
                  <a:lnTo>
                    <a:pt x="21065" y="91862"/>
                  </a:lnTo>
                  <a:lnTo>
                    <a:pt x="22068" y="89939"/>
                  </a:lnTo>
                  <a:lnTo>
                    <a:pt x="23154" y="88059"/>
                  </a:lnTo>
                  <a:lnTo>
                    <a:pt x="24199" y="86136"/>
                  </a:lnTo>
                  <a:lnTo>
                    <a:pt x="25327" y="84255"/>
                  </a:lnTo>
                  <a:lnTo>
                    <a:pt x="26498" y="82333"/>
                  </a:lnTo>
                  <a:lnTo>
                    <a:pt x="27668" y="80410"/>
                  </a:lnTo>
                  <a:lnTo>
                    <a:pt x="28880" y="78530"/>
                  </a:lnTo>
                  <a:lnTo>
                    <a:pt x="30134" y="76607"/>
                  </a:lnTo>
                  <a:lnTo>
                    <a:pt x="31429" y="74727"/>
                  </a:lnTo>
                  <a:lnTo>
                    <a:pt x="32725" y="72846"/>
                  </a:lnTo>
                  <a:lnTo>
                    <a:pt x="34104" y="70965"/>
                  </a:lnTo>
                  <a:lnTo>
                    <a:pt x="35483" y="69043"/>
                  </a:lnTo>
                  <a:lnTo>
                    <a:pt x="36946" y="67204"/>
                  </a:lnTo>
                  <a:lnTo>
                    <a:pt x="38409" y="65323"/>
                  </a:lnTo>
                  <a:lnTo>
                    <a:pt x="39913" y="63443"/>
                  </a:lnTo>
                  <a:lnTo>
                    <a:pt x="41460" y="61604"/>
                  </a:lnTo>
                  <a:lnTo>
                    <a:pt x="43048" y="59765"/>
                  </a:lnTo>
                  <a:lnTo>
                    <a:pt x="44719" y="57926"/>
                  </a:lnTo>
                  <a:lnTo>
                    <a:pt x="46391" y="56129"/>
                  </a:lnTo>
                  <a:lnTo>
                    <a:pt x="48105" y="54332"/>
                  </a:lnTo>
                  <a:lnTo>
                    <a:pt x="49860" y="52535"/>
                  </a:lnTo>
                  <a:lnTo>
                    <a:pt x="51657" y="50737"/>
                  </a:lnTo>
                  <a:lnTo>
                    <a:pt x="53496" y="48982"/>
                  </a:lnTo>
                  <a:lnTo>
                    <a:pt x="55377" y="47227"/>
                  </a:lnTo>
                  <a:lnTo>
                    <a:pt x="57299" y="45513"/>
                  </a:lnTo>
                  <a:lnTo>
                    <a:pt x="59263" y="43800"/>
                  </a:lnTo>
                  <a:lnTo>
                    <a:pt x="61269" y="42086"/>
                  </a:lnTo>
                  <a:lnTo>
                    <a:pt x="63317" y="40415"/>
                  </a:lnTo>
                  <a:lnTo>
                    <a:pt x="65449" y="38743"/>
                  </a:lnTo>
                  <a:lnTo>
                    <a:pt x="67580" y="37113"/>
                  </a:lnTo>
                  <a:lnTo>
                    <a:pt x="69795" y="35483"/>
                  </a:lnTo>
                  <a:lnTo>
                    <a:pt x="72052" y="33895"/>
                  </a:lnTo>
                  <a:lnTo>
                    <a:pt x="74350" y="32307"/>
                  </a:lnTo>
                  <a:lnTo>
                    <a:pt x="76691" y="30760"/>
                  </a:lnTo>
                  <a:lnTo>
                    <a:pt x="79073" y="29256"/>
                  </a:lnTo>
                  <a:lnTo>
                    <a:pt x="81497" y="27751"/>
                  </a:lnTo>
                  <a:lnTo>
                    <a:pt x="84005" y="26247"/>
                  </a:lnTo>
                  <a:lnTo>
                    <a:pt x="86512" y="24826"/>
                  </a:lnTo>
                  <a:lnTo>
                    <a:pt x="89103" y="23405"/>
                  </a:lnTo>
                  <a:lnTo>
                    <a:pt x="91778" y="21984"/>
                  </a:lnTo>
                  <a:lnTo>
                    <a:pt x="94453" y="20646"/>
                  </a:lnTo>
                  <a:lnTo>
                    <a:pt x="97211" y="19309"/>
                  </a:lnTo>
                  <a:lnTo>
                    <a:pt x="100011" y="17972"/>
                  </a:lnTo>
                  <a:lnTo>
                    <a:pt x="102853" y="16718"/>
                  </a:lnTo>
                  <a:lnTo>
                    <a:pt x="105737" y="15464"/>
                  </a:lnTo>
                  <a:lnTo>
                    <a:pt x="108704" y="14252"/>
                  </a:lnTo>
                  <a:lnTo>
                    <a:pt x="111713" y="13082"/>
                  </a:lnTo>
                  <a:lnTo>
                    <a:pt x="114806" y="11954"/>
                  </a:lnTo>
                  <a:lnTo>
                    <a:pt x="117899" y="10825"/>
                  </a:lnTo>
                  <a:lnTo>
                    <a:pt x="121075" y="9780"/>
                  </a:lnTo>
                  <a:lnTo>
                    <a:pt x="124335" y="8735"/>
                  </a:lnTo>
                  <a:lnTo>
                    <a:pt x="127636" y="7732"/>
                  </a:lnTo>
                  <a:lnTo>
                    <a:pt x="130980" y="6771"/>
                  </a:lnTo>
                  <a:lnTo>
                    <a:pt x="134407" y="5852"/>
                  </a:lnTo>
                  <a:lnTo>
                    <a:pt x="137834" y="4974"/>
                  </a:lnTo>
                  <a:lnTo>
                    <a:pt x="141386" y="4138"/>
                  </a:lnTo>
                  <a:lnTo>
                    <a:pt x="144980" y="3344"/>
                  </a:lnTo>
                  <a:lnTo>
                    <a:pt x="148616" y="2592"/>
                  </a:lnTo>
                  <a:lnTo>
                    <a:pt x="152336" y="1881"/>
                  </a:lnTo>
                  <a:lnTo>
                    <a:pt x="156097" y="1213"/>
                  </a:lnTo>
                  <a:lnTo>
                    <a:pt x="159942" y="586"/>
                  </a:lnTo>
                  <a:lnTo>
                    <a:pt x="16382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h="148575" w="143475">
                  <a:moveTo>
                    <a:pt x="141427" y="1"/>
                  </a:move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fill="none" h="148575" w="143475">
                  <a:moveTo>
                    <a:pt x="141427" y="1"/>
                  </a:moveTo>
                  <a:lnTo>
                    <a:pt x="141427" y="1"/>
                  </a:ln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lnTo>
                    <a:pt x="14142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16"/>
          <p:cNvGrpSpPr/>
          <p:nvPr/>
        </p:nvGrpSpPr>
        <p:grpSpPr>
          <a:xfrm rot="-2898405">
            <a:off x="8292584" y="1633131"/>
            <a:ext cx="387999" cy="171013"/>
            <a:chOff x="1406961" y="-1212504"/>
            <a:chExt cx="6086670" cy="2682735"/>
          </a:xfrm>
        </p:grpSpPr>
        <p:sp>
          <p:nvSpPr>
            <p:cNvPr id="452" name="Google Shape;452;p1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6" name="Google Shape;456;p16"/>
          <p:cNvGrpSpPr/>
          <p:nvPr/>
        </p:nvGrpSpPr>
        <p:grpSpPr>
          <a:xfrm flipH="1" rot="2898405">
            <a:off x="214649" y="1491156"/>
            <a:ext cx="387999" cy="171013"/>
            <a:chOff x="1406961" y="-1212504"/>
            <a:chExt cx="6086670" cy="2682735"/>
          </a:xfrm>
        </p:grpSpPr>
        <p:sp>
          <p:nvSpPr>
            <p:cNvPr id="457" name="Google Shape;457;p1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3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7"/>
          <p:cNvSpPr txBox="1"/>
          <p:nvPr>
            <p:ph type="title"/>
          </p:nvPr>
        </p:nvSpPr>
        <p:spPr>
          <a:xfrm>
            <a:off x="720000" y="450250"/>
            <a:ext cx="77040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17"/>
          <p:cNvSpPr txBox="1"/>
          <p:nvPr>
            <p:ph idx="1" type="subTitle"/>
          </p:nvPr>
        </p:nvSpPr>
        <p:spPr>
          <a:xfrm>
            <a:off x="1182056" y="1555850"/>
            <a:ext cx="1721400" cy="42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7"/>
          <p:cNvSpPr txBox="1"/>
          <p:nvPr>
            <p:ph idx="2" type="subTitle"/>
          </p:nvPr>
        </p:nvSpPr>
        <p:spPr>
          <a:xfrm>
            <a:off x="3766316" y="1555850"/>
            <a:ext cx="1721400" cy="42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7"/>
          <p:cNvSpPr txBox="1"/>
          <p:nvPr>
            <p:ph idx="3" type="subTitle"/>
          </p:nvPr>
        </p:nvSpPr>
        <p:spPr>
          <a:xfrm>
            <a:off x="6305800" y="1555857"/>
            <a:ext cx="1721400" cy="42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7"/>
          <p:cNvSpPr txBox="1"/>
          <p:nvPr>
            <p:ph idx="4" type="subTitle"/>
          </p:nvPr>
        </p:nvSpPr>
        <p:spPr>
          <a:xfrm>
            <a:off x="1182050" y="3175855"/>
            <a:ext cx="1721400" cy="42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7"/>
          <p:cNvSpPr txBox="1"/>
          <p:nvPr>
            <p:ph idx="5" type="subTitle"/>
          </p:nvPr>
        </p:nvSpPr>
        <p:spPr>
          <a:xfrm>
            <a:off x="3766325" y="3175855"/>
            <a:ext cx="1721400" cy="42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7"/>
          <p:cNvSpPr txBox="1"/>
          <p:nvPr>
            <p:ph idx="6" type="subTitle"/>
          </p:nvPr>
        </p:nvSpPr>
        <p:spPr>
          <a:xfrm>
            <a:off x="6305800" y="3175854"/>
            <a:ext cx="1721400" cy="42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17"/>
          <p:cNvSpPr txBox="1"/>
          <p:nvPr>
            <p:ph idx="7" type="subTitle"/>
          </p:nvPr>
        </p:nvSpPr>
        <p:spPr>
          <a:xfrm>
            <a:off x="1182063" y="2002263"/>
            <a:ext cx="1721400" cy="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17"/>
          <p:cNvSpPr txBox="1"/>
          <p:nvPr>
            <p:ph idx="8" type="subTitle"/>
          </p:nvPr>
        </p:nvSpPr>
        <p:spPr>
          <a:xfrm>
            <a:off x="3766325" y="2002263"/>
            <a:ext cx="1721400" cy="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1" name="Google Shape;471;p17"/>
          <p:cNvSpPr txBox="1"/>
          <p:nvPr>
            <p:ph idx="9" type="subTitle"/>
          </p:nvPr>
        </p:nvSpPr>
        <p:spPr>
          <a:xfrm>
            <a:off x="6305800" y="2002263"/>
            <a:ext cx="1721400" cy="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17"/>
          <p:cNvSpPr txBox="1"/>
          <p:nvPr>
            <p:ph idx="13" type="subTitle"/>
          </p:nvPr>
        </p:nvSpPr>
        <p:spPr>
          <a:xfrm>
            <a:off x="1182056" y="3627245"/>
            <a:ext cx="1721400" cy="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17"/>
          <p:cNvSpPr txBox="1"/>
          <p:nvPr>
            <p:ph idx="14" type="subTitle"/>
          </p:nvPr>
        </p:nvSpPr>
        <p:spPr>
          <a:xfrm>
            <a:off x="3766325" y="3627245"/>
            <a:ext cx="1721400" cy="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17"/>
          <p:cNvSpPr txBox="1"/>
          <p:nvPr>
            <p:ph idx="15" type="subTitle"/>
          </p:nvPr>
        </p:nvSpPr>
        <p:spPr>
          <a:xfrm>
            <a:off x="6305800" y="3627245"/>
            <a:ext cx="1721400" cy="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75" name="Google Shape;475;p17"/>
          <p:cNvGrpSpPr/>
          <p:nvPr/>
        </p:nvGrpSpPr>
        <p:grpSpPr>
          <a:xfrm>
            <a:off x="2858953" y="4590983"/>
            <a:ext cx="3182720" cy="1402802"/>
            <a:chOff x="1406961" y="-1212504"/>
            <a:chExt cx="6086670" cy="2682735"/>
          </a:xfrm>
        </p:grpSpPr>
        <p:sp>
          <p:nvSpPr>
            <p:cNvPr id="476" name="Google Shape;476;p1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0" name="Google Shape;480;p17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481" name="Google Shape;481;p17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482" name="Google Shape;482;p17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7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7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7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6" name="Google Shape;486;p17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487" name="Google Shape;487;p17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7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7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7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1" name="Google Shape;491;p17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492" name="Google Shape;492;p17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17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17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17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6" name="Google Shape;496;p17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497" name="Google Shape;497;p17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17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17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17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8"/>
          <p:cNvSpPr txBox="1"/>
          <p:nvPr>
            <p:ph hasCustomPrompt="1" type="title"/>
          </p:nvPr>
        </p:nvSpPr>
        <p:spPr>
          <a:xfrm>
            <a:off x="4073050" y="3125900"/>
            <a:ext cx="773100" cy="52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r>
              <a:t>xx%</a:t>
            </a:r>
          </a:p>
        </p:txBody>
      </p:sp>
      <p:sp>
        <p:nvSpPr>
          <p:cNvPr id="503" name="Google Shape;503;p18"/>
          <p:cNvSpPr txBox="1"/>
          <p:nvPr>
            <p:ph hasCustomPrompt="1" idx="2" type="title"/>
          </p:nvPr>
        </p:nvSpPr>
        <p:spPr>
          <a:xfrm>
            <a:off x="6534475" y="3125900"/>
            <a:ext cx="706200" cy="52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r>
              <a:t>xx%</a:t>
            </a:r>
          </a:p>
        </p:txBody>
      </p:sp>
      <p:sp>
        <p:nvSpPr>
          <p:cNvPr id="504" name="Google Shape;504;p18"/>
          <p:cNvSpPr txBox="1"/>
          <p:nvPr>
            <p:ph hasCustomPrompt="1" idx="3" type="title"/>
          </p:nvPr>
        </p:nvSpPr>
        <p:spPr>
          <a:xfrm>
            <a:off x="1824625" y="3125900"/>
            <a:ext cx="773100" cy="52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r>
              <a:t>xx%</a:t>
            </a:r>
          </a:p>
        </p:txBody>
      </p:sp>
      <p:sp>
        <p:nvSpPr>
          <p:cNvPr id="505" name="Google Shape;505;p18"/>
          <p:cNvSpPr txBox="1"/>
          <p:nvPr>
            <p:ph idx="4" type="title"/>
          </p:nvPr>
        </p:nvSpPr>
        <p:spPr>
          <a:xfrm>
            <a:off x="1074150" y="332735"/>
            <a:ext cx="6995700" cy="8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06" name="Google Shape;506;p18"/>
          <p:cNvSpPr txBox="1"/>
          <p:nvPr>
            <p:ph idx="1" type="subTitle"/>
          </p:nvPr>
        </p:nvSpPr>
        <p:spPr>
          <a:xfrm>
            <a:off x="1350475" y="3627547"/>
            <a:ext cx="1721400" cy="6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18"/>
          <p:cNvSpPr txBox="1"/>
          <p:nvPr>
            <p:ph idx="5" type="subTitle"/>
          </p:nvPr>
        </p:nvSpPr>
        <p:spPr>
          <a:xfrm>
            <a:off x="3598900" y="3627547"/>
            <a:ext cx="1721400" cy="6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18"/>
          <p:cNvSpPr txBox="1"/>
          <p:nvPr>
            <p:ph idx="6" type="subTitle"/>
          </p:nvPr>
        </p:nvSpPr>
        <p:spPr>
          <a:xfrm>
            <a:off x="6026875" y="3627547"/>
            <a:ext cx="1721400" cy="6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09" name="Google Shape;509;p18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510" name="Google Shape;510;p18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511" name="Google Shape;511;p1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1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5" name="Google Shape;515;p18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516" name="Google Shape;516;p1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1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0" name="Google Shape;520;p18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521" name="Google Shape;521;p1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1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1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1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5" name="Google Shape;525;p18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526" name="Google Shape;526;p1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8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8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6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9"/>
          <p:cNvSpPr txBox="1"/>
          <p:nvPr>
            <p:ph type="title"/>
          </p:nvPr>
        </p:nvSpPr>
        <p:spPr>
          <a:xfrm>
            <a:off x="720000" y="439922"/>
            <a:ext cx="77040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19"/>
          <p:cNvSpPr txBox="1"/>
          <p:nvPr>
            <p:ph idx="1" type="subTitle"/>
          </p:nvPr>
        </p:nvSpPr>
        <p:spPr>
          <a:xfrm>
            <a:off x="2427375" y="1548183"/>
            <a:ext cx="8829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3" name="Google Shape;533;p19"/>
          <p:cNvSpPr txBox="1"/>
          <p:nvPr>
            <p:ph idx="2" type="subTitle"/>
          </p:nvPr>
        </p:nvSpPr>
        <p:spPr>
          <a:xfrm>
            <a:off x="5875875" y="1549808"/>
            <a:ext cx="10524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19"/>
          <p:cNvSpPr txBox="1"/>
          <p:nvPr>
            <p:ph idx="3" type="subTitle"/>
          </p:nvPr>
        </p:nvSpPr>
        <p:spPr>
          <a:xfrm>
            <a:off x="2427375" y="3403783"/>
            <a:ext cx="10524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5" name="Google Shape;535;p19"/>
          <p:cNvSpPr txBox="1"/>
          <p:nvPr>
            <p:ph idx="4" type="subTitle"/>
          </p:nvPr>
        </p:nvSpPr>
        <p:spPr>
          <a:xfrm>
            <a:off x="5875875" y="3403783"/>
            <a:ext cx="10524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6" name="Google Shape;536;p19"/>
          <p:cNvSpPr txBox="1"/>
          <p:nvPr>
            <p:ph idx="5" type="subTitle"/>
          </p:nvPr>
        </p:nvSpPr>
        <p:spPr>
          <a:xfrm>
            <a:off x="2450025" y="2034323"/>
            <a:ext cx="16494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7" name="Google Shape;537;p19"/>
          <p:cNvSpPr txBox="1"/>
          <p:nvPr>
            <p:ph idx="6" type="subTitle"/>
          </p:nvPr>
        </p:nvSpPr>
        <p:spPr>
          <a:xfrm>
            <a:off x="5875875" y="2034323"/>
            <a:ext cx="16494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8" name="Google Shape;538;p19"/>
          <p:cNvSpPr txBox="1"/>
          <p:nvPr>
            <p:ph idx="7" type="subTitle"/>
          </p:nvPr>
        </p:nvSpPr>
        <p:spPr>
          <a:xfrm>
            <a:off x="2427375" y="3887850"/>
            <a:ext cx="18909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19"/>
          <p:cNvSpPr txBox="1"/>
          <p:nvPr>
            <p:ph idx="8" type="subTitle"/>
          </p:nvPr>
        </p:nvSpPr>
        <p:spPr>
          <a:xfrm>
            <a:off x="5875875" y="3887850"/>
            <a:ext cx="17193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40" name="Google Shape;540;p19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541" name="Google Shape;541;p19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542" name="Google Shape;542;p1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6" name="Google Shape;546;p19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547" name="Google Shape;547;p1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1" name="Google Shape;551;p19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552" name="Google Shape;552;p1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6" name="Google Shape;556;p19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557" name="Google Shape;557;p1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7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0"/>
          <p:cNvSpPr txBox="1"/>
          <p:nvPr>
            <p:ph type="title"/>
          </p:nvPr>
        </p:nvSpPr>
        <p:spPr>
          <a:xfrm>
            <a:off x="720000" y="336639"/>
            <a:ext cx="7704000" cy="8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63" name="Google Shape;563;p20"/>
          <p:cNvSpPr txBox="1"/>
          <p:nvPr>
            <p:ph idx="1" type="subTitle"/>
          </p:nvPr>
        </p:nvSpPr>
        <p:spPr>
          <a:xfrm>
            <a:off x="1800344" y="3966123"/>
            <a:ext cx="2518500" cy="7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p20"/>
          <p:cNvSpPr txBox="1"/>
          <p:nvPr>
            <p:ph idx="2" type="subTitle"/>
          </p:nvPr>
        </p:nvSpPr>
        <p:spPr>
          <a:xfrm>
            <a:off x="4971519" y="3943423"/>
            <a:ext cx="2518500" cy="7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20"/>
          <p:cNvSpPr txBox="1"/>
          <p:nvPr>
            <p:ph idx="3" type="subTitle"/>
          </p:nvPr>
        </p:nvSpPr>
        <p:spPr>
          <a:xfrm>
            <a:off x="1747694" y="3037450"/>
            <a:ext cx="2623800" cy="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20"/>
          <p:cNvSpPr txBox="1"/>
          <p:nvPr>
            <p:ph idx="4" type="subTitle"/>
          </p:nvPr>
        </p:nvSpPr>
        <p:spPr>
          <a:xfrm>
            <a:off x="4971519" y="3037450"/>
            <a:ext cx="2518500" cy="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67" name="Google Shape;567;p20"/>
          <p:cNvGrpSpPr/>
          <p:nvPr/>
        </p:nvGrpSpPr>
        <p:grpSpPr>
          <a:xfrm>
            <a:off x="2217704" y="4308286"/>
            <a:ext cx="4465181" cy="1968055"/>
            <a:chOff x="1406961" y="-1212504"/>
            <a:chExt cx="6086670" cy="2682735"/>
          </a:xfrm>
        </p:grpSpPr>
        <p:sp>
          <p:nvSpPr>
            <p:cNvPr id="568" name="Google Shape;568;p20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0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0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20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573" name="Google Shape;573;p20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574" name="Google Shape;574;p2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8" name="Google Shape;578;p20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579" name="Google Shape;579;p2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2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3" name="Google Shape;583;p20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584" name="Google Shape;584;p2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8" name="Google Shape;588;p20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589" name="Google Shape;589;p2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2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2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2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9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1"/>
          <p:cNvSpPr txBox="1"/>
          <p:nvPr>
            <p:ph idx="1" type="subTitle"/>
          </p:nvPr>
        </p:nvSpPr>
        <p:spPr>
          <a:xfrm>
            <a:off x="5926175" y="3140697"/>
            <a:ext cx="17214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300">
                <a:solidFill>
                  <a:srgbClr val="FFFFFF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21"/>
          <p:cNvSpPr txBox="1"/>
          <p:nvPr>
            <p:ph type="title"/>
          </p:nvPr>
        </p:nvSpPr>
        <p:spPr>
          <a:xfrm>
            <a:off x="720000" y="332737"/>
            <a:ext cx="7704000" cy="8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96" name="Google Shape;596;p21"/>
          <p:cNvSpPr txBox="1"/>
          <p:nvPr>
            <p:ph idx="2" type="subTitle"/>
          </p:nvPr>
        </p:nvSpPr>
        <p:spPr>
          <a:xfrm>
            <a:off x="1587675" y="1609101"/>
            <a:ext cx="1721400" cy="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300">
                <a:solidFill>
                  <a:srgbClr val="FFFFFF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21"/>
          <p:cNvSpPr txBox="1"/>
          <p:nvPr>
            <p:ph idx="3" type="subTitle"/>
          </p:nvPr>
        </p:nvSpPr>
        <p:spPr>
          <a:xfrm>
            <a:off x="3757175" y="1611093"/>
            <a:ext cx="1721400" cy="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300">
                <a:solidFill>
                  <a:srgbClr val="FFFFFF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8" name="Google Shape;598;p21"/>
          <p:cNvSpPr txBox="1"/>
          <p:nvPr>
            <p:ph idx="4" type="subTitle"/>
          </p:nvPr>
        </p:nvSpPr>
        <p:spPr>
          <a:xfrm>
            <a:off x="5926175" y="1609101"/>
            <a:ext cx="1721400" cy="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300">
                <a:solidFill>
                  <a:srgbClr val="FFFFFF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9" name="Google Shape;599;p21"/>
          <p:cNvSpPr txBox="1"/>
          <p:nvPr>
            <p:ph idx="5" type="subTitle"/>
          </p:nvPr>
        </p:nvSpPr>
        <p:spPr>
          <a:xfrm>
            <a:off x="1587675" y="3140697"/>
            <a:ext cx="17214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300">
                <a:solidFill>
                  <a:srgbClr val="FFFFFF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0" name="Google Shape;600;p21"/>
          <p:cNvSpPr txBox="1"/>
          <p:nvPr>
            <p:ph idx="6" type="subTitle"/>
          </p:nvPr>
        </p:nvSpPr>
        <p:spPr>
          <a:xfrm>
            <a:off x="3757175" y="3140697"/>
            <a:ext cx="17214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300">
                <a:solidFill>
                  <a:srgbClr val="FFFFFF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1" name="Google Shape;601;p21"/>
          <p:cNvSpPr txBox="1"/>
          <p:nvPr>
            <p:ph idx="7" type="subTitle"/>
          </p:nvPr>
        </p:nvSpPr>
        <p:spPr>
          <a:xfrm>
            <a:off x="1587675" y="3788850"/>
            <a:ext cx="1721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2" name="Google Shape;602;p21"/>
          <p:cNvSpPr txBox="1"/>
          <p:nvPr>
            <p:ph idx="8" type="subTitle"/>
          </p:nvPr>
        </p:nvSpPr>
        <p:spPr>
          <a:xfrm>
            <a:off x="3777725" y="3788850"/>
            <a:ext cx="1680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3" name="Google Shape;603;p21"/>
          <p:cNvSpPr txBox="1"/>
          <p:nvPr>
            <p:ph idx="9" type="subTitle"/>
          </p:nvPr>
        </p:nvSpPr>
        <p:spPr>
          <a:xfrm>
            <a:off x="5967725" y="3788850"/>
            <a:ext cx="1638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4" name="Google Shape;604;p21"/>
          <p:cNvSpPr txBox="1"/>
          <p:nvPr>
            <p:ph idx="13" type="subTitle"/>
          </p:nvPr>
        </p:nvSpPr>
        <p:spPr>
          <a:xfrm>
            <a:off x="1587675" y="2233300"/>
            <a:ext cx="1721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21"/>
          <p:cNvSpPr txBox="1"/>
          <p:nvPr>
            <p:ph idx="14" type="subTitle"/>
          </p:nvPr>
        </p:nvSpPr>
        <p:spPr>
          <a:xfrm>
            <a:off x="3777725" y="2233300"/>
            <a:ext cx="1680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21"/>
          <p:cNvSpPr txBox="1"/>
          <p:nvPr>
            <p:ph idx="15" type="subTitle"/>
          </p:nvPr>
        </p:nvSpPr>
        <p:spPr>
          <a:xfrm>
            <a:off x="5967725" y="2233300"/>
            <a:ext cx="1638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07" name="Google Shape;607;p21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608" name="Google Shape;608;p21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609" name="Google Shape;609;p2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2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2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2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3" name="Google Shape;613;p21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614" name="Google Shape;614;p2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2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2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2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8" name="Google Shape;618;p21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619" name="Google Shape;619;p2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2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2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2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3" name="Google Shape;623;p21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624" name="Google Shape;624;p2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2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2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2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1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2"/>
          <p:cNvSpPr txBox="1"/>
          <p:nvPr>
            <p:ph hasCustomPrompt="1" type="title"/>
          </p:nvPr>
        </p:nvSpPr>
        <p:spPr>
          <a:xfrm>
            <a:off x="847606" y="1431874"/>
            <a:ext cx="1268700" cy="9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900"/>
              <a:buNone/>
              <a:defRPr sz="5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r>
              <a:t>xx%</a:t>
            </a:r>
          </a:p>
        </p:txBody>
      </p:sp>
      <p:sp>
        <p:nvSpPr>
          <p:cNvPr id="630" name="Google Shape;630;p22"/>
          <p:cNvSpPr txBox="1"/>
          <p:nvPr>
            <p:ph idx="2" type="title"/>
          </p:nvPr>
        </p:nvSpPr>
        <p:spPr>
          <a:xfrm>
            <a:off x="847606" y="2186712"/>
            <a:ext cx="2935800" cy="8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31" name="Google Shape;631;p22"/>
          <p:cNvSpPr txBox="1"/>
          <p:nvPr>
            <p:ph idx="1" type="subTitle"/>
          </p:nvPr>
        </p:nvSpPr>
        <p:spPr>
          <a:xfrm>
            <a:off x="847600" y="3180525"/>
            <a:ext cx="2935800" cy="8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32" name="Google Shape;632;p22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633" name="Google Shape;633;p22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634" name="Google Shape;634;p22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22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22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22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8" name="Google Shape;638;p22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639" name="Google Shape;639;p22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22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22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22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3" name="Google Shape;643;p22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644" name="Google Shape;644;p22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22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22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22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8" name="Google Shape;648;p22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649" name="Google Shape;649;p22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22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22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22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number">
  <p:cSld name="CUSTOM_13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3"/>
          <p:cNvSpPr txBox="1"/>
          <p:nvPr>
            <p:ph hasCustomPrompt="1" type="title"/>
          </p:nvPr>
        </p:nvSpPr>
        <p:spPr>
          <a:xfrm>
            <a:off x="1717800" y="1930175"/>
            <a:ext cx="5708400" cy="9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r>
              <a:t>xx%</a:t>
            </a:r>
          </a:p>
        </p:txBody>
      </p:sp>
      <p:sp>
        <p:nvSpPr>
          <p:cNvPr id="655" name="Google Shape;655;p23"/>
          <p:cNvSpPr txBox="1"/>
          <p:nvPr>
            <p:ph hasCustomPrompt="1" idx="2" type="title"/>
          </p:nvPr>
        </p:nvSpPr>
        <p:spPr>
          <a:xfrm>
            <a:off x="1717800" y="767030"/>
            <a:ext cx="5708400" cy="9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r>
              <a:t>xx%</a:t>
            </a:r>
          </a:p>
        </p:txBody>
      </p:sp>
      <p:sp>
        <p:nvSpPr>
          <p:cNvPr id="656" name="Google Shape;656;p23"/>
          <p:cNvSpPr txBox="1"/>
          <p:nvPr>
            <p:ph hasCustomPrompt="1" idx="3" type="title"/>
          </p:nvPr>
        </p:nvSpPr>
        <p:spPr>
          <a:xfrm>
            <a:off x="1717800" y="3042476"/>
            <a:ext cx="5708400" cy="9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r>
              <a:t>xx%</a:t>
            </a:r>
          </a:p>
        </p:txBody>
      </p:sp>
      <p:sp>
        <p:nvSpPr>
          <p:cNvPr id="657" name="Google Shape;657;p23"/>
          <p:cNvSpPr txBox="1"/>
          <p:nvPr>
            <p:ph idx="1" type="subTitle"/>
          </p:nvPr>
        </p:nvSpPr>
        <p:spPr>
          <a:xfrm>
            <a:off x="2413200" y="2788118"/>
            <a:ext cx="4317600" cy="3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8" name="Google Shape;658;p23"/>
          <p:cNvSpPr txBox="1"/>
          <p:nvPr>
            <p:ph idx="4" type="subTitle"/>
          </p:nvPr>
        </p:nvSpPr>
        <p:spPr>
          <a:xfrm>
            <a:off x="2413200" y="1615625"/>
            <a:ext cx="4317600" cy="3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23"/>
          <p:cNvSpPr txBox="1"/>
          <p:nvPr>
            <p:ph idx="5" type="subTitle"/>
          </p:nvPr>
        </p:nvSpPr>
        <p:spPr>
          <a:xfrm>
            <a:off x="2413200" y="3898568"/>
            <a:ext cx="4317600" cy="3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60" name="Google Shape;660;p23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661" name="Google Shape;661;p23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662" name="Google Shape;662;p2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2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2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6" name="Google Shape;666;p23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667" name="Google Shape;667;p2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2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2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2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1" name="Google Shape;671;p23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672" name="Google Shape;672;p2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2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2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2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6" name="Google Shape;676;p23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677" name="Google Shape;677;p2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23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2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23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14"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4"/>
          <p:cNvSpPr txBox="1"/>
          <p:nvPr>
            <p:ph type="title"/>
          </p:nvPr>
        </p:nvSpPr>
        <p:spPr>
          <a:xfrm>
            <a:off x="720000" y="332737"/>
            <a:ext cx="7704000" cy="8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83" name="Google Shape;683;p24"/>
          <p:cNvSpPr txBox="1"/>
          <p:nvPr>
            <p:ph idx="1" type="subTitle"/>
          </p:nvPr>
        </p:nvSpPr>
        <p:spPr>
          <a:xfrm>
            <a:off x="1901225" y="3059975"/>
            <a:ext cx="8622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4" name="Google Shape;684;p24"/>
          <p:cNvSpPr txBox="1"/>
          <p:nvPr>
            <p:ph idx="2" type="subTitle"/>
          </p:nvPr>
        </p:nvSpPr>
        <p:spPr>
          <a:xfrm>
            <a:off x="4177350" y="3059975"/>
            <a:ext cx="7434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5" name="Google Shape;685;p24"/>
          <p:cNvSpPr txBox="1"/>
          <p:nvPr>
            <p:ph idx="3" type="subTitle"/>
          </p:nvPr>
        </p:nvSpPr>
        <p:spPr>
          <a:xfrm>
            <a:off x="6417025" y="3059975"/>
            <a:ext cx="7434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6" name="Google Shape;686;p24"/>
          <p:cNvSpPr txBox="1"/>
          <p:nvPr>
            <p:ph idx="4" type="subTitle"/>
          </p:nvPr>
        </p:nvSpPr>
        <p:spPr>
          <a:xfrm>
            <a:off x="1343825" y="3551564"/>
            <a:ext cx="1977000" cy="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7" name="Google Shape;687;p24"/>
          <p:cNvSpPr txBox="1"/>
          <p:nvPr>
            <p:ph idx="5" type="subTitle"/>
          </p:nvPr>
        </p:nvSpPr>
        <p:spPr>
          <a:xfrm>
            <a:off x="3568500" y="3551564"/>
            <a:ext cx="1961100" cy="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8" name="Google Shape;688;p24"/>
          <p:cNvSpPr txBox="1"/>
          <p:nvPr>
            <p:ph idx="6" type="subTitle"/>
          </p:nvPr>
        </p:nvSpPr>
        <p:spPr>
          <a:xfrm>
            <a:off x="5777275" y="3551564"/>
            <a:ext cx="2022900" cy="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89" name="Google Shape;689;p24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690" name="Google Shape;690;p24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691" name="Google Shape;691;p2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2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2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2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5" name="Google Shape;695;p24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696" name="Google Shape;696;p2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2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2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2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0" name="Google Shape;700;p24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701" name="Google Shape;701;p2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2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2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2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5" name="Google Shape;705;p24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706" name="Google Shape;706;p2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24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2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24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5"/>
          <p:cNvSpPr txBox="1"/>
          <p:nvPr>
            <p:ph type="title"/>
          </p:nvPr>
        </p:nvSpPr>
        <p:spPr>
          <a:xfrm>
            <a:off x="720000" y="332737"/>
            <a:ext cx="7704000" cy="8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12" name="Google Shape;712;p25"/>
          <p:cNvSpPr txBox="1"/>
          <p:nvPr>
            <p:ph idx="1" type="subTitle"/>
          </p:nvPr>
        </p:nvSpPr>
        <p:spPr>
          <a:xfrm>
            <a:off x="1346700" y="3059025"/>
            <a:ext cx="289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13" name="Google Shape;713;p25"/>
          <p:cNvSpPr txBox="1"/>
          <p:nvPr>
            <p:ph idx="2" type="subTitle"/>
          </p:nvPr>
        </p:nvSpPr>
        <p:spPr>
          <a:xfrm>
            <a:off x="4792225" y="3059025"/>
            <a:ext cx="289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1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14" name="Google Shape;714;p25"/>
          <p:cNvSpPr txBox="1"/>
          <p:nvPr>
            <p:ph idx="3" type="subTitle"/>
          </p:nvPr>
        </p:nvSpPr>
        <p:spPr>
          <a:xfrm>
            <a:off x="1346700" y="3561297"/>
            <a:ext cx="2897700" cy="8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15" name="Google Shape;715;p25"/>
          <p:cNvSpPr txBox="1"/>
          <p:nvPr>
            <p:ph idx="4" type="subTitle"/>
          </p:nvPr>
        </p:nvSpPr>
        <p:spPr>
          <a:xfrm>
            <a:off x="4792225" y="3550423"/>
            <a:ext cx="2897700" cy="8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16" name="Google Shape;716;p25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717" name="Google Shape;717;p25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718" name="Google Shape;718;p2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2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2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2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2" name="Google Shape;722;p25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723" name="Google Shape;723;p2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2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2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2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7" name="Google Shape;727;p25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728" name="Google Shape;728;p2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2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2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2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2" name="Google Shape;732;p25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733" name="Google Shape;733;p2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25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2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25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7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8" name="Google Shape;738;p26"/>
          <p:cNvGrpSpPr/>
          <p:nvPr/>
        </p:nvGrpSpPr>
        <p:grpSpPr>
          <a:xfrm>
            <a:off x="5229156" y="2798104"/>
            <a:ext cx="1879134" cy="1619277"/>
            <a:chOff x="4610450" y="3544650"/>
            <a:chExt cx="1365650" cy="1176800"/>
          </a:xfrm>
        </p:grpSpPr>
        <p:sp>
          <p:nvSpPr>
            <p:cNvPr id="739" name="Google Shape;739;p26"/>
            <p:cNvSpPr/>
            <p:nvPr/>
          </p:nvSpPr>
          <p:spPr>
            <a:xfrm>
              <a:off x="5490850" y="3544650"/>
              <a:ext cx="223750" cy="296400"/>
            </a:xfrm>
            <a:custGeom>
              <a:rect b="b" l="l" r="r" t="t"/>
              <a:pathLst>
                <a:path extrusionOk="0" h="11856" w="8950">
                  <a:moveTo>
                    <a:pt x="8949" y="1"/>
                  </a:moveTo>
                  <a:lnTo>
                    <a:pt x="7322" y="466"/>
                  </a:lnTo>
                  <a:lnTo>
                    <a:pt x="5811" y="1163"/>
                  </a:lnTo>
                  <a:lnTo>
                    <a:pt x="4649" y="1977"/>
                  </a:lnTo>
                  <a:lnTo>
                    <a:pt x="3603" y="2790"/>
                  </a:lnTo>
                  <a:lnTo>
                    <a:pt x="2673" y="3720"/>
                  </a:lnTo>
                  <a:lnTo>
                    <a:pt x="1976" y="4766"/>
                  </a:lnTo>
                  <a:lnTo>
                    <a:pt x="1395" y="5696"/>
                  </a:lnTo>
                  <a:lnTo>
                    <a:pt x="930" y="6742"/>
                  </a:lnTo>
                  <a:lnTo>
                    <a:pt x="581" y="7788"/>
                  </a:lnTo>
                  <a:lnTo>
                    <a:pt x="349" y="8717"/>
                  </a:lnTo>
                  <a:lnTo>
                    <a:pt x="117" y="10345"/>
                  </a:lnTo>
                  <a:lnTo>
                    <a:pt x="0" y="11507"/>
                  </a:lnTo>
                  <a:lnTo>
                    <a:pt x="0" y="11855"/>
                  </a:lnTo>
                  <a:lnTo>
                    <a:pt x="1860" y="11274"/>
                  </a:lnTo>
                  <a:lnTo>
                    <a:pt x="3371" y="10577"/>
                  </a:lnTo>
                  <a:lnTo>
                    <a:pt x="4649" y="9763"/>
                  </a:lnTo>
                  <a:lnTo>
                    <a:pt x="5695" y="8950"/>
                  </a:lnTo>
                  <a:lnTo>
                    <a:pt x="6625" y="7904"/>
                  </a:lnTo>
                  <a:lnTo>
                    <a:pt x="7322" y="6974"/>
                  </a:lnTo>
                  <a:lnTo>
                    <a:pt x="7903" y="5928"/>
                  </a:lnTo>
                  <a:lnTo>
                    <a:pt x="8252" y="4998"/>
                  </a:lnTo>
                  <a:lnTo>
                    <a:pt x="8601" y="3952"/>
                  </a:lnTo>
                  <a:lnTo>
                    <a:pt x="8717" y="3023"/>
                  </a:lnTo>
                  <a:lnTo>
                    <a:pt x="8949" y="1512"/>
                  </a:lnTo>
                  <a:lnTo>
                    <a:pt x="8949" y="466"/>
                  </a:lnTo>
                  <a:lnTo>
                    <a:pt x="894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6"/>
            <p:cNvSpPr/>
            <p:nvPr/>
          </p:nvSpPr>
          <p:spPr>
            <a:xfrm>
              <a:off x="5490850" y="3544650"/>
              <a:ext cx="223750" cy="296400"/>
            </a:xfrm>
            <a:custGeom>
              <a:rect b="b" l="l" r="r" t="t"/>
              <a:pathLst>
                <a:path extrusionOk="0" fill="none" h="11856" w="8950">
                  <a:moveTo>
                    <a:pt x="0" y="11855"/>
                  </a:moveTo>
                  <a:lnTo>
                    <a:pt x="0" y="11855"/>
                  </a:lnTo>
                  <a:lnTo>
                    <a:pt x="0" y="11507"/>
                  </a:lnTo>
                  <a:lnTo>
                    <a:pt x="117" y="10345"/>
                  </a:lnTo>
                  <a:lnTo>
                    <a:pt x="349" y="8717"/>
                  </a:lnTo>
                  <a:lnTo>
                    <a:pt x="581" y="7788"/>
                  </a:lnTo>
                  <a:lnTo>
                    <a:pt x="930" y="6742"/>
                  </a:lnTo>
                  <a:lnTo>
                    <a:pt x="1395" y="5696"/>
                  </a:lnTo>
                  <a:lnTo>
                    <a:pt x="1976" y="4766"/>
                  </a:lnTo>
                  <a:lnTo>
                    <a:pt x="2673" y="3720"/>
                  </a:lnTo>
                  <a:lnTo>
                    <a:pt x="3603" y="2790"/>
                  </a:lnTo>
                  <a:lnTo>
                    <a:pt x="4649" y="1977"/>
                  </a:lnTo>
                  <a:lnTo>
                    <a:pt x="5811" y="1163"/>
                  </a:lnTo>
                  <a:lnTo>
                    <a:pt x="7322" y="466"/>
                  </a:lnTo>
                  <a:lnTo>
                    <a:pt x="8949" y="1"/>
                  </a:lnTo>
                  <a:lnTo>
                    <a:pt x="8949" y="1"/>
                  </a:lnTo>
                  <a:lnTo>
                    <a:pt x="8949" y="466"/>
                  </a:lnTo>
                  <a:lnTo>
                    <a:pt x="8949" y="1512"/>
                  </a:lnTo>
                  <a:lnTo>
                    <a:pt x="8717" y="3023"/>
                  </a:lnTo>
                  <a:lnTo>
                    <a:pt x="8601" y="3952"/>
                  </a:lnTo>
                  <a:lnTo>
                    <a:pt x="8252" y="4998"/>
                  </a:lnTo>
                  <a:lnTo>
                    <a:pt x="7903" y="5928"/>
                  </a:lnTo>
                  <a:lnTo>
                    <a:pt x="7322" y="6974"/>
                  </a:lnTo>
                  <a:lnTo>
                    <a:pt x="6625" y="7904"/>
                  </a:lnTo>
                  <a:lnTo>
                    <a:pt x="5695" y="8950"/>
                  </a:lnTo>
                  <a:lnTo>
                    <a:pt x="4649" y="9763"/>
                  </a:lnTo>
                  <a:lnTo>
                    <a:pt x="3371" y="10577"/>
                  </a:lnTo>
                  <a:lnTo>
                    <a:pt x="1860" y="11274"/>
                  </a:lnTo>
                  <a:lnTo>
                    <a:pt x="0" y="1185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6"/>
            <p:cNvSpPr/>
            <p:nvPr/>
          </p:nvSpPr>
          <p:spPr>
            <a:xfrm>
              <a:off x="5522800" y="3567900"/>
              <a:ext cx="174375" cy="229575"/>
            </a:xfrm>
            <a:custGeom>
              <a:rect b="b" l="l" r="r" t="t"/>
              <a:pathLst>
                <a:path extrusionOk="0" h="9183" w="6975">
                  <a:moveTo>
                    <a:pt x="6858" y="1"/>
                  </a:moveTo>
                  <a:lnTo>
                    <a:pt x="6742" y="117"/>
                  </a:lnTo>
                  <a:lnTo>
                    <a:pt x="4301" y="3255"/>
                  </a:lnTo>
                  <a:lnTo>
                    <a:pt x="4185" y="1628"/>
                  </a:lnTo>
                  <a:lnTo>
                    <a:pt x="4069" y="1279"/>
                  </a:lnTo>
                  <a:lnTo>
                    <a:pt x="3836" y="1279"/>
                  </a:lnTo>
                  <a:lnTo>
                    <a:pt x="4069" y="3255"/>
                  </a:lnTo>
                  <a:lnTo>
                    <a:pt x="4185" y="3487"/>
                  </a:lnTo>
                  <a:lnTo>
                    <a:pt x="2209" y="6044"/>
                  </a:lnTo>
                  <a:lnTo>
                    <a:pt x="1977" y="3255"/>
                  </a:lnTo>
                  <a:lnTo>
                    <a:pt x="1977" y="3139"/>
                  </a:lnTo>
                  <a:lnTo>
                    <a:pt x="1860" y="3139"/>
                  </a:lnTo>
                  <a:lnTo>
                    <a:pt x="1744" y="3255"/>
                  </a:lnTo>
                  <a:lnTo>
                    <a:pt x="1977" y="6277"/>
                  </a:lnTo>
                  <a:lnTo>
                    <a:pt x="233" y="8601"/>
                  </a:lnTo>
                  <a:lnTo>
                    <a:pt x="233" y="5928"/>
                  </a:lnTo>
                  <a:lnTo>
                    <a:pt x="233" y="5812"/>
                  </a:lnTo>
                  <a:lnTo>
                    <a:pt x="1" y="5812"/>
                  </a:lnTo>
                  <a:lnTo>
                    <a:pt x="1" y="5928"/>
                  </a:lnTo>
                  <a:lnTo>
                    <a:pt x="1" y="8833"/>
                  </a:lnTo>
                  <a:lnTo>
                    <a:pt x="1" y="8950"/>
                  </a:lnTo>
                  <a:lnTo>
                    <a:pt x="117" y="9182"/>
                  </a:lnTo>
                  <a:lnTo>
                    <a:pt x="349" y="8833"/>
                  </a:lnTo>
                  <a:lnTo>
                    <a:pt x="1744" y="8485"/>
                  </a:lnTo>
                  <a:lnTo>
                    <a:pt x="2441" y="8136"/>
                  </a:lnTo>
                  <a:lnTo>
                    <a:pt x="2441" y="8136"/>
                  </a:lnTo>
                  <a:lnTo>
                    <a:pt x="582" y="8601"/>
                  </a:lnTo>
                  <a:lnTo>
                    <a:pt x="1977" y="6741"/>
                  </a:lnTo>
                  <a:lnTo>
                    <a:pt x="2209" y="6393"/>
                  </a:lnTo>
                  <a:lnTo>
                    <a:pt x="5347" y="5812"/>
                  </a:lnTo>
                  <a:lnTo>
                    <a:pt x="5812" y="5695"/>
                  </a:lnTo>
                  <a:lnTo>
                    <a:pt x="5812" y="5579"/>
                  </a:lnTo>
                  <a:lnTo>
                    <a:pt x="5696" y="5463"/>
                  </a:lnTo>
                  <a:lnTo>
                    <a:pt x="2558" y="6160"/>
                  </a:lnTo>
                  <a:lnTo>
                    <a:pt x="2441" y="6160"/>
                  </a:lnTo>
                  <a:lnTo>
                    <a:pt x="4301" y="3603"/>
                  </a:lnTo>
                  <a:lnTo>
                    <a:pt x="6161" y="3022"/>
                  </a:lnTo>
                  <a:lnTo>
                    <a:pt x="6393" y="3022"/>
                  </a:lnTo>
                  <a:lnTo>
                    <a:pt x="6509" y="2790"/>
                  </a:lnTo>
                  <a:lnTo>
                    <a:pt x="6393" y="2790"/>
                  </a:lnTo>
                  <a:lnTo>
                    <a:pt x="4533" y="3255"/>
                  </a:lnTo>
                  <a:lnTo>
                    <a:pt x="4533" y="3255"/>
                  </a:lnTo>
                  <a:lnTo>
                    <a:pt x="6044" y="1395"/>
                  </a:lnTo>
                  <a:lnTo>
                    <a:pt x="6974" y="233"/>
                  </a:lnTo>
                  <a:lnTo>
                    <a:pt x="6974" y="117"/>
                  </a:lnTo>
                  <a:lnTo>
                    <a:pt x="685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5522800" y="3567900"/>
              <a:ext cx="174375" cy="229575"/>
            </a:xfrm>
            <a:custGeom>
              <a:rect b="b" l="l" r="r" t="t"/>
              <a:pathLst>
                <a:path extrusionOk="0" fill="none" h="9183" w="6975">
                  <a:moveTo>
                    <a:pt x="6858" y="1"/>
                  </a:moveTo>
                  <a:lnTo>
                    <a:pt x="6858" y="1"/>
                  </a:lnTo>
                  <a:lnTo>
                    <a:pt x="6742" y="117"/>
                  </a:lnTo>
                  <a:lnTo>
                    <a:pt x="6742" y="117"/>
                  </a:lnTo>
                  <a:lnTo>
                    <a:pt x="4301" y="3255"/>
                  </a:lnTo>
                  <a:lnTo>
                    <a:pt x="4301" y="3255"/>
                  </a:lnTo>
                  <a:lnTo>
                    <a:pt x="4185" y="1628"/>
                  </a:lnTo>
                  <a:lnTo>
                    <a:pt x="4185" y="1628"/>
                  </a:lnTo>
                  <a:lnTo>
                    <a:pt x="4069" y="1279"/>
                  </a:lnTo>
                  <a:lnTo>
                    <a:pt x="4069" y="1279"/>
                  </a:lnTo>
                  <a:lnTo>
                    <a:pt x="4069" y="1279"/>
                  </a:lnTo>
                  <a:lnTo>
                    <a:pt x="3952" y="1279"/>
                  </a:lnTo>
                  <a:lnTo>
                    <a:pt x="3952" y="1279"/>
                  </a:lnTo>
                  <a:lnTo>
                    <a:pt x="3952" y="1279"/>
                  </a:lnTo>
                  <a:lnTo>
                    <a:pt x="3836" y="1279"/>
                  </a:lnTo>
                  <a:lnTo>
                    <a:pt x="3836" y="1279"/>
                  </a:lnTo>
                  <a:lnTo>
                    <a:pt x="4069" y="3255"/>
                  </a:lnTo>
                  <a:lnTo>
                    <a:pt x="4069" y="3255"/>
                  </a:lnTo>
                  <a:lnTo>
                    <a:pt x="4185" y="3487"/>
                  </a:lnTo>
                  <a:lnTo>
                    <a:pt x="4185" y="3487"/>
                  </a:lnTo>
                  <a:lnTo>
                    <a:pt x="2209" y="6044"/>
                  </a:lnTo>
                  <a:lnTo>
                    <a:pt x="2209" y="6044"/>
                  </a:lnTo>
                  <a:lnTo>
                    <a:pt x="1977" y="3255"/>
                  </a:lnTo>
                  <a:lnTo>
                    <a:pt x="1977" y="3255"/>
                  </a:lnTo>
                  <a:lnTo>
                    <a:pt x="1977" y="3139"/>
                  </a:lnTo>
                  <a:lnTo>
                    <a:pt x="1860" y="3139"/>
                  </a:lnTo>
                  <a:lnTo>
                    <a:pt x="1860" y="3139"/>
                  </a:lnTo>
                  <a:lnTo>
                    <a:pt x="1860" y="3139"/>
                  </a:lnTo>
                  <a:lnTo>
                    <a:pt x="1744" y="3255"/>
                  </a:lnTo>
                  <a:lnTo>
                    <a:pt x="1744" y="3255"/>
                  </a:lnTo>
                  <a:lnTo>
                    <a:pt x="1977" y="6277"/>
                  </a:lnTo>
                  <a:lnTo>
                    <a:pt x="1977" y="6277"/>
                  </a:lnTo>
                  <a:lnTo>
                    <a:pt x="233" y="8601"/>
                  </a:lnTo>
                  <a:lnTo>
                    <a:pt x="233" y="8601"/>
                  </a:lnTo>
                  <a:lnTo>
                    <a:pt x="233" y="5928"/>
                  </a:lnTo>
                  <a:lnTo>
                    <a:pt x="233" y="5928"/>
                  </a:lnTo>
                  <a:lnTo>
                    <a:pt x="233" y="5812"/>
                  </a:lnTo>
                  <a:lnTo>
                    <a:pt x="117" y="5812"/>
                  </a:lnTo>
                  <a:lnTo>
                    <a:pt x="117" y="5812"/>
                  </a:lnTo>
                  <a:lnTo>
                    <a:pt x="1" y="5812"/>
                  </a:lnTo>
                  <a:lnTo>
                    <a:pt x="1" y="5928"/>
                  </a:lnTo>
                  <a:lnTo>
                    <a:pt x="1" y="5928"/>
                  </a:lnTo>
                  <a:lnTo>
                    <a:pt x="1" y="8833"/>
                  </a:lnTo>
                  <a:lnTo>
                    <a:pt x="1" y="8833"/>
                  </a:lnTo>
                  <a:lnTo>
                    <a:pt x="1" y="8833"/>
                  </a:lnTo>
                  <a:lnTo>
                    <a:pt x="1" y="8950"/>
                  </a:lnTo>
                  <a:lnTo>
                    <a:pt x="1" y="8950"/>
                  </a:lnTo>
                  <a:lnTo>
                    <a:pt x="117" y="9182"/>
                  </a:lnTo>
                  <a:lnTo>
                    <a:pt x="117" y="9182"/>
                  </a:lnTo>
                  <a:lnTo>
                    <a:pt x="349" y="8833"/>
                  </a:lnTo>
                  <a:lnTo>
                    <a:pt x="349" y="8833"/>
                  </a:lnTo>
                  <a:lnTo>
                    <a:pt x="1744" y="8485"/>
                  </a:lnTo>
                  <a:lnTo>
                    <a:pt x="1744" y="8485"/>
                  </a:lnTo>
                  <a:lnTo>
                    <a:pt x="2441" y="8136"/>
                  </a:lnTo>
                  <a:lnTo>
                    <a:pt x="2441" y="8136"/>
                  </a:lnTo>
                  <a:lnTo>
                    <a:pt x="582" y="8601"/>
                  </a:lnTo>
                  <a:lnTo>
                    <a:pt x="582" y="8601"/>
                  </a:lnTo>
                  <a:lnTo>
                    <a:pt x="1977" y="6741"/>
                  </a:lnTo>
                  <a:lnTo>
                    <a:pt x="1977" y="6741"/>
                  </a:lnTo>
                  <a:lnTo>
                    <a:pt x="2209" y="6393"/>
                  </a:lnTo>
                  <a:lnTo>
                    <a:pt x="2209" y="6393"/>
                  </a:lnTo>
                  <a:lnTo>
                    <a:pt x="5347" y="5812"/>
                  </a:lnTo>
                  <a:lnTo>
                    <a:pt x="5347" y="5812"/>
                  </a:lnTo>
                  <a:lnTo>
                    <a:pt x="5812" y="5695"/>
                  </a:lnTo>
                  <a:lnTo>
                    <a:pt x="5812" y="5695"/>
                  </a:lnTo>
                  <a:lnTo>
                    <a:pt x="5812" y="5695"/>
                  </a:lnTo>
                  <a:lnTo>
                    <a:pt x="5812" y="5579"/>
                  </a:lnTo>
                  <a:lnTo>
                    <a:pt x="5696" y="5463"/>
                  </a:lnTo>
                  <a:lnTo>
                    <a:pt x="5696" y="5463"/>
                  </a:lnTo>
                  <a:lnTo>
                    <a:pt x="5696" y="5463"/>
                  </a:lnTo>
                  <a:lnTo>
                    <a:pt x="5696" y="5463"/>
                  </a:lnTo>
                  <a:lnTo>
                    <a:pt x="2558" y="6160"/>
                  </a:lnTo>
                  <a:lnTo>
                    <a:pt x="2558" y="6160"/>
                  </a:lnTo>
                  <a:lnTo>
                    <a:pt x="2441" y="6160"/>
                  </a:lnTo>
                  <a:lnTo>
                    <a:pt x="2441" y="6160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6161" y="3022"/>
                  </a:lnTo>
                  <a:lnTo>
                    <a:pt x="6161" y="3022"/>
                  </a:lnTo>
                  <a:lnTo>
                    <a:pt x="6393" y="3022"/>
                  </a:lnTo>
                  <a:lnTo>
                    <a:pt x="6393" y="3022"/>
                  </a:lnTo>
                  <a:lnTo>
                    <a:pt x="6509" y="2790"/>
                  </a:lnTo>
                  <a:lnTo>
                    <a:pt x="6393" y="2790"/>
                  </a:lnTo>
                  <a:lnTo>
                    <a:pt x="6393" y="2790"/>
                  </a:lnTo>
                  <a:lnTo>
                    <a:pt x="6393" y="2790"/>
                  </a:lnTo>
                  <a:lnTo>
                    <a:pt x="6393" y="2790"/>
                  </a:lnTo>
                  <a:lnTo>
                    <a:pt x="4533" y="3255"/>
                  </a:lnTo>
                  <a:lnTo>
                    <a:pt x="4533" y="3255"/>
                  </a:lnTo>
                  <a:lnTo>
                    <a:pt x="6044" y="1395"/>
                  </a:lnTo>
                  <a:lnTo>
                    <a:pt x="6044" y="1395"/>
                  </a:lnTo>
                  <a:lnTo>
                    <a:pt x="6974" y="233"/>
                  </a:lnTo>
                  <a:lnTo>
                    <a:pt x="6974" y="233"/>
                  </a:lnTo>
                  <a:lnTo>
                    <a:pt x="6974" y="117"/>
                  </a:lnTo>
                  <a:lnTo>
                    <a:pt x="685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5502475" y="3727700"/>
              <a:ext cx="363225" cy="151125"/>
            </a:xfrm>
            <a:custGeom>
              <a:rect b="b" l="l" r="r" t="t"/>
              <a:pathLst>
                <a:path extrusionOk="0" h="6045" w="14529">
                  <a:moveTo>
                    <a:pt x="8717" y="1"/>
                  </a:moveTo>
                  <a:lnTo>
                    <a:pt x="7438" y="117"/>
                  </a:lnTo>
                  <a:lnTo>
                    <a:pt x="6276" y="466"/>
                  </a:lnTo>
                  <a:lnTo>
                    <a:pt x="5114" y="814"/>
                  </a:lnTo>
                  <a:lnTo>
                    <a:pt x="4068" y="1279"/>
                  </a:lnTo>
                  <a:lnTo>
                    <a:pt x="3138" y="1744"/>
                  </a:lnTo>
                  <a:lnTo>
                    <a:pt x="2325" y="2209"/>
                  </a:lnTo>
                  <a:lnTo>
                    <a:pt x="1046" y="3255"/>
                  </a:lnTo>
                  <a:lnTo>
                    <a:pt x="233" y="4069"/>
                  </a:lnTo>
                  <a:lnTo>
                    <a:pt x="0" y="4417"/>
                  </a:lnTo>
                  <a:lnTo>
                    <a:pt x="1627" y="5115"/>
                  </a:lnTo>
                  <a:lnTo>
                    <a:pt x="3254" y="5696"/>
                  </a:lnTo>
                  <a:lnTo>
                    <a:pt x="4765" y="5928"/>
                  </a:lnTo>
                  <a:lnTo>
                    <a:pt x="6160" y="6044"/>
                  </a:lnTo>
                  <a:lnTo>
                    <a:pt x="7438" y="5928"/>
                  </a:lnTo>
                  <a:lnTo>
                    <a:pt x="8601" y="5579"/>
                  </a:lnTo>
                  <a:lnTo>
                    <a:pt x="9763" y="5231"/>
                  </a:lnTo>
                  <a:lnTo>
                    <a:pt x="10693" y="4766"/>
                  </a:lnTo>
                  <a:lnTo>
                    <a:pt x="11622" y="4301"/>
                  </a:lnTo>
                  <a:lnTo>
                    <a:pt x="12320" y="3720"/>
                  </a:lnTo>
                  <a:lnTo>
                    <a:pt x="13598" y="2674"/>
                  </a:lnTo>
                  <a:lnTo>
                    <a:pt x="14296" y="1860"/>
                  </a:lnTo>
                  <a:lnTo>
                    <a:pt x="14528" y="1628"/>
                  </a:lnTo>
                  <a:lnTo>
                    <a:pt x="13017" y="814"/>
                  </a:lnTo>
                  <a:lnTo>
                    <a:pt x="11506" y="349"/>
                  </a:lnTo>
                  <a:lnTo>
                    <a:pt x="10112" y="117"/>
                  </a:lnTo>
                  <a:lnTo>
                    <a:pt x="8717" y="1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5502475" y="3727700"/>
              <a:ext cx="363225" cy="151125"/>
            </a:xfrm>
            <a:custGeom>
              <a:rect b="b" l="l" r="r" t="t"/>
              <a:pathLst>
                <a:path extrusionOk="0" fill="none" h="6045" w="14529">
                  <a:moveTo>
                    <a:pt x="0" y="4417"/>
                  </a:moveTo>
                  <a:lnTo>
                    <a:pt x="0" y="4417"/>
                  </a:lnTo>
                  <a:lnTo>
                    <a:pt x="233" y="4069"/>
                  </a:lnTo>
                  <a:lnTo>
                    <a:pt x="1046" y="3255"/>
                  </a:lnTo>
                  <a:lnTo>
                    <a:pt x="2325" y="2209"/>
                  </a:lnTo>
                  <a:lnTo>
                    <a:pt x="3138" y="1744"/>
                  </a:lnTo>
                  <a:lnTo>
                    <a:pt x="4068" y="1279"/>
                  </a:lnTo>
                  <a:lnTo>
                    <a:pt x="5114" y="814"/>
                  </a:lnTo>
                  <a:lnTo>
                    <a:pt x="6276" y="466"/>
                  </a:lnTo>
                  <a:lnTo>
                    <a:pt x="7438" y="117"/>
                  </a:lnTo>
                  <a:lnTo>
                    <a:pt x="8717" y="1"/>
                  </a:lnTo>
                  <a:lnTo>
                    <a:pt x="10112" y="117"/>
                  </a:lnTo>
                  <a:lnTo>
                    <a:pt x="11506" y="349"/>
                  </a:lnTo>
                  <a:lnTo>
                    <a:pt x="13017" y="814"/>
                  </a:lnTo>
                  <a:lnTo>
                    <a:pt x="14528" y="1628"/>
                  </a:lnTo>
                  <a:lnTo>
                    <a:pt x="14528" y="1628"/>
                  </a:lnTo>
                  <a:lnTo>
                    <a:pt x="14296" y="1860"/>
                  </a:lnTo>
                  <a:lnTo>
                    <a:pt x="13598" y="2674"/>
                  </a:lnTo>
                  <a:lnTo>
                    <a:pt x="12320" y="3720"/>
                  </a:lnTo>
                  <a:lnTo>
                    <a:pt x="11622" y="4301"/>
                  </a:lnTo>
                  <a:lnTo>
                    <a:pt x="10693" y="4766"/>
                  </a:lnTo>
                  <a:lnTo>
                    <a:pt x="9763" y="5231"/>
                  </a:lnTo>
                  <a:lnTo>
                    <a:pt x="8601" y="5579"/>
                  </a:lnTo>
                  <a:lnTo>
                    <a:pt x="7438" y="5928"/>
                  </a:lnTo>
                  <a:lnTo>
                    <a:pt x="6160" y="6044"/>
                  </a:lnTo>
                  <a:lnTo>
                    <a:pt x="4765" y="5928"/>
                  </a:lnTo>
                  <a:lnTo>
                    <a:pt x="3254" y="5696"/>
                  </a:lnTo>
                  <a:lnTo>
                    <a:pt x="1627" y="5115"/>
                  </a:lnTo>
                  <a:lnTo>
                    <a:pt x="0" y="441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5543150" y="3745150"/>
              <a:ext cx="293475" cy="122050"/>
            </a:xfrm>
            <a:custGeom>
              <a:rect b="b" l="l" r="r" t="t"/>
              <a:pathLst>
                <a:path extrusionOk="0" h="4882" w="11739">
                  <a:moveTo>
                    <a:pt x="5811" y="0"/>
                  </a:moveTo>
                  <a:lnTo>
                    <a:pt x="3836" y="2441"/>
                  </a:lnTo>
                  <a:lnTo>
                    <a:pt x="1046" y="2906"/>
                  </a:lnTo>
                  <a:lnTo>
                    <a:pt x="2790" y="930"/>
                  </a:lnTo>
                  <a:lnTo>
                    <a:pt x="2790" y="814"/>
                  </a:lnTo>
                  <a:lnTo>
                    <a:pt x="2790" y="697"/>
                  </a:lnTo>
                  <a:lnTo>
                    <a:pt x="2673" y="814"/>
                  </a:lnTo>
                  <a:lnTo>
                    <a:pt x="698" y="2906"/>
                  </a:lnTo>
                  <a:lnTo>
                    <a:pt x="698" y="3022"/>
                  </a:lnTo>
                  <a:lnTo>
                    <a:pt x="0" y="3138"/>
                  </a:lnTo>
                  <a:lnTo>
                    <a:pt x="233" y="3371"/>
                  </a:lnTo>
                  <a:lnTo>
                    <a:pt x="930" y="3138"/>
                  </a:lnTo>
                  <a:lnTo>
                    <a:pt x="3603" y="4649"/>
                  </a:lnTo>
                  <a:lnTo>
                    <a:pt x="3952" y="4881"/>
                  </a:lnTo>
                  <a:lnTo>
                    <a:pt x="4068" y="4881"/>
                  </a:lnTo>
                  <a:lnTo>
                    <a:pt x="4184" y="4765"/>
                  </a:lnTo>
                  <a:lnTo>
                    <a:pt x="4068" y="4649"/>
                  </a:lnTo>
                  <a:lnTo>
                    <a:pt x="1279" y="3138"/>
                  </a:lnTo>
                  <a:lnTo>
                    <a:pt x="3487" y="2673"/>
                  </a:lnTo>
                  <a:lnTo>
                    <a:pt x="3952" y="2673"/>
                  </a:lnTo>
                  <a:lnTo>
                    <a:pt x="6625" y="4300"/>
                  </a:lnTo>
                  <a:lnTo>
                    <a:pt x="6974" y="4533"/>
                  </a:lnTo>
                  <a:lnTo>
                    <a:pt x="7090" y="4533"/>
                  </a:lnTo>
                  <a:lnTo>
                    <a:pt x="7206" y="4417"/>
                  </a:lnTo>
                  <a:lnTo>
                    <a:pt x="7090" y="4300"/>
                  </a:lnTo>
                  <a:lnTo>
                    <a:pt x="4417" y="2673"/>
                  </a:lnTo>
                  <a:lnTo>
                    <a:pt x="4301" y="2557"/>
                  </a:lnTo>
                  <a:lnTo>
                    <a:pt x="7439" y="1976"/>
                  </a:lnTo>
                  <a:lnTo>
                    <a:pt x="9066" y="2789"/>
                  </a:lnTo>
                  <a:lnTo>
                    <a:pt x="9414" y="2906"/>
                  </a:lnTo>
                  <a:lnTo>
                    <a:pt x="9531" y="2789"/>
                  </a:lnTo>
                  <a:lnTo>
                    <a:pt x="9414" y="2673"/>
                  </a:lnTo>
                  <a:lnTo>
                    <a:pt x="7787" y="1976"/>
                  </a:lnTo>
                  <a:lnTo>
                    <a:pt x="10112" y="1511"/>
                  </a:lnTo>
                  <a:lnTo>
                    <a:pt x="11623" y="1279"/>
                  </a:lnTo>
                  <a:lnTo>
                    <a:pt x="11739" y="1162"/>
                  </a:lnTo>
                  <a:lnTo>
                    <a:pt x="11623" y="1046"/>
                  </a:lnTo>
                  <a:lnTo>
                    <a:pt x="7671" y="1743"/>
                  </a:lnTo>
                  <a:lnTo>
                    <a:pt x="8601" y="349"/>
                  </a:lnTo>
                  <a:lnTo>
                    <a:pt x="8717" y="233"/>
                  </a:lnTo>
                  <a:lnTo>
                    <a:pt x="8833" y="0"/>
                  </a:lnTo>
                  <a:lnTo>
                    <a:pt x="8601" y="0"/>
                  </a:lnTo>
                  <a:lnTo>
                    <a:pt x="7555" y="1627"/>
                  </a:lnTo>
                  <a:lnTo>
                    <a:pt x="7322" y="1743"/>
                  </a:lnTo>
                  <a:lnTo>
                    <a:pt x="4184" y="2325"/>
                  </a:lnTo>
                  <a:lnTo>
                    <a:pt x="5928" y="116"/>
                  </a:lnTo>
                  <a:lnTo>
                    <a:pt x="5928" y="0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5543150" y="3745150"/>
              <a:ext cx="293475" cy="122050"/>
            </a:xfrm>
            <a:custGeom>
              <a:rect b="b" l="l" r="r" t="t"/>
              <a:pathLst>
                <a:path extrusionOk="0" fill="none" h="4882" w="11739">
                  <a:moveTo>
                    <a:pt x="5811" y="0"/>
                  </a:moveTo>
                  <a:lnTo>
                    <a:pt x="5811" y="0"/>
                  </a:lnTo>
                  <a:lnTo>
                    <a:pt x="5811" y="0"/>
                  </a:lnTo>
                  <a:lnTo>
                    <a:pt x="5811" y="0"/>
                  </a:lnTo>
                  <a:lnTo>
                    <a:pt x="3836" y="2441"/>
                  </a:lnTo>
                  <a:lnTo>
                    <a:pt x="3836" y="2441"/>
                  </a:lnTo>
                  <a:lnTo>
                    <a:pt x="1046" y="2906"/>
                  </a:lnTo>
                  <a:lnTo>
                    <a:pt x="1046" y="2906"/>
                  </a:lnTo>
                  <a:lnTo>
                    <a:pt x="2790" y="930"/>
                  </a:lnTo>
                  <a:lnTo>
                    <a:pt x="2790" y="930"/>
                  </a:lnTo>
                  <a:lnTo>
                    <a:pt x="2790" y="814"/>
                  </a:lnTo>
                  <a:lnTo>
                    <a:pt x="2790" y="697"/>
                  </a:lnTo>
                  <a:lnTo>
                    <a:pt x="2790" y="697"/>
                  </a:lnTo>
                  <a:lnTo>
                    <a:pt x="2673" y="814"/>
                  </a:lnTo>
                  <a:lnTo>
                    <a:pt x="2673" y="814"/>
                  </a:lnTo>
                  <a:lnTo>
                    <a:pt x="698" y="2906"/>
                  </a:lnTo>
                  <a:lnTo>
                    <a:pt x="698" y="3022"/>
                  </a:lnTo>
                  <a:lnTo>
                    <a:pt x="698" y="3022"/>
                  </a:lnTo>
                  <a:lnTo>
                    <a:pt x="0" y="3138"/>
                  </a:lnTo>
                  <a:lnTo>
                    <a:pt x="0" y="3138"/>
                  </a:lnTo>
                  <a:lnTo>
                    <a:pt x="233" y="3371"/>
                  </a:lnTo>
                  <a:lnTo>
                    <a:pt x="233" y="3371"/>
                  </a:lnTo>
                  <a:lnTo>
                    <a:pt x="930" y="3138"/>
                  </a:lnTo>
                  <a:lnTo>
                    <a:pt x="930" y="3138"/>
                  </a:lnTo>
                  <a:lnTo>
                    <a:pt x="3603" y="4649"/>
                  </a:lnTo>
                  <a:lnTo>
                    <a:pt x="3603" y="4649"/>
                  </a:lnTo>
                  <a:lnTo>
                    <a:pt x="3952" y="4881"/>
                  </a:lnTo>
                  <a:lnTo>
                    <a:pt x="3952" y="4881"/>
                  </a:lnTo>
                  <a:lnTo>
                    <a:pt x="4068" y="4881"/>
                  </a:lnTo>
                  <a:lnTo>
                    <a:pt x="4068" y="4881"/>
                  </a:lnTo>
                  <a:lnTo>
                    <a:pt x="4184" y="4765"/>
                  </a:lnTo>
                  <a:lnTo>
                    <a:pt x="4068" y="4649"/>
                  </a:lnTo>
                  <a:lnTo>
                    <a:pt x="4068" y="4649"/>
                  </a:lnTo>
                  <a:lnTo>
                    <a:pt x="1279" y="3138"/>
                  </a:lnTo>
                  <a:lnTo>
                    <a:pt x="1279" y="3138"/>
                  </a:lnTo>
                  <a:lnTo>
                    <a:pt x="3487" y="2673"/>
                  </a:lnTo>
                  <a:lnTo>
                    <a:pt x="3487" y="2673"/>
                  </a:lnTo>
                  <a:lnTo>
                    <a:pt x="3952" y="2673"/>
                  </a:lnTo>
                  <a:lnTo>
                    <a:pt x="3952" y="2673"/>
                  </a:lnTo>
                  <a:lnTo>
                    <a:pt x="6625" y="4300"/>
                  </a:lnTo>
                  <a:lnTo>
                    <a:pt x="6625" y="4300"/>
                  </a:lnTo>
                  <a:lnTo>
                    <a:pt x="6974" y="4533"/>
                  </a:lnTo>
                  <a:lnTo>
                    <a:pt x="6974" y="4533"/>
                  </a:lnTo>
                  <a:lnTo>
                    <a:pt x="7090" y="4533"/>
                  </a:lnTo>
                  <a:lnTo>
                    <a:pt x="7090" y="4533"/>
                  </a:lnTo>
                  <a:lnTo>
                    <a:pt x="7206" y="4417"/>
                  </a:lnTo>
                  <a:lnTo>
                    <a:pt x="7090" y="4300"/>
                  </a:lnTo>
                  <a:lnTo>
                    <a:pt x="7090" y="4300"/>
                  </a:lnTo>
                  <a:lnTo>
                    <a:pt x="4417" y="2673"/>
                  </a:lnTo>
                  <a:lnTo>
                    <a:pt x="4417" y="2673"/>
                  </a:lnTo>
                  <a:lnTo>
                    <a:pt x="4301" y="2557"/>
                  </a:lnTo>
                  <a:lnTo>
                    <a:pt x="4301" y="2557"/>
                  </a:lnTo>
                  <a:lnTo>
                    <a:pt x="7439" y="1976"/>
                  </a:lnTo>
                  <a:lnTo>
                    <a:pt x="7439" y="1976"/>
                  </a:lnTo>
                  <a:lnTo>
                    <a:pt x="9066" y="2789"/>
                  </a:lnTo>
                  <a:lnTo>
                    <a:pt x="9066" y="2789"/>
                  </a:lnTo>
                  <a:lnTo>
                    <a:pt x="9414" y="2906"/>
                  </a:lnTo>
                  <a:lnTo>
                    <a:pt x="9414" y="2906"/>
                  </a:lnTo>
                  <a:lnTo>
                    <a:pt x="9414" y="2906"/>
                  </a:lnTo>
                  <a:lnTo>
                    <a:pt x="9414" y="2906"/>
                  </a:lnTo>
                  <a:lnTo>
                    <a:pt x="9531" y="2789"/>
                  </a:lnTo>
                  <a:lnTo>
                    <a:pt x="9414" y="2673"/>
                  </a:lnTo>
                  <a:lnTo>
                    <a:pt x="9414" y="2673"/>
                  </a:lnTo>
                  <a:lnTo>
                    <a:pt x="7787" y="1976"/>
                  </a:lnTo>
                  <a:lnTo>
                    <a:pt x="7787" y="1976"/>
                  </a:lnTo>
                  <a:lnTo>
                    <a:pt x="10112" y="1511"/>
                  </a:lnTo>
                  <a:lnTo>
                    <a:pt x="10112" y="1511"/>
                  </a:lnTo>
                  <a:lnTo>
                    <a:pt x="11623" y="1279"/>
                  </a:lnTo>
                  <a:lnTo>
                    <a:pt x="11623" y="1279"/>
                  </a:lnTo>
                  <a:lnTo>
                    <a:pt x="11739" y="1162"/>
                  </a:lnTo>
                  <a:lnTo>
                    <a:pt x="11739" y="1162"/>
                  </a:lnTo>
                  <a:lnTo>
                    <a:pt x="11623" y="1046"/>
                  </a:lnTo>
                  <a:lnTo>
                    <a:pt x="11623" y="1046"/>
                  </a:lnTo>
                  <a:lnTo>
                    <a:pt x="11623" y="1046"/>
                  </a:lnTo>
                  <a:lnTo>
                    <a:pt x="11623" y="1046"/>
                  </a:lnTo>
                  <a:lnTo>
                    <a:pt x="7671" y="1743"/>
                  </a:lnTo>
                  <a:lnTo>
                    <a:pt x="7671" y="1743"/>
                  </a:lnTo>
                  <a:lnTo>
                    <a:pt x="8601" y="349"/>
                  </a:lnTo>
                  <a:lnTo>
                    <a:pt x="8601" y="349"/>
                  </a:lnTo>
                  <a:lnTo>
                    <a:pt x="8717" y="233"/>
                  </a:lnTo>
                  <a:lnTo>
                    <a:pt x="8717" y="233"/>
                  </a:lnTo>
                  <a:lnTo>
                    <a:pt x="8833" y="0"/>
                  </a:lnTo>
                  <a:lnTo>
                    <a:pt x="8717" y="0"/>
                  </a:lnTo>
                  <a:lnTo>
                    <a:pt x="8717" y="0"/>
                  </a:lnTo>
                  <a:lnTo>
                    <a:pt x="8601" y="0"/>
                  </a:lnTo>
                  <a:lnTo>
                    <a:pt x="8601" y="0"/>
                  </a:lnTo>
                  <a:lnTo>
                    <a:pt x="7555" y="1627"/>
                  </a:lnTo>
                  <a:lnTo>
                    <a:pt x="7555" y="1627"/>
                  </a:lnTo>
                  <a:lnTo>
                    <a:pt x="7322" y="1743"/>
                  </a:lnTo>
                  <a:lnTo>
                    <a:pt x="7322" y="1743"/>
                  </a:lnTo>
                  <a:lnTo>
                    <a:pt x="4184" y="2325"/>
                  </a:lnTo>
                  <a:lnTo>
                    <a:pt x="4184" y="2325"/>
                  </a:lnTo>
                  <a:lnTo>
                    <a:pt x="5928" y="116"/>
                  </a:lnTo>
                  <a:lnTo>
                    <a:pt x="5928" y="116"/>
                  </a:lnTo>
                  <a:lnTo>
                    <a:pt x="5928" y="0"/>
                  </a:lnTo>
                  <a:lnTo>
                    <a:pt x="58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4610450" y="4047325"/>
              <a:ext cx="1365650" cy="369025"/>
            </a:xfrm>
            <a:custGeom>
              <a:rect b="b" l="l" r="r" t="t"/>
              <a:pathLst>
                <a:path extrusionOk="0" h="14761" w="54626">
                  <a:moveTo>
                    <a:pt x="24524" y="0"/>
                  </a:moveTo>
                  <a:lnTo>
                    <a:pt x="21734" y="117"/>
                  </a:lnTo>
                  <a:lnTo>
                    <a:pt x="19178" y="349"/>
                  </a:lnTo>
                  <a:lnTo>
                    <a:pt x="16621" y="581"/>
                  </a:lnTo>
                  <a:lnTo>
                    <a:pt x="14296" y="930"/>
                  </a:lnTo>
                  <a:lnTo>
                    <a:pt x="11972" y="1279"/>
                  </a:lnTo>
                  <a:lnTo>
                    <a:pt x="9880" y="1627"/>
                  </a:lnTo>
                  <a:lnTo>
                    <a:pt x="7904" y="2209"/>
                  </a:lnTo>
                  <a:lnTo>
                    <a:pt x="6161" y="2673"/>
                  </a:lnTo>
                  <a:lnTo>
                    <a:pt x="4650" y="3255"/>
                  </a:lnTo>
                  <a:lnTo>
                    <a:pt x="3255" y="3836"/>
                  </a:lnTo>
                  <a:lnTo>
                    <a:pt x="2093" y="4533"/>
                  </a:lnTo>
                  <a:lnTo>
                    <a:pt x="1163" y="5230"/>
                  </a:lnTo>
                  <a:lnTo>
                    <a:pt x="466" y="5928"/>
                  </a:lnTo>
                  <a:lnTo>
                    <a:pt x="117" y="6625"/>
                  </a:lnTo>
                  <a:lnTo>
                    <a:pt x="1" y="6974"/>
                  </a:lnTo>
                  <a:lnTo>
                    <a:pt x="1" y="7322"/>
                  </a:lnTo>
                  <a:lnTo>
                    <a:pt x="233" y="8368"/>
                  </a:lnTo>
                  <a:lnTo>
                    <a:pt x="698" y="9066"/>
                  </a:lnTo>
                  <a:lnTo>
                    <a:pt x="1279" y="9647"/>
                  </a:lnTo>
                  <a:lnTo>
                    <a:pt x="2209" y="10228"/>
                  </a:lnTo>
                  <a:lnTo>
                    <a:pt x="3255" y="10925"/>
                  </a:lnTo>
                  <a:lnTo>
                    <a:pt x="4534" y="11390"/>
                  </a:lnTo>
                  <a:lnTo>
                    <a:pt x="5928" y="11971"/>
                  </a:lnTo>
                  <a:lnTo>
                    <a:pt x="7439" y="12436"/>
                  </a:lnTo>
                  <a:lnTo>
                    <a:pt x="9182" y="12901"/>
                  </a:lnTo>
                  <a:lnTo>
                    <a:pt x="11042" y="13250"/>
                  </a:lnTo>
                  <a:lnTo>
                    <a:pt x="13134" y="13715"/>
                  </a:lnTo>
                  <a:lnTo>
                    <a:pt x="17434" y="14296"/>
                  </a:lnTo>
                  <a:lnTo>
                    <a:pt x="22199" y="14644"/>
                  </a:lnTo>
                  <a:lnTo>
                    <a:pt x="27313" y="14761"/>
                  </a:lnTo>
                  <a:lnTo>
                    <a:pt x="29986" y="14761"/>
                  </a:lnTo>
                  <a:lnTo>
                    <a:pt x="32543" y="14644"/>
                  </a:lnTo>
                  <a:lnTo>
                    <a:pt x="37425" y="14180"/>
                  </a:lnTo>
                  <a:lnTo>
                    <a:pt x="39749" y="13947"/>
                  </a:lnTo>
                  <a:lnTo>
                    <a:pt x="41957" y="13598"/>
                  </a:lnTo>
                  <a:lnTo>
                    <a:pt x="43933" y="13250"/>
                  </a:lnTo>
                  <a:lnTo>
                    <a:pt x="45909" y="12785"/>
                  </a:lnTo>
                  <a:lnTo>
                    <a:pt x="47652" y="12320"/>
                  </a:lnTo>
                  <a:lnTo>
                    <a:pt x="49163" y="11739"/>
                  </a:lnTo>
                  <a:lnTo>
                    <a:pt x="50558" y="11158"/>
                  </a:lnTo>
                  <a:lnTo>
                    <a:pt x="51836" y="10577"/>
                  </a:lnTo>
                  <a:lnTo>
                    <a:pt x="52766" y="9995"/>
                  </a:lnTo>
                  <a:lnTo>
                    <a:pt x="53579" y="9298"/>
                  </a:lnTo>
                  <a:lnTo>
                    <a:pt x="54161" y="8601"/>
                  </a:lnTo>
                  <a:lnTo>
                    <a:pt x="54509" y="7903"/>
                  </a:lnTo>
                  <a:lnTo>
                    <a:pt x="54625" y="7322"/>
                  </a:lnTo>
                  <a:lnTo>
                    <a:pt x="54509" y="6974"/>
                  </a:lnTo>
                  <a:lnTo>
                    <a:pt x="54393" y="6625"/>
                  </a:lnTo>
                  <a:lnTo>
                    <a:pt x="54044" y="5928"/>
                  </a:lnTo>
                  <a:lnTo>
                    <a:pt x="53347" y="5230"/>
                  </a:lnTo>
                  <a:lnTo>
                    <a:pt x="52417" y="4533"/>
                  </a:lnTo>
                  <a:lnTo>
                    <a:pt x="51255" y="3836"/>
                  </a:lnTo>
                  <a:lnTo>
                    <a:pt x="49860" y="3255"/>
                  </a:lnTo>
                  <a:lnTo>
                    <a:pt x="48349" y="2673"/>
                  </a:lnTo>
                  <a:lnTo>
                    <a:pt x="46606" y="2209"/>
                  </a:lnTo>
                  <a:lnTo>
                    <a:pt x="44630" y="1627"/>
                  </a:lnTo>
                  <a:lnTo>
                    <a:pt x="42538" y="1279"/>
                  </a:lnTo>
                  <a:lnTo>
                    <a:pt x="40330" y="930"/>
                  </a:lnTo>
                  <a:lnTo>
                    <a:pt x="37889" y="581"/>
                  </a:lnTo>
                  <a:lnTo>
                    <a:pt x="35333" y="349"/>
                  </a:lnTo>
                  <a:lnTo>
                    <a:pt x="32776" y="117"/>
                  </a:lnTo>
                  <a:lnTo>
                    <a:pt x="30103" y="0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4610450" y="4047325"/>
              <a:ext cx="1365650" cy="369025"/>
            </a:xfrm>
            <a:custGeom>
              <a:rect b="b" l="l" r="r" t="t"/>
              <a:pathLst>
                <a:path extrusionOk="0" fill="none" h="14761" w="54626">
                  <a:moveTo>
                    <a:pt x="27313" y="0"/>
                  </a:moveTo>
                  <a:lnTo>
                    <a:pt x="27313" y="0"/>
                  </a:lnTo>
                  <a:lnTo>
                    <a:pt x="24524" y="0"/>
                  </a:lnTo>
                  <a:lnTo>
                    <a:pt x="21734" y="117"/>
                  </a:lnTo>
                  <a:lnTo>
                    <a:pt x="19178" y="349"/>
                  </a:lnTo>
                  <a:lnTo>
                    <a:pt x="16621" y="581"/>
                  </a:lnTo>
                  <a:lnTo>
                    <a:pt x="14296" y="930"/>
                  </a:lnTo>
                  <a:lnTo>
                    <a:pt x="11972" y="1279"/>
                  </a:lnTo>
                  <a:lnTo>
                    <a:pt x="9880" y="1627"/>
                  </a:lnTo>
                  <a:lnTo>
                    <a:pt x="7904" y="2209"/>
                  </a:lnTo>
                  <a:lnTo>
                    <a:pt x="6161" y="2673"/>
                  </a:lnTo>
                  <a:lnTo>
                    <a:pt x="4650" y="3255"/>
                  </a:lnTo>
                  <a:lnTo>
                    <a:pt x="3255" y="3836"/>
                  </a:lnTo>
                  <a:lnTo>
                    <a:pt x="2093" y="4533"/>
                  </a:lnTo>
                  <a:lnTo>
                    <a:pt x="1163" y="5230"/>
                  </a:lnTo>
                  <a:lnTo>
                    <a:pt x="466" y="5928"/>
                  </a:lnTo>
                  <a:lnTo>
                    <a:pt x="117" y="6625"/>
                  </a:lnTo>
                  <a:lnTo>
                    <a:pt x="1" y="6974"/>
                  </a:lnTo>
                  <a:lnTo>
                    <a:pt x="1" y="7322"/>
                  </a:lnTo>
                  <a:lnTo>
                    <a:pt x="1" y="7322"/>
                  </a:lnTo>
                  <a:lnTo>
                    <a:pt x="233" y="8368"/>
                  </a:lnTo>
                  <a:lnTo>
                    <a:pt x="233" y="8368"/>
                  </a:lnTo>
                  <a:lnTo>
                    <a:pt x="698" y="9066"/>
                  </a:lnTo>
                  <a:lnTo>
                    <a:pt x="1279" y="9647"/>
                  </a:lnTo>
                  <a:lnTo>
                    <a:pt x="2209" y="10228"/>
                  </a:lnTo>
                  <a:lnTo>
                    <a:pt x="3255" y="10925"/>
                  </a:lnTo>
                  <a:lnTo>
                    <a:pt x="4534" y="11390"/>
                  </a:lnTo>
                  <a:lnTo>
                    <a:pt x="5928" y="11971"/>
                  </a:lnTo>
                  <a:lnTo>
                    <a:pt x="7439" y="12436"/>
                  </a:lnTo>
                  <a:lnTo>
                    <a:pt x="9182" y="12901"/>
                  </a:lnTo>
                  <a:lnTo>
                    <a:pt x="11042" y="13250"/>
                  </a:lnTo>
                  <a:lnTo>
                    <a:pt x="13134" y="13715"/>
                  </a:lnTo>
                  <a:lnTo>
                    <a:pt x="17434" y="14296"/>
                  </a:lnTo>
                  <a:lnTo>
                    <a:pt x="22199" y="14644"/>
                  </a:lnTo>
                  <a:lnTo>
                    <a:pt x="27313" y="14761"/>
                  </a:lnTo>
                  <a:lnTo>
                    <a:pt x="27313" y="14761"/>
                  </a:lnTo>
                  <a:lnTo>
                    <a:pt x="29986" y="14761"/>
                  </a:lnTo>
                  <a:lnTo>
                    <a:pt x="32543" y="14644"/>
                  </a:lnTo>
                  <a:lnTo>
                    <a:pt x="37425" y="14180"/>
                  </a:lnTo>
                  <a:lnTo>
                    <a:pt x="39749" y="13947"/>
                  </a:lnTo>
                  <a:lnTo>
                    <a:pt x="41957" y="13598"/>
                  </a:lnTo>
                  <a:lnTo>
                    <a:pt x="43933" y="13250"/>
                  </a:lnTo>
                  <a:lnTo>
                    <a:pt x="45909" y="12785"/>
                  </a:lnTo>
                  <a:lnTo>
                    <a:pt x="47652" y="12320"/>
                  </a:lnTo>
                  <a:lnTo>
                    <a:pt x="49163" y="11739"/>
                  </a:lnTo>
                  <a:lnTo>
                    <a:pt x="50558" y="11158"/>
                  </a:lnTo>
                  <a:lnTo>
                    <a:pt x="51836" y="10577"/>
                  </a:lnTo>
                  <a:lnTo>
                    <a:pt x="52766" y="9995"/>
                  </a:lnTo>
                  <a:lnTo>
                    <a:pt x="53579" y="9298"/>
                  </a:lnTo>
                  <a:lnTo>
                    <a:pt x="54161" y="8601"/>
                  </a:lnTo>
                  <a:lnTo>
                    <a:pt x="54509" y="7903"/>
                  </a:lnTo>
                  <a:lnTo>
                    <a:pt x="54509" y="7903"/>
                  </a:lnTo>
                  <a:lnTo>
                    <a:pt x="54625" y="7322"/>
                  </a:lnTo>
                  <a:lnTo>
                    <a:pt x="54625" y="7322"/>
                  </a:lnTo>
                  <a:lnTo>
                    <a:pt x="54509" y="6974"/>
                  </a:lnTo>
                  <a:lnTo>
                    <a:pt x="54393" y="6625"/>
                  </a:lnTo>
                  <a:lnTo>
                    <a:pt x="54044" y="5928"/>
                  </a:lnTo>
                  <a:lnTo>
                    <a:pt x="53347" y="5230"/>
                  </a:lnTo>
                  <a:lnTo>
                    <a:pt x="52417" y="4533"/>
                  </a:lnTo>
                  <a:lnTo>
                    <a:pt x="51255" y="3836"/>
                  </a:lnTo>
                  <a:lnTo>
                    <a:pt x="49860" y="3255"/>
                  </a:lnTo>
                  <a:lnTo>
                    <a:pt x="48349" y="2673"/>
                  </a:lnTo>
                  <a:lnTo>
                    <a:pt x="46606" y="2209"/>
                  </a:lnTo>
                  <a:lnTo>
                    <a:pt x="44630" y="1627"/>
                  </a:lnTo>
                  <a:lnTo>
                    <a:pt x="42538" y="1279"/>
                  </a:lnTo>
                  <a:lnTo>
                    <a:pt x="40330" y="930"/>
                  </a:lnTo>
                  <a:lnTo>
                    <a:pt x="37889" y="581"/>
                  </a:lnTo>
                  <a:lnTo>
                    <a:pt x="35333" y="349"/>
                  </a:lnTo>
                  <a:lnTo>
                    <a:pt x="32776" y="117"/>
                  </a:lnTo>
                  <a:lnTo>
                    <a:pt x="30103" y="0"/>
                  </a:lnTo>
                  <a:lnTo>
                    <a:pt x="2731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4616275" y="4244900"/>
              <a:ext cx="1356925" cy="476550"/>
            </a:xfrm>
            <a:custGeom>
              <a:rect b="b" l="l" r="r" t="t"/>
              <a:pathLst>
                <a:path extrusionOk="0" h="19062" w="54277">
                  <a:moveTo>
                    <a:pt x="54276" y="0"/>
                  </a:moveTo>
                  <a:lnTo>
                    <a:pt x="53928" y="698"/>
                  </a:lnTo>
                  <a:lnTo>
                    <a:pt x="53346" y="1395"/>
                  </a:lnTo>
                  <a:lnTo>
                    <a:pt x="52533" y="2092"/>
                  </a:lnTo>
                  <a:lnTo>
                    <a:pt x="51603" y="2674"/>
                  </a:lnTo>
                  <a:lnTo>
                    <a:pt x="50325" y="3255"/>
                  </a:lnTo>
                  <a:lnTo>
                    <a:pt x="48930" y="3836"/>
                  </a:lnTo>
                  <a:lnTo>
                    <a:pt x="47419" y="4417"/>
                  </a:lnTo>
                  <a:lnTo>
                    <a:pt x="45676" y="4882"/>
                  </a:lnTo>
                  <a:lnTo>
                    <a:pt x="43700" y="5347"/>
                  </a:lnTo>
                  <a:lnTo>
                    <a:pt x="41724" y="5695"/>
                  </a:lnTo>
                  <a:lnTo>
                    <a:pt x="39516" y="6044"/>
                  </a:lnTo>
                  <a:lnTo>
                    <a:pt x="37192" y="6277"/>
                  </a:lnTo>
                  <a:lnTo>
                    <a:pt x="32310" y="6741"/>
                  </a:lnTo>
                  <a:lnTo>
                    <a:pt x="29753" y="6858"/>
                  </a:lnTo>
                  <a:lnTo>
                    <a:pt x="27080" y="6858"/>
                  </a:lnTo>
                  <a:lnTo>
                    <a:pt x="21966" y="6741"/>
                  </a:lnTo>
                  <a:lnTo>
                    <a:pt x="17201" y="6393"/>
                  </a:lnTo>
                  <a:lnTo>
                    <a:pt x="12901" y="5812"/>
                  </a:lnTo>
                  <a:lnTo>
                    <a:pt x="10809" y="5347"/>
                  </a:lnTo>
                  <a:lnTo>
                    <a:pt x="8949" y="4998"/>
                  </a:lnTo>
                  <a:lnTo>
                    <a:pt x="7206" y="4533"/>
                  </a:lnTo>
                  <a:lnTo>
                    <a:pt x="5695" y="4068"/>
                  </a:lnTo>
                  <a:lnTo>
                    <a:pt x="4301" y="3487"/>
                  </a:lnTo>
                  <a:lnTo>
                    <a:pt x="3022" y="3022"/>
                  </a:lnTo>
                  <a:lnTo>
                    <a:pt x="1976" y="2325"/>
                  </a:lnTo>
                  <a:lnTo>
                    <a:pt x="1046" y="1744"/>
                  </a:lnTo>
                  <a:lnTo>
                    <a:pt x="465" y="1163"/>
                  </a:lnTo>
                  <a:lnTo>
                    <a:pt x="0" y="465"/>
                  </a:lnTo>
                  <a:lnTo>
                    <a:pt x="0" y="465"/>
                  </a:lnTo>
                  <a:lnTo>
                    <a:pt x="349" y="1744"/>
                  </a:lnTo>
                  <a:lnTo>
                    <a:pt x="930" y="3371"/>
                  </a:lnTo>
                  <a:lnTo>
                    <a:pt x="1744" y="5231"/>
                  </a:lnTo>
                  <a:lnTo>
                    <a:pt x="2790" y="7206"/>
                  </a:lnTo>
                  <a:lnTo>
                    <a:pt x="4068" y="9298"/>
                  </a:lnTo>
                  <a:lnTo>
                    <a:pt x="4882" y="10344"/>
                  </a:lnTo>
                  <a:lnTo>
                    <a:pt x="5695" y="11274"/>
                  </a:lnTo>
                  <a:lnTo>
                    <a:pt x="6625" y="12204"/>
                  </a:lnTo>
                  <a:lnTo>
                    <a:pt x="7555" y="13017"/>
                  </a:lnTo>
                  <a:lnTo>
                    <a:pt x="8601" y="13831"/>
                  </a:lnTo>
                  <a:lnTo>
                    <a:pt x="9763" y="14528"/>
                  </a:lnTo>
                  <a:lnTo>
                    <a:pt x="9879" y="14993"/>
                  </a:lnTo>
                  <a:lnTo>
                    <a:pt x="10112" y="15458"/>
                  </a:lnTo>
                  <a:lnTo>
                    <a:pt x="10577" y="15923"/>
                  </a:lnTo>
                  <a:lnTo>
                    <a:pt x="11158" y="16272"/>
                  </a:lnTo>
                  <a:lnTo>
                    <a:pt x="11971" y="16737"/>
                  </a:lnTo>
                  <a:lnTo>
                    <a:pt x="12785" y="17085"/>
                  </a:lnTo>
                  <a:lnTo>
                    <a:pt x="14993" y="17783"/>
                  </a:lnTo>
                  <a:lnTo>
                    <a:pt x="17666" y="18247"/>
                  </a:lnTo>
                  <a:lnTo>
                    <a:pt x="20688" y="18712"/>
                  </a:lnTo>
                  <a:lnTo>
                    <a:pt x="24058" y="18945"/>
                  </a:lnTo>
                  <a:lnTo>
                    <a:pt x="27661" y="19061"/>
                  </a:lnTo>
                  <a:lnTo>
                    <a:pt x="31264" y="18945"/>
                  </a:lnTo>
                  <a:lnTo>
                    <a:pt x="34635" y="18712"/>
                  </a:lnTo>
                  <a:lnTo>
                    <a:pt x="37656" y="18247"/>
                  </a:lnTo>
                  <a:lnTo>
                    <a:pt x="40213" y="17783"/>
                  </a:lnTo>
                  <a:lnTo>
                    <a:pt x="42422" y="17085"/>
                  </a:lnTo>
                  <a:lnTo>
                    <a:pt x="43351" y="16737"/>
                  </a:lnTo>
                  <a:lnTo>
                    <a:pt x="44049" y="16272"/>
                  </a:lnTo>
                  <a:lnTo>
                    <a:pt x="44746" y="15923"/>
                  </a:lnTo>
                  <a:lnTo>
                    <a:pt x="45095" y="15458"/>
                  </a:lnTo>
                  <a:lnTo>
                    <a:pt x="45443" y="14993"/>
                  </a:lnTo>
                  <a:lnTo>
                    <a:pt x="45560" y="14528"/>
                  </a:lnTo>
                  <a:lnTo>
                    <a:pt x="46722" y="13599"/>
                  </a:lnTo>
                  <a:lnTo>
                    <a:pt x="47884" y="12436"/>
                  </a:lnTo>
                  <a:lnTo>
                    <a:pt x="49279" y="10925"/>
                  </a:lnTo>
                  <a:lnTo>
                    <a:pt x="50092" y="9879"/>
                  </a:lnTo>
                  <a:lnTo>
                    <a:pt x="50790" y="8833"/>
                  </a:lnTo>
                  <a:lnTo>
                    <a:pt x="51603" y="7671"/>
                  </a:lnTo>
                  <a:lnTo>
                    <a:pt x="52300" y="6393"/>
                  </a:lnTo>
                  <a:lnTo>
                    <a:pt x="52882" y="4882"/>
                  </a:lnTo>
                  <a:lnTo>
                    <a:pt x="53463" y="3371"/>
                  </a:lnTo>
                  <a:lnTo>
                    <a:pt x="53928" y="1744"/>
                  </a:lnTo>
                  <a:lnTo>
                    <a:pt x="54276" y="0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4616275" y="4244900"/>
              <a:ext cx="1356925" cy="476550"/>
            </a:xfrm>
            <a:custGeom>
              <a:rect b="b" l="l" r="r" t="t"/>
              <a:pathLst>
                <a:path extrusionOk="0" fill="none" h="19062" w="54277">
                  <a:moveTo>
                    <a:pt x="27080" y="6858"/>
                  </a:moveTo>
                  <a:lnTo>
                    <a:pt x="27080" y="6858"/>
                  </a:lnTo>
                  <a:lnTo>
                    <a:pt x="21966" y="6741"/>
                  </a:lnTo>
                  <a:lnTo>
                    <a:pt x="17201" y="6393"/>
                  </a:lnTo>
                  <a:lnTo>
                    <a:pt x="12901" y="5812"/>
                  </a:lnTo>
                  <a:lnTo>
                    <a:pt x="10809" y="5347"/>
                  </a:lnTo>
                  <a:lnTo>
                    <a:pt x="8949" y="4998"/>
                  </a:lnTo>
                  <a:lnTo>
                    <a:pt x="7206" y="4533"/>
                  </a:lnTo>
                  <a:lnTo>
                    <a:pt x="5695" y="4068"/>
                  </a:lnTo>
                  <a:lnTo>
                    <a:pt x="4301" y="3487"/>
                  </a:lnTo>
                  <a:lnTo>
                    <a:pt x="3022" y="3022"/>
                  </a:lnTo>
                  <a:lnTo>
                    <a:pt x="1976" y="2325"/>
                  </a:lnTo>
                  <a:lnTo>
                    <a:pt x="1046" y="1744"/>
                  </a:lnTo>
                  <a:lnTo>
                    <a:pt x="465" y="1163"/>
                  </a:lnTo>
                  <a:lnTo>
                    <a:pt x="0" y="465"/>
                  </a:lnTo>
                  <a:lnTo>
                    <a:pt x="0" y="465"/>
                  </a:lnTo>
                  <a:lnTo>
                    <a:pt x="349" y="1744"/>
                  </a:lnTo>
                  <a:lnTo>
                    <a:pt x="930" y="3371"/>
                  </a:lnTo>
                  <a:lnTo>
                    <a:pt x="1744" y="5231"/>
                  </a:lnTo>
                  <a:lnTo>
                    <a:pt x="2790" y="7206"/>
                  </a:lnTo>
                  <a:lnTo>
                    <a:pt x="4068" y="9298"/>
                  </a:lnTo>
                  <a:lnTo>
                    <a:pt x="4882" y="10344"/>
                  </a:lnTo>
                  <a:lnTo>
                    <a:pt x="5695" y="11274"/>
                  </a:lnTo>
                  <a:lnTo>
                    <a:pt x="6625" y="12204"/>
                  </a:lnTo>
                  <a:lnTo>
                    <a:pt x="7555" y="13017"/>
                  </a:lnTo>
                  <a:lnTo>
                    <a:pt x="8601" y="13831"/>
                  </a:lnTo>
                  <a:lnTo>
                    <a:pt x="9763" y="14528"/>
                  </a:lnTo>
                  <a:lnTo>
                    <a:pt x="9763" y="14528"/>
                  </a:lnTo>
                  <a:lnTo>
                    <a:pt x="9763" y="14528"/>
                  </a:lnTo>
                  <a:lnTo>
                    <a:pt x="9879" y="14993"/>
                  </a:lnTo>
                  <a:lnTo>
                    <a:pt x="10112" y="15458"/>
                  </a:lnTo>
                  <a:lnTo>
                    <a:pt x="10577" y="15923"/>
                  </a:lnTo>
                  <a:lnTo>
                    <a:pt x="11158" y="16272"/>
                  </a:lnTo>
                  <a:lnTo>
                    <a:pt x="11971" y="16737"/>
                  </a:lnTo>
                  <a:lnTo>
                    <a:pt x="12785" y="17085"/>
                  </a:lnTo>
                  <a:lnTo>
                    <a:pt x="14993" y="17783"/>
                  </a:lnTo>
                  <a:lnTo>
                    <a:pt x="17666" y="18247"/>
                  </a:lnTo>
                  <a:lnTo>
                    <a:pt x="20688" y="18712"/>
                  </a:lnTo>
                  <a:lnTo>
                    <a:pt x="24058" y="18945"/>
                  </a:lnTo>
                  <a:lnTo>
                    <a:pt x="27661" y="19061"/>
                  </a:lnTo>
                  <a:lnTo>
                    <a:pt x="27661" y="19061"/>
                  </a:lnTo>
                  <a:lnTo>
                    <a:pt x="31264" y="18945"/>
                  </a:lnTo>
                  <a:lnTo>
                    <a:pt x="34635" y="18712"/>
                  </a:lnTo>
                  <a:lnTo>
                    <a:pt x="37656" y="18247"/>
                  </a:lnTo>
                  <a:lnTo>
                    <a:pt x="40213" y="17783"/>
                  </a:lnTo>
                  <a:lnTo>
                    <a:pt x="42422" y="17085"/>
                  </a:lnTo>
                  <a:lnTo>
                    <a:pt x="43351" y="16737"/>
                  </a:lnTo>
                  <a:lnTo>
                    <a:pt x="44049" y="16272"/>
                  </a:lnTo>
                  <a:lnTo>
                    <a:pt x="44746" y="15923"/>
                  </a:lnTo>
                  <a:lnTo>
                    <a:pt x="45095" y="15458"/>
                  </a:lnTo>
                  <a:lnTo>
                    <a:pt x="45443" y="14993"/>
                  </a:lnTo>
                  <a:lnTo>
                    <a:pt x="45560" y="14528"/>
                  </a:lnTo>
                  <a:lnTo>
                    <a:pt x="45560" y="14528"/>
                  </a:lnTo>
                  <a:lnTo>
                    <a:pt x="45560" y="14528"/>
                  </a:lnTo>
                  <a:lnTo>
                    <a:pt x="46722" y="13599"/>
                  </a:lnTo>
                  <a:lnTo>
                    <a:pt x="47884" y="12436"/>
                  </a:lnTo>
                  <a:lnTo>
                    <a:pt x="49279" y="10925"/>
                  </a:lnTo>
                  <a:lnTo>
                    <a:pt x="50092" y="9879"/>
                  </a:lnTo>
                  <a:lnTo>
                    <a:pt x="50790" y="8833"/>
                  </a:lnTo>
                  <a:lnTo>
                    <a:pt x="51603" y="7671"/>
                  </a:lnTo>
                  <a:lnTo>
                    <a:pt x="52300" y="6393"/>
                  </a:lnTo>
                  <a:lnTo>
                    <a:pt x="52882" y="4882"/>
                  </a:lnTo>
                  <a:lnTo>
                    <a:pt x="53463" y="3371"/>
                  </a:lnTo>
                  <a:lnTo>
                    <a:pt x="53928" y="1744"/>
                  </a:lnTo>
                  <a:lnTo>
                    <a:pt x="54276" y="0"/>
                  </a:lnTo>
                  <a:lnTo>
                    <a:pt x="54276" y="0"/>
                  </a:lnTo>
                  <a:lnTo>
                    <a:pt x="53928" y="698"/>
                  </a:lnTo>
                  <a:lnTo>
                    <a:pt x="53346" y="1395"/>
                  </a:lnTo>
                  <a:lnTo>
                    <a:pt x="52533" y="2092"/>
                  </a:lnTo>
                  <a:lnTo>
                    <a:pt x="51603" y="2674"/>
                  </a:lnTo>
                  <a:lnTo>
                    <a:pt x="50325" y="3255"/>
                  </a:lnTo>
                  <a:lnTo>
                    <a:pt x="48930" y="3836"/>
                  </a:lnTo>
                  <a:lnTo>
                    <a:pt x="47419" y="4417"/>
                  </a:lnTo>
                  <a:lnTo>
                    <a:pt x="45676" y="4882"/>
                  </a:lnTo>
                  <a:lnTo>
                    <a:pt x="43700" y="5347"/>
                  </a:lnTo>
                  <a:lnTo>
                    <a:pt x="41724" y="5695"/>
                  </a:lnTo>
                  <a:lnTo>
                    <a:pt x="39516" y="6044"/>
                  </a:lnTo>
                  <a:lnTo>
                    <a:pt x="37192" y="6277"/>
                  </a:lnTo>
                  <a:lnTo>
                    <a:pt x="32310" y="6741"/>
                  </a:lnTo>
                  <a:lnTo>
                    <a:pt x="29753" y="6858"/>
                  </a:lnTo>
                  <a:lnTo>
                    <a:pt x="27080" y="685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4784800" y="4404700"/>
              <a:ext cx="293475" cy="171450"/>
            </a:xfrm>
            <a:custGeom>
              <a:rect b="b" l="l" r="r" t="t"/>
              <a:pathLst>
                <a:path extrusionOk="0" h="6858" w="11739">
                  <a:moveTo>
                    <a:pt x="0" y="1"/>
                  </a:moveTo>
                  <a:lnTo>
                    <a:pt x="1162" y="1744"/>
                  </a:lnTo>
                  <a:lnTo>
                    <a:pt x="5346" y="2558"/>
                  </a:lnTo>
                  <a:lnTo>
                    <a:pt x="7787" y="3023"/>
                  </a:lnTo>
                  <a:lnTo>
                    <a:pt x="10460" y="3371"/>
                  </a:lnTo>
                  <a:lnTo>
                    <a:pt x="11739" y="2558"/>
                  </a:lnTo>
                  <a:lnTo>
                    <a:pt x="10112" y="2674"/>
                  </a:lnTo>
                  <a:lnTo>
                    <a:pt x="8136" y="2558"/>
                  </a:lnTo>
                  <a:lnTo>
                    <a:pt x="6276" y="2209"/>
                  </a:lnTo>
                  <a:lnTo>
                    <a:pt x="4533" y="1744"/>
                  </a:lnTo>
                  <a:lnTo>
                    <a:pt x="3022" y="1279"/>
                  </a:lnTo>
                  <a:lnTo>
                    <a:pt x="1744" y="814"/>
                  </a:lnTo>
                  <a:lnTo>
                    <a:pt x="814" y="466"/>
                  </a:lnTo>
                  <a:lnTo>
                    <a:pt x="0" y="1"/>
                  </a:lnTo>
                  <a:close/>
                  <a:moveTo>
                    <a:pt x="1627" y="2325"/>
                  </a:moveTo>
                  <a:lnTo>
                    <a:pt x="4649" y="6742"/>
                  </a:lnTo>
                  <a:lnTo>
                    <a:pt x="5114" y="6858"/>
                  </a:lnTo>
                  <a:lnTo>
                    <a:pt x="9879" y="3720"/>
                  </a:lnTo>
                  <a:lnTo>
                    <a:pt x="5346" y="3023"/>
                  </a:lnTo>
                  <a:lnTo>
                    <a:pt x="1627" y="2325"/>
                  </a:lnTo>
                  <a:close/>
                </a:path>
              </a:pathLst>
            </a:custGeom>
            <a:solidFill>
              <a:srgbClr val="963A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4825475" y="4462825"/>
              <a:ext cx="206325" cy="113325"/>
            </a:xfrm>
            <a:custGeom>
              <a:rect b="b" l="l" r="r" t="t"/>
              <a:pathLst>
                <a:path extrusionOk="0" fill="none" h="4533" w="8253">
                  <a:moveTo>
                    <a:pt x="0" y="0"/>
                  </a:moveTo>
                  <a:lnTo>
                    <a:pt x="3022" y="4417"/>
                  </a:lnTo>
                  <a:lnTo>
                    <a:pt x="3022" y="4417"/>
                  </a:lnTo>
                  <a:lnTo>
                    <a:pt x="3487" y="4533"/>
                  </a:lnTo>
                  <a:lnTo>
                    <a:pt x="8252" y="1395"/>
                  </a:lnTo>
                  <a:lnTo>
                    <a:pt x="8252" y="1395"/>
                  </a:lnTo>
                  <a:lnTo>
                    <a:pt x="3719" y="69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4784800" y="4404700"/>
              <a:ext cx="293475" cy="84300"/>
            </a:xfrm>
            <a:custGeom>
              <a:rect b="b" l="l" r="r" t="t"/>
              <a:pathLst>
                <a:path extrusionOk="0" fill="none" h="3372" w="11739">
                  <a:moveTo>
                    <a:pt x="0" y="1"/>
                  </a:moveTo>
                  <a:lnTo>
                    <a:pt x="1162" y="1744"/>
                  </a:lnTo>
                  <a:lnTo>
                    <a:pt x="1162" y="1744"/>
                  </a:lnTo>
                  <a:lnTo>
                    <a:pt x="5346" y="2558"/>
                  </a:lnTo>
                  <a:lnTo>
                    <a:pt x="7787" y="3023"/>
                  </a:lnTo>
                  <a:lnTo>
                    <a:pt x="10460" y="3371"/>
                  </a:lnTo>
                  <a:lnTo>
                    <a:pt x="11739" y="2558"/>
                  </a:lnTo>
                  <a:lnTo>
                    <a:pt x="11739" y="2558"/>
                  </a:lnTo>
                  <a:lnTo>
                    <a:pt x="10112" y="2674"/>
                  </a:lnTo>
                  <a:lnTo>
                    <a:pt x="10112" y="2674"/>
                  </a:lnTo>
                  <a:lnTo>
                    <a:pt x="8136" y="2558"/>
                  </a:lnTo>
                  <a:lnTo>
                    <a:pt x="6276" y="2209"/>
                  </a:lnTo>
                  <a:lnTo>
                    <a:pt x="4533" y="1744"/>
                  </a:lnTo>
                  <a:lnTo>
                    <a:pt x="3022" y="1279"/>
                  </a:lnTo>
                  <a:lnTo>
                    <a:pt x="1744" y="814"/>
                  </a:lnTo>
                  <a:lnTo>
                    <a:pt x="814" y="46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5755250" y="4308825"/>
              <a:ext cx="203425" cy="299300"/>
            </a:xfrm>
            <a:custGeom>
              <a:rect b="b" l="l" r="r" t="t"/>
              <a:pathLst>
                <a:path extrusionOk="0" h="11972" w="8137"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6509" y="4184"/>
                  </a:moveTo>
                  <a:lnTo>
                    <a:pt x="6509" y="4184"/>
                  </a:lnTo>
                  <a:lnTo>
                    <a:pt x="6509" y="4184"/>
                  </a:lnTo>
                  <a:lnTo>
                    <a:pt x="6509" y="4184"/>
                  </a:lnTo>
                  <a:lnTo>
                    <a:pt x="6509" y="4184"/>
                  </a:lnTo>
                  <a:close/>
                  <a:moveTo>
                    <a:pt x="8136" y="0"/>
                  </a:moveTo>
                  <a:lnTo>
                    <a:pt x="8136" y="0"/>
                  </a:lnTo>
                  <a:lnTo>
                    <a:pt x="8136" y="0"/>
                  </a:lnTo>
                  <a:lnTo>
                    <a:pt x="8136" y="0"/>
                  </a:lnTo>
                  <a:lnTo>
                    <a:pt x="7439" y="2209"/>
                  </a:lnTo>
                  <a:lnTo>
                    <a:pt x="6509" y="4184"/>
                  </a:lnTo>
                  <a:lnTo>
                    <a:pt x="6509" y="4184"/>
                  </a:lnTo>
                  <a:lnTo>
                    <a:pt x="7439" y="2209"/>
                  </a:lnTo>
                  <a:lnTo>
                    <a:pt x="8136" y="0"/>
                  </a:lnTo>
                  <a:close/>
                </a:path>
              </a:pathLst>
            </a:custGeom>
            <a:solidFill>
              <a:srgbClr val="AC78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5755250" y="460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5755250" y="460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5755250" y="460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5755250" y="460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6"/>
            <p:cNvSpPr/>
            <p:nvPr/>
          </p:nvSpPr>
          <p:spPr>
            <a:xfrm>
              <a:off x="5917975" y="44134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6"/>
            <p:cNvSpPr/>
            <p:nvPr/>
          </p:nvSpPr>
          <p:spPr>
            <a:xfrm>
              <a:off x="5917975" y="4308825"/>
              <a:ext cx="40700" cy="104625"/>
            </a:xfrm>
            <a:custGeom>
              <a:rect b="b" l="l" r="r" t="t"/>
              <a:pathLst>
                <a:path extrusionOk="0" fill="none" h="4185" w="1628">
                  <a:moveTo>
                    <a:pt x="1627" y="0"/>
                  </a:moveTo>
                  <a:lnTo>
                    <a:pt x="1627" y="0"/>
                  </a:lnTo>
                  <a:lnTo>
                    <a:pt x="1627" y="0"/>
                  </a:lnTo>
                  <a:lnTo>
                    <a:pt x="1627" y="0"/>
                  </a:lnTo>
                  <a:lnTo>
                    <a:pt x="930" y="2209"/>
                  </a:lnTo>
                  <a:lnTo>
                    <a:pt x="0" y="4184"/>
                  </a:lnTo>
                  <a:lnTo>
                    <a:pt x="0" y="4184"/>
                  </a:lnTo>
                  <a:lnTo>
                    <a:pt x="930" y="2209"/>
                  </a:lnTo>
                  <a:lnTo>
                    <a:pt x="162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6"/>
            <p:cNvSpPr/>
            <p:nvPr/>
          </p:nvSpPr>
          <p:spPr>
            <a:xfrm>
              <a:off x="4816750" y="4308825"/>
              <a:ext cx="1141925" cy="412625"/>
            </a:xfrm>
            <a:custGeom>
              <a:rect b="b" l="l" r="r" t="t"/>
              <a:pathLst>
                <a:path extrusionOk="0" h="16505" w="45677">
                  <a:moveTo>
                    <a:pt x="45676" y="0"/>
                  </a:moveTo>
                  <a:lnTo>
                    <a:pt x="44049" y="1046"/>
                  </a:lnTo>
                  <a:lnTo>
                    <a:pt x="42422" y="2092"/>
                  </a:lnTo>
                  <a:lnTo>
                    <a:pt x="39633" y="3952"/>
                  </a:lnTo>
                  <a:lnTo>
                    <a:pt x="38238" y="4882"/>
                  </a:lnTo>
                  <a:lnTo>
                    <a:pt x="36727" y="5812"/>
                  </a:lnTo>
                  <a:lnTo>
                    <a:pt x="36030" y="6160"/>
                  </a:lnTo>
                  <a:lnTo>
                    <a:pt x="39865" y="5230"/>
                  </a:lnTo>
                  <a:lnTo>
                    <a:pt x="43933" y="4068"/>
                  </a:lnTo>
                  <a:lnTo>
                    <a:pt x="43933" y="4301"/>
                  </a:lnTo>
                  <a:lnTo>
                    <a:pt x="44049" y="4184"/>
                  </a:lnTo>
                  <a:lnTo>
                    <a:pt x="44979" y="2209"/>
                  </a:lnTo>
                  <a:lnTo>
                    <a:pt x="45676" y="0"/>
                  </a:lnTo>
                  <a:close/>
                  <a:moveTo>
                    <a:pt x="43817" y="4533"/>
                  </a:moveTo>
                  <a:lnTo>
                    <a:pt x="41492" y="5347"/>
                  </a:lnTo>
                  <a:lnTo>
                    <a:pt x="39051" y="5928"/>
                  </a:lnTo>
                  <a:lnTo>
                    <a:pt x="36727" y="6509"/>
                  </a:lnTo>
                  <a:lnTo>
                    <a:pt x="34403" y="6974"/>
                  </a:lnTo>
                  <a:lnTo>
                    <a:pt x="31497" y="8136"/>
                  </a:lnTo>
                  <a:lnTo>
                    <a:pt x="28708" y="8950"/>
                  </a:lnTo>
                  <a:lnTo>
                    <a:pt x="25686" y="9647"/>
                  </a:lnTo>
                  <a:lnTo>
                    <a:pt x="22664" y="10112"/>
                  </a:lnTo>
                  <a:lnTo>
                    <a:pt x="20688" y="10344"/>
                  </a:lnTo>
                  <a:lnTo>
                    <a:pt x="18596" y="10460"/>
                  </a:lnTo>
                  <a:lnTo>
                    <a:pt x="14528" y="10693"/>
                  </a:lnTo>
                  <a:lnTo>
                    <a:pt x="6277" y="10693"/>
                  </a:lnTo>
                  <a:lnTo>
                    <a:pt x="4533" y="10809"/>
                  </a:lnTo>
                  <a:lnTo>
                    <a:pt x="7439" y="11158"/>
                  </a:lnTo>
                  <a:lnTo>
                    <a:pt x="10926" y="11623"/>
                  </a:lnTo>
                  <a:lnTo>
                    <a:pt x="14877" y="11855"/>
                  </a:lnTo>
                  <a:lnTo>
                    <a:pt x="19294" y="11971"/>
                  </a:lnTo>
                  <a:lnTo>
                    <a:pt x="24059" y="11855"/>
                  </a:lnTo>
                  <a:lnTo>
                    <a:pt x="26499" y="11623"/>
                  </a:lnTo>
                  <a:lnTo>
                    <a:pt x="29056" y="11390"/>
                  </a:lnTo>
                  <a:lnTo>
                    <a:pt x="31729" y="11042"/>
                  </a:lnTo>
                  <a:lnTo>
                    <a:pt x="34403" y="10693"/>
                  </a:lnTo>
                  <a:lnTo>
                    <a:pt x="37192" y="10228"/>
                  </a:lnTo>
                  <a:lnTo>
                    <a:pt x="39981" y="9531"/>
                  </a:lnTo>
                  <a:lnTo>
                    <a:pt x="39981" y="9763"/>
                  </a:lnTo>
                  <a:lnTo>
                    <a:pt x="40911" y="8717"/>
                  </a:lnTo>
                  <a:lnTo>
                    <a:pt x="41957" y="7555"/>
                  </a:lnTo>
                  <a:lnTo>
                    <a:pt x="42887" y="6160"/>
                  </a:lnTo>
                  <a:lnTo>
                    <a:pt x="43817" y="4533"/>
                  </a:lnTo>
                  <a:close/>
                  <a:moveTo>
                    <a:pt x="39749" y="10112"/>
                  </a:moveTo>
                  <a:lnTo>
                    <a:pt x="36959" y="10693"/>
                  </a:lnTo>
                  <a:lnTo>
                    <a:pt x="34286" y="11158"/>
                  </a:lnTo>
                  <a:lnTo>
                    <a:pt x="31613" y="11623"/>
                  </a:lnTo>
                  <a:lnTo>
                    <a:pt x="28940" y="11855"/>
                  </a:lnTo>
                  <a:lnTo>
                    <a:pt x="26383" y="12088"/>
                  </a:lnTo>
                  <a:lnTo>
                    <a:pt x="23943" y="12320"/>
                  </a:lnTo>
                  <a:lnTo>
                    <a:pt x="19294" y="12436"/>
                  </a:lnTo>
                  <a:lnTo>
                    <a:pt x="16504" y="12320"/>
                  </a:lnTo>
                  <a:lnTo>
                    <a:pt x="13947" y="12204"/>
                  </a:lnTo>
                  <a:lnTo>
                    <a:pt x="9298" y="11855"/>
                  </a:lnTo>
                  <a:lnTo>
                    <a:pt x="5347" y="11390"/>
                  </a:lnTo>
                  <a:lnTo>
                    <a:pt x="2209" y="10809"/>
                  </a:lnTo>
                  <a:lnTo>
                    <a:pt x="1" y="10809"/>
                  </a:lnTo>
                  <a:lnTo>
                    <a:pt x="814" y="11390"/>
                  </a:lnTo>
                  <a:lnTo>
                    <a:pt x="1744" y="11971"/>
                  </a:lnTo>
                  <a:lnTo>
                    <a:pt x="1860" y="12436"/>
                  </a:lnTo>
                  <a:lnTo>
                    <a:pt x="2093" y="12901"/>
                  </a:lnTo>
                  <a:lnTo>
                    <a:pt x="2558" y="13366"/>
                  </a:lnTo>
                  <a:lnTo>
                    <a:pt x="3139" y="13715"/>
                  </a:lnTo>
                  <a:lnTo>
                    <a:pt x="3952" y="14180"/>
                  </a:lnTo>
                  <a:lnTo>
                    <a:pt x="4766" y="14528"/>
                  </a:lnTo>
                  <a:lnTo>
                    <a:pt x="6974" y="15226"/>
                  </a:lnTo>
                  <a:lnTo>
                    <a:pt x="9647" y="15690"/>
                  </a:lnTo>
                  <a:lnTo>
                    <a:pt x="12669" y="16155"/>
                  </a:lnTo>
                  <a:lnTo>
                    <a:pt x="16039" y="16388"/>
                  </a:lnTo>
                  <a:lnTo>
                    <a:pt x="19642" y="16504"/>
                  </a:lnTo>
                  <a:lnTo>
                    <a:pt x="23245" y="16388"/>
                  </a:lnTo>
                  <a:lnTo>
                    <a:pt x="26616" y="16155"/>
                  </a:lnTo>
                  <a:lnTo>
                    <a:pt x="29637" y="15690"/>
                  </a:lnTo>
                  <a:lnTo>
                    <a:pt x="32194" y="15226"/>
                  </a:lnTo>
                  <a:lnTo>
                    <a:pt x="34403" y="14528"/>
                  </a:lnTo>
                  <a:lnTo>
                    <a:pt x="35332" y="14180"/>
                  </a:lnTo>
                  <a:lnTo>
                    <a:pt x="36030" y="13715"/>
                  </a:lnTo>
                  <a:lnTo>
                    <a:pt x="36727" y="13366"/>
                  </a:lnTo>
                  <a:lnTo>
                    <a:pt x="37076" y="12901"/>
                  </a:lnTo>
                  <a:lnTo>
                    <a:pt x="37424" y="12436"/>
                  </a:lnTo>
                  <a:lnTo>
                    <a:pt x="37541" y="11971"/>
                  </a:lnTo>
                  <a:lnTo>
                    <a:pt x="38122" y="11506"/>
                  </a:lnTo>
                  <a:lnTo>
                    <a:pt x="39749" y="10112"/>
                  </a:lnTo>
                  <a:close/>
                </a:path>
              </a:pathLst>
            </a:custGeom>
            <a:solidFill>
              <a:srgbClr val="7F2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6"/>
            <p:cNvSpPr/>
            <p:nvPr/>
          </p:nvSpPr>
          <p:spPr>
            <a:xfrm>
              <a:off x="4816750" y="4561600"/>
              <a:ext cx="993725" cy="159850"/>
            </a:xfrm>
            <a:custGeom>
              <a:rect b="b" l="l" r="r" t="t"/>
              <a:pathLst>
                <a:path extrusionOk="0" fill="none" h="6394" w="39749">
                  <a:moveTo>
                    <a:pt x="39749" y="1"/>
                  </a:moveTo>
                  <a:lnTo>
                    <a:pt x="39749" y="1"/>
                  </a:lnTo>
                  <a:lnTo>
                    <a:pt x="36959" y="582"/>
                  </a:lnTo>
                  <a:lnTo>
                    <a:pt x="34286" y="1047"/>
                  </a:lnTo>
                  <a:lnTo>
                    <a:pt x="31613" y="1512"/>
                  </a:lnTo>
                  <a:lnTo>
                    <a:pt x="28940" y="1744"/>
                  </a:lnTo>
                  <a:lnTo>
                    <a:pt x="26383" y="1977"/>
                  </a:lnTo>
                  <a:lnTo>
                    <a:pt x="23943" y="2209"/>
                  </a:lnTo>
                  <a:lnTo>
                    <a:pt x="19294" y="2325"/>
                  </a:lnTo>
                  <a:lnTo>
                    <a:pt x="19294" y="2325"/>
                  </a:lnTo>
                  <a:lnTo>
                    <a:pt x="16504" y="2209"/>
                  </a:lnTo>
                  <a:lnTo>
                    <a:pt x="13947" y="2093"/>
                  </a:lnTo>
                  <a:lnTo>
                    <a:pt x="9298" y="1744"/>
                  </a:lnTo>
                  <a:lnTo>
                    <a:pt x="5347" y="1279"/>
                  </a:lnTo>
                  <a:lnTo>
                    <a:pt x="2209" y="698"/>
                  </a:lnTo>
                  <a:lnTo>
                    <a:pt x="2209" y="698"/>
                  </a:lnTo>
                  <a:lnTo>
                    <a:pt x="1" y="698"/>
                  </a:lnTo>
                  <a:lnTo>
                    <a:pt x="1" y="698"/>
                  </a:lnTo>
                  <a:lnTo>
                    <a:pt x="814" y="1279"/>
                  </a:lnTo>
                  <a:lnTo>
                    <a:pt x="1744" y="1860"/>
                  </a:lnTo>
                  <a:lnTo>
                    <a:pt x="1744" y="1860"/>
                  </a:lnTo>
                  <a:lnTo>
                    <a:pt x="1744" y="1860"/>
                  </a:lnTo>
                  <a:lnTo>
                    <a:pt x="1860" y="2325"/>
                  </a:lnTo>
                  <a:lnTo>
                    <a:pt x="2093" y="2790"/>
                  </a:lnTo>
                  <a:lnTo>
                    <a:pt x="2558" y="3255"/>
                  </a:lnTo>
                  <a:lnTo>
                    <a:pt x="3139" y="3604"/>
                  </a:lnTo>
                  <a:lnTo>
                    <a:pt x="3952" y="4069"/>
                  </a:lnTo>
                  <a:lnTo>
                    <a:pt x="4766" y="4417"/>
                  </a:lnTo>
                  <a:lnTo>
                    <a:pt x="6974" y="5115"/>
                  </a:lnTo>
                  <a:lnTo>
                    <a:pt x="9647" y="5579"/>
                  </a:lnTo>
                  <a:lnTo>
                    <a:pt x="12669" y="6044"/>
                  </a:lnTo>
                  <a:lnTo>
                    <a:pt x="16039" y="6277"/>
                  </a:lnTo>
                  <a:lnTo>
                    <a:pt x="19642" y="6393"/>
                  </a:lnTo>
                  <a:lnTo>
                    <a:pt x="19642" y="6393"/>
                  </a:lnTo>
                  <a:lnTo>
                    <a:pt x="23245" y="6277"/>
                  </a:lnTo>
                  <a:lnTo>
                    <a:pt x="26616" y="6044"/>
                  </a:lnTo>
                  <a:lnTo>
                    <a:pt x="29637" y="5579"/>
                  </a:lnTo>
                  <a:lnTo>
                    <a:pt x="32194" y="5115"/>
                  </a:lnTo>
                  <a:lnTo>
                    <a:pt x="34403" y="4417"/>
                  </a:lnTo>
                  <a:lnTo>
                    <a:pt x="35332" y="4069"/>
                  </a:lnTo>
                  <a:lnTo>
                    <a:pt x="36030" y="3604"/>
                  </a:lnTo>
                  <a:lnTo>
                    <a:pt x="36727" y="3255"/>
                  </a:lnTo>
                  <a:lnTo>
                    <a:pt x="37076" y="2790"/>
                  </a:lnTo>
                  <a:lnTo>
                    <a:pt x="37424" y="2325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8122" y="1395"/>
                  </a:lnTo>
                  <a:lnTo>
                    <a:pt x="3974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6"/>
            <p:cNvSpPr/>
            <p:nvPr/>
          </p:nvSpPr>
          <p:spPr>
            <a:xfrm>
              <a:off x="4930075" y="4422150"/>
              <a:ext cx="982100" cy="185975"/>
            </a:xfrm>
            <a:custGeom>
              <a:rect b="b" l="l" r="r" t="t"/>
              <a:pathLst>
                <a:path extrusionOk="0" fill="none" h="7439" w="39284">
                  <a:moveTo>
                    <a:pt x="39284" y="0"/>
                  </a:moveTo>
                  <a:lnTo>
                    <a:pt x="39284" y="0"/>
                  </a:lnTo>
                  <a:lnTo>
                    <a:pt x="36959" y="814"/>
                  </a:lnTo>
                  <a:lnTo>
                    <a:pt x="34518" y="1395"/>
                  </a:lnTo>
                  <a:lnTo>
                    <a:pt x="32194" y="1976"/>
                  </a:lnTo>
                  <a:lnTo>
                    <a:pt x="29870" y="2441"/>
                  </a:lnTo>
                  <a:lnTo>
                    <a:pt x="29870" y="2441"/>
                  </a:lnTo>
                  <a:lnTo>
                    <a:pt x="26964" y="3603"/>
                  </a:lnTo>
                  <a:lnTo>
                    <a:pt x="24175" y="4417"/>
                  </a:lnTo>
                  <a:lnTo>
                    <a:pt x="21153" y="5114"/>
                  </a:lnTo>
                  <a:lnTo>
                    <a:pt x="18131" y="5579"/>
                  </a:lnTo>
                  <a:lnTo>
                    <a:pt x="18131" y="5579"/>
                  </a:lnTo>
                  <a:lnTo>
                    <a:pt x="16155" y="5811"/>
                  </a:lnTo>
                  <a:lnTo>
                    <a:pt x="14063" y="5927"/>
                  </a:lnTo>
                  <a:lnTo>
                    <a:pt x="9995" y="6160"/>
                  </a:lnTo>
                  <a:lnTo>
                    <a:pt x="1744" y="6160"/>
                  </a:lnTo>
                  <a:lnTo>
                    <a:pt x="1744" y="6160"/>
                  </a:lnTo>
                  <a:lnTo>
                    <a:pt x="0" y="6276"/>
                  </a:lnTo>
                  <a:lnTo>
                    <a:pt x="0" y="6276"/>
                  </a:lnTo>
                  <a:lnTo>
                    <a:pt x="2906" y="6625"/>
                  </a:lnTo>
                  <a:lnTo>
                    <a:pt x="6393" y="7090"/>
                  </a:lnTo>
                  <a:lnTo>
                    <a:pt x="10344" y="7322"/>
                  </a:lnTo>
                  <a:lnTo>
                    <a:pt x="14761" y="7438"/>
                  </a:lnTo>
                  <a:lnTo>
                    <a:pt x="14761" y="7438"/>
                  </a:lnTo>
                  <a:lnTo>
                    <a:pt x="19526" y="7322"/>
                  </a:lnTo>
                  <a:lnTo>
                    <a:pt x="21966" y="7090"/>
                  </a:lnTo>
                  <a:lnTo>
                    <a:pt x="24523" y="6857"/>
                  </a:lnTo>
                  <a:lnTo>
                    <a:pt x="27196" y="6509"/>
                  </a:lnTo>
                  <a:lnTo>
                    <a:pt x="29870" y="6160"/>
                  </a:lnTo>
                  <a:lnTo>
                    <a:pt x="32659" y="5695"/>
                  </a:lnTo>
                  <a:lnTo>
                    <a:pt x="35448" y="4998"/>
                  </a:lnTo>
                  <a:lnTo>
                    <a:pt x="35448" y="5230"/>
                  </a:lnTo>
                  <a:lnTo>
                    <a:pt x="35448" y="5230"/>
                  </a:lnTo>
                  <a:lnTo>
                    <a:pt x="36378" y="4184"/>
                  </a:lnTo>
                  <a:lnTo>
                    <a:pt x="37424" y="3022"/>
                  </a:lnTo>
                  <a:lnTo>
                    <a:pt x="38354" y="1627"/>
                  </a:lnTo>
                  <a:lnTo>
                    <a:pt x="3928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6"/>
            <p:cNvSpPr/>
            <p:nvPr/>
          </p:nvSpPr>
          <p:spPr>
            <a:xfrm>
              <a:off x="5717475" y="4308825"/>
              <a:ext cx="241200" cy="154025"/>
            </a:xfrm>
            <a:custGeom>
              <a:rect b="b" l="l" r="r" t="t"/>
              <a:pathLst>
                <a:path extrusionOk="0" fill="none" h="6161" w="9648">
                  <a:moveTo>
                    <a:pt x="9647" y="0"/>
                  </a:moveTo>
                  <a:lnTo>
                    <a:pt x="9647" y="0"/>
                  </a:lnTo>
                  <a:lnTo>
                    <a:pt x="8020" y="1046"/>
                  </a:lnTo>
                  <a:lnTo>
                    <a:pt x="6393" y="2092"/>
                  </a:lnTo>
                  <a:lnTo>
                    <a:pt x="6393" y="2092"/>
                  </a:lnTo>
                  <a:lnTo>
                    <a:pt x="3604" y="3952"/>
                  </a:lnTo>
                  <a:lnTo>
                    <a:pt x="2209" y="4882"/>
                  </a:lnTo>
                  <a:lnTo>
                    <a:pt x="698" y="5812"/>
                  </a:lnTo>
                  <a:lnTo>
                    <a:pt x="698" y="5812"/>
                  </a:lnTo>
                  <a:lnTo>
                    <a:pt x="1" y="6160"/>
                  </a:lnTo>
                  <a:lnTo>
                    <a:pt x="1" y="6160"/>
                  </a:lnTo>
                  <a:lnTo>
                    <a:pt x="3836" y="5230"/>
                  </a:lnTo>
                  <a:lnTo>
                    <a:pt x="7904" y="4068"/>
                  </a:lnTo>
                  <a:lnTo>
                    <a:pt x="7904" y="4301"/>
                  </a:lnTo>
                  <a:lnTo>
                    <a:pt x="7904" y="4301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950" y="2209"/>
                  </a:lnTo>
                  <a:lnTo>
                    <a:pt x="964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6"/>
            <p:cNvSpPr/>
            <p:nvPr/>
          </p:nvSpPr>
          <p:spPr>
            <a:xfrm>
              <a:off x="4677275" y="4416325"/>
              <a:ext cx="1240725" cy="5850"/>
            </a:xfrm>
            <a:custGeom>
              <a:rect b="b" l="l" r="r" t="t"/>
              <a:pathLst>
                <a:path extrusionOk="0" h="234" w="49629">
                  <a:moveTo>
                    <a:pt x="117" y="1"/>
                  </a:moveTo>
                  <a:lnTo>
                    <a:pt x="1" y="233"/>
                  </a:lnTo>
                  <a:lnTo>
                    <a:pt x="233" y="233"/>
                  </a:lnTo>
                  <a:lnTo>
                    <a:pt x="117" y="1"/>
                  </a:lnTo>
                  <a:close/>
                  <a:moveTo>
                    <a:pt x="49512" y="1"/>
                  </a:moveTo>
                  <a:lnTo>
                    <a:pt x="49396" y="233"/>
                  </a:lnTo>
                  <a:lnTo>
                    <a:pt x="49628" y="233"/>
                  </a:lnTo>
                  <a:lnTo>
                    <a:pt x="495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6"/>
            <p:cNvSpPr/>
            <p:nvPr/>
          </p:nvSpPr>
          <p:spPr>
            <a:xfrm>
              <a:off x="5912150" y="4416325"/>
              <a:ext cx="5850" cy="5850"/>
            </a:xfrm>
            <a:custGeom>
              <a:rect b="b" l="l" r="r" t="t"/>
              <a:pathLst>
                <a:path extrusionOk="0" fill="none" h="234" w="234">
                  <a:moveTo>
                    <a:pt x="117" y="1"/>
                  </a:moveTo>
                  <a:lnTo>
                    <a:pt x="117" y="1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233" y="233"/>
                  </a:lnTo>
                  <a:lnTo>
                    <a:pt x="11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6"/>
            <p:cNvSpPr/>
            <p:nvPr/>
          </p:nvSpPr>
          <p:spPr>
            <a:xfrm>
              <a:off x="4680200" y="4410525"/>
              <a:ext cx="1037300" cy="104625"/>
            </a:xfrm>
            <a:custGeom>
              <a:rect b="b" l="l" r="r" t="t"/>
              <a:pathLst>
                <a:path extrusionOk="0" h="4185" w="41492">
                  <a:moveTo>
                    <a:pt x="116" y="0"/>
                  </a:moveTo>
                  <a:lnTo>
                    <a:pt x="0" y="233"/>
                  </a:lnTo>
                  <a:lnTo>
                    <a:pt x="116" y="465"/>
                  </a:lnTo>
                  <a:lnTo>
                    <a:pt x="2092" y="1162"/>
                  </a:lnTo>
                  <a:lnTo>
                    <a:pt x="5811" y="2092"/>
                  </a:lnTo>
                  <a:lnTo>
                    <a:pt x="5811" y="2092"/>
                  </a:lnTo>
                  <a:lnTo>
                    <a:pt x="5346" y="1511"/>
                  </a:lnTo>
                  <a:lnTo>
                    <a:pt x="3138" y="930"/>
                  </a:lnTo>
                  <a:lnTo>
                    <a:pt x="1511" y="465"/>
                  </a:lnTo>
                  <a:lnTo>
                    <a:pt x="116" y="0"/>
                  </a:lnTo>
                  <a:close/>
                  <a:moveTo>
                    <a:pt x="41492" y="2092"/>
                  </a:moveTo>
                  <a:lnTo>
                    <a:pt x="37191" y="2906"/>
                  </a:lnTo>
                  <a:lnTo>
                    <a:pt x="33007" y="3371"/>
                  </a:lnTo>
                  <a:lnTo>
                    <a:pt x="28940" y="3719"/>
                  </a:lnTo>
                  <a:lnTo>
                    <a:pt x="25104" y="3836"/>
                  </a:lnTo>
                  <a:lnTo>
                    <a:pt x="22315" y="3719"/>
                  </a:lnTo>
                  <a:lnTo>
                    <a:pt x="19642" y="3603"/>
                  </a:lnTo>
                  <a:lnTo>
                    <a:pt x="17085" y="3371"/>
                  </a:lnTo>
                  <a:lnTo>
                    <a:pt x="14644" y="3138"/>
                  </a:lnTo>
                  <a:lnTo>
                    <a:pt x="14063" y="3487"/>
                  </a:lnTo>
                  <a:lnTo>
                    <a:pt x="16620" y="3836"/>
                  </a:lnTo>
                  <a:lnTo>
                    <a:pt x="19293" y="4068"/>
                  </a:lnTo>
                  <a:lnTo>
                    <a:pt x="22082" y="4184"/>
                  </a:lnTo>
                  <a:lnTo>
                    <a:pt x="28591" y="4184"/>
                  </a:lnTo>
                  <a:lnTo>
                    <a:pt x="32194" y="3952"/>
                  </a:lnTo>
                  <a:lnTo>
                    <a:pt x="36029" y="3487"/>
                  </a:lnTo>
                  <a:lnTo>
                    <a:pt x="39865" y="2906"/>
                  </a:lnTo>
                  <a:lnTo>
                    <a:pt x="41492" y="2092"/>
                  </a:lnTo>
                  <a:close/>
                </a:path>
              </a:pathLst>
            </a:custGeom>
            <a:solidFill>
              <a:srgbClr val="CA9B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6"/>
            <p:cNvSpPr/>
            <p:nvPr/>
          </p:nvSpPr>
          <p:spPr>
            <a:xfrm>
              <a:off x="5031775" y="4462825"/>
              <a:ext cx="685725" cy="52325"/>
            </a:xfrm>
            <a:custGeom>
              <a:rect b="b" l="l" r="r" t="t"/>
              <a:pathLst>
                <a:path extrusionOk="0" fill="none" h="2093" w="27429">
                  <a:moveTo>
                    <a:pt x="27429" y="0"/>
                  </a:moveTo>
                  <a:lnTo>
                    <a:pt x="27429" y="0"/>
                  </a:lnTo>
                  <a:lnTo>
                    <a:pt x="23128" y="814"/>
                  </a:lnTo>
                  <a:lnTo>
                    <a:pt x="18944" y="1279"/>
                  </a:lnTo>
                  <a:lnTo>
                    <a:pt x="14877" y="1627"/>
                  </a:lnTo>
                  <a:lnTo>
                    <a:pt x="11041" y="1744"/>
                  </a:lnTo>
                  <a:lnTo>
                    <a:pt x="11041" y="1744"/>
                  </a:lnTo>
                  <a:lnTo>
                    <a:pt x="8252" y="1627"/>
                  </a:lnTo>
                  <a:lnTo>
                    <a:pt x="5579" y="1511"/>
                  </a:lnTo>
                  <a:lnTo>
                    <a:pt x="3022" y="1279"/>
                  </a:lnTo>
                  <a:lnTo>
                    <a:pt x="581" y="1046"/>
                  </a:lnTo>
                  <a:lnTo>
                    <a:pt x="0" y="1395"/>
                  </a:lnTo>
                  <a:lnTo>
                    <a:pt x="0" y="1395"/>
                  </a:lnTo>
                  <a:lnTo>
                    <a:pt x="2557" y="1744"/>
                  </a:lnTo>
                  <a:lnTo>
                    <a:pt x="5230" y="1976"/>
                  </a:lnTo>
                  <a:lnTo>
                    <a:pt x="8019" y="2092"/>
                  </a:lnTo>
                  <a:lnTo>
                    <a:pt x="11041" y="2092"/>
                  </a:lnTo>
                  <a:lnTo>
                    <a:pt x="11041" y="2092"/>
                  </a:lnTo>
                  <a:lnTo>
                    <a:pt x="14528" y="2092"/>
                  </a:lnTo>
                  <a:lnTo>
                    <a:pt x="18131" y="1860"/>
                  </a:lnTo>
                  <a:lnTo>
                    <a:pt x="21966" y="1395"/>
                  </a:lnTo>
                  <a:lnTo>
                    <a:pt x="25802" y="814"/>
                  </a:lnTo>
                  <a:lnTo>
                    <a:pt x="25802" y="814"/>
                  </a:lnTo>
                  <a:lnTo>
                    <a:pt x="2742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6"/>
            <p:cNvSpPr/>
            <p:nvPr/>
          </p:nvSpPr>
          <p:spPr>
            <a:xfrm>
              <a:off x="5912150" y="4416325"/>
              <a:ext cx="2925" cy="5850"/>
            </a:xfrm>
            <a:custGeom>
              <a:rect b="b" l="l" r="r" t="t"/>
              <a:pathLst>
                <a:path extrusionOk="0" fill="none" h="234" w="117">
                  <a:moveTo>
                    <a:pt x="117" y="1"/>
                  </a:moveTo>
                  <a:lnTo>
                    <a:pt x="117" y="1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117" y="1"/>
                  </a:lnTo>
                  <a:lnTo>
                    <a:pt x="11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6"/>
            <p:cNvSpPr/>
            <p:nvPr/>
          </p:nvSpPr>
          <p:spPr>
            <a:xfrm>
              <a:off x="4680200" y="4410525"/>
              <a:ext cx="145300" cy="52325"/>
            </a:xfrm>
            <a:custGeom>
              <a:rect b="b" l="l" r="r" t="t"/>
              <a:pathLst>
                <a:path extrusionOk="0" fill="none" h="2093" w="5812">
                  <a:moveTo>
                    <a:pt x="116" y="0"/>
                  </a:moveTo>
                  <a:lnTo>
                    <a:pt x="0" y="233"/>
                  </a:lnTo>
                  <a:lnTo>
                    <a:pt x="0" y="233"/>
                  </a:lnTo>
                  <a:lnTo>
                    <a:pt x="116" y="465"/>
                  </a:lnTo>
                  <a:lnTo>
                    <a:pt x="116" y="465"/>
                  </a:lnTo>
                  <a:lnTo>
                    <a:pt x="2092" y="1162"/>
                  </a:lnTo>
                  <a:lnTo>
                    <a:pt x="5811" y="2092"/>
                  </a:lnTo>
                  <a:lnTo>
                    <a:pt x="5346" y="1511"/>
                  </a:lnTo>
                  <a:lnTo>
                    <a:pt x="5346" y="1511"/>
                  </a:lnTo>
                  <a:lnTo>
                    <a:pt x="3138" y="930"/>
                  </a:lnTo>
                  <a:lnTo>
                    <a:pt x="1511" y="465"/>
                  </a:lnTo>
                  <a:lnTo>
                    <a:pt x="11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6"/>
            <p:cNvSpPr/>
            <p:nvPr/>
          </p:nvSpPr>
          <p:spPr>
            <a:xfrm>
              <a:off x="4813850" y="4448300"/>
              <a:ext cx="232475" cy="49400"/>
            </a:xfrm>
            <a:custGeom>
              <a:rect b="b" l="l" r="r" t="t"/>
              <a:pathLst>
                <a:path extrusionOk="0" h="1976" w="9299">
                  <a:moveTo>
                    <a:pt x="0" y="0"/>
                  </a:moveTo>
                  <a:lnTo>
                    <a:pt x="465" y="581"/>
                  </a:lnTo>
                  <a:lnTo>
                    <a:pt x="4184" y="1279"/>
                  </a:lnTo>
                  <a:lnTo>
                    <a:pt x="8717" y="1976"/>
                  </a:lnTo>
                  <a:lnTo>
                    <a:pt x="9298" y="1627"/>
                  </a:lnTo>
                  <a:lnTo>
                    <a:pt x="6625" y="1279"/>
                  </a:lnTo>
                  <a:lnTo>
                    <a:pt x="4184" y="8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EA2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6"/>
            <p:cNvSpPr/>
            <p:nvPr/>
          </p:nvSpPr>
          <p:spPr>
            <a:xfrm>
              <a:off x="4813850" y="4448300"/>
              <a:ext cx="232475" cy="49400"/>
            </a:xfrm>
            <a:custGeom>
              <a:rect b="b" l="l" r="r" t="t"/>
              <a:pathLst>
                <a:path extrusionOk="0" fill="none" h="1976" w="9299">
                  <a:moveTo>
                    <a:pt x="0" y="0"/>
                  </a:moveTo>
                  <a:lnTo>
                    <a:pt x="465" y="581"/>
                  </a:lnTo>
                  <a:lnTo>
                    <a:pt x="465" y="581"/>
                  </a:lnTo>
                  <a:lnTo>
                    <a:pt x="4184" y="1279"/>
                  </a:lnTo>
                  <a:lnTo>
                    <a:pt x="8717" y="1976"/>
                  </a:lnTo>
                  <a:lnTo>
                    <a:pt x="9298" y="1627"/>
                  </a:lnTo>
                  <a:lnTo>
                    <a:pt x="9298" y="1627"/>
                  </a:lnTo>
                  <a:lnTo>
                    <a:pt x="6625" y="1279"/>
                  </a:lnTo>
                  <a:lnTo>
                    <a:pt x="4184" y="81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6"/>
            <p:cNvSpPr/>
            <p:nvPr/>
          </p:nvSpPr>
          <p:spPr>
            <a:xfrm>
              <a:off x="5676800" y="4410525"/>
              <a:ext cx="238275" cy="72650"/>
            </a:xfrm>
            <a:custGeom>
              <a:rect b="b" l="l" r="r" t="t"/>
              <a:pathLst>
                <a:path extrusionOk="0" h="2906" w="9531">
                  <a:moveTo>
                    <a:pt x="9531" y="0"/>
                  </a:moveTo>
                  <a:lnTo>
                    <a:pt x="5463" y="1162"/>
                  </a:lnTo>
                  <a:lnTo>
                    <a:pt x="1628" y="2092"/>
                  </a:lnTo>
                  <a:lnTo>
                    <a:pt x="1" y="2906"/>
                  </a:lnTo>
                  <a:lnTo>
                    <a:pt x="2325" y="2441"/>
                  </a:lnTo>
                  <a:lnTo>
                    <a:pt x="4649" y="1860"/>
                  </a:lnTo>
                  <a:lnTo>
                    <a:pt x="7090" y="1279"/>
                  </a:lnTo>
                  <a:lnTo>
                    <a:pt x="9415" y="465"/>
                  </a:lnTo>
                  <a:lnTo>
                    <a:pt x="9531" y="233"/>
                  </a:lnTo>
                  <a:lnTo>
                    <a:pt x="9531" y="0"/>
                  </a:lnTo>
                  <a:close/>
                </a:path>
              </a:pathLst>
            </a:custGeom>
            <a:solidFill>
              <a:srgbClr val="C39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6"/>
            <p:cNvSpPr/>
            <p:nvPr/>
          </p:nvSpPr>
          <p:spPr>
            <a:xfrm>
              <a:off x="5676800" y="4410525"/>
              <a:ext cx="238275" cy="72650"/>
            </a:xfrm>
            <a:custGeom>
              <a:rect b="b" l="l" r="r" t="t"/>
              <a:pathLst>
                <a:path extrusionOk="0" fill="none" h="2906" w="9531">
                  <a:moveTo>
                    <a:pt x="9531" y="0"/>
                  </a:moveTo>
                  <a:lnTo>
                    <a:pt x="9531" y="0"/>
                  </a:lnTo>
                  <a:lnTo>
                    <a:pt x="5463" y="1162"/>
                  </a:lnTo>
                  <a:lnTo>
                    <a:pt x="1628" y="2092"/>
                  </a:lnTo>
                  <a:lnTo>
                    <a:pt x="1628" y="2092"/>
                  </a:lnTo>
                  <a:lnTo>
                    <a:pt x="1" y="2906"/>
                  </a:lnTo>
                  <a:lnTo>
                    <a:pt x="1" y="2906"/>
                  </a:lnTo>
                  <a:lnTo>
                    <a:pt x="2325" y="2441"/>
                  </a:lnTo>
                  <a:lnTo>
                    <a:pt x="4649" y="1860"/>
                  </a:lnTo>
                  <a:lnTo>
                    <a:pt x="7090" y="1279"/>
                  </a:lnTo>
                  <a:lnTo>
                    <a:pt x="9415" y="465"/>
                  </a:lnTo>
                  <a:lnTo>
                    <a:pt x="9415" y="465"/>
                  </a:lnTo>
                  <a:lnTo>
                    <a:pt x="9531" y="233"/>
                  </a:lnTo>
                  <a:lnTo>
                    <a:pt x="953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4781875" y="4552900"/>
              <a:ext cx="1037325" cy="8725"/>
            </a:xfrm>
            <a:custGeom>
              <a:rect b="b" l="l" r="r" t="t"/>
              <a:pathLst>
                <a:path extrusionOk="0" h="349" w="41493">
                  <a:moveTo>
                    <a:pt x="117" y="0"/>
                  </a:moveTo>
                  <a:lnTo>
                    <a:pt x="1" y="233"/>
                  </a:lnTo>
                  <a:lnTo>
                    <a:pt x="466" y="349"/>
                  </a:lnTo>
                  <a:lnTo>
                    <a:pt x="117" y="0"/>
                  </a:lnTo>
                  <a:close/>
                  <a:moveTo>
                    <a:pt x="41376" y="0"/>
                  </a:moveTo>
                  <a:lnTo>
                    <a:pt x="41144" y="349"/>
                  </a:lnTo>
                  <a:lnTo>
                    <a:pt x="41492" y="233"/>
                  </a:lnTo>
                  <a:lnTo>
                    <a:pt x="413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6"/>
            <p:cNvSpPr/>
            <p:nvPr/>
          </p:nvSpPr>
          <p:spPr>
            <a:xfrm>
              <a:off x="4781875" y="4552900"/>
              <a:ext cx="11650" cy="8725"/>
            </a:xfrm>
            <a:custGeom>
              <a:rect b="b" l="l" r="r" t="t"/>
              <a:pathLst>
                <a:path extrusionOk="0" fill="none" h="349" w="466">
                  <a:moveTo>
                    <a:pt x="117" y="0"/>
                  </a:moveTo>
                  <a:lnTo>
                    <a:pt x="1" y="233"/>
                  </a:lnTo>
                  <a:lnTo>
                    <a:pt x="1" y="233"/>
                  </a:lnTo>
                  <a:lnTo>
                    <a:pt x="466" y="349"/>
                  </a:lnTo>
                  <a:lnTo>
                    <a:pt x="466" y="349"/>
                  </a:lnTo>
                  <a:lnTo>
                    <a:pt x="11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6"/>
            <p:cNvSpPr/>
            <p:nvPr/>
          </p:nvSpPr>
          <p:spPr>
            <a:xfrm>
              <a:off x="5810450" y="4552900"/>
              <a:ext cx="8750" cy="8725"/>
            </a:xfrm>
            <a:custGeom>
              <a:rect b="b" l="l" r="r" t="t"/>
              <a:pathLst>
                <a:path extrusionOk="0" fill="none" h="349" w="350">
                  <a:moveTo>
                    <a:pt x="233" y="0"/>
                  </a:moveTo>
                  <a:lnTo>
                    <a:pt x="233" y="0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349" y="233"/>
                  </a:lnTo>
                  <a:lnTo>
                    <a:pt x="2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6"/>
            <p:cNvSpPr/>
            <p:nvPr/>
          </p:nvSpPr>
          <p:spPr>
            <a:xfrm>
              <a:off x="4784800" y="4547075"/>
              <a:ext cx="145300" cy="32000"/>
            </a:xfrm>
            <a:custGeom>
              <a:rect b="b" l="l" r="r" t="t"/>
              <a:pathLst>
                <a:path extrusionOk="0" h="1280" w="5812">
                  <a:moveTo>
                    <a:pt x="0" y="1"/>
                  </a:moveTo>
                  <a:lnTo>
                    <a:pt x="0" y="233"/>
                  </a:lnTo>
                  <a:lnTo>
                    <a:pt x="349" y="582"/>
                  </a:lnTo>
                  <a:lnTo>
                    <a:pt x="3487" y="1279"/>
                  </a:lnTo>
                  <a:lnTo>
                    <a:pt x="4882" y="1279"/>
                  </a:lnTo>
                  <a:lnTo>
                    <a:pt x="4649" y="1047"/>
                  </a:lnTo>
                  <a:lnTo>
                    <a:pt x="1279" y="349"/>
                  </a:lnTo>
                  <a:lnTo>
                    <a:pt x="0" y="1"/>
                  </a:lnTo>
                  <a:close/>
                  <a:moveTo>
                    <a:pt x="5114" y="1163"/>
                  </a:moveTo>
                  <a:lnTo>
                    <a:pt x="4882" y="1279"/>
                  </a:lnTo>
                  <a:lnTo>
                    <a:pt x="5811" y="1279"/>
                  </a:lnTo>
                  <a:lnTo>
                    <a:pt x="5114" y="1163"/>
                  </a:lnTo>
                  <a:close/>
                </a:path>
              </a:pathLst>
            </a:custGeom>
            <a:solidFill>
              <a:srgbClr val="CA9B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6"/>
            <p:cNvSpPr/>
            <p:nvPr/>
          </p:nvSpPr>
          <p:spPr>
            <a:xfrm>
              <a:off x="5810450" y="4552900"/>
              <a:ext cx="5850" cy="8725"/>
            </a:xfrm>
            <a:custGeom>
              <a:rect b="b" l="l" r="r" t="t"/>
              <a:pathLst>
                <a:path extrusionOk="0" fill="none" h="349" w="234">
                  <a:moveTo>
                    <a:pt x="233" y="0"/>
                  </a:moveTo>
                  <a:lnTo>
                    <a:pt x="233" y="0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233" y="0"/>
                  </a:lnTo>
                  <a:lnTo>
                    <a:pt x="2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4784800" y="4547075"/>
              <a:ext cx="145300" cy="32000"/>
            </a:xfrm>
            <a:custGeom>
              <a:rect b="b" l="l" r="r" t="t"/>
              <a:pathLst>
                <a:path extrusionOk="0" fill="none" h="1280" w="5812">
                  <a:moveTo>
                    <a:pt x="0" y="1"/>
                  </a:moveTo>
                  <a:lnTo>
                    <a:pt x="0" y="233"/>
                  </a:lnTo>
                  <a:lnTo>
                    <a:pt x="0" y="233"/>
                  </a:lnTo>
                  <a:lnTo>
                    <a:pt x="349" y="582"/>
                  </a:lnTo>
                  <a:lnTo>
                    <a:pt x="349" y="582"/>
                  </a:lnTo>
                  <a:lnTo>
                    <a:pt x="3487" y="1279"/>
                  </a:lnTo>
                  <a:lnTo>
                    <a:pt x="3487" y="1279"/>
                  </a:lnTo>
                  <a:lnTo>
                    <a:pt x="5811" y="1279"/>
                  </a:lnTo>
                  <a:lnTo>
                    <a:pt x="5811" y="1279"/>
                  </a:lnTo>
                  <a:lnTo>
                    <a:pt x="5114" y="1163"/>
                  </a:lnTo>
                  <a:lnTo>
                    <a:pt x="4882" y="1279"/>
                  </a:lnTo>
                  <a:lnTo>
                    <a:pt x="4649" y="1047"/>
                  </a:lnTo>
                  <a:lnTo>
                    <a:pt x="4649" y="1047"/>
                  </a:lnTo>
                  <a:lnTo>
                    <a:pt x="1279" y="34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6"/>
            <p:cNvSpPr/>
            <p:nvPr/>
          </p:nvSpPr>
          <p:spPr>
            <a:xfrm>
              <a:off x="4901025" y="4573225"/>
              <a:ext cx="11625" cy="5850"/>
            </a:xfrm>
            <a:custGeom>
              <a:rect b="b" l="l" r="r" t="t"/>
              <a:pathLst>
                <a:path extrusionOk="0" h="234" w="465">
                  <a:moveTo>
                    <a:pt x="0" y="1"/>
                  </a:moveTo>
                  <a:lnTo>
                    <a:pt x="233" y="233"/>
                  </a:lnTo>
                  <a:lnTo>
                    <a:pt x="465" y="1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EA2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6"/>
            <p:cNvSpPr/>
            <p:nvPr/>
          </p:nvSpPr>
          <p:spPr>
            <a:xfrm>
              <a:off x="4901025" y="4573225"/>
              <a:ext cx="11625" cy="5850"/>
            </a:xfrm>
            <a:custGeom>
              <a:rect b="b" l="l" r="r" t="t"/>
              <a:pathLst>
                <a:path extrusionOk="0" fill="none" h="234" w="465">
                  <a:moveTo>
                    <a:pt x="0" y="1"/>
                  </a:moveTo>
                  <a:lnTo>
                    <a:pt x="233" y="233"/>
                  </a:lnTo>
                  <a:lnTo>
                    <a:pt x="465" y="117"/>
                  </a:lnTo>
                  <a:lnTo>
                    <a:pt x="465" y="117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6"/>
            <p:cNvSpPr/>
            <p:nvPr/>
          </p:nvSpPr>
          <p:spPr>
            <a:xfrm>
              <a:off x="4871950" y="4547075"/>
              <a:ext cx="944350" cy="72675"/>
            </a:xfrm>
            <a:custGeom>
              <a:rect b="b" l="l" r="r" t="t"/>
              <a:pathLst>
                <a:path extrusionOk="0" h="2907" w="37774">
                  <a:moveTo>
                    <a:pt x="37773" y="1"/>
                  </a:moveTo>
                  <a:lnTo>
                    <a:pt x="34984" y="698"/>
                  </a:lnTo>
                  <a:lnTo>
                    <a:pt x="32195" y="1163"/>
                  </a:lnTo>
                  <a:lnTo>
                    <a:pt x="29521" y="1512"/>
                  </a:lnTo>
                  <a:lnTo>
                    <a:pt x="26848" y="1860"/>
                  </a:lnTo>
                  <a:lnTo>
                    <a:pt x="24291" y="2093"/>
                  </a:lnTo>
                  <a:lnTo>
                    <a:pt x="21851" y="2325"/>
                  </a:lnTo>
                  <a:lnTo>
                    <a:pt x="17086" y="2441"/>
                  </a:lnTo>
                  <a:lnTo>
                    <a:pt x="12669" y="2325"/>
                  </a:lnTo>
                  <a:lnTo>
                    <a:pt x="8718" y="2093"/>
                  </a:lnTo>
                  <a:lnTo>
                    <a:pt x="5231" y="1628"/>
                  </a:lnTo>
                  <a:lnTo>
                    <a:pt x="2325" y="1279"/>
                  </a:lnTo>
                  <a:lnTo>
                    <a:pt x="1" y="1279"/>
                  </a:lnTo>
                  <a:lnTo>
                    <a:pt x="3139" y="1860"/>
                  </a:lnTo>
                  <a:lnTo>
                    <a:pt x="7090" y="2325"/>
                  </a:lnTo>
                  <a:lnTo>
                    <a:pt x="11739" y="2674"/>
                  </a:lnTo>
                  <a:lnTo>
                    <a:pt x="14296" y="2790"/>
                  </a:lnTo>
                  <a:lnTo>
                    <a:pt x="17086" y="2906"/>
                  </a:lnTo>
                  <a:lnTo>
                    <a:pt x="21735" y="2790"/>
                  </a:lnTo>
                  <a:lnTo>
                    <a:pt x="24175" y="2558"/>
                  </a:lnTo>
                  <a:lnTo>
                    <a:pt x="26732" y="2325"/>
                  </a:lnTo>
                  <a:lnTo>
                    <a:pt x="29405" y="2093"/>
                  </a:lnTo>
                  <a:lnTo>
                    <a:pt x="32078" y="1628"/>
                  </a:lnTo>
                  <a:lnTo>
                    <a:pt x="34751" y="1163"/>
                  </a:lnTo>
                  <a:lnTo>
                    <a:pt x="37541" y="582"/>
                  </a:lnTo>
                  <a:lnTo>
                    <a:pt x="37773" y="233"/>
                  </a:lnTo>
                  <a:lnTo>
                    <a:pt x="37773" y="1"/>
                  </a:lnTo>
                  <a:close/>
                </a:path>
              </a:pathLst>
            </a:custGeom>
            <a:solidFill>
              <a:srgbClr val="C39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6"/>
            <p:cNvSpPr/>
            <p:nvPr/>
          </p:nvSpPr>
          <p:spPr>
            <a:xfrm>
              <a:off x="4871950" y="4547075"/>
              <a:ext cx="944350" cy="72675"/>
            </a:xfrm>
            <a:custGeom>
              <a:rect b="b" l="l" r="r" t="t"/>
              <a:pathLst>
                <a:path extrusionOk="0" fill="none" h="2907" w="37774">
                  <a:moveTo>
                    <a:pt x="37773" y="1"/>
                  </a:moveTo>
                  <a:lnTo>
                    <a:pt x="37773" y="1"/>
                  </a:lnTo>
                  <a:lnTo>
                    <a:pt x="34984" y="698"/>
                  </a:lnTo>
                  <a:lnTo>
                    <a:pt x="32195" y="1163"/>
                  </a:lnTo>
                  <a:lnTo>
                    <a:pt x="29521" y="1512"/>
                  </a:lnTo>
                  <a:lnTo>
                    <a:pt x="26848" y="1860"/>
                  </a:lnTo>
                  <a:lnTo>
                    <a:pt x="24291" y="2093"/>
                  </a:lnTo>
                  <a:lnTo>
                    <a:pt x="21851" y="2325"/>
                  </a:lnTo>
                  <a:lnTo>
                    <a:pt x="17086" y="2441"/>
                  </a:lnTo>
                  <a:lnTo>
                    <a:pt x="17086" y="2441"/>
                  </a:lnTo>
                  <a:lnTo>
                    <a:pt x="12669" y="2325"/>
                  </a:lnTo>
                  <a:lnTo>
                    <a:pt x="8718" y="2093"/>
                  </a:lnTo>
                  <a:lnTo>
                    <a:pt x="5231" y="1628"/>
                  </a:lnTo>
                  <a:lnTo>
                    <a:pt x="2325" y="1279"/>
                  </a:lnTo>
                  <a:lnTo>
                    <a:pt x="2325" y="1279"/>
                  </a:lnTo>
                  <a:lnTo>
                    <a:pt x="1" y="1279"/>
                  </a:lnTo>
                  <a:lnTo>
                    <a:pt x="1" y="1279"/>
                  </a:lnTo>
                  <a:lnTo>
                    <a:pt x="3139" y="1860"/>
                  </a:lnTo>
                  <a:lnTo>
                    <a:pt x="7090" y="2325"/>
                  </a:lnTo>
                  <a:lnTo>
                    <a:pt x="11739" y="2674"/>
                  </a:lnTo>
                  <a:lnTo>
                    <a:pt x="14296" y="2790"/>
                  </a:lnTo>
                  <a:lnTo>
                    <a:pt x="17086" y="2906"/>
                  </a:lnTo>
                  <a:lnTo>
                    <a:pt x="17086" y="2906"/>
                  </a:lnTo>
                  <a:lnTo>
                    <a:pt x="21735" y="2790"/>
                  </a:lnTo>
                  <a:lnTo>
                    <a:pt x="24175" y="2558"/>
                  </a:lnTo>
                  <a:lnTo>
                    <a:pt x="26732" y="2325"/>
                  </a:lnTo>
                  <a:lnTo>
                    <a:pt x="29405" y="2093"/>
                  </a:lnTo>
                  <a:lnTo>
                    <a:pt x="32078" y="1628"/>
                  </a:lnTo>
                  <a:lnTo>
                    <a:pt x="34751" y="1163"/>
                  </a:lnTo>
                  <a:lnTo>
                    <a:pt x="37541" y="582"/>
                  </a:lnTo>
                  <a:lnTo>
                    <a:pt x="37541" y="582"/>
                  </a:lnTo>
                  <a:lnTo>
                    <a:pt x="37773" y="233"/>
                  </a:lnTo>
                  <a:lnTo>
                    <a:pt x="3777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6"/>
            <p:cNvSpPr/>
            <p:nvPr/>
          </p:nvSpPr>
          <p:spPr>
            <a:xfrm>
              <a:off x="4709250" y="3707375"/>
              <a:ext cx="1188400" cy="735125"/>
            </a:xfrm>
            <a:custGeom>
              <a:rect b="b" l="l" r="r" t="t"/>
              <a:pathLst>
                <a:path extrusionOk="0" h="29405" w="47536">
                  <a:moveTo>
                    <a:pt x="25686" y="0"/>
                  </a:moveTo>
                  <a:lnTo>
                    <a:pt x="24988" y="116"/>
                  </a:lnTo>
                  <a:lnTo>
                    <a:pt x="23594" y="581"/>
                  </a:lnTo>
                  <a:lnTo>
                    <a:pt x="22199" y="1279"/>
                  </a:lnTo>
                  <a:lnTo>
                    <a:pt x="20920" y="2092"/>
                  </a:lnTo>
                  <a:lnTo>
                    <a:pt x="19758" y="3022"/>
                  </a:lnTo>
                  <a:lnTo>
                    <a:pt x="17666" y="5230"/>
                  </a:lnTo>
                  <a:lnTo>
                    <a:pt x="16620" y="6160"/>
                  </a:lnTo>
                  <a:lnTo>
                    <a:pt x="15923" y="6625"/>
                  </a:lnTo>
                  <a:lnTo>
                    <a:pt x="15342" y="6974"/>
                  </a:lnTo>
                  <a:lnTo>
                    <a:pt x="14063" y="7322"/>
                  </a:lnTo>
                  <a:lnTo>
                    <a:pt x="12901" y="7555"/>
                  </a:lnTo>
                  <a:lnTo>
                    <a:pt x="11623" y="7903"/>
                  </a:lnTo>
                  <a:lnTo>
                    <a:pt x="10460" y="8368"/>
                  </a:lnTo>
                  <a:lnTo>
                    <a:pt x="9647" y="8833"/>
                  </a:lnTo>
                  <a:lnTo>
                    <a:pt x="8950" y="9414"/>
                  </a:lnTo>
                  <a:lnTo>
                    <a:pt x="8368" y="10112"/>
                  </a:lnTo>
                  <a:lnTo>
                    <a:pt x="7787" y="10925"/>
                  </a:lnTo>
                  <a:lnTo>
                    <a:pt x="6625" y="12552"/>
                  </a:lnTo>
                  <a:lnTo>
                    <a:pt x="5463" y="14063"/>
                  </a:lnTo>
                  <a:lnTo>
                    <a:pt x="4417" y="15342"/>
                  </a:lnTo>
                  <a:lnTo>
                    <a:pt x="3138" y="16504"/>
                  </a:lnTo>
                  <a:lnTo>
                    <a:pt x="2092" y="17666"/>
                  </a:lnTo>
                  <a:lnTo>
                    <a:pt x="1046" y="18945"/>
                  </a:lnTo>
                  <a:lnTo>
                    <a:pt x="582" y="19758"/>
                  </a:lnTo>
                  <a:lnTo>
                    <a:pt x="233" y="20572"/>
                  </a:lnTo>
                  <a:lnTo>
                    <a:pt x="117" y="21385"/>
                  </a:lnTo>
                  <a:lnTo>
                    <a:pt x="0" y="22199"/>
                  </a:lnTo>
                  <a:lnTo>
                    <a:pt x="0" y="23012"/>
                  </a:lnTo>
                  <a:lnTo>
                    <a:pt x="233" y="23710"/>
                  </a:lnTo>
                  <a:lnTo>
                    <a:pt x="582" y="24523"/>
                  </a:lnTo>
                  <a:lnTo>
                    <a:pt x="1046" y="25104"/>
                  </a:lnTo>
                  <a:lnTo>
                    <a:pt x="1860" y="25453"/>
                  </a:lnTo>
                  <a:lnTo>
                    <a:pt x="4184" y="26383"/>
                  </a:lnTo>
                  <a:lnTo>
                    <a:pt x="5812" y="26964"/>
                  </a:lnTo>
                  <a:lnTo>
                    <a:pt x="7904" y="27545"/>
                  </a:lnTo>
                  <a:lnTo>
                    <a:pt x="10228" y="28126"/>
                  </a:lnTo>
                  <a:lnTo>
                    <a:pt x="12785" y="28591"/>
                  </a:lnTo>
                  <a:lnTo>
                    <a:pt x="15690" y="29056"/>
                  </a:lnTo>
                  <a:lnTo>
                    <a:pt x="18945" y="29288"/>
                  </a:lnTo>
                  <a:lnTo>
                    <a:pt x="22315" y="29405"/>
                  </a:lnTo>
                  <a:lnTo>
                    <a:pt x="26034" y="29288"/>
                  </a:lnTo>
                  <a:lnTo>
                    <a:pt x="29986" y="28940"/>
                  </a:lnTo>
                  <a:lnTo>
                    <a:pt x="31962" y="28707"/>
                  </a:lnTo>
                  <a:lnTo>
                    <a:pt x="34054" y="28242"/>
                  </a:lnTo>
                  <a:lnTo>
                    <a:pt x="36146" y="27894"/>
                  </a:lnTo>
                  <a:lnTo>
                    <a:pt x="38354" y="27313"/>
                  </a:lnTo>
                  <a:lnTo>
                    <a:pt x="40562" y="26732"/>
                  </a:lnTo>
                  <a:lnTo>
                    <a:pt x="42887" y="25918"/>
                  </a:lnTo>
                  <a:lnTo>
                    <a:pt x="44165" y="25453"/>
                  </a:lnTo>
                  <a:lnTo>
                    <a:pt x="45443" y="24756"/>
                  </a:lnTo>
                  <a:lnTo>
                    <a:pt x="45908" y="24407"/>
                  </a:lnTo>
                  <a:lnTo>
                    <a:pt x="46489" y="23942"/>
                  </a:lnTo>
                  <a:lnTo>
                    <a:pt x="46838" y="23361"/>
                  </a:lnTo>
                  <a:lnTo>
                    <a:pt x="47187" y="22780"/>
                  </a:lnTo>
                  <a:lnTo>
                    <a:pt x="47419" y="22083"/>
                  </a:lnTo>
                  <a:lnTo>
                    <a:pt x="47535" y="21385"/>
                  </a:lnTo>
                  <a:lnTo>
                    <a:pt x="47535" y="20688"/>
                  </a:lnTo>
                  <a:lnTo>
                    <a:pt x="47535" y="19991"/>
                  </a:lnTo>
                  <a:lnTo>
                    <a:pt x="47419" y="19293"/>
                  </a:lnTo>
                  <a:lnTo>
                    <a:pt x="47187" y="18596"/>
                  </a:lnTo>
                  <a:lnTo>
                    <a:pt x="46838" y="18015"/>
                  </a:lnTo>
                  <a:lnTo>
                    <a:pt x="46489" y="17434"/>
                  </a:lnTo>
                  <a:lnTo>
                    <a:pt x="46025" y="16853"/>
                  </a:lnTo>
                  <a:lnTo>
                    <a:pt x="45443" y="16388"/>
                  </a:lnTo>
                  <a:lnTo>
                    <a:pt x="44281" y="15458"/>
                  </a:lnTo>
                  <a:lnTo>
                    <a:pt x="43235" y="14412"/>
                  </a:lnTo>
                  <a:lnTo>
                    <a:pt x="42770" y="13947"/>
                  </a:lnTo>
                  <a:lnTo>
                    <a:pt x="42305" y="13250"/>
                  </a:lnTo>
                  <a:lnTo>
                    <a:pt x="42073" y="12669"/>
                  </a:lnTo>
                  <a:lnTo>
                    <a:pt x="41841" y="11971"/>
                  </a:lnTo>
                  <a:lnTo>
                    <a:pt x="41608" y="11274"/>
                  </a:lnTo>
                  <a:lnTo>
                    <a:pt x="41376" y="10693"/>
                  </a:lnTo>
                  <a:lnTo>
                    <a:pt x="40795" y="9879"/>
                  </a:lnTo>
                  <a:lnTo>
                    <a:pt x="39981" y="9182"/>
                  </a:lnTo>
                  <a:lnTo>
                    <a:pt x="39167" y="8601"/>
                  </a:lnTo>
                  <a:lnTo>
                    <a:pt x="38238" y="8020"/>
                  </a:lnTo>
                  <a:lnTo>
                    <a:pt x="36378" y="7090"/>
                  </a:lnTo>
                  <a:lnTo>
                    <a:pt x="35448" y="6625"/>
                  </a:lnTo>
                  <a:lnTo>
                    <a:pt x="34635" y="5928"/>
                  </a:lnTo>
                  <a:lnTo>
                    <a:pt x="34054" y="5463"/>
                  </a:lnTo>
                  <a:lnTo>
                    <a:pt x="33589" y="4882"/>
                  </a:lnTo>
                  <a:lnTo>
                    <a:pt x="32659" y="3603"/>
                  </a:lnTo>
                  <a:lnTo>
                    <a:pt x="31729" y="2441"/>
                  </a:lnTo>
                  <a:lnTo>
                    <a:pt x="31264" y="1860"/>
                  </a:lnTo>
                  <a:lnTo>
                    <a:pt x="30683" y="1279"/>
                  </a:lnTo>
                  <a:lnTo>
                    <a:pt x="30102" y="930"/>
                  </a:lnTo>
                  <a:lnTo>
                    <a:pt x="29405" y="581"/>
                  </a:lnTo>
                  <a:lnTo>
                    <a:pt x="28707" y="349"/>
                  </a:lnTo>
                  <a:lnTo>
                    <a:pt x="28010" y="116"/>
                  </a:lnTo>
                  <a:lnTo>
                    <a:pt x="27197" y="0"/>
                  </a:lnTo>
                  <a:close/>
                </a:path>
              </a:pathLst>
            </a:custGeom>
            <a:solidFill>
              <a:srgbClr val="93BF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6"/>
            <p:cNvSpPr/>
            <p:nvPr/>
          </p:nvSpPr>
          <p:spPr>
            <a:xfrm>
              <a:off x="4709250" y="3707375"/>
              <a:ext cx="1188400" cy="735125"/>
            </a:xfrm>
            <a:custGeom>
              <a:rect b="b" l="l" r="r" t="t"/>
              <a:pathLst>
                <a:path extrusionOk="0" fill="none" h="29405" w="47536">
                  <a:moveTo>
                    <a:pt x="42887" y="25918"/>
                  </a:moveTo>
                  <a:lnTo>
                    <a:pt x="42887" y="25918"/>
                  </a:lnTo>
                  <a:lnTo>
                    <a:pt x="44165" y="25453"/>
                  </a:lnTo>
                  <a:lnTo>
                    <a:pt x="45443" y="24756"/>
                  </a:lnTo>
                  <a:lnTo>
                    <a:pt x="45908" y="24407"/>
                  </a:lnTo>
                  <a:lnTo>
                    <a:pt x="46489" y="23942"/>
                  </a:lnTo>
                  <a:lnTo>
                    <a:pt x="46838" y="23361"/>
                  </a:lnTo>
                  <a:lnTo>
                    <a:pt x="47187" y="22780"/>
                  </a:lnTo>
                  <a:lnTo>
                    <a:pt x="47187" y="22780"/>
                  </a:lnTo>
                  <a:lnTo>
                    <a:pt x="47419" y="22083"/>
                  </a:lnTo>
                  <a:lnTo>
                    <a:pt x="47535" y="21385"/>
                  </a:lnTo>
                  <a:lnTo>
                    <a:pt x="47535" y="20688"/>
                  </a:lnTo>
                  <a:lnTo>
                    <a:pt x="47535" y="19991"/>
                  </a:lnTo>
                  <a:lnTo>
                    <a:pt x="47419" y="19293"/>
                  </a:lnTo>
                  <a:lnTo>
                    <a:pt x="47187" y="18596"/>
                  </a:lnTo>
                  <a:lnTo>
                    <a:pt x="46838" y="18015"/>
                  </a:lnTo>
                  <a:lnTo>
                    <a:pt x="46489" y="17434"/>
                  </a:lnTo>
                  <a:lnTo>
                    <a:pt x="46489" y="17434"/>
                  </a:lnTo>
                  <a:lnTo>
                    <a:pt x="46025" y="16853"/>
                  </a:lnTo>
                  <a:lnTo>
                    <a:pt x="45443" y="16388"/>
                  </a:lnTo>
                  <a:lnTo>
                    <a:pt x="44281" y="15458"/>
                  </a:lnTo>
                  <a:lnTo>
                    <a:pt x="43235" y="14412"/>
                  </a:lnTo>
                  <a:lnTo>
                    <a:pt x="42770" y="13947"/>
                  </a:lnTo>
                  <a:lnTo>
                    <a:pt x="42305" y="13250"/>
                  </a:lnTo>
                  <a:lnTo>
                    <a:pt x="42305" y="13250"/>
                  </a:lnTo>
                  <a:lnTo>
                    <a:pt x="42073" y="12669"/>
                  </a:lnTo>
                  <a:lnTo>
                    <a:pt x="41841" y="11971"/>
                  </a:lnTo>
                  <a:lnTo>
                    <a:pt x="41608" y="11274"/>
                  </a:lnTo>
                  <a:lnTo>
                    <a:pt x="41376" y="10693"/>
                  </a:lnTo>
                  <a:lnTo>
                    <a:pt x="41376" y="10693"/>
                  </a:lnTo>
                  <a:lnTo>
                    <a:pt x="40795" y="9879"/>
                  </a:lnTo>
                  <a:lnTo>
                    <a:pt x="39981" y="9182"/>
                  </a:lnTo>
                  <a:lnTo>
                    <a:pt x="39167" y="8601"/>
                  </a:lnTo>
                  <a:lnTo>
                    <a:pt x="38238" y="8020"/>
                  </a:lnTo>
                  <a:lnTo>
                    <a:pt x="36378" y="7090"/>
                  </a:lnTo>
                  <a:lnTo>
                    <a:pt x="35448" y="6625"/>
                  </a:lnTo>
                  <a:lnTo>
                    <a:pt x="34635" y="5928"/>
                  </a:lnTo>
                  <a:lnTo>
                    <a:pt x="34635" y="5928"/>
                  </a:lnTo>
                  <a:lnTo>
                    <a:pt x="34054" y="5463"/>
                  </a:lnTo>
                  <a:lnTo>
                    <a:pt x="33589" y="4882"/>
                  </a:lnTo>
                  <a:lnTo>
                    <a:pt x="32659" y="3603"/>
                  </a:lnTo>
                  <a:lnTo>
                    <a:pt x="31729" y="2441"/>
                  </a:lnTo>
                  <a:lnTo>
                    <a:pt x="31264" y="1860"/>
                  </a:lnTo>
                  <a:lnTo>
                    <a:pt x="30683" y="1279"/>
                  </a:lnTo>
                  <a:lnTo>
                    <a:pt x="30683" y="1279"/>
                  </a:lnTo>
                  <a:lnTo>
                    <a:pt x="30102" y="930"/>
                  </a:lnTo>
                  <a:lnTo>
                    <a:pt x="29405" y="581"/>
                  </a:lnTo>
                  <a:lnTo>
                    <a:pt x="28707" y="349"/>
                  </a:lnTo>
                  <a:lnTo>
                    <a:pt x="28010" y="116"/>
                  </a:lnTo>
                  <a:lnTo>
                    <a:pt x="27197" y="0"/>
                  </a:lnTo>
                  <a:lnTo>
                    <a:pt x="26499" y="0"/>
                  </a:lnTo>
                  <a:lnTo>
                    <a:pt x="25686" y="0"/>
                  </a:lnTo>
                  <a:lnTo>
                    <a:pt x="24988" y="116"/>
                  </a:lnTo>
                  <a:lnTo>
                    <a:pt x="24988" y="116"/>
                  </a:lnTo>
                  <a:lnTo>
                    <a:pt x="23594" y="581"/>
                  </a:lnTo>
                  <a:lnTo>
                    <a:pt x="22199" y="1279"/>
                  </a:lnTo>
                  <a:lnTo>
                    <a:pt x="20920" y="2092"/>
                  </a:lnTo>
                  <a:lnTo>
                    <a:pt x="19758" y="3022"/>
                  </a:lnTo>
                  <a:lnTo>
                    <a:pt x="19758" y="3022"/>
                  </a:lnTo>
                  <a:lnTo>
                    <a:pt x="17666" y="5230"/>
                  </a:lnTo>
                  <a:lnTo>
                    <a:pt x="16620" y="6160"/>
                  </a:lnTo>
                  <a:lnTo>
                    <a:pt x="15923" y="6625"/>
                  </a:lnTo>
                  <a:lnTo>
                    <a:pt x="15342" y="6974"/>
                  </a:lnTo>
                  <a:lnTo>
                    <a:pt x="15342" y="6974"/>
                  </a:lnTo>
                  <a:lnTo>
                    <a:pt x="14063" y="7322"/>
                  </a:lnTo>
                  <a:lnTo>
                    <a:pt x="12901" y="7555"/>
                  </a:lnTo>
                  <a:lnTo>
                    <a:pt x="11623" y="7903"/>
                  </a:lnTo>
                  <a:lnTo>
                    <a:pt x="10460" y="8368"/>
                  </a:lnTo>
                  <a:lnTo>
                    <a:pt x="10460" y="8368"/>
                  </a:lnTo>
                  <a:lnTo>
                    <a:pt x="9647" y="8833"/>
                  </a:lnTo>
                  <a:lnTo>
                    <a:pt x="8950" y="9414"/>
                  </a:lnTo>
                  <a:lnTo>
                    <a:pt x="8368" y="10112"/>
                  </a:lnTo>
                  <a:lnTo>
                    <a:pt x="7787" y="10925"/>
                  </a:lnTo>
                  <a:lnTo>
                    <a:pt x="6625" y="12552"/>
                  </a:lnTo>
                  <a:lnTo>
                    <a:pt x="5463" y="14063"/>
                  </a:lnTo>
                  <a:lnTo>
                    <a:pt x="5463" y="14063"/>
                  </a:lnTo>
                  <a:lnTo>
                    <a:pt x="4417" y="15342"/>
                  </a:lnTo>
                  <a:lnTo>
                    <a:pt x="3138" y="16504"/>
                  </a:lnTo>
                  <a:lnTo>
                    <a:pt x="2092" y="17666"/>
                  </a:lnTo>
                  <a:lnTo>
                    <a:pt x="1046" y="18945"/>
                  </a:lnTo>
                  <a:lnTo>
                    <a:pt x="1046" y="18945"/>
                  </a:lnTo>
                  <a:lnTo>
                    <a:pt x="582" y="19758"/>
                  </a:lnTo>
                  <a:lnTo>
                    <a:pt x="233" y="20572"/>
                  </a:lnTo>
                  <a:lnTo>
                    <a:pt x="117" y="21385"/>
                  </a:lnTo>
                  <a:lnTo>
                    <a:pt x="0" y="22199"/>
                  </a:lnTo>
                  <a:lnTo>
                    <a:pt x="0" y="23012"/>
                  </a:lnTo>
                  <a:lnTo>
                    <a:pt x="233" y="23710"/>
                  </a:lnTo>
                  <a:lnTo>
                    <a:pt x="582" y="24523"/>
                  </a:lnTo>
                  <a:lnTo>
                    <a:pt x="1046" y="25104"/>
                  </a:lnTo>
                  <a:lnTo>
                    <a:pt x="1046" y="25104"/>
                  </a:lnTo>
                  <a:lnTo>
                    <a:pt x="1860" y="25453"/>
                  </a:lnTo>
                  <a:lnTo>
                    <a:pt x="4184" y="26383"/>
                  </a:lnTo>
                  <a:lnTo>
                    <a:pt x="5812" y="26964"/>
                  </a:lnTo>
                  <a:lnTo>
                    <a:pt x="7904" y="27545"/>
                  </a:lnTo>
                  <a:lnTo>
                    <a:pt x="10228" y="28126"/>
                  </a:lnTo>
                  <a:lnTo>
                    <a:pt x="12785" y="28591"/>
                  </a:lnTo>
                  <a:lnTo>
                    <a:pt x="15690" y="29056"/>
                  </a:lnTo>
                  <a:lnTo>
                    <a:pt x="18945" y="29288"/>
                  </a:lnTo>
                  <a:lnTo>
                    <a:pt x="22315" y="29405"/>
                  </a:lnTo>
                  <a:lnTo>
                    <a:pt x="26034" y="29288"/>
                  </a:lnTo>
                  <a:lnTo>
                    <a:pt x="29986" y="28940"/>
                  </a:lnTo>
                  <a:lnTo>
                    <a:pt x="31962" y="28707"/>
                  </a:lnTo>
                  <a:lnTo>
                    <a:pt x="34054" y="28242"/>
                  </a:lnTo>
                  <a:lnTo>
                    <a:pt x="36146" y="27894"/>
                  </a:lnTo>
                  <a:lnTo>
                    <a:pt x="38354" y="27313"/>
                  </a:lnTo>
                  <a:lnTo>
                    <a:pt x="40562" y="26732"/>
                  </a:lnTo>
                  <a:lnTo>
                    <a:pt x="42887" y="2591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6"/>
            <p:cNvSpPr/>
            <p:nvPr/>
          </p:nvSpPr>
          <p:spPr>
            <a:xfrm>
              <a:off x="5575100" y="38555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08F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6"/>
            <p:cNvSpPr/>
            <p:nvPr/>
          </p:nvSpPr>
          <p:spPr>
            <a:xfrm>
              <a:off x="5575100" y="38555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6"/>
            <p:cNvSpPr/>
            <p:nvPr/>
          </p:nvSpPr>
          <p:spPr>
            <a:xfrm>
              <a:off x="5575100" y="38555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6"/>
            <p:cNvSpPr/>
            <p:nvPr/>
          </p:nvSpPr>
          <p:spPr>
            <a:xfrm>
              <a:off x="4712150" y="3756775"/>
              <a:ext cx="1185500" cy="685725"/>
            </a:xfrm>
            <a:custGeom>
              <a:rect b="b" l="l" r="r" t="t"/>
              <a:pathLst>
                <a:path extrusionOk="0" h="27429" w="47420">
                  <a:moveTo>
                    <a:pt x="31265" y="0"/>
                  </a:moveTo>
                  <a:lnTo>
                    <a:pt x="31032" y="697"/>
                  </a:lnTo>
                  <a:lnTo>
                    <a:pt x="30916" y="1395"/>
                  </a:lnTo>
                  <a:lnTo>
                    <a:pt x="30916" y="2208"/>
                  </a:lnTo>
                  <a:lnTo>
                    <a:pt x="30916" y="2906"/>
                  </a:lnTo>
                  <a:lnTo>
                    <a:pt x="31265" y="4416"/>
                  </a:lnTo>
                  <a:lnTo>
                    <a:pt x="31613" y="5927"/>
                  </a:lnTo>
                  <a:lnTo>
                    <a:pt x="31962" y="7438"/>
                  </a:lnTo>
                  <a:lnTo>
                    <a:pt x="32078" y="8949"/>
                  </a:lnTo>
                  <a:lnTo>
                    <a:pt x="32194" y="9763"/>
                  </a:lnTo>
                  <a:lnTo>
                    <a:pt x="32078" y="10460"/>
                  </a:lnTo>
                  <a:lnTo>
                    <a:pt x="31846" y="11274"/>
                  </a:lnTo>
                  <a:lnTo>
                    <a:pt x="31613" y="11971"/>
                  </a:lnTo>
                  <a:lnTo>
                    <a:pt x="31265" y="12668"/>
                  </a:lnTo>
                  <a:lnTo>
                    <a:pt x="30800" y="13249"/>
                  </a:lnTo>
                  <a:lnTo>
                    <a:pt x="29870" y="14295"/>
                  </a:lnTo>
                  <a:lnTo>
                    <a:pt x="28824" y="15341"/>
                  </a:lnTo>
                  <a:lnTo>
                    <a:pt x="27662" y="16271"/>
                  </a:lnTo>
                  <a:lnTo>
                    <a:pt x="24872" y="18479"/>
                  </a:lnTo>
                  <a:lnTo>
                    <a:pt x="23478" y="19525"/>
                  </a:lnTo>
                  <a:lnTo>
                    <a:pt x="21967" y="20455"/>
                  </a:lnTo>
                  <a:lnTo>
                    <a:pt x="20223" y="21269"/>
                  </a:lnTo>
                  <a:lnTo>
                    <a:pt x="18364" y="21850"/>
                  </a:lnTo>
                  <a:lnTo>
                    <a:pt x="16504" y="22315"/>
                  </a:lnTo>
                  <a:lnTo>
                    <a:pt x="14528" y="22663"/>
                  </a:lnTo>
                  <a:lnTo>
                    <a:pt x="12553" y="22896"/>
                  </a:lnTo>
                  <a:lnTo>
                    <a:pt x="10693" y="23012"/>
                  </a:lnTo>
                  <a:lnTo>
                    <a:pt x="6742" y="23245"/>
                  </a:lnTo>
                  <a:lnTo>
                    <a:pt x="5812" y="23361"/>
                  </a:lnTo>
                  <a:lnTo>
                    <a:pt x="4301" y="23245"/>
                  </a:lnTo>
                  <a:lnTo>
                    <a:pt x="2790" y="22896"/>
                  </a:lnTo>
                  <a:lnTo>
                    <a:pt x="1279" y="22315"/>
                  </a:lnTo>
                  <a:lnTo>
                    <a:pt x="1" y="21501"/>
                  </a:lnTo>
                  <a:lnTo>
                    <a:pt x="349" y="22431"/>
                  </a:lnTo>
                  <a:lnTo>
                    <a:pt x="582" y="22780"/>
                  </a:lnTo>
                  <a:lnTo>
                    <a:pt x="930" y="23128"/>
                  </a:lnTo>
                  <a:lnTo>
                    <a:pt x="2441" y="23826"/>
                  </a:lnTo>
                  <a:lnTo>
                    <a:pt x="4301" y="24523"/>
                  </a:lnTo>
                  <a:lnTo>
                    <a:pt x="6742" y="25220"/>
                  </a:lnTo>
                  <a:lnTo>
                    <a:pt x="9763" y="26034"/>
                  </a:lnTo>
                  <a:lnTo>
                    <a:pt x="13482" y="26731"/>
                  </a:lnTo>
                  <a:lnTo>
                    <a:pt x="15458" y="27080"/>
                  </a:lnTo>
                  <a:lnTo>
                    <a:pt x="17666" y="27196"/>
                  </a:lnTo>
                  <a:lnTo>
                    <a:pt x="19875" y="27429"/>
                  </a:lnTo>
                  <a:lnTo>
                    <a:pt x="24524" y="27429"/>
                  </a:lnTo>
                  <a:lnTo>
                    <a:pt x="26964" y="27312"/>
                  </a:lnTo>
                  <a:lnTo>
                    <a:pt x="29405" y="26964"/>
                  </a:lnTo>
                  <a:lnTo>
                    <a:pt x="31846" y="26615"/>
                  </a:lnTo>
                  <a:lnTo>
                    <a:pt x="34519" y="26150"/>
                  </a:lnTo>
                  <a:lnTo>
                    <a:pt x="37192" y="25569"/>
                  </a:lnTo>
                  <a:lnTo>
                    <a:pt x="39865" y="24872"/>
                  </a:lnTo>
                  <a:lnTo>
                    <a:pt x="42771" y="23942"/>
                  </a:lnTo>
                  <a:lnTo>
                    <a:pt x="44049" y="23477"/>
                  </a:lnTo>
                  <a:lnTo>
                    <a:pt x="45327" y="22780"/>
                  </a:lnTo>
                  <a:lnTo>
                    <a:pt x="45792" y="22431"/>
                  </a:lnTo>
                  <a:lnTo>
                    <a:pt x="46373" y="21966"/>
                  </a:lnTo>
                  <a:lnTo>
                    <a:pt x="46722" y="21385"/>
                  </a:lnTo>
                  <a:lnTo>
                    <a:pt x="47071" y="20804"/>
                  </a:lnTo>
                  <a:lnTo>
                    <a:pt x="47419" y="19758"/>
                  </a:lnTo>
                  <a:lnTo>
                    <a:pt x="47419" y="18712"/>
                  </a:lnTo>
                  <a:lnTo>
                    <a:pt x="47419" y="17898"/>
                  </a:lnTo>
                  <a:lnTo>
                    <a:pt x="47187" y="16969"/>
                  </a:lnTo>
                  <a:lnTo>
                    <a:pt x="46838" y="16155"/>
                  </a:lnTo>
                  <a:lnTo>
                    <a:pt x="46373" y="15458"/>
                  </a:lnTo>
                  <a:lnTo>
                    <a:pt x="45909" y="14877"/>
                  </a:lnTo>
                  <a:lnTo>
                    <a:pt x="45327" y="14412"/>
                  </a:lnTo>
                  <a:lnTo>
                    <a:pt x="44165" y="13482"/>
                  </a:lnTo>
                  <a:lnTo>
                    <a:pt x="43119" y="12436"/>
                  </a:lnTo>
                  <a:lnTo>
                    <a:pt x="42654" y="11971"/>
                  </a:lnTo>
                  <a:lnTo>
                    <a:pt x="42189" y="11274"/>
                  </a:lnTo>
                  <a:lnTo>
                    <a:pt x="41957" y="10693"/>
                  </a:lnTo>
                  <a:lnTo>
                    <a:pt x="41725" y="9995"/>
                  </a:lnTo>
                  <a:lnTo>
                    <a:pt x="41492" y="9298"/>
                  </a:lnTo>
                  <a:lnTo>
                    <a:pt x="41260" y="8717"/>
                  </a:lnTo>
                  <a:lnTo>
                    <a:pt x="40679" y="7903"/>
                  </a:lnTo>
                  <a:lnTo>
                    <a:pt x="39865" y="7206"/>
                  </a:lnTo>
                  <a:lnTo>
                    <a:pt x="39051" y="6625"/>
                  </a:lnTo>
                  <a:lnTo>
                    <a:pt x="38122" y="6044"/>
                  </a:lnTo>
                  <a:lnTo>
                    <a:pt x="36262" y="5114"/>
                  </a:lnTo>
                  <a:lnTo>
                    <a:pt x="35332" y="4649"/>
                  </a:lnTo>
                  <a:lnTo>
                    <a:pt x="34519" y="3952"/>
                  </a:lnTo>
                  <a:lnTo>
                    <a:pt x="33589" y="3022"/>
                  </a:lnTo>
                  <a:lnTo>
                    <a:pt x="32775" y="1976"/>
                  </a:lnTo>
                  <a:lnTo>
                    <a:pt x="32078" y="1046"/>
                  </a:lnTo>
                  <a:lnTo>
                    <a:pt x="31265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6"/>
            <p:cNvSpPr/>
            <p:nvPr/>
          </p:nvSpPr>
          <p:spPr>
            <a:xfrm>
              <a:off x="4712150" y="3756775"/>
              <a:ext cx="1185500" cy="685725"/>
            </a:xfrm>
            <a:custGeom>
              <a:rect b="b" l="l" r="r" t="t"/>
              <a:pathLst>
                <a:path extrusionOk="0" fill="none" h="27429" w="47420">
                  <a:moveTo>
                    <a:pt x="31265" y="0"/>
                  </a:moveTo>
                  <a:lnTo>
                    <a:pt x="31265" y="0"/>
                  </a:lnTo>
                  <a:lnTo>
                    <a:pt x="31032" y="697"/>
                  </a:lnTo>
                  <a:lnTo>
                    <a:pt x="30916" y="1395"/>
                  </a:lnTo>
                  <a:lnTo>
                    <a:pt x="30916" y="2208"/>
                  </a:lnTo>
                  <a:lnTo>
                    <a:pt x="30916" y="2906"/>
                  </a:lnTo>
                  <a:lnTo>
                    <a:pt x="31265" y="4416"/>
                  </a:lnTo>
                  <a:lnTo>
                    <a:pt x="31613" y="5927"/>
                  </a:lnTo>
                  <a:lnTo>
                    <a:pt x="31962" y="7438"/>
                  </a:lnTo>
                  <a:lnTo>
                    <a:pt x="32078" y="8949"/>
                  </a:lnTo>
                  <a:lnTo>
                    <a:pt x="32194" y="9763"/>
                  </a:lnTo>
                  <a:lnTo>
                    <a:pt x="32078" y="10460"/>
                  </a:lnTo>
                  <a:lnTo>
                    <a:pt x="31846" y="11274"/>
                  </a:lnTo>
                  <a:lnTo>
                    <a:pt x="31613" y="11971"/>
                  </a:lnTo>
                  <a:lnTo>
                    <a:pt x="31613" y="11971"/>
                  </a:lnTo>
                  <a:lnTo>
                    <a:pt x="31265" y="12668"/>
                  </a:lnTo>
                  <a:lnTo>
                    <a:pt x="30800" y="13249"/>
                  </a:lnTo>
                  <a:lnTo>
                    <a:pt x="29870" y="14295"/>
                  </a:lnTo>
                  <a:lnTo>
                    <a:pt x="28824" y="15341"/>
                  </a:lnTo>
                  <a:lnTo>
                    <a:pt x="27662" y="16271"/>
                  </a:lnTo>
                  <a:lnTo>
                    <a:pt x="27662" y="16271"/>
                  </a:lnTo>
                  <a:lnTo>
                    <a:pt x="24872" y="18479"/>
                  </a:lnTo>
                  <a:lnTo>
                    <a:pt x="23478" y="19525"/>
                  </a:lnTo>
                  <a:lnTo>
                    <a:pt x="21967" y="20455"/>
                  </a:lnTo>
                  <a:lnTo>
                    <a:pt x="21967" y="20455"/>
                  </a:lnTo>
                  <a:lnTo>
                    <a:pt x="20223" y="21269"/>
                  </a:lnTo>
                  <a:lnTo>
                    <a:pt x="18364" y="21850"/>
                  </a:lnTo>
                  <a:lnTo>
                    <a:pt x="16504" y="22315"/>
                  </a:lnTo>
                  <a:lnTo>
                    <a:pt x="14528" y="22663"/>
                  </a:lnTo>
                  <a:lnTo>
                    <a:pt x="12553" y="22896"/>
                  </a:lnTo>
                  <a:lnTo>
                    <a:pt x="10693" y="23012"/>
                  </a:lnTo>
                  <a:lnTo>
                    <a:pt x="6742" y="23245"/>
                  </a:lnTo>
                  <a:lnTo>
                    <a:pt x="6742" y="23245"/>
                  </a:lnTo>
                  <a:lnTo>
                    <a:pt x="5812" y="23361"/>
                  </a:lnTo>
                  <a:lnTo>
                    <a:pt x="5812" y="23361"/>
                  </a:lnTo>
                  <a:lnTo>
                    <a:pt x="4301" y="23245"/>
                  </a:lnTo>
                  <a:lnTo>
                    <a:pt x="2790" y="22896"/>
                  </a:lnTo>
                  <a:lnTo>
                    <a:pt x="1279" y="22315"/>
                  </a:lnTo>
                  <a:lnTo>
                    <a:pt x="1" y="21501"/>
                  </a:lnTo>
                  <a:lnTo>
                    <a:pt x="1" y="21501"/>
                  </a:lnTo>
                  <a:lnTo>
                    <a:pt x="349" y="22431"/>
                  </a:lnTo>
                  <a:lnTo>
                    <a:pt x="582" y="22780"/>
                  </a:lnTo>
                  <a:lnTo>
                    <a:pt x="930" y="23128"/>
                  </a:lnTo>
                  <a:lnTo>
                    <a:pt x="930" y="23128"/>
                  </a:lnTo>
                  <a:lnTo>
                    <a:pt x="2441" y="23826"/>
                  </a:lnTo>
                  <a:lnTo>
                    <a:pt x="4301" y="24523"/>
                  </a:lnTo>
                  <a:lnTo>
                    <a:pt x="6742" y="25220"/>
                  </a:lnTo>
                  <a:lnTo>
                    <a:pt x="9763" y="26034"/>
                  </a:lnTo>
                  <a:lnTo>
                    <a:pt x="13482" y="26731"/>
                  </a:lnTo>
                  <a:lnTo>
                    <a:pt x="15458" y="27080"/>
                  </a:lnTo>
                  <a:lnTo>
                    <a:pt x="17666" y="27196"/>
                  </a:lnTo>
                  <a:lnTo>
                    <a:pt x="19875" y="27429"/>
                  </a:lnTo>
                  <a:lnTo>
                    <a:pt x="22315" y="27429"/>
                  </a:lnTo>
                  <a:lnTo>
                    <a:pt x="22315" y="27429"/>
                  </a:lnTo>
                  <a:lnTo>
                    <a:pt x="24524" y="27429"/>
                  </a:lnTo>
                  <a:lnTo>
                    <a:pt x="26964" y="27312"/>
                  </a:lnTo>
                  <a:lnTo>
                    <a:pt x="29405" y="26964"/>
                  </a:lnTo>
                  <a:lnTo>
                    <a:pt x="31846" y="26615"/>
                  </a:lnTo>
                  <a:lnTo>
                    <a:pt x="34519" y="26150"/>
                  </a:lnTo>
                  <a:lnTo>
                    <a:pt x="37192" y="25569"/>
                  </a:lnTo>
                  <a:lnTo>
                    <a:pt x="39865" y="24872"/>
                  </a:lnTo>
                  <a:lnTo>
                    <a:pt x="42771" y="23942"/>
                  </a:lnTo>
                  <a:lnTo>
                    <a:pt x="42771" y="23942"/>
                  </a:lnTo>
                  <a:lnTo>
                    <a:pt x="44049" y="23477"/>
                  </a:lnTo>
                  <a:lnTo>
                    <a:pt x="45327" y="22780"/>
                  </a:lnTo>
                  <a:lnTo>
                    <a:pt x="45792" y="22431"/>
                  </a:lnTo>
                  <a:lnTo>
                    <a:pt x="46373" y="21966"/>
                  </a:lnTo>
                  <a:lnTo>
                    <a:pt x="46722" y="21385"/>
                  </a:lnTo>
                  <a:lnTo>
                    <a:pt x="47071" y="20804"/>
                  </a:lnTo>
                  <a:lnTo>
                    <a:pt x="47071" y="20804"/>
                  </a:lnTo>
                  <a:lnTo>
                    <a:pt x="47419" y="19758"/>
                  </a:lnTo>
                  <a:lnTo>
                    <a:pt x="47419" y="18712"/>
                  </a:lnTo>
                  <a:lnTo>
                    <a:pt x="47419" y="18712"/>
                  </a:lnTo>
                  <a:lnTo>
                    <a:pt x="47419" y="17898"/>
                  </a:lnTo>
                  <a:lnTo>
                    <a:pt x="47187" y="16969"/>
                  </a:lnTo>
                  <a:lnTo>
                    <a:pt x="46838" y="16155"/>
                  </a:lnTo>
                  <a:lnTo>
                    <a:pt x="46373" y="15458"/>
                  </a:lnTo>
                  <a:lnTo>
                    <a:pt x="46373" y="15458"/>
                  </a:lnTo>
                  <a:lnTo>
                    <a:pt x="45909" y="14877"/>
                  </a:lnTo>
                  <a:lnTo>
                    <a:pt x="45327" y="14412"/>
                  </a:lnTo>
                  <a:lnTo>
                    <a:pt x="44165" y="13482"/>
                  </a:lnTo>
                  <a:lnTo>
                    <a:pt x="43119" y="12436"/>
                  </a:lnTo>
                  <a:lnTo>
                    <a:pt x="42654" y="11971"/>
                  </a:lnTo>
                  <a:lnTo>
                    <a:pt x="42189" y="11274"/>
                  </a:lnTo>
                  <a:lnTo>
                    <a:pt x="42189" y="11274"/>
                  </a:lnTo>
                  <a:lnTo>
                    <a:pt x="41957" y="10693"/>
                  </a:lnTo>
                  <a:lnTo>
                    <a:pt x="41725" y="9995"/>
                  </a:lnTo>
                  <a:lnTo>
                    <a:pt x="41492" y="9298"/>
                  </a:lnTo>
                  <a:lnTo>
                    <a:pt x="41260" y="8717"/>
                  </a:lnTo>
                  <a:lnTo>
                    <a:pt x="41260" y="8717"/>
                  </a:lnTo>
                  <a:lnTo>
                    <a:pt x="40679" y="7903"/>
                  </a:lnTo>
                  <a:lnTo>
                    <a:pt x="39865" y="7206"/>
                  </a:lnTo>
                  <a:lnTo>
                    <a:pt x="39051" y="6625"/>
                  </a:lnTo>
                  <a:lnTo>
                    <a:pt x="38122" y="6044"/>
                  </a:lnTo>
                  <a:lnTo>
                    <a:pt x="36262" y="5114"/>
                  </a:lnTo>
                  <a:lnTo>
                    <a:pt x="35332" y="4649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3589" y="3022"/>
                  </a:lnTo>
                  <a:lnTo>
                    <a:pt x="32775" y="1976"/>
                  </a:lnTo>
                  <a:lnTo>
                    <a:pt x="32078" y="1046"/>
                  </a:lnTo>
                  <a:lnTo>
                    <a:pt x="312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6"/>
            <p:cNvSpPr/>
            <p:nvPr/>
          </p:nvSpPr>
          <p:spPr>
            <a:xfrm>
              <a:off x="4901025" y="4175175"/>
              <a:ext cx="40700" cy="40700"/>
            </a:xfrm>
            <a:custGeom>
              <a:rect b="b" l="l" r="r" t="t"/>
              <a:pathLst>
                <a:path extrusionOk="0" h="1628" w="1628">
                  <a:moveTo>
                    <a:pt x="581" y="0"/>
                  </a:moveTo>
                  <a:lnTo>
                    <a:pt x="349" y="116"/>
                  </a:lnTo>
                  <a:lnTo>
                    <a:pt x="116" y="465"/>
                  </a:lnTo>
                  <a:lnTo>
                    <a:pt x="0" y="697"/>
                  </a:lnTo>
                  <a:lnTo>
                    <a:pt x="0" y="1046"/>
                  </a:lnTo>
                  <a:lnTo>
                    <a:pt x="116" y="1279"/>
                  </a:lnTo>
                  <a:lnTo>
                    <a:pt x="349" y="1627"/>
                  </a:lnTo>
                  <a:lnTo>
                    <a:pt x="1046" y="1627"/>
                  </a:lnTo>
                  <a:lnTo>
                    <a:pt x="1279" y="1511"/>
                  </a:lnTo>
                  <a:lnTo>
                    <a:pt x="1511" y="1162"/>
                  </a:lnTo>
                  <a:lnTo>
                    <a:pt x="1627" y="930"/>
                  </a:lnTo>
                  <a:lnTo>
                    <a:pt x="1627" y="581"/>
                  </a:lnTo>
                  <a:lnTo>
                    <a:pt x="1511" y="349"/>
                  </a:lnTo>
                  <a:lnTo>
                    <a:pt x="1279" y="116"/>
                  </a:lnTo>
                  <a:lnTo>
                    <a:pt x="930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6"/>
            <p:cNvSpPr/>
            <p:nvPr/>
          </p:nvSpPr>
          <p:spPr>
            <a:xfrm>
              <a:off x="4901025" y="4175175"/>
              <a:ext cx="40700" cy="40700"/>
            </a:xfrm>
            <a:custGeom>
              <a:rect b="b" l="l" r="r" t="t"/>
              <a:pathLst>
                <a:path extrusionOk="0" fill="none" h="1628" w="1628">
                  <a:moveTo>
                    <a:pt x="930" y="0"/>
                  </a:moveTo>
                  <a:lnTo>
                    <a:pt x="930" y="0"/>
                  </a:lnTo>
                  <a:lnTo>
                    <a:pt x="581" y="0"/>
                  </a:lnTo>
                  <a:lnTo>
                    <a:pt x="349" y="116"/>
                  </a:lnTo>
                  <a:lnTo>
                    <a:pt x="349" y="116"/>
                  </a:lnTo>
                  <a:lnTo>
                    <a:pt x="116" y="465"/>
                  </a:lnTo>
                  <a:lnTo>
                    <a:pt x="0" y="697"/>
                  </a:lnTo>
                  <a:lnTo>
                    <a:pt x="0" y="1046"/>
                  </a:lnTo>
                  <a:lnTo>
                    <a:pt x="116" y="1279"/>
                  </a:lnTo>
                  <a:lnTo>
                    <a:pt x="116" y="1279"/>
                  </a:lnTo>
                  <a:lnTo>
                    <a:pt x="349" y="1627"/>
                  </a:lnTo>
                  <a:lnTo>
                    <a:pt x="814" y="1627"/>
                  </a:lnTo>
                  <a:lnTo>
                    <a:pt x="814" y="1627"/>
                  </a:lnTo>
                  <a:lnTo>
                    <a:pt x="1046" y="1627"/>
                  </a:lnTo>
                  <a:lnTo>
                    <a:pt x="1279" y="1511"/>
                  </a:lnTo>
                  <a:lnTo>
                    <a:pt x="1279" y="1511"/>
                  </a:lnTo>
                  <a:lnTo>
                    <a:pt x="1511" y="1162"/>
                  </a:lnTo>
                  <a:lnTo>
                    <a:pt x="1627" y="930"/>
                  </a:lnTo>
                  <a:lnTo>
                    <a:pt x="1627" y="581"/>
                  </a:lnTo>
                  <a:lnTo>
                    <a:pt x="1511" y="349"/>
                  </a:lnTo>
                  <a:lnTo>
                    <a:pt x="1511" y="349"/>
                  </a:lnTo>
                  <a:lnTo>
                    <a:pt x="1279" y="116"/>
                  </a:lnTo>
                  <a:lnTo>
                    <a:pt x="93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6"/>
            <p:cNvSpPr/>
            <p:nvPr/>
          </p:nvSpPr>
          <p:spPr>
            <a:xfrm>
              <a:off x="5008525" y="4032800"/>
              <a:ext cx="75575" cy="75550"/>
            </a:xfrm>
            <a:custGeom>
              <a:rect b="b" l="l" r="r" t="t"/>
              <a:pathLst>
                <a:path extrusionOk="0" h="3022" w="3023">
                  <a:moveTo>
                    <a:pt x="1627" y="0"/>
                  </a:moveTo>
                  <a:lnTo>
                    <a:pt x="1046" y="116"/>
                  </a:lnTo>
                  <a:lnTo>
                    <a:pt x="581" y="349"/>
                  </a:lnTo>
                  <a:lnTo>
                    <a:pt x="233" y="814"/>
                  </a:lnTo>
                  <a:lnTo>
                    <a:pt x="0" y="1279"/>
                  </a:lnTo>
                  <a:lnTo>
                    <a:pt x="0" y="1860"/>
                  </a:lnTo>
                  <a:lnTo>
                    <a:pt x="233" y="2441"/>
                  </a:lnTo>
                  <a:lnTo>
                    <a:pt x="465" y="2673"/>
                  </a:lnTo>
                  <a:lnTo>
                    <a:pt x="698" y="2906"/>
                  </a:lnTo>
                  <a:lnTo>
                    <a:pt x="1046" y="2906"/>
                  </a:lnTo>
                  <a:lnTo>
                    <a:pt x="1395" y="3022"/>
                  </a:lnTo>
                  <a:lnTo>
                    <a:pt x="1860" y="2906"/>
                  </a:lnTo>
                  <a:lnTo>
                    <a:pt x="2325" y="2673"/>
                  </a:lnTo>
                  <a:lnTo>
                    <a:pt x="2790" y="2208"/>
                  </a:lnTo>
                  <a:lnTo>
                    <a:pt x="3022" y="1627"/>
                  </a:lnTo>
                  <a:lnTo>
                    <a:pt x="3022" y="1046"/>
                  </a:lnTo>
                  <a:lnTo>
                    <a:pt x="2790" y="581"/>
                  </a:lnTo>
                  <a:lnTo>
                    <a:pt x="2557" y="349"/>
                  </a:lnTo>
                  <a:lnTo>
                    <a:pt x="2209" y="116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6"/>
            <p:cNvSpPr/>
            <p:nvPr/>
          </p:nvSpPr>
          <p:spPr>
            <a:xfrm>
              <a:off x="5008525" y="4032800"/>
              <a:ext cx="75575" cy="75550"/>
            </a:xfrm>
            <a:custGeom>
              <a:rect b="b" l="l" r="r" t="t"/>
              <a:pathLst>
                <a:path extrusionOk="0" fill="none" h="3022" w="3023">
                  <a:moveTo>
                    <a:pt x="1627" y="0"/>
                  </a:moveTo>
                  <a:lnTo>
                    <a:pt x="1627" y="0"/>
                  </a:lnTo>
                  <a:lnTo>
                    <a:pt x="1046" y="116"/>
                  </a:lnTo>
                  <a:lnTo>
                    <a:pt x="581" y="349"/>
                  </a:lnTo>
                  <a:lnTo>
                    <a:pt x="581" y="349"/>
                  </a:lnTo>
                  <a:lnTo>
                    <a:pt x="233" y="814"/>
                  </a:lnTo>
                  <a:lnTo>
                    <a:pt x="0" y="1279"/>
                  </a:lnTo>
                  <a:lnTo>
                    <a:pt x="0" y="1860"/>
                  </a:lnTo>
                  <a:lnTo>
                    <a:pt x="233" y="2441"/>
                  </a:lnTo>
                  <a:lnTo>
                    <a:pt x="233" y="2441"/>
                  </a:lnTo>
                  <a:lnTo>
                    <a:pt x="465" y="2673"/>
                  </a:lnTo>
                  <a:lnTo>
                    <a:pt x="698" y="2906"/>
                  </a:lnTo>
                  <a:lnTo>
                    <a:pt x="1046" y="2906"/>
                  </a:lnTo>
                  <a:lnTo>
                    <a:pt x="1395" y="3022"/>
                  </a:lnTo>
                  <a:lnTo>
                    <a:pt x="1395" y="3022"/>
                  </a:lnTo>
                  <a:lnTo>
                    <a:pt x="1860" y="2906"/>
                  </a:lnTo>
                  <a:lnTo>
                    <a:pt x="2325" y="2673"/>
                  </a:lnTo>
                  <a:lnTo>
                    <a:pt x="2325" y="2673"/>
                  </a:lnTo>
                  <a:lnTo>
                    <a:pt x="2790" y="2208"/>
                  </a:lnTo>
                  <a:lnTo>
                    <a:pt x="3022" y="1627"/>
                  </a:lnTo>
                  <a:lnTo>
                    <a:pt x="3022" y="1046"/>
                  </a:lnTo>
                  <a:lnTo>
                    <a:pt x="2790" y="581"/>
                  </a:lnTo>
                  <a:lnTo>
                    <a:pt x="2790" y="581"/>
                  </a:lnTo>
                  <a:lnTo>
                    <a:pt x="2557" y="349"/>
                  </a:lnTo>
                  <a:lnTo>
                    <a:pt x="2209" y="116"/>
                  </a:lnTo>
                  <a:lnTo>
                    <a:pt x="1976" y="0"/>
                  </a:lnTo>
                  <a:lnTo>
                    <a:pt x="162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6"/>
            <p:cNvSpPr/>
            <p:nvPr/>
          </p:nvSpPr>
          <p:spPr>
            <a:xfrm>
              <a:off x="5017250" y="4151925"/>
              <a:ext cx="26175" cy="29075"/>
            </a:xfrm>
            <a:custGeom>
              <a:rect b="b" l="l" r="r" t="t"/>
              <a:pathLst>
                <a:path extrusionOk="0" h="1163" w="1047">
                  <a:moveTo>
                    <a:pt x="581" y="0"/>
                  </a:moveTo>
                  <a:lnTo>
                    <a:pt x="232" y="117"/>
                  </a:lnTo>
                  <a:lnTo>
                    <a:pt x="116" y="349"/>
                  </a:lnTo>
                  <a:lnTo>
                    <a:pt x="0" y="465"/>
                  </a:lnTo>
                  <a:lnTo>
                    <a:pt x="0" y="698"/>
                  </a:lnTo>
                  <a:lnTo>
                    <a:pt x="116" y="930"/>
                  </a:lnTo>
                  <a:lnTo>
                    <a:pt x="232" y="1046"/>
                  </a:lnTo>
                  <a:lnTo>
                    <a:pt x="465" y="1163"/>
                  </a:lnTo>
                  <a:lnTo>
                    <a:pt x="814" y="1046"/>
                  </a:lnTo>
                  <a:lnTo>
                    <a:pt x="1046" y="814"/>
                  </a:lnTo>
                  <a:lnTo>
                    <a:pt x="1046" y="581"/>
                  </a:lnTo>
                  <a:lnTo>
                    <a:pt x="1046" y="465"/>
                  </a:lnTo>
                  <a:lnTo>
                    <a:pt x="1046" y="233"/>
                  </a:lnTo>
                  <a:lnTo>
                    <a:pt x="814" y="117"/>
                  </a:lnTo>
                  <a:lnTo>
                    <a:pt x="581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6"/>
            <p:cNvSpPr/>
            <p:nvPr/>
          </p:nvSpPr>
          <p:spPr>
            <a:xfrm>
              <a:off x="5017250" y="4151925"/>
              <a:ext cx="26175" cy="29075"/>
            </a:xfrm>
            <a:custGeom>
              <a:rect b="b" l="l" r="r" t="t"/>
              <a:pathLst>
                <a:path extrusionOk="0" fill="none" h="1163" w="1047">
                  <a:moveTo>
                    <a:pt x="581" y="0"/>
                  </a:moveTo>
                  <a:lnTo>
                    <a:pt x="581" y="0"/>
                  </a:lnTo>
                  <a:lnTo>
                    <a:pt x="232" y="117"/>
                  </a:lnTo>
                  <a:lnTo>
                    <a:pt x="232" y="117"/>
                  </a:lnTo>
                  <a:lnTo>
                    <a:pt x="116" y="349"/>
                  </a:lnTo>
                  <a:lnTo>
                    <a:pt x="0" y="465"/>
                  </a:lnTo>
                  <a:lnTo>
                    <a:pt x="0" y="698"/>
                  </a:lnTo>
                  <a:lnTo>
                    <a:pt x="116" y="930"/>
                  </a:lnTo>
                  <a:lnTo>
                    <a:pt x="116" y="930"/>
                  </a:lnTo>
                  <a:lnTo>
                    <a:pt x="232" y="1046"/>
                  </a:lnTo>
                  <a:lnTo>
                    <a:pt x="465" y="1163"/>
                  </a:lnTo>
                  <a:lnTo>
                    <a:pt x="465" y="1163"/>
                  </a:lnTo>
                  <a:lnTo>
                    <a:pt x="814" y="1046"/>
                  </a:lnTo>
                  <a:lnTo>
                    <a:pt x="814" y="1046"/>
                  </a:lnTo>
                  <a:lnTo>
                    <a:pt x="1046" y="814"/>
                  </a:lnTo>
                  <a:lnTo>
                    <a:pt x="1046" y="581"/>
                  </a:lnTo>
                  <a:lnTo>
                    <a:pt x="1046" y="465"/>
                  </a:lnTo>
                  <a:lnTo>
                    <a:pt x="1046" y="233"/>
                  </a:lnTo>
                  <a:lnTo>
                    <a:pt x="1046" y="233"/>
                  </a:lnTo>
                  <a:lnTo>
                    <a:pt x="814" y="117"/>
                  </a:lnTo>
                  <a:lnTo>
                    <a:pt x="58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6"/>
            <p:cNvSpPr/>
            <p:nvPr/>
          </p:nvSpPr>
          <p:spPr>
            <a:xfrm>
              <a:off x="5185750" y="3965975"/>
              <a:ext cx="40725" cy="40700"/>
            </a:xfrm>
            <a:custGeom>
              <a:rect b="b" l="l" r="r" t="t"/>
              <a:pathLst>
                <a:path extrusionOk="0" h="1628" w="1629">
                  <a:moveTo>
                    <a:pt x="582" y="0"/>
                  </a:moveTo>
                  <a:lnTo>
                    <a:pt x="350" y="116"/>
                  </a:lnTo>
                  <a:lnTo>
                    <a:pt x="117" y="349"/>
                  </a:lnTo>
                  <a:lnTo>
                    <a:pt x="1" y="697"/>
                  </a:lnTo>
                  <a:lnTo>
                    <a:pt x="1" y="1046"/>
                  </a:lnTo>
                  <a:lnTo>
                    <a:pt x="117" y="1279"/>
                  </a:lnTo>
                  <a:lnTo>
                    <a:pt x="466" y="1511"/>
                  </a:lnTo>
                  <a:lnTo>
                    <a:pt x="814" y="1627"/>
                  </a:lnTo>
                  <a:lnTo>
                    <a:pt x="1047" y="1627"/>
                  </a:lnTo>
                  <a:lnTo>
                    <a:pt x="1279" y="1395"/>
                  </a:lnTo>
                  <a:lnTo>
                    <a:pt x="1512" y="1162"/>
                  </a:lnTo>
                  <a:lnTo>
                    <a:pt x="1628" y="930"/>
                  </a:lnTo>
                  <a:lnTo>
                    <a:pt x="1628" y="581"/>
                  </a:lnTo>
                  <a:lnTo>
                    <a:pt x="1512" y="233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6"/>
            <p:cNvSpPr/>
            <p:nvPr/>
          </p:nvSpPr>
          <p:spPr>
            <a:xfrm>
              <a:off x="5185750" y="3965975"/>
              <a:ext cx="40725" cy="40700"/>
            </a:xfrm>
            <a:custGeom>
              <a:rect b="b" l="l" r="r" t="t"/>
              <a:pathLst>
                <a:path extrusionOk="0" fill="none" h="1628" w="1629">
                  <a:moveTo>
                    <a:pt x="931" y="0"/>
                  </a:moveTo>
                  <a:lnTo>
                    <a:pt x="931" y="0"/>
                  </a:lnTo>
                  <a:lnTo>
                    <a:pt x="582" y="0"/>
                  </a:lnTo>
                  <a:lnTo>
                    <a:pt x="350" y="116"/>
                  </a:lnTo>
                  <a:lnTo>
                    <a:pt x="350" y="116"/>
                  </a:lnTo>
                  <a:lnTo>
                    <a:pt x="117" y="349"/>
                  </a:lnTo>
                  <a:lnTo>
                    <a:pt x="1" y="697"/>
                  </a:lnTo>
                  <a:lnTo>
                    <a:pt x="1" y="1046"/>
                  </a:lnTo>
                  <a:lnTo>
                    <a:pt x="117" y="1279"/>
                  </a:lnTo>
                  <a:lnTo>
                    <a:pt x="117" y="1279"/>
                  </a:lnTo>
                  <a:lnTo>
                    <a:pt x="466" y="1511"/>
                  </a:lnTo>
                  <a:lnTo>
                    <a:pt x="814" y="1627"/>
                  </a:lnTo>
                  <a:lnTo>
                    <a:pt x="814" y="1627"/>
                  </a:lnTo>
                  <a:lnTo>
                    <a:pt x="1047" y="1627"/>
                  </a:lnTo>
                  <a:lnTo>
                    <a:pt x="1279" y="1395"/>
                  </a:lnTo>
                  <a:lnTo>
                    <a:pt x="1279" y="1395"/>
                  </a:lnTo>
                  <a:lnTo>
                    <a:pt x="1512" y="1162"/>
                  </a:lnTo>
                  <a:lnTo>
                    <a:pt x="1628" y="930"/>
                  </a:lnTo>
                  <a:lnTo>
                    <a:pt x="1628" y="581"/>
                  </a:lnTo>
                  <a:lnTo>
                    <a:pt x="1512" y="233"/>
                  </a:lnTo>
                  <a:lnTo>
                    <a:pt x="1512" y="233"/>
                  </a:lnTo>
                  <a:lnTo>
                    <a:pt x="1279" y="0"/>
                  </a:lnTo>
                  <a:lnTo>
                    <a:pt x="93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6"/>
            <p:cNvSpPr/>
            <p:nvPr/>
          </p:nvSpPr>
          <p:spPr>
            <a:xfrm>
              <a:off x="5145075" y="3904950"/>
              <a:ext cx="26175" cy="29075"/>
            </a:xfrm>
            <a:custGeom>
              <a:rect b="b" l="l" r="r" t="t"/>
              <a:pathLst>
                <a:path extrusionOk="0" h="1163" w="1047">
                  <a:moveTo>
                    <a:pt x="582" y="0"/>
                  </a:moveTo>
                  <a:lnTo>
                    <a:pt x="233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" y="698"/>
                  </a:lnTo>
                  <a:lnTo>
                    <a:pt x="1" y="930"/>
                  </a:lnTo>
                  <a:lnTo>
                    <a:pt x="233" y="1163"/>
                  </a:lnTo>
                  <a:lnTo>
                    <a:pt x="466" y="1163"/>
                  </a:lnTo>
                  <a:lnTo>
                    <a:pt x="814" y="1046"/>
                  </a:lnTo>
                  <a:lnTo>
                    <a:pt x="1047" y="814"/>
                  </a:lnTo>
                  <a:lnTo>
                    <a:pt x="1047" y="698"/>
                  </a:lnTo>
                  <a:lnTo>
                    <a:pt x="1047" y="465"/>
                  </a:lnTo>
                  <a:lnTo>
                    <a:pt x="1047" y="233"/>
                  </a:lnTo>
                  <a:lnTo>
                    <a:pt x="814" y="117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5145075" y="3904950"/>
              <a:ext cx="26175" cy="29075"/>
            </a:xfrm>
            <a:custGeom>
              <a:rect b="b" l="l" r="r" t="t"/>
              <a:pathLst>
                <a:path extrusionOk="0" fill="none" h="1163" w="1047">
                  <a:moveTo>
                    <a:pt x="582" y="0"/>
                  </a:moveTo>
                  <a:lnTo>
                    <a:pt x="582" y="0"/>
                  </a:lnTo>
                  <a:lnTo>
                    <a:pt x="233" y="117"/>
                  </a:lnTo>
                  <a:lnTo>
                    <a:pt x="233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" y="698"/>
                  </a:lnTo>
                  <a:lnTo>
                    <a:pt x="1" y="930"/>
                  </a:lnTo>
                  <a:lnTo>
                    <a:pt x="1" y="930"/>
                  </a:lnTo>
                  <a:lnTo>
                    <a:pt x="233" y="1163"/>
                  </a:lnTo>
                  <a:lnTo>
                    <a:pt x="466" y="1163"/>
                  </a:lnTo>
                  <a:lnTo>
                    <a:pt x="466" y="1163"/>
                  </a:lnTo>
                  <a:lnTo>
                    <a:pt x="814" y="1046"/>
                  </a:lnTo>
                  <a:lnTo>
                    <a:pt x="814" y="1046"/>
                  </a:lnTo>
                  <a:lnTo>
                    <a:pt x="1047" y="814"/>
                  </a:lnTo>
                  <a:lnTo>
                    <a:pt x="1047" y="698"/>
                  </a:lnTo>
                  <a:lnTo>
                    <a:pt x="1047" y="465"/>
                  </a:lnTo>
                  <a:lnTo>
                    <a:pt x="1047" y="233"/>
                  </a:lnTo>
                  <a:lnTo>
                    <a:pt x="1047" y="233"/>
                  </a:lnTo>
                  <a:lnTo>
                    <a:pt x="814" y="117"/>
                  </a:lnTo>
                  <a:lnTo>
                    <a:pt x="58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5116025" y="4076375"/>
              <a:ext cx="20375" cy="20375"/>
            </a:xfrm>
            <a:custGeom>
              <a:rect b="b" l="l" r="r" t="t"/>
              <a:pathLst>
                <a:path extrusionOk="0" h="815" w="815">
                  <a:moveTo>
                    <a:pt x="465" y="1"/>
                  </a:moveTo>
                  <a:lnTo>
                    <a:pt x="233" y="117"/>
                  </a:lnTo>
                  <a:lnTo>
                    <a:pt x="1" y="349"/>
                  </a:lnTo>
                  <a:lnTo>
                    <a:pt x="117" y="698"/>
                  </a:lnTo>
                  <a:lnTo>
                    <a:pt x="233" y="814"/>
                  </a:lnTo>
                  <a:lnTo>
                    <a:pt x="349" y="814"/>
                  </a:lnTo>
                  <a:lnTo>
                    <a:pt x="698" y="698"/>
                  </a:lnTo>
                  <a:lnTo>
                    <a:pt x="814" y="465"/>
                  </a:lnTo>
                  <a:lnTo>
                    <a:pt x="814" y="117"/>
                  </a:lnTo>
                  <a:lnTo>
                    <a:pt x="582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5116025" y="4076375"/>
              <a:ext cx="20375" cy="20375"/>
            </a:xfrm>
            <a:custGeom>
              <a:rect b="b" l="l" r="r" t="t"/>
              <a:pathLst>
                <a:path extrusionOk="0" fill="none" h="815" w="815">
                  <a:moveTo>
                    <a:pt x="465" y="1"/>
                  </a:moveTo>
                  <a:lnTo>
                    <a:pt x="465" y="1"/>
                  </a:lnTo>
                  <a:lnTo>
                    <a:pt x="233" y="117"/>
                  </a:lnTo>
                  <a:lnTo>
                    <a:pt x="233" y="117"/>
                  </a:lnTo>
                  <a:lnTo>
                    <a:pt x="1" y="349"/>
                  </a:lnTo>
                  <a:lnTo>
                    <a:pt x="117" y="698"/>
                  </a:lnTo>
                  <a:lnTo>
                    <a:pt x="117" y="698"/>
                  </a:lnTo>
                  <a:lnTo>
                    <a:pt x="233" y="814"/>
                  </a:lnTo>
                  <a:lnTo>
                    <a:pt x="349" y="814"/>
                  </a:lnTo>
                  <a:lnTo>
                    <a:pt x="349" y="814"/>
                  </a:lnTo>
                  <a:lnTo>
                    <a:pt x="698" y="698"/>
                  </a:lnTo>
                  <a:lnTo>
                    <a:pt x="698" y="698"/>
                  </a:lnTo>
                  <a:lnTo>
                    <a:pt x="814" y="465"/>
                  </a:lnTo>
                  <a:lnTo>
                    <a:pt x="814" y="117"/>
                  </a:lnTo>
                  <a:lnTo>
                    <a:pt x="814" y="117"/>
                  </a:lnTo>
                  <a:lnTo>
                    <a:pt x="582" y="1"/>
                  </a:lnTo>
                  <a:lnTo>
                    <a:pt x="4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6"/>
            <p:cNvSpPr/>
            <p:nvPr/>
          </p:nvSpPr>
          <p:spPr>
            <a:xfrm>
              <a:off x="5307800" y="3887525"/>
              <a:ext cx="55225" cy="52325"/>
            </a:xfrm>
            <a:custGeom>
              <a:rect b="b" l="l" r="r" t="t"/>
              <a:pathLst>
                <a:path extrusionOk="0" h="2093" w="2209">
                  <a:moveTo>
                    <a:pt x="814" y="0"/>
                  </a:moveTo>
                  <a:lnTo>
                    <a:pt x="465" y="232"/>
                  </a:lnTo>
                  <a:lnTo>
                    <a:pt x="233" y="465"/>
                  </a:lnTo>
                  <a:lnTo>
                    <a:pt x="0" y="930"/>
                  </a:lnTo>
                  <a:lnTo>
                    <a:pt x="0" y="1395"/>
                  </a:lnTo>
                  <a:lnTo>
                    <a:pt x="233" y="1743"/>
                  </a:lnTo>
                  <a:lnTo>
                    <a:pt x="581" y="2092"/>
                  </a:lnTo>
                  <a:lnTo>
                    <a:pt x="1395" y="2092"/>
                  </a:lnTo>
                  <a:lnTo>
                    <a:pt x="1744" y="1860"/>
                  </a:lnTo>
                  <a:lnTo>
                    <a:pt x="2092" y="1627"/>
                  </a:lnTo>
                  <a:lnTo>
                    <a:pt x="2209" y="1162"/>
                  </a:lnTo>
                  <a:lnTo>
                    <a:pt x="2209" y="697"/>
                  </a:lnTo>
                  <a:lnTo>
                    <a:pt x="2092" y="349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5307800" y="3887525"/>
              <a:ext cx="55225" cy="52325"/>
            </a:xfrm>
            <a:custGeom>
              <a:rect b="b" l="l" r="r" t="t"/>
              <a:pathLst>
                <a:path extrusionOk="0" fill="none" h="2093" w="2209">
                  <a:moveTo>
                    <a:pt x="1163" y="0"/>
                  </a:moveTo>
                  <a:lnTo>
                    <a:pt x="1163" y="0"/>
                  </a:lnTo>
                  <a:lnTo>
                    <a:pt x="814" y="0"/>
                  </a:lnTo>
                  <a:lnTo>
                    <a:pt x="465" y="232"/>
                  </a:lnTo>
                  <a:lnTo>
                    <a:pt x="465" y="232"/>
                  </a:lnTo>
                  <a:lnTo>
                    <a:pt x="233" y="465"/>
                  </a:lnTo>
                  <a:lnTo>
                    <a:pt x="0" y="930"/>
                  </a:lnTo>
                  <a:lnTo>
                    <a:pt x="0" y="1395"/>
                  </a:lnTo>
                  <a:lnTo>
                    <a:pt x="233" y="1743"/>
                  </a:lnTo>
                  <a:lnTo>
                    <a:pt x="233" y="1743"/>
                  </a:lnTo>
                  <a:lnTo>
                    <a:pt x="581" y="2092"/>
                  </a:lnTo>
                  <a:lnTo>
                    <a:pt x="1046" y="2092"/>
                  </a:lnTo>
                  <a:lnTo>
                    <a:pt x="1046" y="2092"/>
                  </a:lnTo>
                  <a:lnTo>
                    <a:pt x="1395" y="2092"/>
                  </a:lnTo>
                  <a:lnTo>
                    <a:pt x="1744" y="1860"/>
                  </a:lnTo>
                  <a:lnTo>
                    <a:pt x="1744" y="1860"/>
                  </a:lnTo>
                  <a:lnTo>
                    <a:pt x="2092" y="1627"/>
                  </a:lnTo>
                  <a:lnTo>
                    <a:pt x="2209" y="1162"/>
                  </a:lnTo>
                  <a:lnTo>
                    <a:pt x="2209" y="697"/>
                  </a:lnTo>
                  <a:lnTo>
                    <a:pt x="2092" y="349"/>
                  </a:lnTo>
                  <a:lnTo>
                    <a:pt x="2092" y="349"/>
                  </a:lnTo>
                  <a:lnTo>
                    <a:pt x="1627" y="0"/>
                  </a:lnTo>
                  <a:lnTo>
                    <a:pt x="116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5255500" y="4021175"/>
              <a:ext cx="31975" cy="31975"/>
            </a:xfrm>
            <a:custGeom>
              <a:rect b="b" l="l" r="r" t="t"/>
              <a:pathLst>
                <a:path extrusionOk="0" h="1279" w="1279">
                  <a:moveTo>
                    <a:pt x="698" y="0"/>
                  </a:moveTo>
                  <a:lnTo>
                    <a:pt x="465" y="117"/>
                  </a:lnTo>
                  <a:lnTo>
                    <a:pt x="349" y="233"/>
                  </a:lnTo>
                  <a:lnTo>
                    <a:pt x="116" y="349"/>
                  </a:lnTo>
                  <a:lnTo>
                    <a:pt x="0" y="581"/>
                  </a:lnTo>
                  <a:lnTo>
                    <a:pt x="0" y="814"/>
                  </a:lnTo>
                  <a:lnTo>
                    <a:pt x="116" y="1046"/>
                  </a:lnTo>
                  <a:lnTo>
                    <a:pt x="349" y="1279"/>
                  </a:lnTo>
                  <a:lnTo>
                    <a:pt x="814" y="1279"/>
                  </a:lnTo>
                  <a:lnTo>
                    <a:pt x="1046" y="1163"/>
                  </a:lnTo>
                  <a:lnTo>
                    <a:pt x="1163" y="930"/>
                  </a:lnTo>
                  <a:lnTo>
                    <a:pt x="1279" y="698"/>
                  </a:lnTo>
                  <a:lnTo>
                    <a:pt x="1279" y="465"/>
                  </a:lnTo>
                  <a:lnTo>
                    <a:pt x="1163" y="233"/>
                  </a:lnTo>
                  <a:lnTo>
                    <a:pt x="930" y="11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5255500" y="4021175"/>
              <a:ext cx="31975" cy="31975"/>
            </a:xfrm>
            <a:custGeom>
              <a:rect b="b" l="l" r="r" t="t"/>
              <a:pathLst>
                <a:path extrusionOk="0" fill="none" h="1279" w="1279">
                  <a:moveTo>
                    <a:pt x="698" y="0"/>
                  </a:moveTo>
                  <a:lnTo>
                    <a:pt x="698" y="0"/>
                  </a:lnTo>
                  <a:lnTo>
                    <a:pt x="465" y="117"/>
                  </a:lnTo>
                  <a:lnTo>
                    <a:pt x="349" y="233"/>
                  </a:lnTo>
                  <a:lnTo>
                    <a:pt x="349" y="233"/>
                  </a:lnTo>
                  <a:lnTo>
                    <a:pt x="116" y="349"/>
                  </a:lnTo>
                  <a:lnTo>
                    <a:pt x="0" y="581"/>
                  </a:lnTo>
                  <a:lnTo>
                    <a:pt x="0" y="814"/>
                  </a:lnTo>
                  <a:lnTo>
                    <a:pt x="116" y="1046"/>
                  </a:lnTo>
                  <a:lnTo>
                    <a:pt x="116" y="1046"/>
                  </a:lnTo>
                  <a:lnTo>
                    <a:pt x="349" y="1279"/>
                  </a:lnTo>
                  <a:lnTo>
                    <a:pt x="581" y="1279"/>
                  </a:lnTo>
                  <a:lnTo>
                    <a:pt x="581" y="1279"/>
                  </a:lnTo>
                  <a:lnTo>
                    <a:pt x="814" y="1279"/>
                  </a:lnTo>
                  <a:lnTo>
                    <a:pt x="1046" y="1163"/>
                  </a:lnTo>
                  <a:lnTo>
                    <a:pt x="1046" y="1163"/>
                  </a:lnTo>
                  <a:lnTo>
                    <a:pt x="1163" y="930"/>
                  </a:lnTo>
                  <a:lnTo>
                    <a:pt x="1279" y="698"/>
                  </a:lnTo>
                  <a:lnTo>
                    <a:pt x="1279" y="465"/>
                  </a:lnTo>
                  <a:lnTo>
                    <a:pt x="1163" y="233"/>
                  </a:lnTo>
                  <a:lnTo>
                    <a:pt x="1163" y="233"/>
                  </a:lnTo>
                  <a:lnTo>
                    <a:pt x="930" y="117"/>
                  </a:lnTo>
                  <a:lnTo>
                    <a:pt x="69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5168325" y="4105425"/>
              <a:ext cx="17450" cy="20375"/>
            </a:xfrm>
            <a:custGeom>
              <a:rect b="b" l="l" r="r" t="t"/>
              <a:pathLst>
                <a:path extrusionOk="0" h="815" w="698">
                  <a:moveTo>
                    <a:pt x="349" y="1"/>
                  </a:moveTo>
                  <a:lnTo>
                    <a:pt x="117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17" y="698"/>
                  </a:lnTo>
                  <a:lnTo>
                    <a:pt x="349" y="814"/>
                  </a:lnTo>
                  <a:lnTo>
                    <a:pt x="582" y="698"/>
                  </a:lnTo>
                  <a:lnTo>
                    <a:pt x="698" y="466"/>
                  </a:lnTo>
                  <a:lnTo>
                    <a:pt x="698" y="117"/>
                  </a:lnTo>
                  <a:lnTo>
                    <a:pt x="582" y="117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5168325" y="4105425"/>
              <a:ext cx="17450" cy="20375"/>
            </a:xfrm>
            <a:custGeom>
              <a:rect b="b" l="l" r="r" t="t"/>
              <a:pathLst>
                <a:path extrusionOk="0" fill="none" h="815" w="698">
                  <a:moveTo>
                    <a:pt x="349" y="1"/>
                  </a:moveTo>
                  <a:lnTo>
                    <a:pt x="349" y="1"/>
                  </a:lnTo>
                  <a:lnTo>
                    <a:pt x="117" y="117"/>
                  </a:lnTo>
                  <a:lnTo>
                    <a:pt x="117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" y="582"/>
                  </a:lnTo>
                  <a:lnTo>
                    <a:pt x="117" y="698"/>
                  </a:lnTo>
                  <a:lnTo>
                    <a:pt x="349" y="814"/>
                  </a:lnTo>
                  <a:lnTo>
                    <a:pt x="349" y="814"/>
                  </a:lnTo>
                  <a:lnTo>
                    <a:pt x="582" y="698"/>
                  </a:lnTo>
                  <a:lnTo>
                    <a:pt x="582" y="698"/>
                  </a:lnTo>
                  <a:lnTo>
                    <a:pt x="698" y="466"/>
                  </a:lnTo>
                  <a:lnTo>
                    <a:pt x="698" y="117"/>
                  </a:lnTo>
                  <a:lnTo>
                    <a:pt x="698" y="117"/>
                  </a:lnTo>
                  <a:lnTo>
                    <a:pt x="582" y="117"/>
                  </a:lnTo>
                  <a:lnTo>
                    <a:pt x="34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0" name="Google Shape;810;p26"/>
          <p:cNvSpPr txBox="1"/>
          <p:nvPr>
            <p:ph type="title"/>
          </p:nvPr>
        </p:nvSpPr>
        <p:spPr>
          <a:xfrm>
            <a:off x="855250" y="1521225"/>
            <a:ext cx="1658400" cy="10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11" name="Google Shape;811;p26"/>
          <p:cNvSpPr txBox="1"/>
          <p:nvPr>
            <p:ph idx="1" type="subTitle"/>
          </p:nvPr>
        </p:nvSpPr>
        <p:spPr>
          <a:xfrm>
            <a:off x="855250" y="2720466"/>
            <a:ext cx="2845500" cy="1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12" name="Google Shape;812;p26"/>
          <p:cNvGrpSpPr/>
          <p:nvPr/>
        </p:nvGrpSpPr>
        <p:grpSpPr>
          <a:xfrm>
            <a:off x="5566655" y="1224482"/>
            <a:ext cx="3577337" cy="3376327"/>
            <a:chOff x="4771494" y="498599"/>
            <a:chExt cx="4393144" cy="4146294"/>
          </a:xfrm>
        </p:grpSpPr>
        <p:sp>
          <p:nvSpPr>
            <p:cNvPr id="813" name="Google Shape;813;p26"/>
            <p:cNvSpPr/>
            <p:nvPr/>
          </p:nvSpPr>
          <p:spPr>
            <a:xfrm rot="8324294">
              <a:off x="4785971" y="1728256"/>
              <a:ext cx="4364190" cy="168697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6"/>
            <p:cNvSpPr/>
            <p:nvPr/>
          </p:nvSpPr>
          <p:spPr>
            <a:xfrm rot="8324294">
              <a:off x="4785971" y="1728256"/>
              <a:ext cx="4364190" cy="168697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6"/>
            <p:cNvSpPr/>
            <p:nvPr/>
          </p:nvSpPr>
          <p:spPr>
            <a:xfrm rot="8324294">
              <a:off x="5063879" y="1905615"/>
              <a:ext cx="3750281" cy="1390377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6"/>
            <p:cNvSpPr/>
            <p:nvPr/>
          </p:nvSpPr>
          <p:spPr>
            <a:xfrm rot="8324294">
              <a:off x="5063879" y="1905615"/>
              <a:ext cx="3750281" cy="1390377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7" name="Google Shape;817;p26"/>
          <p:cNvGrpSpPr/>
          <p:nvPr/>
        </p:nvGrpSpPr>
        <p:grpSpPr>
          <a:xfrm flipH="1">
            <a:off x="3161934" y="1148813"/>
            <a:ext cx="3577208" cy="3376312"/>
            <a:chOff x="4771653" y="498668"/>
            <a:chExt cx="4392985" cy="4146276"/>
          </a:xfrm>
        </p:grpSpPr>
        <p:sp>
          <p:nvSpPr>
            <p:cNvPr id="818" name="Google Shape;818;p26"/>
            <p:cNvSpPr/>
            <p:nvPr/>
          </p:nvSpPr>
          <p:spPr>
            <a:xfrm rot="8324171">
              <a:off x="4786100" y="1728335"/>
              <a:ext cx="4364090" cy="1686940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6"/>
            <p:cNvSpPr/>
            <p:nvPr/>
          </p:nvSpPr>
          <p:spPr>
            <a:xfrm rot="8324171">
              <a:off x="4786100" y="1728335"/>
              <a:ext cx="4364090" cy="1686940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6"/>
            <p:cNvSpPr/>
            <p:nvPr/>
          </p:nvSpPr>
          <p:spPr>
            <a:xfrm rot="8324171">
              <a:off x="5063991" y="1905681"/>
              <a:ext cx="3750195" cy="1390345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6"/>
            <p:cNvSpPr/>
            <p:nvPr/>
          </p:nvSpPr>
          <p:spPr>
            <a:xfrm rot="8324171">
              <a:off x="5063991" y="1905681"/>
              <a:ext cx="3750195" cy="1390345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2" name="Google Shape;822;p26"/>
          <p:cNvGrpSpPr/>
          <p:nvPr/>
        </p:nvGrpSpPr>
        <p:grpSpPr>
          <a:xfrm rot="-2898405">
            <a:off x="333109" y="4195669"/>
            <a:ext cx="387999" cy="171013"/>
            <a:chOff x="1406961" y="-1212504"/>
            <a:chExt cx="6086670" cy="2682735"/>
          </a:xfrm>
        </p:grpSpPr>
        <p:sp>
          <p:nvSpPr>
            <p:cNvPr id="823" name="Google Shape;823;p2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7" name="Google Shape;827;p26"/>
          <p:cNvGrpSpPr/>
          <p:nvPr/>
        </p:nvGrpSpPr>
        <p:grpSpPr>
          <a:xfrm rot="2555258">
            <a:off x="388334" y="454370"/>
            <a:ext cx="388558" cy="171259"/>
            <a:chOff x="1406961" y="-1212504"/>
            <a:chExt cx="6086670" cy="2682735"/>
          </a:xfrm>
        </p:grpSpPr>
        <p:sp>
          <p:nvSpPr>
            <p:cNvPr id="828" name="Google Shape;828;p2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2" name="Google Shape;832;p26"/>
          <p:cNvGrpSpPr/>
          <p:nvPr/>
        </p:nvGrpSpPr>
        <p:grpSpPr>
          <a:xfrm flipH="1" rot="2898405">
            <a:off x="4228174" y="4195669"/>
            <a:ext cx="387999" cy="171013"/>
            <a:chOff x="1406961" y="-1212504"/>
            <a:chExt cx="6086670" cy="2682735"/>
          </a:xfrm>
        </p:grpSpPr>
        <p:sp>
          <p:nvSpPr>
            <p:cNvPr id="833" name="Google Shape;833;p2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7" name="Google Shape;837;p26"/>
          <p:cNvGrpSpPr/>
          <p:nvPr/>
        </p:nvGrpSpPr>
        <p:grpSpPr>
          <a:xfrm flipH="1" rot="-2555258">
            <a:off x="8229715" y="648895"/>
            <a:ext cx="388558" cy="171259"/>
            <a:chOff x="1406961" y="-1212504"/>
            <a:chExt cx="6086670" cy="2682735"/>
          </a:xfrm>
        </p:grpSpPr>
        <p:sp>
          <p:nvSpPr>
            <p:cNvPr id="838" name="Google Shape;838;p2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7_2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3" name="Google Shape;843;p27"/>
          <p:cNvGrpSpPr/>
          <p:nvPr/>
        </p:nvGrpSpPr>
        <p:grpSpPr>
          <a:xfrm>
            <a:off x="5229156" y="2798104"/>
            <a:ext cx="1879134" cy="1619277"/>
            <a:chOff x="4610450" y="3544650"/>
            <a:chExt cx="1365650" cy="1176800"/>
          </a:xfrm>
        </p:grpSpPr>
        <p:sp>
          <p:nvSpPr>
            <p:cNvPr id="844" name="Google Shape;844;p27"/>
            <p:cNvSpPr/>
            <p:nvPr/>
          </p:nvSpPr>
          <p:spPr>
            <a:xfrm>
              <a:off x="5490850" y="3544650"/>
              <a:ext cx="223750" cy="296400"/>
            </a:xfrm>
            <a:custGeom>
              <a:rect b="b" l="l" r="r" t="t"/>
              <a:pathLst>
                <a:path extrusionOk="0" h="11856" w="8950">
                  <a:moveTo>
                    <a:pt x="8949" y="1"/>
                  </a:moveTo>
                  <a:lnTo>
                    <a:pt x="7322" y="466"/>
                  </a:lnTo>
                  <a:lnTo>
                    <a:pt x="5811" y="1163"/>
                  </a:lnTo>
                  <a:lnTo>
                    <a:pt x="4649" y="1977"/>
                  </a:lnTo>
                  <a:lnTo>
                    <a:pt x="3603" y="2790"/>
                  </a:lnTo>
                  <a:lnTo>
                    <a:pt x="2673" y="3720"/>
                  </a:lnTo>
                  <a:lnTo>
                    <a:pt x="1976" y="4766"/>
                  </a:lnTo>
                  <a:lnTo>
                    <a:pt x="1395" y="5696"/>
                  </a:lnTo>
                  <a:lnTo>
                    <a:pt x="930" y="6742"/>
                  </a:lnTo>
                  <a:lnTo>
                    <a:pt x="581" y="7788"/>
                  </a:lnTo>
                  <a:lnTo>
                    <a:pt x="349" y="8717"/>
                  </a:lnTo>
                  <a:lnTo>
                    <a:pt x="117" y="10345"/>
                  </a:lnTo>
                  <a:lnTo>
                    <a:pt x="0" y="11507"/>
                  </a:lnTo>
                  <a:lnTo>
                    <a:pt x="0" y="11855"/>
                  </a:lnTo>
                  <a:lnTo>
                    <a:pt x="1860" y="11274"/>
                  </a:lnTo>
                  <a:lnTo>
                    <a:pt x="3371" y="10577"/>
                  </a:lnTo>
                  <a:lnTo>
                    <a:pt x="4649" y="9763"/>
                  </a:lnTo>
                  <a:lnTo>
                    <a:pt x="5695" y="8950"/>
                  </a:lnTo>
                  <a:lnTo>
                    <a:pt x="6625" y="7904"/>
                  </a:lnTo>
                  <a:lnTo>
                    <a:pt x="7322" y="6974"/>
                  </a:lnTo>
                  <a:lnTo>
                    <a:pt x="7903" y="5928"/>
                  </a:lnTo>
                  <a:lnTo>
                    <a:pt x="8252" y="4998"/>
                  </a:lnTo>
                  <a:lnTo>
                    <a:pt x="8601" y="3952"/>
                  </a:lnTo>
                  <a:lnTo>
                    <a:pt x="8717" y="3023"/>
                  </a:lnTo>
                  <a:lnTo>
                    <a:pt x="8949" y="1512"/>
                  </a:lnTo>
                  <a:lnTo>
                    <a:pt x="8949" y="466"/>
                  </a:lnTo>
                  <a:lnTo>
                    <a:pt x="894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7"/>
            <p:cNvSpPr/>
            <p:nvPr/>
          </p:nvSpPr>
          <p:spPr>
            <a:xfrm>
              <a:off x="5490850" y="3544650"/>
              <a:ext cx="223750" cy="296400"/>
            </a:xfrm>
            <a:custGeom>
              <a:rect b="b" l="l" r="r" t="t"/>
              <a:pathLst>
                <a:path extrusionOk="0" fill="none" h="11856" w="8950">
                  <a:moveTo>
                    <a:pt x="0" y="11855"/>
                  </a:moveTo>
                  <a:lnTo>
                    <a:pt x="0" y="11855"/>
                  </a:lnTo>
                  <a:lnTo>
                    <a:pt x="0" y="11507"/>
                  </a:lnTo>
                  <a:lnTo>
                    <a:pt x="117" y="10345"/>
                  </a:lnTo>
                  <a:lnTo>
                    <a:pt x="349" y="8717"/>
                  </a:lnTo>
                  <a:lnTo>
                    <a:pt x="581" y="7788"/>
                  </a:lnTo>
                  <a:lnTo>
                    <a:pt x="930" y="6742"/>
                  </a:lnTo>
                  <a:lnTo>
                    <a:pt x="1395" y="5696"/>
                  </a:lnTo>
                  <a:lnTo>
                    <a:pt x="1976" y="4766"/>
                  </a:lnTo>
                  <a:lnTo>
                    <a:pt x="2673" y="3720"/>
                  </a:lnTo>
                  <a:lnTo>
                    <a:pt x="3603" y="2790"/>
                  </a:lnTo>
                  <a:lnTo>
                    <a:pt x="4649" y="1977"/>
                  </a:lnTo>
                  <a:lnTo>
                    <a:pt x="5811" y="1163"/>
                  </a:lnTo>
                  <a:lnTo>
                    <a:pt x="7322" y="466"/>
                  </a:lnTo>
                  <a:lnTo>
                    <a:pt x="8949" y="1"/>
                  </a:lnTo>
                  <a:lnTo>
                    <a:pt x="8949" y="1"/>
                  </a:lnTo>
                  <a:lnTo>
                    <a:pt x="8949" y="466"/>
                  </a:lnTo>
                  <a:lnTo>
                    <a:pt x="8949" y="1512"/>
                  </a:lnTo>
                  <a:lnTo>
                    <a:pt x="8717" y="3023"/>
                  </a:lnTo>
                  <a:lnTo>
                    <a:pt x="8601" y="3952"/>
                  </a:lnTo>
                  <a:lnTo>
                    <a:pt x="8252" y="4998"/>
                  </a:lnTo>
                  <a:lnTo>
                    <a:pt x="7903" y="5928"/>
                  </a:lnTo>
                  <a:lnTo>
                    <a:pt x="7322" y="6974"/>
                  </a:lnTo>
                  <a:lnTo>
                    <a:pt x="6625" y="7904"/>
                  </a:lnTo>
                  <a:lnTo>
                    <a:pt x="5695" y="8950"/>
                  </a:lnTo>
                  <a:lnTo>
                    <a:pt x="4649" y="9763"/>
                  </a:lnTo>
                  <a:lnTo>
                    <a:pt x="3371" y="10577"/>
                  </a:lnTo>
                  <a:lnTo>
                    <a:pt x="1860" y="11274"/>
                  </a:lnTo>
                  <a:lnTo>
                    <a:pt x="0" y="1185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7"/>
            <p:cNvSpPr/>
            <p:nvPr/>
          </p:nvSpPr>
          <p:spPr>
            <a:xfrm>
              <a:off x="5522800" y="3567900"/>
              <a:ext cx="174375" cy="229575"/>
            </a:xfrm>
            <a:custGeom>
              <a:rect b="b" l="l" r="r" t="t"/>
              <a:pathLst>
                <a:path extrusionOk="0" h="9183" w="6975">
                  <a:moveTo>
                    <a:pt x="6858" y="1"/>
                  </a:moveTo>
                  <a:lnTo>
                    <a:pt x="6742" y="117"/>
                  </a:lnTo>
                  <a:lnTo>
                    <a:pt x="4301" y="3255"/>
                  </a:lnTo>
                  <a:lnTo>
                    <a:pt x="4185" y="1628"/>
                  </a:lnTo>
                  <a:lnTo>
                    <a:pt x="4069" y="1279"/>
                  </a:lnTo>
                  <a:lnTo>
                    <a:pt x="3836" y="1279"/>
                  </a:lnTo>
                  <a:lnTo>
                    <a:pt x="4069" y="3255"/>
                  </a:lnTo>
                  <a:lnTo>
                    <a:pt x="4185" y="3487"/>
                  </a:lnTo>
                  <a:lnTo>
                    <a:pt x="2209" y="6044"/>
                  </a:lnTo>
                  <a:lnTo>
                    <a:pt x="1977" y="3255"/>
                  </a:lnTo>
                  <a:lnTo>
                    <a:pt x="1977" y="3139"/>
                  </a:lnTo>
                  <a:lnTo>
                    <a:pt x="1860" y="3139"/>
                  </a:lnTo>
                  <a:lnTo>
                    <a:pt x="1744" y="3255"/>
                  </a:lnTo>
                  <a:lnTo>
                    <a:pt x="1977" y="6277"/>
                  </a:lnTo>
                  <a:lnTo>
                    <a:pt x="233" y="8601"/>
                  </a:lnTo>
                  <a:lnTo>
                    <a:pt x="233" y="5928"/>
                  </a:lnTo>
                  <a:lnTo>
                    <a:pt x="233" y="5812"/>
                  </a:lnTo>
                  <a:lnTo>
                    <a:pt x="1" y="5812"/>
                  </a:lnTo>
                  <a:lnTo>
                    <a:pt x="1" y="5928"/>
                  </a:lnTo>
                  <a:lnTo>
                    <a:pt x="1" y="8833"/>
                  </a:lnTo>
                  <a:lnTo>
                    <a:pt x="1" y="8950"/>
                  </a:lnTo>
                  <a:lnTo>
                    <a:pt x="117" y="9182"/>
                  </a:lnTo>
                  <a:lnTo>
                    <a:pt x="349" y="8833"/>
                  </a:lnTo>
                  <a:lnTo>
                    <a:pt x="1744" y="8485"/>
                  </a:lnTo>
                  <a:lnTo>
                    <a:pt x="2441" y="8136"/>
                  </a:lnTo>
                  <a:lnTo>
                    <a:pt x="2441" y="8136"/>
                  </a:lnTo>
                  <a:lnTo>
                    <a:pt x="582" y="8601"/>
                  </a:lnTo>
                  <a:lnTo>
                    <a:pt x="1977" y="6741"/>
                  </a:lnTo>
                  <a:lnTo>
                    <a:pt x="2209" y="6393"/>
                  </a:lnTo>
                  <a:lnTo>
                    <a:pt x="5347" y="5812"/>
                  </a:lnTo>
                  <a:lnTo>
                    <a:pt x="5812" y="5695"/>
                  </a:lnTo>
                  <a:lnTo>
                    <a:pt x="5812" y="5579"/>
                  </a:lnTo>
                  <a:lnTo>
                    <a:pt x="5696" y="5463"/>
                  </a:lnTo>
                  <a:lnTo>
                    <a:pt x="2558" y="6160"/>
                  </a:lnTo>
                  <a:lnTo>
                    <a:pt x="2441" y="6160"/>
                  </a:lnTo>
                  <a:lnTo>
                    <a:pt x="4301" y="3603"/>
                  </a:lnTo>
                  <a:lnTo>
                    <a:pt x="6161" y="3022"/>
                  </a:lnTo>
                  <a:lnTo>
                    <a:pt x="6393" y="3022"/>
                  </a:lnTo>
                  <a:lnTo>
                    <a:pt x="6509" y="2790"/>
                  </a:lnTo>
                  <a:lnTo>
                    <a:pt x="6393" y="2790"/>
                  </a:lnTo>
                  <a:lnTo>
                    <a:pt x="4533" y="3255"/>
                  </a:lnTo>
                  <a:lnTo>
                    <a:pt x="4533" y="3255"/>
                  </a:lnTo>
                  <a:lnTo>
                    <a:pt x="6044" y="1395"/>
                  </a:lnTo>
                  <a:lnTo>
                    <a:pt x="6974" y="233"/>
                  </a:lnTo>
                  <a:lnTo>
                    <a:pt x="6974" y="117"/>
                  </a:lnTo>
                  <a:lnTo>
                    <a:pt x="685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7"/>
            <p:cNvSpPr/>
            <p:nvPr/>
          </p:nvSpPr>
          <p:spPr>
            <a:xfrm>
              <a:off x="5522800" y="3567900"/>
              <a:ext cx="174375" cy="229575"/>
            </a:xfrm>
            <a:custGeom>
              <a:rect b="b" l="l" r="r" t="t"/>
              <a:pathLst>
                <a:path extrusionOk="0" fill="none" h="9183" w="6975">
                  <a:moveTo>
                    <a:pt x="6858" y="1"/>
                  </a:moveTo>
                  <a:lnTo>
                    <a:pt x="6858" y="1"/>
                  </a:lnTo>
                  <a:lnTo>
                    <a:pt x="6742" y="117"/>
                  </a:lnTo>
                  <a:lnTo>
                    <a:pt x="6742" y="117"/>
                  </a:lnTo>
                  <a:lnTo>
                    <a:pt x="4301" y="3255"/>
                  </a:lnTo>
                  <a:lnTo>
                    <a:pt x="4301" y="3255"/>
                  </a:lnTo>
                  <a:lnTo>
                    <a:pt x="4185" y="1628"/>
                  </a:lnTo>
                  <a:lnTo>
                    <a:pt x="4185" y="1628"/>
                  </a:lnTo>
                  <a:lnTo>
                    <a:pt x="4069" y="1279"/>
                  </a:lnTo>
                  <a:lnTo>
                    <a:pt x="4069" y="1279"/>
                  </a:lnTo>
                  <a:lnTo>
                    <a:pt x="4069" y="1279"/>
                  </a:lnTo>
                  <a:lnTo>
                    <a:pt x="3952" y="1279"/>
                  </a:lnTo>
                  <a:lnTo>
                    <a:pt x="3952" y="1279"/>
                  </a:lnTo>
                  <a:lnTo>
                    <a:pt x="3952" y="1279"/>
                  </a:lnTo>
                  <a:lnTo>
                    <a:pt x="3836" y="1279"/>
                  </a:lnTo>
                  <a:lnTo>
                    <a:pt x="3836" y="1279"/>
                  </a:lnTo>
                  <a:lnTo>
                    <a:pt x="4069" y="3255"/>
                  </a:lnTo>
                  <a:lnTo>
                    <a:pt x="4069" y="3255"/>
                  </a:lnTo>
                  <a:lnTo>
                    <a:pt x="4185" y="3487"/>
                  </a:lnTo>
                  <a:lnTo>
                    <a:pt x="4185" y="3487"/>
                  </a:lnTo>
                  <a:lnTo>
                    <a:pt x="2209" y="6044"/>
                  </a:lnTo>
                  <a:lnTo>
                    <a:pt x="2209" y="6044"/>
                  </a:lnTo>
                  <a:lnTo>
                    <a:pt x="1977" y="3255"/>
                  </a:lnTo>
                  <a:lnTo>
                    <a:pt x="1977" y="3255"/>
                  </a:lnTo>
                  <a:lnTo>
                    <a:pt x="1977" y="3139"/>
                  </a:lnTo>
                  <a:lnTo>
                    <a:pt x="1860" y="3139"/>
                  </a:lnTo>
                  <a:lnTo>
                    <a:pt x="1860" y="3139"/>
                  </a:lnTo>
                  <a:lnTo>
                    <a:pt x="1860" y="3139"/>
                  </a:lnTo>
                  <a:lnTo>
                    <a:pt x="1744" y="3255"/>
                  </a:lnTo>
                  <a:lnTo>
                    <a:pt x="1744" y="3255"/>
                  </a:lnTo>
                  <a:lnTo>
                    <a:pt x="1977" y="6277"/>
                  </a:lnTo>
                  <a:lnTo>
                    <a:pt x="1977" y="6277"/>
                  </a:lnTo>
                  <a:lnTo>
                    <a:pt x="233" y="8601"/>
                  </a:lnTo>
                  <a:lnTo>
                    <a:pt x="233" y="8601"/>
                  </a:lnTo>
                  <a:lnTo>
                    <a:pt x="233" y="5928"/>
                  </a:lnTo>
                  <a:lnTo>
                    <a:pt x="233" y="5928"/>
                  </a:lnTo>
                  <a:lnTo>
                    <a:pt x="233" y="5812"/>
                  </a:lnTo>
                  <a:lnTo>
                    <a:pt x="117" y="5812"/>
                  </a:lnTo>
                  <a:lnTo>
                    <a:pt x="117" y="5812"/>
                  </a:lnTo>
                  <a:lnTo>
                    <a:pt x="1" y="5812"/>
                  </a:lnTo>
                  <a:lnTo>
                    <a:pt x="1" y="5928"/>
                  </a:lnTo>
                  <a:lnTo>
                    <a:pt x="1" y="5928"/>
                  </a:lnTo>
                  <a:lnTo>
                    <a:pt x="1" y="8833"/>
                  </a:lnTo>
                  <a:lnTo>
                    <a:pt x="1" y="8833"/>
                  </a:lnTo>
                  <a:lnTo>
                    <a:pt x="1" y="8833"/>
                  </a:lnTo>
                  <a:lnTo>
                    <a:pt x="1" y="8950"/>
                  </a:lnTo>
                  <a:lnTo>
                    <a:pt x="1" y="8950"/>
                  </a:lnTo>
                  <a:lnTo>
                    <a:pt x="117" y="9182"/>
                  </a:lnTo>
                  <a:lnTo>
                    <a:pt x="117" y="9182"/>
                  </a:lnTo>
                  <a:lnTo>
                    <a:pt x="349" y="8833"/>
                  </a:lnTo>
                  <a:lnTo>
                    <a:pt x="349" y="8833"/>
                  </a:lnTo>
                  <a:lnTo>
                    <a:pt x="1744" y="8485"/>
                  </a:lnTo>
                  <a:lnTo>
                    <a:pt x="1744" y="8485"/>
                  </a:lnTo>
                  <a:lnTo>
                    <a:pt x="2441" y="8136"/>
                  </a:lnTo>
                  <a:lnTo>
                    <a:pt x="2441" y="8136"/>
                  </a:lnTo>
                  <a:lnTo>
                    <a:pt x="582" y="8601"/>
                  </a:lnTo>
                  <a:lnTo>
                    <a:pt x="582" y="8601"/>
                  </a:lnTo>
                  <a:lnTo>
                    <a:pt x="1977" y="6741"/>
                  </a:lnTo>
                  <a:lnTo>
                    <a:pt x="1977" y="6741"/>
                  </a:lnTo>
                  <a:lnTo>
                    <a:pt x="2209" y="6393"/>
                  </a:lnTo>
                  <a:lnTo>
                    <a:pt x="2209" y="6393"/>
                  </a:lnTo>
                  <a:lnTo>
                    <a:pt x="5347" y="5812"/>
                  </a:lnTo>
                  <a:lnTo>
                    <a:pt x="5347" y="5812"/>
                  </a:lnTo>
                  <a:lnTo>
                    <a:pt x="5812" y="5695"/>
                  </a:lnTo>
                  <a:lnTo>
                    <a:pt x="5812" y="5695"/>
                  </a:lnTo>
                  <a:lnTo>
                    <a:pt x="5812" y="5695"/>
                  </a:lnTo>
                  <a:lnTo>
                    <a:pt x="5812" y="5579"/>
                  </a:lnTo>
                  <a:lnTo>
                    <a:pt x="5696" y="5463"/>
                  </a:lnTo>
                  <a:lnTo>
                    <a:pt x="5696" y="5463"/>
                  </a:lnTo>
                  <a:lnTo>
                    <a:pt x="5696" y="5463"/>
                  </a:lnTo>
                  <a:lnTo>
                    <a:pt x="5696" y="5463"/>
                  </a:lnTo>
                  <a:lnTo>
                    <a:pt x="2558" y="6160"/>
                  </a:lnTo>
                  <a:lnTo>
                    <a:pt x="2558" y="6160"/>
                  </a:lnTo>
                  <a:lnTo>
                    <a:pt x="2441" y="6160"/>
                  </a:lnTo>
                  <a:lnTo>
                    <a:pt x="2441" y="6160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6161" y="3022"/>
                  </a:lnTo>
                  <a:lnTo>
                    <a:pt x="6161" y="3022"/>
                  </a:lnTo>
                  <a:lnTo>
                    <a:pt x="6393" y="3022"/>
                  </a:lnTo>
                  <a:lnTo>
                    <a:pt x="6393" y="3022"/>
                  </a:lnTo>
                  <a:lnTo>
                    <a:pt x="6509" y="2790"/>
                  </a:lnTo>
                  <a:lnTo>
                    <a:pt x="6393" y="2790"/>
                  </a:lnTo>
                  <a:lnTo>
                    <a:pt x="6393" y="2790"/>
                  </a:lnTo>
                  <a:lnTo>
                    <a:pt x="6393" y="2790"/>
                  </a:lnTo>
                  <a:lnTo>
                    <a:pt x="6393" y="2790"/>
                  </a:lnTo>
                  <a:lnTo>
                    <a:pt x="4533" y="3255"/>
                  </a:lnTo>
                  <a:lnTo>
                    <a:pt x="4533" y="3255"/>
                  </a:lnTo>
                  <a:lnTo>
                    <a:pt x="6044" y="1395"/>
                  </a:lnTo>
                  <a:lnTo>
                    <a:pt x="6044" y="1395"/>
                  </a:lnTo>
                  <a:lnTo>
                    <a:pt x="6974" y="233"/>
                  </a:lnTo>
                  <a:lnTo>
                    <a:pt x="6974" y="233"/>
                  </a:lnTo>
                  <a:lnTo>
                    <a:pt x="6974" y="117"/>
                  </a:lnTo>
                  <a:lnTo>
                    <a:pt x="685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7"/>
            <p:cNvSpPr/>
            <p:nvPr/>
          </p:nvSpPr>
          <p:spPr>
            <a:xfrm>
              <a:off x="5502475" y="3727700"/>
              <a:ext cx="363225" cy="151125"/>
            </a:xfrm>
            <a:custGeom>
              <a:rect b="b" l="l" r="r" t="t"/>
              <a:pathLst>
                <a:path extrusionOk="0" h="6045" w="14529">
                  <a:moveTo>
                    <a:pt x="8717" y="1"/>
                  </a:moveTo>
                  <a:lnTo>
                    <a:pt x="7438" y="117"/>
                  </a:lnTo>
                  <a:lnTo>
                    <a:pt x="6276" y="466"/>
                  </a:lnTo>
                  <a:lnTo>
                    <a:pt x="5114" y="814"/>
                  </a:lnTo>
                  <a:lnTo>
                    <a:pt x="4068" y="1279"/>
                  </a:lnTo>
                  <a:lnTo>
                    <a:pt x="3138" y="1744"/>
                  </a:lnTo>
                  <a:lnTo>
                    <a:pt x="2325" y="2209"/>
                  </a:lnTo>
                  <a:lnTo>
                    <a:pt x="1046" y="3255"/>
                  </a:lnTo>
                  <a:lnTo>
                    <a:pt x="233" y="4069"/>
                  </a:lnTo>
                  <a:lnTo>
                    <a:pt x="0" y="4417"/>
                  </a:lnTo>
                  <a:lnTo>
                    <a:pt x="1627" y="5115"/>
                  </a:lnTo>
                  <a:lnTo>
                    <a:pt x="3254" y="5696"/>
                  </a:lnTo>
                  <a:lnTo>
                    <a:pt x="4765" y="5928"/>
                  </a:lnTo>
                  <a:lnTo>
                    <a:pt x="6160" y="6044"/>
                  </a:lnTo>
                  <a:lnTo>
                    <a:pt x="7438" y="5928"/>
                  </a:lnTo>
                  <a:lnTo>
                    <a:pt x="8601" y="5579"/>
                  </a:lnTo>
                  <a:lnTo>
                    <a:pt x="9763" y="5231"/>
                  </a:lnTo>
                  <a:lnTo>
                    <a:pt x="10693" y="4766"/>
                  </a:lnTo>
                  <a:lnTo>
                    <a:pt x="11622" y="4301"/>
                  </a:lnTo>
                  <a:lnTo>
                    <a:pt x="12320" y="3720"/>
                  </a:lnTo>
                  <a:lnTo>
                    <a:pt x="13598" y="2674"/>
                  </a:lnTo>
                  <a:lnTo>
                    <a:pt x="14296" y="1860"/>
                  </a:lnTo>
                  <a:lnTo>
                    <a:pt x="14528" y="1628"/>
                  </a:lnTo>
                  <a:lnTo>
                    <a:pt x="13017" y="814"/>
                  </a:lnTo>
                  <a:lnTo>
                    <a:pt x="11506" y="349"/>
                  </a:lnTo>
                  <a:lnTo>
                    <a:pt x="10112" y="117"/>
                  </a:lnTo>
                  <a:lnTo>
                    <a:pt x="8717" y="1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5502475" y="3727700"/>
              <a:ext cx="363225" cy="151125"/>
            </a:xfrm>
            <a:custGeom>
              <a:rect b="b" l="l" r="r" t="t"/>
              <a:pathLst>
                <a:path extrusionOk="0" fill="none" h="6045" w="14529">
                  <a:moveTo>
                    <a:pt x="0" y="4417"/>
                  </a:moveTo>
                  <a:lnTo>
                    <a:pt x="0" y="4417"/>
                  </a:lnTo>
                  <a:lnTo>
                    <a:pt x="233" y="4069"/>
                  </a:lnTo>
                  <a:lnTo>
                    <a:pt x="1046" y="3255"/>
                  </a:lnTo>
                  <a:lnTo>
                    <a:pt x="2325" y="2209"/>
                  </a:lnTo>
                  <a:lnTo>
                    <a:pt x="3138" y="1744"/>
                  </a:lnTo>
                  <a:lnTo>
                    <a:pt x="4068" y="1279"/>
                  </a:lnTo>
                  <a:lnTo>
                    <a:pt x="5114" y="814"/>
                  </a:lnTo>
                  <a:lnTo>
                    <a:pt x="6276" y="466"/>
                  </a:lnTo>
                  <a:lnTo>
                    <a:pt x="7438" y="117"/>
                  </a:lnTo>
                  <a:lnTo>
                    <a:pt x="8717" y="1"/>
                  </a:lnTo>
                  <a:lnTo>
                    <a:pt x="10112" y="117"/>
                  </a:lnTo>
                  <a:lnTo>
                    <a:pt x="11506" y="349"/>
                  </a:lnTo>
                  <a:lnTo>
                    <a:pt x="13017" y="814"/>
                  </a:lnTo>
                  <a:lnTo>
                    <a:pt x="14528" y="1628"/>
                  </a:lnTo>
                  <a:lnTo>
                    <a:pt x="14528" y="1628"/>
                  </a:lnTo>
                  <a:lnTo>
                    <a:pt x="14296" y="1860"/>
                  </a:lnTo>
                  <a:lnTo>
                    <a:pt x="13598" y="2674"/>
                  </a:lnTo>
                  <a:lnTo>
                    <a:pt x="12320" y="3720"/>
                  </a:lnTo>
                  <a:lnTo>
                    <a:pt x="11622" y="4301"/>
                  </a:lnTo>
                  <a:lnTo>
                    <a:pt x="10693" y="4766"/>
                  </a:lnTo>
                  <a:lnTo>
                    <a:pt x="9763" y="5231"/>
                  </a:lnTo>
                  <a:lnTo>
                    <a:pt x="8601" y="5579"/>
                  </a:lnTo>
                  <a:lnTo>
                    <a:pt x="7438" y="5928"/>
                  </a:lnTo>
                  <a:lnTo>
                    <a:pt x="6160" y="6044"/>
                  </a:lnTo>
                  <a:lnTo>
                    <a:pt x="4765" y="5928"/>
                  </a:lnTo>
                  <a:lnTo>
                    <a:pt x="3254" y="5696"/>
                  </a:lnTo>
                  <a:lnTo>
                    <a:pt x="1627" y="5115"/>
                  </a:lnTo>
                  <a:lnTo>
                    <a:pt x="0" y="441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7"/>
            <p:cNvSpPr/>
            <p:nvPr/>
          </p:nvSpPr>
          <p:spPr>
            <a:xfrm>
              <a:off x="5543150" y="3745150"/>
              <a:ext cx="293475" cy="122050"/>
            </a:xfrm>
            <a:custGeom>
              <a:rect b="b" l="l" r="r" t="t"/>
              <a:pathLst>
                <a:path extrusionOk="0" h="4882" w="11739">
                  <a:moveTo>
                    <a:pt x="5811" y="0"/>
                  </a:moveTo>
                  <a:lnTo>
                    <a:pt x="3836" y="2441"/>
                  </a:lnTo>
                  <a:lnTo>
                    <a:pt x="1046" y="2906"/>
                  </a:lnTo>
                  <a:lnTo>
                    <a:pt x="2790" y="930"/>
                  </a:lnTo>
                  <a:lnTo>
                    <a:pt x="2790" y="814"/>
                  </a:lnTo>
                  <a:lnTo>
                    <a:pt x="2790" y="697"/>
                  </a:lnTo>
                  <a:lnTo>
                    <a:pt x="2673" y="814"/>
                  </a:lnTo>
                  <a:lnTo>
                    <a:pt x="698" y="2906"/>
                  </a:lnTo>
                  <a:lnTo>
                    <a:pt x="698" y="3022"/>
                  </a:lnTo>
                  <a:lnTo>
                    <a:pt x="0" y="3138"/>
                  </a:lnTo>
                  <a:lnTo>
                    <a:pt x="233" y="3371"/>
                  </a:lnTo>
                  <a:lnTo>
                    <a:pt x="930" y="3138"/>
                  </a:lnTo>
                  <a:lnTo>
                    <a:pt x="3603" y="4649"/>
                  </a:lnTo>
                  <a:lnTo>
                    <a:pt x="3952" y="4881"/>
                  </a:lnTo>
                  <a:lnTo>
                    <a:pt x="4068" y="4881"/>
                  </a:lnTo>
                  <a:lnTo>
                    <a:pt x="4184" y="4765"/>
                  </a:lnTo>
                  <a:lnTo>
                    <a:pt x="4068" y="4649"/>
                  </a:lnTo>
                  <a:lnTo>
                    <a:pt x="1279" y="3138"/>
                  </a:lnTo>
                  <a:lnTo>
                    <a:pt x="3487" y="2673"/>
                  </a:lnTo>
                  <a:lnTo>
                    <a:pt x="3952" y="2673"/>
                  </a:lnTo>
                  <a:lnTo>
                    <a:pt x="6625" y="4300"/>
                  </a:lnTo>
                  <a:lnTo>
                    <a:pt x="6974" y="4533"/>
                  </a:lnTo>
                  <a:lnTo>
                    <a:pt x="7090" y="4533"/>
                  </a:lnTo>
                  <a:lnTo>
                    <a:pt x="7206" y="4417"/>
                  </a:lnTo>
                  <a:lnTo>
                    <a:pt x="7090" y="4300"/>
                  </a:lnTo>
                  <a:lnTo>
                    <a:pt x="4417" y="2673"/>
                  </a:lnTo>
                  <a:lnTo>
                    <a:pt x="4301" y="2557"/>
                  </a:lnTo>
                  <a:lnTo>
                    <a:pt x="7439" y="1976"/>
                  </a:lnTo>
                  <a:lnTo>
                    <a:pt x="9066" y="2789"/>
                  </a:lnTo>
                  <a:lnTo>
                    <a:pt x="9414" y="2906"/>
                  </a:lnTo>
                  <a:lnTo>
                    <a:pt x="9531" y="2789"/>
                  </a:lnTo>
                  <a:lnTo>
                    <a:pt x="9414" y="2673"/>
                  </a:lnTo>
                  <a:lnTo>
                    <a:pt x="7787" y="1976"/>
                  </a:lnTo>
                  <a:lnTo>
                    <a:pt x="10112" y="1511"/>
                  </a:lnTo>
                  <a:lnTo>
                    <a:pt x="11623" y="1279"/>
                  </a:lnTo>
                  <a:lnTo>
                    <a:pt x="11739" y="1162"/>
                  </a:lnTo>
                  <a:lnTo>
                    <a:pt x="11623" y="1046"/>
                  </a:lnTo>
                  <a:lnTo>
                    <a:pt x="7671" y="1743"/>
                  </a:lnTo>
                  <a:lnTo>
                    <a:pt x="8601" y="349"/>
                  </a:lnTo>
                  <a:lnTo>
                    <a:pt x="8717" y="233"/>
                  </a:lnTo>
                  <a:lnTo>
                    <a:pt x="8833" y="0"/>
                  </a:lnTo>
                  <a:lnTo>
                    <a:pt x="8601" y="0"/>
                  </a:lnTo>
                  <a:lnTo>
                    <a:pt x="7555" y="1627"/>
                  </a:lnTo>
                  <a:lnTo>
                    <a:pt x="7322" y="1743"/>
                  </a:lnTo>
                  <a:lnTo>
                    <a:pt x="4184" y="2325"/>
                  </a:lnTo>
                  <a:lnTo>
                    <a:pt x="5928" y="116"/>
                  </a:lnTo>
                  <a:lnTo>
                    <a:pt x="5928" y="0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7"/>
            <p:cNvSpPr/>
            <p:nvPr/>
          </p:nvSpPr>
          <p:spPr>
            <a:xfrm>
              <a:off x="5543150" y="3745150"/>
              <a:ext cx="293475" cy="122050"/>
            </a:xfrm>
            <a:custGeom>
              <a:rect b="b" l="l" r="r" t="t"/>
              <a:pathLst>
                <a:path extrusionOk="0" fill="none" h="4882" w="11739">
                  <a:moveTo>
                    <a:pt x="5811" y="0"/>
                  </a:moveTo>
                  <a:lnTo>
                    <a:pt x="5811" y="0"/>
                  </a:lnTo>
                  <a:lnTo>
                    <a:pt x="5811" y="0"/>
                  </a:lnTo>
                  <a:lnTo>
                    <a:pt x="5811" y="0"/>
                  </a:lnTo>
                  <a:lnTo>
                    <a:pt x="3836" y="2441"/>
                  </a:lnTo>
                  <a:lnTo>
                    <a:pt x="3836" y="2441"/>
                  </a:lnTo>
                  <a:lnTo>
                    <a:pt x="1046" y="2906"/>
                  </a:lnTo>
                  <a:lnTo>
                    <a:pt x="1046" y="2906"/>
                  </a:lnTo>
                  <a:lnTo>
                    <a:pt x="2790" y="930"/>
                  </a:lnTo>
                  <a:lnTo>
                    <a:pt x="2790" y="930"/>
                  </a:lnTo>
                  <a:lnTo>
                    <a:pt x="2790" y="814"/>
                  </a:lnTo>
                  <a:lnTo>
                    <a:pt x="2790" y="697"/>
                  </a:lnTo>
                  <a:lnTo>
                    <a:pt x="2790" y="697"/>
                  </a:lnTo>
                  <a:lnTo>
                    <a:pt x="2673" y="814"/>
                  </a:lnTo>
                  <a:lnTo>
                    <a:pt x="2673" y="814"/>
                  </a:lnTo>
                  <a:lnTo>
                    <a:pt x="698" y="2906"/>
                  </a:lnTo>
                  <a:lnTo>
                    <a:pt x="698" y="3022"/>
                  </a:lnTo>
                  <a:lnTo>
                    <a:pt x="698" y="3022"/>
                  </a:lnTo>
                  <a:lnTo>
                    <a:pt x="0" y="3138"/>
                  </a:lnTo>
                  <a:lnTo>
                    <a:pt x="0" y="3138"/>
                  </a:lnTo>
                  <a:lnTo>
                    <a:pt x="233" y="3371"/>
                  </a:lnTo>
                  <a:lnTo>
                    <a:pt x="233" y="3371"/>
                  </a:lnTo>
                  <a:lnTo>
                    <a:pt x="930" y="3138"/>
                  </a:lnTo>
                  <a:lnTo>
                    <a:pt x="930" y="3138"/>
                  </a:lnTo>
                  <a:lnTo>
                    <a:pt x="3603" y="4649"/>
                  </a:lnTo>
                  <a:lnTo>
                    <a:pt x="3603" y="4649"/>
                  </a:lnTo>
                  <a:lnTo>
                    <a:pt x="3952" y="4881"/>
                  </a:lnTo>
                  <a:lnTo>
                    <a:pt x="3952" y="4881"/>
                  </a:lnTo>
                  <a:lnTo>
                    <a:pt x="4068" y="4881"/>
                  </a:lnTo>
                  <a:lnTo>
                    <a:pt x="4068" y="4881"/>
                  </a:lnTo>
                  <a:lnTo>
                    <a:pt x="4184" y="4765"/>
                  </a:lnTo>
                  <a:lnTo>
                    <a:pt x="4068" y="4649"/>
                  </a:lnTo>
                  <a:lnTo>
                    <a:pt x="4068" y="4649"/>
                  </a:lnTo>
                  <a:lnTo>
                    <a:pt x="1279" y="3138"/>
                  </a:lnTo>
                  <a:lnTo>
                    <a:pt x="1279" y="3138"/>
                  </a:lnTo>
                  <a:lnTo>
                    <a:pt x="3487" y="2673"/>
                  </a:lnTo>
                  <a:lnTo>
                    <a:pt x="3487" y="2673"/>
                  </a:lnTo>
                  <a:lnTo>
                    <a:pt x="3952" y="2673"/>
                  </a:lnTo>
                  <a:lnTo>
                    <a:pt x="3952" y="2673"/>
                  </a:lnTo>
                  <a:lnTo>
                    <a:pt x="6625" y="4300"/>
                  </a:lnTo>
                  <a:lnTo>
                    <a:pt x="6625" y="4300"/>
                  </a:lnTo>
                  <a:lnTo>
                    <a:pt x="6974" y="4533"/>
                  </a:lnTo>
                  <a:lnTo>
                    <a:pt x="6974" y="4533"/>
                  </a:lnTo>
                  <a:lnTo>
                    <a:pt x="7090" y="4533"/>
                  </a:lnTo>
                  <a:lnTo>
                    <a:pt x="7090" y="4533"/>
                  </a:lnTo>
                  <a:lnTo>
                    <a:pt x="7206" y="4417"/>
                  </a:lnTo>
                  <a:lnTo>
                    <a:pt x="7090" y="4300"/>
                  </a:lnTo>
                  <a:lnTo>
                    <a:pt x="7090" y="4300"/>
                  </a:lnTo>
                  <a:lnTo>
                    <a:pt x="4417" y="2673"/>
                  </a:lnTo>
                  <a:lnTo>
                    <a:pt x="4417" y="2673"/>
                  </a:lnTo>
                  <a:lnTo>
                    <a:pt x="4301" y="2557"/>
                  </a:lnTo>
                  <a:lnTo>
                    <a:pt x="4301" y="2557"/>
                  </a:lnTo>
                  <a:lnTo>
                    <a:pt x="7439" y="1976"/>
                  </a:lnTo>
                  <a:lnTo>
                    <a:pt x="7439" y="1976"/>
                  </a:lnTo>
                  <a:lnTo>
                    <a:pt x="9066" y="2789"/>
                  </a:lnTo>
                  <a:lnTo>
                    <a:pt x="9066" y="2789"/>
                  </a:lnTo>
                  <a:lnTo>
                    <a:pt x="9414" y="2906"/>
                  </a:lnTo>
                  <a:lnTo>
                    <a:pt x="9414" y="2906"/>
                  </a:lnTo>
                  <a:lnTo>
                    <a:pt x="9414" y="2906"/>
                  </a:lnTo>
                  <a:lnTo>
                    <a:pt x="9414" y="2906"/>
                  </a:lnTo>
                  <a:lnTo>
                    <a:pt x="9531" y="2789"/>
                  </a:lnTo>
                  <a:lnTo>
                    <a:pt x="9414" y="2673"/>
                  </a:lnTo>
                  <a:lnTo>
                    <a:pt x="9414" y="2673"/>
                  </a:lnTo>
                  <a:lnTo>
                    <a:pt x="7787" y="1976"/>
                  </a:lnTo>
                  <a:lnTo>
                    <a:pt x="7787" y="1976"/>
                  </a:lnTo>
                  <a:lnTo>
                    <a:pt x="10112" y="1511"/>
                  </a:lnTo>
                  <a:lnTo>
                    <a:pt x="10112" y="1511"/>
                  </a:lnTo>
                  <a:lnTo>
                    <a:pt x="11623" y="1279"/>
                  </a:lnTo>
                  <a:lnTo>
                    <a:pt x="11623" y="1279"/>
                  </a:lnTo>
                  <a:lnTo>
                    <a:pt x="11739" y="1162"/>
                  </a:lnTo>
                  <a:lnTo>
                    <a:pt x="11739" y="1162"/>
                  </a:lnTo>
                  <a:lnTo>
                    <a:pt x="11623" y="1046"/>
                  </a:lnTo>
                  <a:lnTo>
                    <a:pt x="11623" y="1046"/>
                  </a:lnTo>
                  <a:lnTo>
                    <a:pt x="11623" y="1046"/>
                  </a:lnTo>
                  <a:lnTo>
                    <a:pt x="11623" y="1046"/>
                  </a:lnTo>
                  <a:lnTo>
                    <a:pt x="7671" y="1743"/>
                  </a:lnTo>
                  <a:lnTo>
                    <a:pt x="7671" y="1743"/>
                  </a:lnTo>
                  <a:lnTo>
                    <a:pt x="8601" y="349"/>
                  </a:lnTo>
                  <a:lnTo>
                    <a:pt x="8601" y="349"/>
                  </a:lnTo>
                  <a:lnTo>
                    <a:pt x="8717" y="233"/>
                  </a:lnTo>
                  <a:lnTo>
                    <a:pt x="8717" y="233"/>
                  </a:lnTo>
                  <a:lnTo>
                    <a:pt x="8833" y="0"/>
                  </a:lnTo>
                  <a:lnTo>
                    <a:pt x="8717" y="0"/>
                  </a:lnTo>
                  <a:lnTo>
                    <a:pt x="8717" y="0"/>
                  </a:lnTo>
                  <a:lnTo>
                    <a:pt x="8601" y="0"/>
                  </a:lnTo>
                  <a:lnTo>
                    <a:pt x="8601" y="0"/>
                  </a:lnTo>
                  <a:lnTo>
                    <a:pt x="7555" y="1627"/>
                  </a:lnTo>
                  <a:lnTo>
                    <a:pt x="7555" y="1627"/>
                  </a:lnTo>
                  <a:lnTo>
                    <a:pt x="7322" y="1743"/>
                  </a:lnTo>
                  <a:lnTo>
                    <a:pt x="7322" y="1743"/>
                  </a:lnTo>
                  <a:lnTo>
                    <a:pt x="4184" y="2325"/>
                  </a:lnTo>
                  <a:lnTo>
                    <a:pt x="4184" y="2325"/>
                  </a:lnTo>
                  <a:lnTo>
                    <a:pt x="5928" y="116"/>
                  </a:lnTo>
                  <a:lnTo>
                    <a:pt x="5928" y="116"/>
                  </a:lnTo>
                  <a:lnTo>
                    <a:pt x="5928" y="0"/>
                  </a:lnTo>
                  <a:lnTo>
                    <a:pt x="58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7"/>
            <p:cNvSpPr/>
            <p:nvPr/>
          </p:nvSpPr>
          <p:spPr>
            <a:xfrm>
              <a:off x="4610450" y="4047325"/>
              <a:ext cx="1365650" cy="369025"/>
            </a:xfrm>
            <a:custGeom>
              <a:rect b="b" l="l" r="r" t="t"/>
              <a:pathLst>
                <a:path extrusionOk="0" h="14761" w="54626">
                  <a:moveTo>
                    <a:pt x="24524" y="0"/>
                  </a:moveTo>
                  <a:lnTo>
                    <a:pt x="21734" y="117"/>
                  </a:lnTo>
                  <a:lnTo>
                    <a:pt x="19178" y="349"/>
                  </a:lnTo>
                  <a:lnTo>
                    <a:pt x="16621" y="581"/>
                  </a:lnTo>
                  <a:lnTo>
                    <a:pt x="14296" y="930"/>
                  </a:lnTo>
                  <a:lnTo>
                    <a:pt x="11972" y="1279"/>
                  </a:lnTo>
                  <a:lnTo>
                    <a:pt x="9880" y="1627"/>
                  </a:lnTo>
                  <a:lnTo>
                    <a:pt x="7904" y="2209"/>
                  </a:lnTo>
                  <a:lnTo>
                    <a:pt x="6161" y="2673"/>
                  </a:lnTo>
                  <a:lnTo>
                    <a:pt x="4650" y="3255"/>
                  </a:lnTo>
                  <a:lnTo>
                    <a:pt x="3255" y="3836"/>
                  </a:lnTo>
                  <a:lnTo>
                    <a:pt x="2093" y="4533"/>
                  </a:lnTo>
                  <a:lnTo>
                    <a:pt x="1163" y="5230"/>
                  </a:lnTo>
                  <a:lnTo>
                    <a:pt x="466" y="5928"/>
                  </a:lnTo>
                  <a:lnTo>
                    <a:pt x="117" y="6625"/>
                  </a:lnTo>
                  <a:lnTo>
                    <a:pt x="1" y="6974"/>
                  </a:lnTo>
                  <a:lnTo>
                    <a:pt x="1" y="7322"/>
                  </a:lnTo>
                  <a:lnTo>
                    <a:pt x="233" y="8368"/>
                  </a:lnTo>
                  <a:lnTo>
                    <a:pt x="698" y="9066"/>
                  </a:lnTo>
                  <a:lnTo>
                    <a:pt x="1279" y="9647"/>
                  </a:lnTo>
                  <a:lnTo>
                    <a:pt x="2209" y="10228"/>
                  </a:lnTo>
                  <a:lnTo>
                    <a:pt x="3255" y="10925"/>
                  </a:lnTo>
                  <a:lnTo>
                    <a:pt x="4534" y="11390"/>
                  </a:lnTo>
                  <a:lnTo>
                    <a:pt x="5928" y="11971"/>
                  </a:lnTo>
                  <a:lnTo>
                    <a:pt x="7439" y="12436"/>
                  </a:lnTo>
                  <a:lnTo>
                    <a:pt x="9182" y="12901"/>
                  </a:lnTo>
                  <a:lnTo>
                    <a:pt x="11042" y="13250"/>
                  </a:lnTo>
                  <a:lnTo>
                    <a:pt x="13134" y="13715"/>
                  </a:lnTo>
                  <a:lnTo>
                    <a:pt x="17434" y="14296"/>
                  </a:lnTo>
                  <a:lnTo>
                    <a:pt x="22199" y="14644"/>
                  </a:lnTo>
                  <a:lnTo>
                    <a:pt x="27313" y="14761"/>
                  </a:lnTo>
                  <a:lnTo>
                    <a:pt x="29986" y="14761"/>
                  </a:lnTo>
                  <a:lnTo>
                    <a:pt x="32543" y="14644"/>
                  </a:lnTo>
                  <a:lnTo>
                    <a:pt x="37425" y="14180"/>
                  </a:lnTo>
                  <a:lnTo>
                    <a:pt x="39749" y="13947"/>
                  </a:lnTo>
                  <a:lnTo>
                    <a:pt x="41957" y="13598"/>
                  </a:lnTo>
                  <a:lnTo>
                    <a:pt x="43933" y="13250"/>
                  </a:lnTo>
                  <a:lnTo>
                    <a:pt x="45909" y="12785"/>
                  </a:lnTo>
                  <a:lnTo>
                    <a:pt x="47652" y="12320"/>
                  </a:lnTo>
                  <a:lnTo>
                    <a:pt x="49163" y="11739"/>
                  </a:lnTo>
                  <a:lnTo>
                    <a:pt x="50558" y="11158"/>
                  </a:lnTo>
                  <a:lnTo>
                    <a:pt x="51836" y="10577"/>
                  </a:lnTo>
                  <a:lnTo>
                    <a:pt x="52766" y="9995"/>
                  </a:lnTo>
                  <a:lnTo>
                    <a:pt x="53579" y="9298"/>
                  </a:lnTo>
                  <a:lnTo>
                    <a:pt x="54161" y="8601"/>
                  </a:lnTo>
                  <a:lnTo>
                    <a:pt x="54509" y="7903"/>
                  </a:lnTo>
                  <a:lnTo>
                    <a:pt x="54625" y="7322"/>
                  </a:lnTo>
                  <a:lnTo>
                    <a:pt x="54509" y="6974"/>
                  </a:lnTo>
                  <a:lnTo>
                    <a:pt x="54393" y="6625"/>
                  </a:lnTo>
                  <a:lnTo>
                    <a:pt x="54044" y="5928"/>
                  </a:lnTo>
                  <a:lnTo>
                    <a:pt x="53347" y="5230"/>
                  </a:lnTo>
                  <a:lnTo>
                    <a:pt x="52417" y="4533"/>
                  </a:lnTo>
                  <a:lnTo>
                    <a:pt x="51255" y="3836"/>
                  </a:lnTo>
                  <a:lnTo>
                    <a:pt x="49860" y="3255"/>
                  </a:lnTo>
                  <a:lnTo>
                    <a:pt x="48349" y="2673"/>
                  </a:lnTo>
                  <a:lnTo>
                    <a:pt x="46606" y="2209"/>
                  </a:lnTo>
                  <a:lnTo>
                    <a:pt x="44630" y="1627"/>
                  </a:lnTo>
                  <a:lnTo>
                    <a:pt x="42538" y="1279"/>
                  </a:lnTo>
                  <a:lnTo>
                    <a:pt x="40330" y="930"/>
                  </a:lnTo>
                  <a:lnTo>
                    <a:pt x="37889" y="581"/>
                  </a:lnTo>
                  <a:lnTo>
                    <a:pt x="35333" y="349"/>
                  </a:lnTo>
                  <a:lnTo>
                    <a:pt x="32776" y="117"/>
                  </a:lnTo>
                  <a:lnTo>
                    <a:pt x="30103" y="0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7"/>
            <p:cNvSpPr/>
            <p:nvPr/>
          </p:nvSpPr>
          <p:spPr>
            <a:xfrm>
              <a:off x="4610450" y="4047325"/>
              <a:ext cx="1365650" cy="369025"/>
            </a:xfrm>
            <a:custGeom>
              <a:rect b="b" l="l" r="r" t="t"/>
              <a:pathLst>
                <a:path extrusionOk="0" fill="none" h="14761" w="54626">
                  <a:moveTo>
                    <a:pt x="27313" y="0"/>
                  </a:moveTo>
                  <a:lnTo>
                    <a:pt x="27313" y="0"/>
                  </a:lnTo>
                  <a:lnTo>
                    <a:pt x="24524" y="0"/>
                  </a:lnTo>
                  <a:lnTo>
                    <a:pt x="21734" y="117"/>
                  </a:lnTo>
                  <a:lnTo>
                    <a:pt x="19178" y="349"/>
                  </a:lnTo>
                  <a:lnTo>
                    <a:pt x="16621" y="581"/>
                  </a:lnTo>
                  <a:lnTo>
                    <a:pt x="14296" y="930"/>
                  </a:lnTo>
                  <a:lnTo>
                    <a:pt x="11972" y="1279"/>
                  </a:lnTo>
                  <a:lnTo>
                    <a:pt x="9880" y="1627"/>
                  </a:lnTo>
                  <a:lnTo>
                    <a:pt x="7904" y="2209"/>
                  </a:lnTo>
                  <a:lnTo>
                    <a:pt x="6161" y="2673"/>
                  </a:lnTo>
                  <a:lnTo>
                    <a:pt x="4650" y="3255"/>
                  </a:lnTo>
                  <a:lnTo>
                    <a:pt x="3255" y="3836"/>
                  </a:lnTo>
                  <a:lnTo>
                    <a:pt x="2093" y="4533"/>
                  </a:lnTo>
                  <a:lnTo>
                    <a:pt x="1163" y="5230"/>
                  </a:lnTo>
                  <a:lnTo>
                    <a:pt x="466" y="5928"/>
                  </a:lnTo>
                  <a:lnTo>
                    <a:pt x="117" y="6625"/>
                  </a:lnTo>
                  <a:lnTo>
                    <a:pt x="1" y="6974"/>
                  </a:lnTo>
                  <a:lnTo>
                    <a:pt x="1" y="7322"/>
                  </a:lnTo>
                  <a:lnTo>
                    <a:pt x="1" y="7322"/>
                  </a:lnTo>
                  <a:lnTo>
                    <a:pt x="233" y="8368"/>
                  </a:lnTo>
                  <a:lnTo>
                    <a:pt x="233" y="8368"/>
                  </a:lnTo>
                  <a:lnTo>
                    <a:pt x="698" y="9066"/>
                  </a:lnTo>
                  <a:lnTo>
                    <a:pt x="1279" y="9647"/>
                  </a:lnTo>
                  <a:lnTo>
                    <a:pt x="2209" y="10228"/>
                  </a:lnTo>
                  <a:lnTo>
                    <a:pt x="3255" y="10925"/>
                  </a:lnTo>
                  <a:lnTo>
                    <a:pt x="4534" y="11390"/>
                  </a:lnTo>
                  <a:lnTo>
                    <a:pt x="5928" y="11971"/>
                  </a:lnTo>
                  <a:lnTo>
                    <a:pt x="7439" y="12436"/>
                  </a:lnTo>
                  <a:lnTo>
                    <a:pt x="9182" y="12901"/>
                  </a:lnTo>
                  <a:lnTo>
                    <a:pt x="11042" y="13250"/>
                  </a:lnTo>
                  <a:lnTo>
                    <a:pt x="13134" y="13715"/>
                  </a:lnTo>
                  <a:lnTo>
                    <a:pt x="17434" y="14296"/>
                  </a:lnTo>
                  <a:lnTo>
                    <a:pt x="22199" y="14644"/>
                  </a:lnTo>
                  <a:lnTo>
                    <a:pt x="27313" y="14761"/>
                  </a:lnTo>
                  <a:lnTo>
                    <a:pt x="27313" y="14761"/>
                  </a:lnTo>
                  <a:lnTo>
                    <a:pt x="29986" y="14761"/>
                  </a:lnTo>
                  <a:lnTo>
                    <a:pt x="32543" y="14644"/>
                  </a:lnTo>
                  <a:lnTo>
                    <a:pt x="37425" y="14180"/>
                  </a:lnTo>
                  <a:lnTo>
                    <a:pt x="39749" y="13947"/>
                  </a:lnTo>
                  <a:lnTo>
                    <a:pt x="41957" y="13598"/>
                  </a:lnTo>
                  <a:lnTo>
                    <a:pt x="43933" y="13250"/>
                  </a:lnTo>
                  <a:lnTo>
                    <a:pt x="45909" y="12785"/>
                  </a:lnTo>
                  <a:lnTo>
                    <a:pt x="47652" y="12320"/>
                  </a:lnTo>
                  <a:lnTo>
                    <a:pt x="49163" y="11739"/>
                  </a:lnTo>
                  <a:lnTo>
                    <a:pt x="50558" y="11158"/>
                  </a:lnTo>
                  <a:lnTo>
                    <a:pt x="51836" y="10577"/>
                  </a:lnTo>
                  <a:lnTo>
                    <a:pt x="52766" y="9995"/>
                  </a:lnTo>
                  <a:lnTo>
                    <a:pt x="53579" y="9298"/>
                  </a:lnTo>
                  <a:lnTo>
                    <a:pt x="54161" y="8601"/>
                  </a:lnTo>
                  <a:lnTo>
                    <a:pt x="54509" y="7903"/>
                  </a:lnTo>
                  <a:lnTo>
                    <a:pt x="54509" y="7903"/>
                  </a:lnTo>
                  <a:lnTo>
                    <a:pt x="54625" y="7322"/>
                  </a:lnTo>
                  <a:lnTo>
                    <a:pt x="54625" y="7322"/>
                  </a:lnTo>
                  <a:lnTo>
                    <a:pt x="54509" y="6974"/>
                  </a:lnTo>
                  <a:lnTo>
                    <a:pt x="54393" y="6625"/>
                  </a:lnTo>
                  <a:lnTo>
                    <a:pt x="54044" y="5928"/>
                  </a:lnTo>
                  <a:lnTo>
                    <a:pt x="53347" y="5230"/>
                  </a:lnTo>
                  <a:lnTo>
                    <a:pt x="52417" y="4533"/>
                  </a:lnTo>
                  <a:lnTo>
                    <a:pt x="51255" y="3836"/>
                  </a:lnTo>
                  <a:lnTo>
                    <a:pt x="49860" y="3255"/>
                  </a:lnTo>
                  <a:lnTo>
                    <a:pt x="48349" y="2673"/>
                  </a:lnTo>
                  <a:lnTo>
                    <a:pt x="46606" y="2209"/>
                  </a:lnTo>
                  <a:lnTo>
                    <a:pt x="44630" y="1627"/>
                  </a:lnTo>
                  <a:lnTo>
                    <a:pt x="42538" y="1279"/>
                  </a:lnTo>
                  <a:lnTo>
                    <a:pt x="40330" y="930"/>
                  </a:lnTo>
                  <a:lnTo>
                    <a:pt x="37889" y="581"/>
                  </a:lnTo>
                  <a:lnTo>
                    <a:pt x="35333" y="349"/>
                  </a:lnTo>
                  <a:lnTo>
                    <a:pt x="32776" y="117"/>
                  </a:lnTo>
                  <a:lnTo>
                    <a:pt x="30103" y="0"/>
                  </a:lnTo>
                  <a:lnTo>
                    <a:pt x="2731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7"/>
            <p:cNvSpPr/>
            <p:nvPr/>
          </p:nvSpPr>
          <p:spPr>
            <a:xfrm>
              <a:off x="4616275" y="4244900"/>
              <a:ext cx="1356925" cy="476550"/>
            </a:xfrm>
            <a:custGeom>
              <a:rect b="b" l="l" r="r" t="t"/>
              <a:pathLst>
                <a:path extrusionOk="0" h="19062" w="54277">
                  <a:moveTo>
                    <a:pt x="54276" y="0"/>
                  </a:moveTo>
                  <a:lnTo>
                    <a:pt x="53928" y="698"/>
                  </a:lnTo>
                  <a:lnTo>
                    <a:pt x="53346" y="1395"/>
                  </a:lnTo>
                  <a:lnTo>
                    <a:pt x="52533" y="2092"/>
                  </a:lnTo>
                  <a:lnTo>
                    <a:pt x="51603" y="2674"/>
                  </a:lnTo>
                  <a:lnTo>
                    <a:pt x="50325" y="3255"/>
                  </a:lnTo>
                  <a:lnTo>
                    <a:pt x="48930" y="3836"/>
                  </a:lnTo>
                  <a:lnTo>
                    <a:pt x="47419" y="4417"/>
                  </a:lnTo>
                  <a:lnTo>
                    <a:pt x="45676" y="4882"/>
                  </a:lnTo>
                  <a:lnTo>
                    <a:pt x="43700" y="5347"/>
                  </a:lnTo>
                  <a:lnTo>
                    <a:pt x="41724" y="5695"/>
                  </a:lnTo>
                  <a:lnTo>
                    <a:pt x="39516" y="6044"/>
                  </a:lnTo>
                  <a:lnTo>
                    <a:pt x="37192" y="6277"/>
                  </a:lnTo>
                  <a:lnTo>
                    <a:pt x="32310" y="6741"/>
                  </a:lnTo>
                  <a:lnTo>
                    <a:pt x="29753" y="6858"/>
                  </a:lnTo>
                  <a:lnTo>
                    <a:pt x="27080" y="6858"/>
                  </a:lnTo>
                  <a:lnTo>
                    <a:pt x="21966" y="6741"/>
                  </a:lnTo>
                  <a:lnTo>
                    <a:pt x="17201" y="6393"/>
                  </a:lnTo>
                  <a:lnTo>
                    <a:pt x="12901" y="5812"/>
                  </a:lnTo>
                  <a:lnTo>
                    <a:pt x="10809" y="5347"/>
                  </a:lnTo>
                  <a:lnTo>
                    <a:pt x="8949" y="4998"/>
                  </a:lnTo>
                  <a:lnTo>
                    <a:pt x="7206" y="4533"/>
                  </a:lnTo>
                  <a:lnTo>
                    <a:pt x="5695" y="4068"/>
                  </a:lnTo>
                  <a:lnTo>
                    <a:pt x="4301" y="3487"/>
                  </a:lnTo>
                  <a:lnTo>
                    <a:pt x="3022" y="3022"/>
                  </a:lnTo>
                  <a:lnTo>
                    <a:pt x="1976" y="2325"/>
                  </a:lnTo>
                  <a:lnTo>
                    <a:pt x="1046" y="1744"/>
                  </a:lnTo>
                  <a:lnTo>
                    <a:pt x="465" y="1163"/>
                  </a:lnTo>
                  <a:lnTo>
                    <a:pt x="0" y="465"/>
                  </a:lnTo>
                  <a:lnTo>
                    <a:pt x="0" y="465"/>
                  </a:lnTo>
                  <a:lnTo>
                    <a:pt x="349" y="1744"/>
                  </a:lnTo>
                  <a:lnTo>
                    <a:pt x="930" y="3371"/>
                  </a:lnTo>
                  <a:lnTo>
                    <a:pt x="1744" y="5231"/>
                  </a:lnTo>
                  <a:lnTo>
                    <a:pt x="2790" y="7206"/>
                  </a:lnTo>
                  <a:lnTo>
                    <a:pt x="4068" y="9298"/>
                  </a:lnTo>
                  <a:lnTo>
                    <a:pt x="4882" y="10344"/>
                  </a:lnTo>
                  <a:lnTo>
                    <a:pt x="5695" y="11274"/>
                  </a:lnTo>
                  <a:lnTo>
                    <a:pt x="6625" y="12204"/>
                  </a:lnTo>
                  <a:lnTo>
                    <a:pt x="7555" y="13017"/>
                  </a:lnTo>
                  <a:lnTo>
                    <a:pt x="8601" y="13831"/>
                  </a:lnTo>
                  <a:lnTo>
                    <a:pt x="9763" y="14528"/>
                  </a:lnTo>
                  <a:lnTo>
                    <a:pt x="9879" y="14993"/>
                  </a:lnTo>
                  <a:lnTo>
                    <a:pt x="10112" y="15458"/>
                  </a:lnTo>
                  <a:lnTo>
                    <a:pt x="10577" y="15923"/>
                  </a:lnTo>
                  <a:lnTo>
                    <a:pt x="11158" y="16272"/>
                  </a:lnTo>
                  <a:lnTo>
                    <a:pt x="11971" y="16737"/>
                  </a:lnTo>
                  <a:lnTo>
                    <a:pt x="12785" y="17085"/>
                  </a:lnTo>
                  <a:lnTo>
                    <a:pt x="14993" y="17783"/>
                  </a:lnTo>
                  <a:lnTo>
                    <a:pt x="17666" y="18247"/>
                  </a:lnTo>
                  <a:lnTo>
                    <a:pt x="20688" y="18712"/>
                  </a:lnTo>
                  <a:lnTo>
                    <a:pt x="24058" y="18945"/>
                  </a:lnTo>
                  <a:lnTo>
                    <a:pt x="27661" y="19061"/>
                  </a:lnTo>
                  <a:lnTo>
                    <a:pt x="31264" y="18945"/>
                  </a:lnTo>
                  <a:lnTo>
                    <a:pt x="34635" y="18712"/>
                  </a:lnTo>
                  <a:lnTo>
                    <a:pt x="37656" y="18247"/>
                  </a:lnTo>
                  <a:lnTo>
                    <a:pt x="40213" y="17783"/>
                  </a:lnTo>
                  <a:lnTo>
                    <a:pt x="42422" y="17085"/>
                  </a:lnTo>
                  <a:lnTo>
                    <a:pt x="43351" y="16737"/>
                  </a:lnTo>
                  <a:lnTo>
                    <a:pt x="44049" y="16272"/>
                  </a:lnTo>
                  <a:lnTo>
                    <a:pt x="44746" y="15923"/>
                  </a:lnTo>
                  <a:lnTo>
                    <a:pt x="45095" y="15458"/>
                  </a:lnTo>
                  <a:lnTo>
                    <a:pt x="45443" y="14993"/>
                  </a:lnTo>
                  <a:lnTo>
                    <a:pt x="45560" y="14528"/>
                  </a:lnTo>
                  <a:lnTo>
                    <a:pt x="46722" y="13599"/>
                  </a:lnTo>
                  <a:lnTo>
                    <a:pt x="47884" y="12436"/>
                  </a:lnTo>
                  <a:lnTo>
                    <a:pt x="49279" y="10925"/>
                  </a:lnTo>
                  <a:lnTo>
                    <a:pt x="50092" y="9879"/>
                  </a:lnTo>
                  <a:lnTo>
                    <a:pt x="50790" y="8833"/>
                  </a:lnTo>
                  <a:lnTo>
                    <a:pt x="51603" y="7671"/>
                  </a:lnTo>
                  <a:lnTo>
                    <a:pt x="52300" y="6393"/>
                  </a:lnTo>
                  <a:lnTo>
                    <a:pt x="52882" y="4882"/>
                  </a:lnTo>
                  <a:lnTo>
                    <a:pt x="53463" y="3371"/>
                  </a:lnTo>
                  <a:lnTo>
                    <a:pt x="53928" y="1744"/>
                  </a:lnTo>
                  <a:lnTo>
                    <a:pt x="54276" y="0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7"/>
            <p:cNvSpPr/>
            <p:nvPr/>
          </p:nvSpPr>
          <p:spPr>
            <a:xfrm>
              <a:off x="4616275" y="4244900"/>
              <a:ext cx="1356925" cy="476550"/>
            </a:xfrm>
            <a:custGeom>
              <a:rect b="b" l="l" r="r" t="t"/>
              <a:pathLst>
                <a:path extrusionOk="0" fill="none" h="19062" w="54277">
                  <a:moveTo>
                    <a:pt x="27080" y="6858"/>
                  </a:moveTo>
                  <a:lnTo>
                    <a:pt x="27080" y="6858"/>
                  </a:lnTo>
                  <a:lnTo>
                    <a:pt x="21966" y="6741"/>
                  </a:lnTo>
                  <a:lnTo>
                    <a:pt x="17201" y="6393"/>
                  </a:lnTo>
                  <a:lnTo>
                    <a:pt x="12901" y="5812"/>
                  </a:lnTo>
                  <a:lnTo>
                    <a:pt x="10809" y="5347"/>
                  </a:lnTo>
                  <a:lnTo>
                    <a:pt x="8949" y="4998"/>
                  </a:lnTo>
                  <a:lnTo>
                    <a:pt x="7206" y="4533"/>
                  </a:lnTo>
                  <a:lnTo>
                    <a:pt x="5695" y="4068"/>
                  </a:lnTo>
                  <a:lnTo>
                    <a:pt x="4301" y="3487"/>
                  </a:lnTo>
                  <a:lnTo>
                    <a:pt x="3022" y="3022"/>
                  </a:lnTo>
                  <a:lnTo>
                    <a:pt x="1976" y="2325"/>
                  </a:lnTo>
                  <a:lnTo>
                    <a:pt x="1046" y="1744"/>
                  </a:lnTo>
                  <a:lnTo>
                    <a:pt x="465" y="1163"/>
                  </a:lnTo>
                  <a:lnTo>
                    <a:pt x="0" y="465"/>
                  </a:lnTo>
                  <a:lnTo>
                    <a:pt x="0" y="465"/>
                  </a:lnTo>
                  <a:lnTo>
                    <a:pt x="349" y="1744"/>
                  </a:lnTo>
                  <a:lnTo>
                    <a:pt x="930" y="3371"/>
                  </a:lnTo>
                  <a:lnTo>
                    <a:pt x="1744" y="5231"/>
                  </a:lnTo>
                  <a:lnTo>
                    <a:pt x="2790" y="7206"/>
                  </a:lnTo>
                  <a:lnTo>
                    <a:pt x="4068" y="9298"/>
                  </a:lnTo>
                  <a:lnTo>
                    <a:pt x="4882" y="10344"/>
                  </a:lnTo>
                  <a:lnTo>
                    <a:pt x="5695" y="11274"/>
                  </a:lnTo>
                  <a:lnTo>
                    <a:pt x="6625" y="12204"/>
                  </a:lnTo>
                  <a:lnTo>
                    <a:pt x="7555" y="13017"/>
                  </a:lnTo>
                  <a:lnTo>
                    <a:pt x="8601" y="13831"/>
                  </a:lnTo>
                  <a:lnTo>
                    <a:pt x="9763" y="14528"/>
                  </a:lnTo>
                  <a:lnTo>
                    <a:pt x="9763" y="14528"/>
                  </a:lnTo>
                  <a:lnTo>
                    <a:pt x="9763" y="14528"/>
                  </a:lnTo>
                  <a:lnTo>
                    <a:pt x="9879" y="14993"/>
                  </a:lnTo>
                  <a:lnTo>
                    <a:pt x="10112" y="15458"/>
                  </a:lnTo>
                  <a:lnTo>
                    <a:pt x="10577" y="15923"/>
                  </a:lnTo>
                  <a:lnTo>
                    <a:pt x="11158" y="16272"/>
                  </a:lnTo>
                  <a:lnTo>
                    <a:pt x="11971" y="16737"/>
                  </a:lnTo>
                  <a:lnTo>
                    <a:pt x="12785" y="17085"/>
                  </a:lnTo>
                  <a:lnTo>
                    <a:pt x="14993" y="17783"/>
                  </a:lnTo>
                  <a:lnTo>
                    <a:pt x="17666" y="18247"/>
                  </a:lnTo>
                  <a:lnTo>
                    <a:pt x="20688" y="18712"/>
                  </a:lnTo>
                  <a:lnTo>
                    <a:pt x="24058" y="18945"/>
                  </a:lnTo>
                  <a:lnTo>
                    <a:pt x="27661" y="19061"/>
                  </a:lnTo>
                  <a:lnTo>
                    <a:pt x="27661" y="19061"/>
                  </a:lnTo>
                  <a:lnTo>
                    <a:pt x="31264" y="18945"/>
                  </a:lnTo>
                  <a:lnTo>
                    <a:pt x="34635" y="18712"/>
                  </a:lnTo>
                  <a:lnTo>
                    <a:pt x="37656" y="18247"/>
                  </a:lnTo>
                  <a:lnTo>
                    <a:pt x="40213" y="17783"/>
                  </a:lnTo>
                  <a:lnTo>
                    <a:pt x="42422" y="17085"/>
                  </a:lnTo>
                  <a:lnTo>
                    <a:pt x="43351" y="16737"/>
                  </a:lnTo>
                  <a:lnTo>
                    <a:pt x="44049" y="16272"/>
                  </a:lnTo>
                  <a:lnTo>
                    <a:pt x="44746" y="15923"/>
                  </a:lnTo>
                  <a:lnTo>
                    <a:pt x="45095" y="15458"/>
                  </a:lnTo>
                  <a:lnTo>
                    <a:pt x="45443" y="14993"/>
                  </a:lnTo>
                  <a:lnTo>
                    <a:pt x="45560" y="14528"/>
                  </a:lnTo>
                  <a:lnTo>
                    <a:pt x="45560" y="14528"/>
                  </a:lnTo>
                  <a:lnTo>
                    <a:pt x="45560" y="14528"/>
                  </a:lnTo>
                  <a:lnTo>
                    <a:pt x="46722" y="13599"/>
                  </a:lnTo>
                  <a:lnTo>
                    <a:pt x="47884" y="12436"/>
                  </a:lnTo>
                  <a:lnTo>
                    <a:pt x="49279" y="10925"/>
                  </a:lnTo>
                  <a:lnTo>
                    <a:pt x="50092" y="9879"/>
                  </a:lnTo>
                  <a:lnTo>
                    <a:pt x="50790" y="8833"/>
                  </a:lnTo>
                  <a:lnTo>
                    <a:pt x="51603" y="7671"/>
                  </a:lnTo>
                  <a:lnTo>
                    <a:pt x="52300" y="6393"/>
                  </a:lnTo>
                  <a:lnTo>
                    <a:pt x="52882" y="4882"/>
                  </a:lnTo>
                  <a:lnTo>
                    <a:pt x="53463" y="3371"/>
                  </a:lnTo>
                  <a:lnTo>
                    <a:pt x="53928" y="1744"/>
                  </a:lnTo>
                  <a:lnTo>
                    <a:pt x="54276" y="0"/>
                  </a:lnTo>
                  <a:lnTo>
                    <a:pt x="54276" y="0"/>
                  </a:lnTo>
                  <a:lnTo>
                    <a:pt x="53928" y="698"/>
                  </a:lnTo>
                  <a:lnTo>
                    <a:pt x="53346" y="1395"/>
                  </a:lnTo>
                  <a:lnTo>
                    <a:pt x="52533" y="2092"/>
                  </a:lnTo>
                  <a:lnTo>
                    <a:pt x="51603" y="2674"/>
                  </a:lnTo>
                  <a:lnTo>
                    <a:pt x="50325" y="3255"/>
                  </a:lnTo>
                  <a:lnTo>
                    <a:pt x="48930" y="3836"/>
                  </a:lnTo>
                  <a:lnTo>
                    <a:pt x="47419" y="4417"/>
                  </a:lnTo>
                  <a:lnTo>
                    <a:pt x="45676" y="4882"/>
                  </a:lnTo>
                  <a:lnTo>
                    <a:pt x="43700" y="5347"/>
                  </a:lnTo>
                  <a:lnTo>
                    <a:pt x="41724" y="5695"/>
                  </a:lnTo>
                  <a:lnTo>
                    <a:pt x="39516" y="6044"/>
                  </a:lnTo>
                  <a:lnTo>
                    <a:pt x="37192" y="6277"/>
                  </a:lnTo>
                  <a:lnTo>
                    <a:pt x="32310" y="6741"/>
                  </a:lnTo>
                  <a:lnTo>
                    <a:pt x="29753" y="6858"/>
                  </a:lnTo>
                  <a:lnTo>
                    <a:pt x="27080" y="685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4784800" y="4404700"/>
              <a:ext cx="293475" cy="171450"/>
            </a:xfrm>
            <a:custGeom>
              <a:rect b="b" l="l" r="r" t="t"/>
              <a:pathLst>
                <a:path extrusionOk="0" h="6858" w="11739">
                  <a:moveTo>
                    <a:pt x="0" y="1"/>
                  </a:moveTo>
                  <a:lnTo>
                    <a:pt x="1162" y="1744"/>
                  </a:lnTo>
                  <a:lnTo>
                    <a:pt x="5346" y="2558"/>
                  </a:lnTo>
                  <a:lnTo>
                    <a:pt x="7787" y="3023"/>
                  </a:lnTo>
                  <a:lnTo>
                    <a:pt x="10460" y="3371"/>
                  </a:lnTo>
                  <a:lnTo>
                    <a:pt x="11739" y="2558"/>
                  </a:lnTo>
                  <a:lnTo>
                    <a:pt x="10112" y="2674"/>
                  </a:lnTo>
                  <a:lnTo>
                    <a:pt x="8136" y="2558"/>
                  </a:lnTo>
                  <a:lnTo>
                    <a:pt x="6276" y="2209"/>
                  </a:lnTo>
                  <a:lnTo>
                    <a:pt x="4533" y="1744"/>
                  </a:lnTo>
                  <a:lnTo>
                    <a:pt x="3022" y="1279"/>
                  </a:lnTo>
                  <a:lnTo>
                    <a:pt x="1744" y="814"/>
                  </a:lnTo>
                  <a:lnTo>
                    <a:pt x="814" y="466"/>
                  </a:lnTo>
                  <a:lnTo>
                    <a:pt x="0" y="1"/>
                  </a:lnTo>
                  <a:close/>
                  <a:moveTo>
                    <a:pt x="1627" y="2325"/>
                  </a:moveTo>
                  <a:lnTo>
                    <a:pt x="4649" y="6742"/>
                  </a:lnTo>
                  <a:lnTo>
                    <a:pt x="5114" y="6858"/>
                  </a:lnTo>
                  <a:lnTo>
                    <a:pt x="9879" y="3720"/>
                  </a:lnTo>
                  <a:lnTo>
                    <a:pt x="5346" y="3023"/>
                  </a:lnTo>
                  <a:lnTo>
                    <a:pt x="1627" y="2325"/>
                  </a:lnTo>
                  <a:close/>
                </a:path>
              </a:pathLst>
            </a:custGeom>
            <a:solidFill>
              <a:srgbClr val="963A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4825475" y="4462825"/>
              <a:ext cx="206325" cy="113325"/>
            </a:xfrm>
            <a:custGeom>
              <a:rect b="b" l="l" r="r" t="t"/>
              <a:pathLst>
                <a:path extrusionOk="0" fill="none" h="4533" w="8253">
                  <a:moveTo>
                    <a:pt x="0" y="0"/>
                  </a:moveTo>
                  <a:lnTo>
                    <a:pt x="3022" y="4417"/>
                  </a:lnTo>
                  <a:lnTo>
                    <a:pt x="3022" y="4417"/>
                  </a:lnTo>
                  <a:lnTo>
                    <a:pt x="3487" y="4533"/>
                  </a:lnTo>
                  <a:lnTo>
                    <a:pt x="8252" y="1395"/>
                  </a:lnTo>
                  <a:lnTo>
                    <a:pt x="8252" y="1395"/>
                  </a:lnTo>
                  <a:lnTo>
                    <a:pt x="3719" y="69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4784800" y="4404700"/>
              <a:ext cx="293475" cy="84300"/>
            </a:xfrm>
            <a:custGeom>
              <a:rect b="b" l="l" r="r" t="t"/>
              <a:pathLst>
                <a:path extrusionOk="0" fill="none" h="3372" w="11739">
                  <a:moveTo>
                    <a:pt x="0" y="1"/>
                  </a:moveTo>
                  <a:lnTo>
                    <a:pt x="1162" y="1744"/>
                  </a:lnTo>
                  <a:lnTo>
                    <a:pt x="1162" y="1744"/>
                  </a:lnTo>
                  <a:lnTo>
                    <a:pt x="5346" y="2558"/>
                  </a:lnTo>
                  <a:lnTo>
                    <a:pt x="7787" y="3023"/>
                  </a:lnTo>
                  <a:lnTo>
                    <a:pt x="10460" y="3371"/>
                  </a:lnTo>
                  <a:lnTo>
                    <a:pt x="11739" y="2558"/>
                  </a:lnTo>
                  <a:lnTo>
                    <a:pt x="11739" y="2558"/>
                  </a:lnTo>
                  <a:lnTo>
                    <a:pt x="10112" y="2674"/>
                  </a:lnTo>
                  <a:lnTo>
                    <a:pt x="10112" y="2674"/>
                  </a:lnTo>
                  <a:lnTo>
                    <a:pt x="8136" y="2558"/>
                  </a:lnTo>
                  <a:lnTo>
                    <a:pt x="6276" y="2209"/>
                  </a:lnTo>
                  <a:lnTo>
                    <a:pt x="4533" y="1744"/>
                  </a:lnTo>
                  <a:lnTo>
                    <a:pt x="3022" y="1279"/>
                  </a:lnTo>
                  <a:lnTo>
                    <a:pt x="1744" y="814"/>
                  </a:lnTo>
                  <a:lnTo>
                    <a:pt x="814" y="46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7"/>
            <p:cNvSpPr/>
            <p:nvPr/>
          </p:nvSpPr>
          <p:spPr>
            <a:xfrm>
              <a:off x="5755250" y="4308825"/>
              <a:ext cx="203425" cy="299300"/>
            </a:xfrm>
            <a:custGeom>
              <a:rect b="b" l="l" r="r" t="t"/>
              <a:pathLst>
                <a:path extrusionOk="0" h="11972" w="8137"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6509" y="4184"/>
                  </a:moveTo>
                  <a:lnTo>
                    <a:pt x="6509" y="4184"/>
                  </a:lnTo>
                  <a:lnTo>
                    <a:pt x="6509" y="4184"/>
                  </a:lnTo>
                  <a:lnTo>
                    <a:pt x="6509" y="4184"/>
                  </a:lnTo>
                  <a:lnTo>
                    <a:pt x="6509" y="4184"/>
                  </a:lnTo>
                  <a:close/>
                  <a:moveTo>
                    <a:pt x="8136" y="0"/>
                  </a:moveTo>
                  <a:lnTo>
                    <a:pt x="8136" y="0"/>
                  </a:lnTo>
                  <a:lnTo>
                    <a:pt x="8136" y="0"/>
                  </a:lnTo>
                  <a:lnTo>
                    <a:pt x="8136" y="0"/>
                  </a:lnTo>
                  <a:lnTo>
                    <a:pt x="7439" y="2209"/>
                  </a:lnTo>
                  <a:lnTo>
                    <a:pt x="6509" y="4184"/>
                  </a:lnTo>
                  <a:lnTo>
                    <a:pt x="6509" y="4184"/>
                  </a:lnTo>
                  <a:lnTo>
                    <a:pt x="7439" y="2209"/>
                  </a:lnTo>
                  <a:lnTo>
                    <a:pt x="8136" y="0"/>
                  </a:lnTo>
                  <a:close/>
                </a:path>
              </a:pathLst>
            </a:custGeom>
            <a:solidFill>
              <a:srgbClr val="AC78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7"/>
            <p:cNvSpPr/>
            <p:nvPr/>
          </p:nvSpPr>
          <p:spPr>
            <a:xfrm>
              <a:off x="5755250" y="460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7"/>
            <p:cNvSpPr/>
            <p:nvPr/>
          </p:nvSpPr>
          <p:spPr>
            <a:xfrm>
              <a:off x="5755250" y="460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5755250" y="460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5755250" y="460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7"/>
            <p:cNvSpPr/>
            <p:nvPr/>
          </p:nvSpPr>
          <p:spPr>
            <a:xfrm>
              <a:off x="5917975" y="44134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7"/>
            <p:cNvSpPr/>
            <p:nvPr/>
          </p:nvSpPr>
          <p:spPr>
            <a:xfrm>
              <a:off x="5917975" y="4308825"/>
              <a:ext cx="40700" cy="104625"/>
            </a:xfrm>
            <a:custGeom>
              <a:rect b="b" l="l" r="r" t="t"/>
              <a:pathLst>
                <a:path extrusionOk="0" fill="none" h="4185" w="1628">
                  <a:moveTo>
                    <a:pt x="1627" y="0"/>
                  </a:moveTo>
                  <a:lnTo>
                    <a:pt x="1627" y="0"/>
                  </a:lnTo>
                  <a:lnTo>
                    <a:pt x="1627" y="0"/>
                  </a:lnTo>
                  <a:lnTo>
                    <a:pt x="1627" y="0"/>
                  </a:lnTo>
                  <a:lnTo>
                    <a:pt x="930" y="2209"/>
                  </a:lnTo>
                  <a:lnTo>
                    <a:pt x="0" y="4184"/>
                  </a:lnTo>
                  <a:lnTo>
                    <a:pt x="0" y="4184"/>
                  </a:lnTo>
                  <a:lnTo>
                    <a:pt x="930" y="2209"/>
                  </a:lnTo>
                  <a:lnTo>
                    <a:pt x="162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7"/>
            <p:cNvSpPr/>
            <p:nvPr/>
          </p:nvSpPr>
          <p:spPr>
            <a:xfrm>
              <a:off x="4816750" y="4308825"/>
              <a:ext cx="1141925" cy="412625"/>
            </a:xfrm>
            <a:custGeom>
              <a:rect b="b" l="l" r="r" t="t"/>
              <a:pathLst>
                <a:path extrusionOk="0" h="16505" w="45677">
                  <a:moveTo>
                    <a:pt x="45676" y="0"/>
                  </a:moveTo>
                  <a:lnTo>
                    <a:pt x="44049" y="1046"/>
                  </a:lnTo>
                  <a:lnTo>
                    <a:pt x="42422" y="2092"/>
                  </a:lnTo>
                  <a:lnTo>
                    <a:pt x="39633" y="3952"/>
                  </a:lnTo>
                  <a:lnTo>
                    <a:pt x="38238" y="4882"/>
                  </a:lnTo>
                  <a:lnTo>
                    <a:pt x="36727" y="5812"/>
                  </a:lnTo>
                  <a:lnTo>
                    <a:pt x="36030" y="6160"/>
                  </a:lnTo>
                  <a:lnTo>
                    <a:pt x="39865" y="5230"/>
                  </a:lnTo>
                  <a:lnTo>
                    <a:pt x="43933" y="4068"/>
                  </a:lnTo>
                  <a:lnTo>
                    <a:pt x="43933" y="4301"/>
                  </a:lnTo>
                  <a:lnTo>
                    <a:pt x="44049" y="4184"/>
                  </a:lnTo>
                  <a:lnTo>
                    <a:pt x="44979" y="2209"/>
                  </a:lnTo>
                  <a:lnTo>
                    <a:pt x="45676" y="0"/>
                  </a:lnTo>
                  <a:close/>
                  <a:moveTo>
                    <a:pt x="43817" y="4533"/>
                  </a:moveTo>
                  <a:lnTo>
                    <a:pt x="41492" y="5347"/>
                  </a:lnTo>
                  <a:lnTo>
                    <a:pt x="39051" y="5928"/>
                  </a:lnTo>
                  <a:lnTo>
                    <a:pt x="36727" y="6509"/>
                  </a:lnTo>
                  <a:lnTo>
                    <a:pt x="34403" y="6974"/>
                  </a:lnTo>
                  <a:lnTo>
                    <a:pt x="31497" y="8136"/>
                  </a:lnTo>
                  <a:lnTo>
                    <a:pt x="28708" y="8950"/>
                  </a:lnTo>
                  <a:lnTo>
                    <a:pt x="25686" y="9647"/>
                  </a:lnTo>
                  <a:lnTo>
                    <a:pt x="22664" y="10112"/>
                  </a:lnTo>
                  <a:lnTo>
                    <a:pt x="20688" y="10344"/>
                  </a:lnTo>
                  <a:lnTo>
                    <a:pt x="18596" y="10460"/>
                  </a:lnTo>
                  <a:lnTo>
                    <a:pt x="14528" y="10693"/>
                  </a:lnTo>
                  <a:lnTo>
                    <a:pt x="6277" y="10693"/>
                  </a:lnTo>
                  <a:lnTo>
                    <a:pt x="4533" y="10809"/>
                  </a:lnTo>
                  <a:lnTo>
                    <a:pt x="7439" y="11158"/>
                  </a:lnTo>
                  <a:lnTo>
                    <a:pt x="10926" y="11623"/>
                  </a:lnTo>
                  <a:lnTo>
                    <a:pt x="14877" y="11855"/>
                  </a:lnTo>
                  <a:lnTo>
                    <a:pt x="19294" y="11971"/>
                  </a:lnTo>
                  <a:lnTo>
                    <a:pt x="24059" y="11855"/>
                  </a:lnTo>
                  <a:lnTo>
                    <a:pt x="26499" y="11623"/>
                  </a:lnTo>
                  <a:lnTo>
                    <a:pt x="29056" y="11390"/>
                  </a:lnTo>
                  <a:lnTo>
                    <a:pt x="31729" y="11042"/>
                  </a:lnTo>
                  <a:lnTo>
                    <a:pt x="34403" y="10693"/>
                  </a:lnTo>
                  <a:lnTo>
                    <a:pt x="37192" y="10228"/>
                  </a:lnTo>
                  <a:lnTo>
                    <a:pt x="39981" y="9531"/>
                  </a:lnTo>
                  <a:lnTo>
                    <a:pt x="39981" y="9763"/>
                  </a:lnTo>
                  <a:lnTo>
                    <a:pt x="40911" y="8717"/>
                  </a:lnTo>
                  <a:lnTo>
                    <a:pt x="41957" y="7555"/>
                  </a:lnTo>
                  <a:lnTo>
                    <a:pt x="42887" y="6160"/>
                  </a:lnTo>
                  <a:lnTo>
                    <a:pt x="43817" y="4533"/>
                  </a:lnTo>
                  <a:close/>
                  <a:moveTo>
                    <a:pt x="39749" y="10112"/>
                  </a:moveTo>
                  <a:lnTo>
                    <a:pt x="36959" y="10693"/>
                  </a:lnTo>
                  <a:lnTo>
                    <a:pt x="34286" y="11158"/>
                  </a:lnTo>
                  <a:lnTo>
                    <a:pt x="31613" y="11623"/>
                  </a:lnTo>
                  <a:lnTo>
                    <a:pt x="28940" y="11855"/>
                  </a:lnTo>
                  <a:lnTo>
                    <a:pt x="26383" y="12088"/>
                  </a:lnTo>
                  <a:lnTo>
                    <a:pt x="23943" y="12320"/>
                  </a:lnTo>
                  <a:lnTo>
                    <a:pt x="19294" y="12436"/>
                  </a:lnTo>
                  <a:lnTo>
                    <a:pt x="16504" y="12320"/>
                  </a:lnTo>
                  <a:lnTo>
                    <a:pt x="13947" y="12204"/>
                  </a:lnTo>
                  <a:lnTo>
                    <a:pt x="9298" y="11855"/>
                  </a:lnTo>
                  <a:lnTo>
                    <a:pt x="5347" y="11390"/>
                  </a:lnTo>
                  <a:lnTo>
                    <a:pt x="2209" y="10809"/>
                  </a:lnTo>
                  <a:lnTo>
                    <a:pt x="1" y="10809"/>
                  </a:lnTo>
                  <a:lnTo>
                    <a:pt x="814" y="11390"/>
                  </a:lnTo>
                  <a:lnTo>
                    <a:pt x="1744" y="11971"/>
                  </a:lnTo>
                  <a:lnTo>
                    <a:pt x="1860" y="12436"/>
                  </a:lnTo>
                  <a:lnTo>
                    <a:pt x="2093" y="12901"/>
                  </a:lnTo>
                  <a:lnTo>
                    <a:pt x="2558" y="13366"/>
                  </a:lnTo>
                  <a:lnTo>
                    <a:pt x="3139" y="13715"/>
                  </a:lnTo>
                  <a:lnTo>
                    <a:pt x="3952" y="14180"/>
                  </a:lnTo>
                  <a:lnTo>
                    <a:pt x="4766" y="14528"/>
                  </a:lnTo>
                  <a:lnTo>
                    <a:pt x="6974" y="15226"/>
                  </a:lnTo>
                  <a:lnTo>
                    <a:pt x="9647" y="15690"/>
                  </a:lnTo>
                  <a:lnTo>
                    <a:pt x="12669" y="16155"/>
                  </a:lnTo>
                  <a:lnTo>
                    <a:pt x="16039" y="16388"/>
                  </a:lnTo>
                  <a:lnTo>
                    <a:pt x="19642" y="16504"/>
                  </a:lnTo>
                  <a:lnTo>
                    <a:pt x="23245" y="16388"/>
                  </a:lnTo>
                  <a:lnTo>
                    <a:pt x="26616" y="16155"/>
                  </a:lnTo>
                  <a:lnTo>
                    <a:pt x="29637" y="15690"/>
                  </a:lnTo>
                  <a:lnTo>
                    <a:pt x="32194" y="15226"/>
                  </a:lnTo>
                  <a:lnTo>
                    <a:pt x="34403" y="14528"/>
                  </a:lnTo>
                  <a:lnTo>
                    <a:pt x="35332" y="14180"/>
                  </a:lnTo>
                  <a:lnTo>
                    <a:pt x="36030" y="13715"/>
                  </a:lnTo>
                  <a:lnTo>
                    <a:pt x="36727" y="13366"/>
                  </a:lnTo>
                  <a:lnTo>
                    <a:pt x="37076" y="12901"/>
                  </a:lnTo>
                  <a:lnTo>
                    <a:pt x="37424" y="12436"/>
                  </a:lnTo>
                  <a:lnTo>
                    <a:pt x="37541" y="11971"/>
                  </a:lnTo>
                  <a:lnTo>
                    <a:pt x="38122" y="11506"/>
                  </a:lnTo>
                  <a:lnTo>
                    <a:pt x="39749" y="10112"/>
                  </a:lnTo>
                  <a:close/>
                </a:path>
              </a:pathLst>
            </a:custGeom>
            <a:solidFill>
              <a:srgbClr val="7F2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7"/>
            <p:cNvSpPr/>
            <p:nvPr/>
          </p:nvSpPr>
          <p:spPr>
            <a:xfrm>
              <a:off x="4816750" y="4561600"/>
              <a:ext cx="993725" cy="159850"/>
            </a:xfrm>
            <a:custGeom>
              <a:rect b="b" l="l" r="r" t="t"/>
              <a:pathLst>
                <a:path extrusionOk="0" fill="none" h="6394" w="39749">
                  <a:moveTo>
                    <a:pt x="39749" y="1"/>
                  </a:moveTo>
                  <a:lnTo>
                    <a:pt x="39749" y="1"/>
                  </a:lnTo>
                  <a:lnTo>
                    <a:pt x="36959" y="582"/>
                  </a:lnTo>
                  <a:lnTo>
                    <a:pt x="34286" y="1047"/>
                  </a:lnTo>
                  <a:lnTo>
                    <a:pt x="31613" y="1512"/>
                  </a:lnTo>
                  <a:lnTo>
                    <a:pt x="28940" y="1744"/>
                  </a:lnTo>
                  <a:lnTo>
                    <a:pt x="26383" y="1977"/>
                  </a:lnTo>
                  <a:lnTo>
                    <a:pt x="23943" y="2209"/>
                  </a:lnTo>
                  <a:lnTo>
                    <a:pt x="19294" y="2325"/>
                  </a:lnTo>
                  <a:lnTo>
                    <a:pt x="19294" y="2325"/>
                  </a:lnTo>
                  <a:lnTo>
                    <a:pt x="16504" y="2209"/>
                  </a:lnTo>
                  <a:lnTo>
                    <a:pt x="13947" y="2093"/>
                  </a:lnTo>
                  <a:lnTo>
                    <a:pt x="9298" y="1744"/>
                  </a:lnTo>
                  <a:lnTo>
                    <a:pt x="5347" y="1279"/>
                  </a:lnTo>
                  <a:lnTo>
                    <a:pt x="2209" y="698"/>
                  </a:lnTo>
                  <a:lnTo>
                    <a:pt x="2209" y="698"/>
                  </a:lnTo>
                  <a:lnTo>
                    <a:pt x="1" y="698"/>
                  </a:lnTo>
                  <a:lnTo>
                    <a:pt x="1" y="698"/>
                  </a:lnTo>
                  <a:lnTo>
                    <a:pt x="814" y="1279"/>
                  </a:lnTo>
                  <a:lnTo>
                    <a:pt x="1744" y="1860"/>
                  </a:lnTo>
                  <a:lnTo>
                    <a:pt x="1744" y="1860"/>
                  </a:lnTo>
                  <a:lnTo>
                    <a:pt x="1744" y="1860"/>
                  </a:lnTo>
                  <a:lnTo>
                    <a:pt x="1860" y="2325"/>
                  </a:lnTo>
                  <a:lnTo>
                    <a:pt x="2093" y="2790"/>
                  </a:lnTo>
                  <a:lnTo>
                    <a:pt x="2558" y="3255"/>
                  </a:lnTo>
                  <a:lnTo>
                    <a:pt x="3139" y="3604"/>
                  </a:lnTo>
                  <a:lnTo>
                    <a:pt x="3952" y="4069"/>
                  </a:lnTo>
                  <a:lnTo>
                    <a:pt x="4766" y="4417"/>
                  </a:lnTo>
                  <a:lnTo>
                    <a:pt x="6974" y="5115"/>
                  </a:lnTo>
                  <a:lnTo>
                    <a:pt x="9647" y="5579"/>
                  </a:lnTo>
                  <a:lnTo>
                    <a:pt x="12669" y="6044"/>
                  </a:lnTo>
                  <a:lnTo>
                    <a:pt x="16039" y="6277"/>
                  </a:lnTo>
                  <a:lnTo>
                    <a:pt x="19642" y="6393"/>
                  </a:lnTo>
                  <a:lnTo>
                    <a:pt x="19642" y="6393"/>
                  </a:lnTo>
                  <a:lnTo>
                    <a:pt x="23245" y="6277"/>
                  </a:lnTo>
                  <a:lnTo>
                    <a:pt x="26616" y="6044"/>
                  </a:lnTo>
                  <a:lnTo>
                    <a:pt x="29637" y="5579"/>
                  </a:lnTo>
                  <a:lnTo>
                    <a:pt x="32194" y="5115"/>
                  </a:lnTo>
                  <a:lnTo>
                    <a:pt x="34403" y="4417"/>
                  </a:lnTo>
                  <a:lnTo>
                    <a:pt x="35332" y="4069"/>
                  </a:lnTo>
                  <a:lnTo>
                    <a:pt x="36030" y="3604"/>
                  </a:lnTo>
                  <a:lnTo>
                    <a:pt x="36727" y="3255"/>
                  </a:lnTo>
                  <a:lnTo>
                    <a:pt x="37076" y="2790"/>
                  </a:lnTo>
                  <a:lnTo>
                    <a:pt x="37424" y="2325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8122" y="1395"/>
                  </a:lnTo>
                  <a:lnTo>
                    <a:pt x="3974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4930075" y="4422150"/>
              <a:ext cx="982100" cy="185975"/>
            </a:xfrm>
            <a:custGeom>
              <a:rect b="b" l="l" r="r" t="t"/>
              <a:pathLst>
                <a:path extrusionOk="0" fill="none" h="7439" w="39284">
                  <a:moveTo>
                    <a:pt x="39284" y="0"/>
                  </a:moveTo>
                  <a:lnTo>
                    <a:pt x="39284" y="0"/>
                  </a:lnTo>
                  <a:lnTo>
                    <a:pt x="36959" y="814"/>
                  </a:lnTo>
                  <a:lnTo>
                    <a:pt x="34518" y="1395"/>
                  </a:lnTo>
                  <a:lnTo>
                    <a:pt x="32194" y="1976"/>
                  </a:lnTo>
                  <a:lnTo>
                    <a:pt x="29870" y="2441"/>
                  </a:lnTo>
                  <a:lnTo>
                    <a:pt x="29870" y="2441"/>
                  </a:lnTo>
                  <a:lnTo>
                    <a:pt x="26964" y="3603"/>
                  </a:lnTo>
                  <a:lnTo>
                    <a:pt x="24175" y="4417"/>
                  </a:lnTo>
                  <a:lnTo>
                    <a:pt x="21153" y="5114"/>
                  </a:lnTo>
                  <a:lnTo>
                    <a:pt x="18131" y="5579"/>
                  </a:lnTo>
                  <a:lnTo>
                    <a:pt x="18131" y="5579"/>
                  </a:lnTo>
                  <a:lnTo>
                    <a:pt x="16155" y="5811"/>
                  </a:lnTo>
                  <a:lnTo>
                    <a:pt x="14063" y="5927"/>
                  </a:lnTo>
                  <a:lnTo>
                    <a:pt x="9995" y="6160"/>
                  </a:lnTo>
                  <a:lnTo>
                    <a:pt x="1744" y="6160"/>
                  </a:lnTo>
                  <a:lnTo>
                    <a:pt x="1744" y="6160"/>
                  </a:lnTo>
                  <a:lnTo>
                    <a:pt x="0" y="6276"/>
                  </a:lnTo>
                  <a:lnTo>
                    <a:pt x="0" y="6276"/>
                  </a:lnTo>
                  <a:lnTo>
                    <a:pt x="2906" y="6625"/>
                  </a:lnTo>
                  <a:lnTo>
                    <a:pt x="6393" y="7090"/>
                  </a:lnTo>
                  <a:lnTo>
                    <a:pt x="10344" y="7322"/>
                  </a:lnTo>
                  <a:lnTo>
                    <a:pt x="14761" y="7438"/>
                  </a:lnTo>
                  <a:lnTo>
                    <a:pt x="14761" y="7438"/>
                  </a:lnTo>
                  <a:lnTo>
                    <a:pt x="19526" y="7322"/>
                  </a:lnTo>
                  <a:lnTo>
                    <a:pt x="21966" y="7090"/>
                  </a:lnTo>
                  <a:lnTo>
                    <a:pt x="24523" y="6857"/>
                  </a:lnTo>
                  <a:lnTo>
                    <a:pt x="27196" y="6509"/>
                  </a:lnTo>
                  <a:lnTo>
                    <a:pt x="29870" y="6160"/>
                  </a:lnTo>
                  <a:lnTo>
                    <a:pt x="32659" y="5695"/>
                  </a:lnTo>
                  <a:lnTo>
                    <a:pt x="35448" y="4998"/>
                  </a:lnTo>
                  <a:lnTo>
                    <a:pt x="35448" y="5230"/>
                  </a:lnTo>
                  <a:lnTo>
                    <a:pt x="35448" y="5230"/>
                  </a:lnTo>
                  <a:lnTo>
                    <a:pt x="36378" y="4184"/>
                  </a:lnTo>
                  <a:lnTo>
                    <a:pt x="37424" y="3022"/>
                  </a:lnTo>
                  <a:lnTo>
                    <a:pt x="38354" y="1627"/>
                  </a:lnTo>
                  <a:lnTo>
                    <a:pt x="3928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5717475" y="4308825"/>
              <a:ext cx="241200" cy="154025"/>
            </a:xfrm>
            <a:custGeom>
              <a:rect b="b" l="l" r="r" t="t"/>
              <a:pathLst>
                <a:path extrusionOk="0" fill="none" h="6161" w="9648">
                  <a:moveTo>
                    <a:pt x="9647" y="0"/>
                  </a:moveTo>
                  <a:lnTo>
                    <a:pt x="9647" y="0"/>
                  </a:lnTo>
                  <a:lnTo>
                    <a:pt x="8020" y="1046"/>
                  </a:lnTo>
                  <a:lnTo>
                    <a:pt x="6393" y="2092"/>
                  </a:lnTo>
                  <a:lnTo>
                    <a:pt x="6393" y="2092"/>
                  </a:lnTo>
                  <a:lnTo>
                    <a:pt x="3604" y="3952"/>
                  </a:lnTo>
                  <a:lnTo>
                    <a:pt x="2209" y="4882"/>
                  </a:lnTo>
                  <a:lnTo>
                    <a:pt x="698" y="5812"/>
                  </a:lnTo>
                  <a:lnTo>
                    <a:pt x="698" y="5812"/>
                  </a:lnTo>
                  <a:lnTo>
                    <a:pt x="1" y="6160"/>
                  </a:lnTo>
                  <a:lnTo>
                    <a:pt x="1" y="6160"/>
                  </a:lnTo>
                  <a:lnTo>
                    <a:pt x="3836" y="5230"/>
                  </a:lnTo>
                  <a:lnTo>
                    <a:pt x="7904" y="4068"/>
                  </a:lnTo>
                  <a:lnTo>
                    <a:pt x="7904" y="4301"/>
                  </a:lnTo>
                  <a:lnTo>
                    <a:pt x="7904" y="4301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950" y="2209"/>
                  </a:lnTo>
                  <a:lnTo>
                    <a:pt x="964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4677275" y="4416325"/>
              <a:ext cx="1240725" cy="5850"/>
            </a:xfrm>
            <a:custGeom>
              <a:rect b="b" l="l" r="r" t="t"/>
              <a:pathLst>
                <a:path extrusionOk="0" h="234" w="49629">
                  <a:moveTo>
                    <a:pt x="117" y="1"/>
                  </a:moveTo>
                  <a:lnTo>
                    <a:pt x="1" y="233"/>
                  </a:lnTo>
                  <a:lnTo>
                    <a:pt x="233" y="233"/>
                  </a:lnTo>
                  <a:lnTo>
                    <a:pt x="117" y="1"/>
                  </a:lnTo>
                  <a:close/>
                  <a:moveTo>
                    <a:pt x="49512" y="1"/>
                  </a:moveTo>
                  <a:lnTo>
                    <a:pt x="49396" y="233"/>
                  </a:lnTo>
                  <a:lnTo>
                    <a:pt x="49628" y="233"/>
                  </a:lnTo>
                  <a:lnTo>
                    <a:pt x="495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5912150" y="4416325"/>
              <a:ext cx="5850" cy="5850"/>
            </a:xfrm>
            <a:custGeom>
              <a:rect b="b" l="l" r="r" t="t"/>
              <a:pathLst>
                <a:path extrusionOk="0" fill="none" h="234" w="234">
                  <a:moveTo>
                    <a:pt x="117" y="1"/>
                  </a:moveTo>
                  <a:lnTo>
                    <a:pt x="117" y="1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233" y="233"/>
                  </a:lnTo>
                  <a:lnTo>
                    <a:pt x="11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4680200" y="4410525"/>
              <a:ext cx="1037300" cy="104625"/>
            </a:xfrm>
            <a:custGeom>
              <a:rect b="b" l="l" r="r" t="t"/>
              <a:pathLst>
                <a:path extrusionOk="0" h="4185" w="41492">
                  <a:moveTo>
                    <a:pt x="116" y="0"/>
                  </a:moveTo>
                  <a:lnTo>
                    <a:pt x="0" y="233"/>
                  </a:lnTo>
                  <a:lnTo>
                    <a:pt x="116" y="465"/>
                  </a:lnTo>
                  <a:lnTo>
                    <a:pt x="2092" y="1162"/>
                  </a:lnTo>
                  <a:lnTo>
                    <a:pt x="5811" y="2092"/>
                  </a:lnTo>
                  <a:lnTo>
                    <a:pt x="5811" y="2092"/>
                  </a:lnTo>
                  <a:lnTo>
                    <a:pt x="5346" y="1511"/>
                  </a:lnTo>
                  <a:lnTo>
                    <a:pt x="3138" y="930"/>
                  </a:lnTo>
                  <a:lnTo>
                    <a:pt x="1511" y="465"/>
                  </a:lnTo>
                  <a:lnTo>
                    <a:pt x="116" y="0"/>
                  </a:lnTo>
                  <a:close/>
                  <a:moveTo>
                    <a:pt x="41492" y="2092"/>
                  </a:moveTo>
                  <a:lnTo>
                    <a:pt x="37191" y="2906"/>
                  </a:lnTo>
                  <a:lnTo>
                    <a:pt x="33007" y="3371"/>
                  </a:lnTo>
                  <a:lnTo>
                    <a:pt x="28940" y="3719"/>
                  </a:lnTo>
                  <a:lnTo>
                    <a:pt x="25104" y="3836"/>
                  </a:lnTo>
                  <a:lnTo>
                    <a:pt x="22315" y="3719"/>
                  </a:lnTo>
                  <a:lnTo>
                    <a:pt x="19642" y="3603"/>
                  </a:lnTo>
                  <a:lnTo>
                    <a:pt x="17085" y="3371"/>
                  </a:lnTo>
                  <a:lnTo>
                    <a:pt x="14644" y="3138"/>
                  </a:lnTo>
                  <a:lnTo>
                    <a:pt x="14063" y="3487"/>
                  </a:lnTo>
                  <a:lnTo>
                    <a:pt x="16620" y="3836"/>
                  </a:lnTo>
                  <a:lnTo>
                    <a:pt x="19293" y="4068"/>
                  </a:lnTo>
                  <a:lnTo>
                    <a:pt x="22082" y="4184"/>
                  </a:lnTo>
                  <a:lnTo>
                    <a:pt x="28591" y="4184"/>
                  </a:lnTo>
                  <a:lnTo>
                    <a:pt x="32194" y="3952"/>
                  </a:lnTo>
                  <a:lnTo>
                    <a:pt x="36029" y="3487"/>
                  </a:lnTo>
                  <a:lnTo>
                    <a:pt x="39865" y="2906"/>
                  </a:lnTo>
                  <a:lnTo>
                    <a:pt x="41492" y="2092"/>
                  </a:lnTo>
                  <a:close/>
                </a:path>
              </a:pathLst>
            </a:custGeom>
            <a:solidFill>
              <a:srgbClr val="CA9B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7"/>
            <p:cNvSpPr/>
            <p:nvPr/>
          </p:nvSpPr>
          <p:spPr>
            <a:xfrm>
              <a:off x="5031775" y="4462825"/>
              <a:ext cx="685725" cy="52325"/>
            </a:xfrm>
            <a:custGeom>
              <a:rect b="b" l="l" r="r" t="t"/>
              <a:pathLst>
                <a:path extrusionOk="0" fill="none" h="2093" w="27429">
                  <a:moveTo>
                    <a:pt x="27429" y="0"/>
                  </a:moveTo>
                  <a:lnTo>
                    <a:pt x="27429" y="0"/>
                  </a:lnTo>
                  <a:lnTo>
                    <a:pt x="23128" y="814"/>
                  </a:lnTo>
                  <a:lnTo>
                    <a:pt x="18944" y="1279"/>
                  </a:lnTo>
                  <a:lnTo>
                    <a:pt x="14877" y="1627"/>
                  </a:lnTo>
                  <a:lnTo>
                    <a:pt x="11041" y="1744"/>
                  </a:lnTo>
                  <a:lnTo>
                    <a:pt x="11041" y="1744"/>
                  </a:lnTo>
                  <a:lnTo>
                    <a:pt x="8252" y="1627"/>
                  </a:lnTo>
                  <a:lnTo>
                    <a:pt x="5579" y="1511"/>
                  </a:lnTo>
                  <a:lnTo>
                    <a:pt x="3022" y="1279"/>
                  </a:lnTo>
                  <a:lnTo>
                    <a:pt x="581" y="1046"/>
                  </a:lnTo>
                  <a:lnTo>
                    <a:pt x="0" y="1395"/>
                  </a:lnTo>
                  <a:lnTo>
                    <a:pt x="0" y="1395"/>
                  </a:lnTo>
                  <a:lnTo>
                    <a:pt x="2557" y="1744"/>
                  </a:lnTo>
                  <a:lnTo>
                    <a:pt x="5230" y="1976"/>
                  </a:lnTo>
                  <a:lnTo>
                    <a:pt x="8019" y="2092"/>
                  </a:lnTo>
                  <a:lnTo>
                    <a:pt x="11041" y="2092"/>
                  </a:lnTo>
                  <a:lnTo>
                    <a:pt x="11041" y="2092"/>
                  </a:lnTo>
                  <a:lnTo>
                    <a:pt x="14528" y="2092"/>
                  </a:lnTo>
                  <a:lnTo>
                    <a:pt x="18131" y="1860"/>
                  </a:lnTo>
                  <a:lnTo>
                    <a:pt x="21966" y="1395"/>
                  </a:lnTo>
                  <a:lnTo>
                    <a:pt x="25802" y="814"/>
                  </a:lnTo>
                  <a:lnTo>
                    <a:pt x="25802" y="814"/>
                  </a:lnTo>
                  <a:lnTo>
                    <a:pt x="2742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5912150" y="4416325"/>
              <a:ext cx="2925" cy="5850"/>
            </a:xfrm>
            <a:custGeom>
              <a:rect b="b" l="l" r="r" t="t"/>
              <a:pathLst>
                <a:path extrusionOk="0" fill="none" h="234" w="117">
                  <a:moveTo>
                    <a:pt x="117" y="1"/>
                  </a:moveTo>
                  <a:lnTo>
                    <a:pt x="117" y="1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117" y="1"/>
                  </a:lnTo>
                  <a:lnTo>
                    <a:pt x="11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7"/>
            <p:cNvSpPr/>
            <p:nvPr/>
          </p:nvSpPr>
          <p:spPr>
            <a:xfrm>
              <a:off x="4680200" y="4410525"/>
              <a:ext cx="145300" cy="52325"/>
            </a:xfrm>
            <a:custGeom>
              <a:rect b="b" l="l" r="r" t="t"/>
              <a:pathLst>
                <a:path extrusionOk="0" fill="none" h="2093" w="5812">
                  <a:moveTo>
                    <a:pt x="116" y="0"/>
                  </a:moveTo>
                  <a:lnTo>
                    <a:pt x="0" y="233"/>
                  </a:lnTo>
                  <a:lnTo>
                    <a:pt x="0" y="233"/>
                  </a:lnTo>
                  <a:lnTo>
                    <a:pt x="116" y="465"/>
                  </a:lnTo>
                  <a:lnTo>
                    <a:pt x="116" y="465"/>
                  </a:lnTo>
                  <a:lnTo>
                    <a:pt x="2092" y="1162"/>
                  </a:lnTo>
                  <a:lnTo>
                    <a:pt x="5811" y="2092"/>
                  </a:lnTo>
                  <a:lnTo>
                    <a:pt x="5346" y="1511"/>
                  </a:lnTo>
                  <a:lnTo>
                    <a:pt x="5346" y="1511"/>
                  </a:lnTo>
                  <a:lnTo>
                    <a:pt x="3138" y="930"/>
                  </a:lnTo>
                  <a:lnTo>
                    <a:pt x="1511" y="465"/>
                  </a:lnTo>
                  <a:lnTo>
                    <a:pt x="11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7"/>
            <p:cNvSpPr/>
            <p:nvPr/>
          </p:nvSpPr>
          <p:spPr>
            <a:xfrm>
              <a:off x="4813850" y="4448300"/>
              <a:ext cx="232475" cy="49400"/>
            </a:xfrm>
            <a:custGeom>
              <a:rect b="b" l="l" r="r" t="t"/>
              <a:pathLst>
                <a:path extrusionOk="0" h="1976" w="9299">
                  <a:moveTo>
                    <a:pt x="0" y="0"/>
                  </a:moveTo>
                  <a:lnTo>
                    <a:pt x="465" y="581"/>
                  </a:lnTo>
                  <a:lnTo>
                    <a:pt x="4184" y="1279"/>
                  </a:lnTo>
                  <a:lnTo>
                    <a:pt x="8717" y="1976"/>
                  </a:lnTo>
                  <a:lnTo>
                    <a:pt x="9298" y="1627"/>
                  </a:lnTo>
                  <a:lnTo>
                    <a:pt x="6625" y="1279"/>
                  </a:lnTo>
                  <a:lnTo>
                    <a:pt x="4184" y="8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EA2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7"/>
            <p:cNvSpPr/>
            <p:nvPr/>
          </p:nvSpPr>
          <p:spPr>
            <a:xfrm>
              <a:off x="4813850" y="4448300"/>
              <a:ext cx="232475" cy="49400"/>
            </a:xfrm>
            <a:custGeom>
              <a:rect b="b" l="l" r="r" t="t"/>
              <a:pathLst>
                <a:path extrusionOk="0" fill="none" h="1976" w="9299">
                  <a:moveTo>
                    <a:pt x="0" y="0"/>
                  </a:moveTo>
                  <a:lnTo>
                    <a:pt x="465" y="581"/>
                  </a:lnTo>
                  <a:lnTo>
                    <a:pt x="465" y="581"/>
                  </a:lnTo>
                  <a:lnTo>
                    <a:pt x="4184" y="1279"/>
                  </a:lnTo>
                  <a:lnTo>
                    <a:pt x="8717" y="1976"/>
                  </a:lnTo>
                  <a:lnTo>
                    <a:pt x="9298" y="1627"/>
                  </a:lnTo>
                  <a:lnTo>
                    <a:pt x="9298" y="1627"/>
                  </a:lnTo>
                  <a:lnTo>
                    <a:pt x="6625" y="1279"/>
                  </a:lnTo>
                  <a:lnTo>
                    <a:pt x="4184" y="81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7"/>
            <p:cNvSpPr/>
            <p:nvPr/>
          </p:nvSpPr>
          <p:spPr>
            <a:xfrm>
              <a:off x="5676800" y="4410525"/>
              <a:ext cx="238275" cy="72650"/>
            </a:xfrm>
            <a:custGeom>
              <a:rect b="b" l="l" r="r" t="t"/>
              <a:pathLst>
                <a:path extrusionOk="0" h="2906" w="9531">
                  <a:moveTo>
                    <a:pt x="9531" y="0"/>
                  </a:moveTo>
                  <a:lnTo>
                    <a:pt x="5463" y="1162"/>
                  </a:lnTo>
                  <a:lnTo>
                    <a:pt x="1628" y="2092"/>
                  </a:lnTo>
                  <a:lnTo>
                    <a:pt x="1" y="2906"/>
                  </a:lnTo>
                  <a:lnTo>
                    <a:pt x="2325" y="2441"/>
                  </a:lnTo>
                  <a:lnTo>
                    <a:pt x="4649" y="1860"/>
                  </a:lnTo>
                  <a:lnTo>
                    <a:pt x="7090" y="1279"/>
                  </a:lnTo>
                  <a:lnTo>
                    <a:pt x="9415" y="465"/>
                  </a:lnTo>
                  <a:lnTo>
                    <a:pt x="9531" y="233"/>
                  </a:lnTo>
                  <a:lnTo>
                    <a:pt x="9531" y="0"/>
                  </a:lnTo>
                  <a:close/>
                </a:path>
              </a:pathLst>
            </a:custGeom>
            <a:solidFill>
              <a:srgbClr val="C39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7"/>
            <p:cNvSpPr/>
            <p:nvPr/>
          </p:nvSpPr>
          <p:spPr>
            <a:xfrm>
              <a:off x="5676800" y="4410525"/>
              <a:ext cx="238275" cy="72650"/>
            </a:xfrm>
            <a:custGeom>
              <a:rect b="b" l="l" r="r" t="t"/>
              <a:pathLst>
                <a:path extrusionOk="0" fill="none" h="2906" w="9531">
                  <a:moveTo>
                    <a:pt x="9531" y="0"/>
                  </a:moveTo>
                  <a:lnTo>
                    <a:pt x="9531" y="0"/>
                  </a:lnTo>
                  <a:lnTo>
                    <a:pt x="5463" y="1162"/>
                  </a:lnTo>
                  <a:lnTo>
                    <a:pt x="1628" y="2092"/>
                  </a:lnTo>
                  <a:lnTo>
                    <a:pt x="1628" y="2092"/>
                  </a:lnTo>
                  <a:lnTo>
                    <a:pt x="1" y="2906"/>
                  </a:lnTo>
                  <a:lnTo>
                    <a:pt x="1" y="2906"/>
                  </a:lnTo>
                  <a:lnTo>
                    <a:pt x="2325" y="2441"/>
                  </a:lnTo>
                  <a:lnTo>
                    <a:pt x="4649" y="1860"/>
                  </a:lnTo>
                  <a:lnTo>
                    <a:pt x="7090" y="1279"/>
                  </a:lnTo>
                  <a:lnTo>
                    <a:pt x="9415" y="465"/>
                  </a:lnTo>
                  <a:lnTo>
                    <a:pt x="9415" y="465"/>
                  </a:lnTo>
                  <a:lnTo>
                    <a:pt x="9531" y="233"/>
                  </a:lnTo>
                  <a:lnTo>
                    <a:pt x="953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7"/>
            <p:cNvSpPr/>
            <p:nvPr/>
          </p:nvSpPr>
          <p:spPr>
            <a:xfrm>
              <a:off x="4781875" y="4552900"/>
              <a:ext cx="1037325" cy="8725"/>
            </a:xfrm>
            <a:custGeom>
              <a:rect b="b" l="l" r="r" t="t"/>
              <a:pathLst>
                <a:path extrusionOk="0" h="349" w="41493">
                  <a:moveTo>
                    <a:pt x="117" y="0"/>
                  </a:moveTo>
                  <a:lnTo>
                    <a:pt x="1" y="233"/>
                  </a:lnTo>
                  <a:lnTo>
                    <a:pt x="466" y="349"/>
                  </a:lnTo>
                  <a:lnTo>
                    <a:pt x="117" y="0"/>
                  </a:lnTo>
                  <a:close/>
                  <a:moveTo>
                    <a:pt x="41376" y="0"/>
                  </a:moveTo>
                  <a:lnTo>
                    <a:pt x="41144" y="349"/>
                  </a:lnTo>
                  <a:lnTo>
                    <a:pt x="41492" y="233"/>
                  </a:lnTo>
                  <a:lnTo>
                    <a:pt x="413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7"/>
            <p:cNvSpPr/>
            <p:nvPr/>
          </p:nvSpPr>
          <p:spPr>
            <a:xfrm>
              <a:off x="4781875" y="4552900"/>
              <a:ext cx="11650" cy="8725"/>
            </a:xfrm>
            <a:custGeom>
              <a:rect b="b" l="l" r="r" t="t"/>
              <a:pathLst>
                <a:path extrusionOk="0" fill="none" h="349" w="466">
                  <a:moveTo>
                    <a:pt x="117" y="0"/>
                  </a:moveTo>
                  <a:lnTo>
                    <a:pt x="1" y="233"/>
                  </a:lnTo>
                  <a:lnTo>
                    <a:pt x="1" y="233"/>
                  </a:lnTo>
                  <a:lnTo>
                    <a:pt x="466" y="349"/>
                  </a:lnTo>
                  <a:lnTo>
                    <a:pt x="466" y="349"/>
                  </a:lnTo>
                  <a:lnTo>
                    <a:pt x="11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7"/>
            <p:cNvSpPr/>
            <p:nvPr/>
          </p:nvSpPr>
          <p:spPr>
            <a:xfrm>
              <a:off x="5810450" y="4552900"/>
              <a:ext cx="8750" cy="8725"/>
            </a:xfrm>
            <a:custGeom>
              <a:rect b="b" l="l" r="r" t="t"/>
              <a:pathLst>
                <a:path extrusionOk="0" fill="none" h="349" w="350">
                  <a:moveTo>
                    <a:pt x="233" y="0"/>
                  </a:moveTo>
                  <a:lnTo>
                    <a:pt x="233" y="0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349" y="233"/>
                  </a:lnTo>
                  <a:lnTo>
                    <a:pt x="2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7"/>
            <p:cNvSpPr/>
            <p:nvPr/>
          </p:nvSpPr>
          <p:spPr>
            <a:xfrm>
              <a:off x="4784800" y="4547075"/>
              <a:ext cx="145300" cy="32000"/>
            </a:xfrm>
            <a:custGeom>
              <a:rect b="b" l="l" r="r" t="t"/>
              <a:pathLst>
                <a:path extrusionOk="0" h="1280" w="5812">
                  <a:moveTo>
                    <a:pt x="0" y="1"/>
                  </a:moveTo>
                  <a:lnTo>
                    <a:pt x="0" y="233"/>
                  </a:lnTo>
                  <a:lnTo>
                    <a:pt x="349" y="582"/>
                  </a:lnTo>
                  <a:lnTo>
                    <a:pt x="3487" y="1279"/>
                  </a:lnTo>
                  <a:lnTo>
                    <a:pt x="4882" y="1279"/>
                  </a:lnTo>
                  <a:lnTo>
                    <a:pt x="4649" y="1047"/>
                  </a:lnTo>
                  <a:lnTo>
                    <a:pt x="1279" y="349"/>
                  </a:lnTo>
                  <a:lnTo>
                    <a:pt x="0" y="1"/>
                  </a:lnTo>
                  <a:close/>
                  <a:moveTo>
                    <a:pt x="5114" y="1163"/>
                  </a:moveTo>
                  <a:lnTo>
                    <a:pt x="4882" y="1279"/>
                  </a:lnTo>
                  <a:lnTo>
                    <a:pt x="5811" y="1279"/>
                  </a:lnTo>
                  <a:lnTo>
                    <a:pt x="5114" y="1163"/>
                  </a:lnTo>
                  <a:close/>
                </a:path>
              </a:pathLst>
            </a:custGeom>
            <a:solidFill>
              <a:srgbClr val="CA9B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7"/>
            <p:cNvSpPr/>
            <p:nvPr/>
          </p:nvSpPr>
          <p:spPr>
            <a:xfrm>
              <a:off x="5810450" y="4552900"/>
              <a:ext cx="5850" cy="8725"/>
            </a:xfrm>
            <a:custGeom>
              <a:rect b="b" l="l" r="r" t="t"/>
              <a:pathLst>
                <a:path extrusionOk="0" fill="none" h="349" w="234">
                  <a:moveTo>
                    <a:pt x="233" y="0"/>
                  </a:moveTo>
                  <a:lnTo>
                    <a:pt x="233" y="0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233" y="0"/>
                  </a:lnTo>
                  <a:lnTo>
                    <a:pt x="2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7"/>
            <p:cNvSpPr/>
            <p:nvPr/>
          </p:nvSpPr>
          <p:spPr>
            <a:xfrm>
              <a:off x="4784800" y="4547075"/>
              <a:ext cx="145300" cy="32000"/>
            </a:xfrm>
            <a:custGeom>
              <a:rect b="b" l="l" r="r" t="t"/>
              <a:pathLst>
                <a:path extrusionOk="0" fill="none" h="1280" w="5812">
                  <a:moveTo>
                    <a:pt x="0" y="1"/>
                  </a:moveTo>
                  <a:lnTo>
                    <a:pt x="0" y="233"/>
                  </a:lnTo>
                  <a:lnTo>
                    <a:pt x="0" y="233"/>
                  </a:lnTo>
                  <a:lnTo>
                    <a:pt x="349" y="582"/>
                  </a:lnTo>
                  <a:lnTo>
                    <a:pt x="349" y="582"/>
                  </a:lnTo>
                  <a:lnTo>
                    <a:pt x="3487" y="1279"/>
                  </a:lnTo>
                  <a:lnTo>
                    <a:pt x="3487" y="1279"/>
                  </a:lnTo>
                  <a:lnTo>
                    <a:pt x="5811" y="1279"/>
                  </a:lnTo>
                  <a:lnTo>
                    <a:pt x="5811" y="1279"/>
                  </a:lnTo>
                  <a:lnTo>
                    <a:pt x="5114" y="1163"/>
                  </a:lnTo>
                  <a:lnTo>
                    <a:pt x="4882" y="1279"/>
                  </a:lnTo>
                  <a:lnTo>
                    <a:pt x="4649" y="1047"/>
                  </a:lnTo>
                  <a:lnTo>
                    <a:pt x="4649" y="1047"/>
                  </a:lnTo>
                  <a:lnTo>
                    <a:pt x="1279" y="34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7"/>
            <p:cNvSpPr/>
            <p:nvPr/>
          </p:nvSpPr>
          <p:spPr>
            <a:xfrm>
              <a:off x="4901025" y="4573225"/>
              <a:ext cx="11625" cy="5850"/>
            </a:xfrm>
            <a:custGeom>
              <a:rect b="b" l="l" r="r" t="t"/>
              <a:pathLst>
                <a:path extrusionOk="0" h="234" w="465">
                  <a:moveTo>
                    <a:pt x="0" y="1"/>
                  </a:moveTo>
                  <a:lnTo>
                    <a:pt x="233" y="233"/>
                  </a:lnTo>
                  <a:lnTo>
                    <a:pt x="465" y="1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EA2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7"/>
            <p:cNvSpPr/>
            <p:nvPr/>
          </p:nvSpPr>
          <p:spPr>
            <a:xfrm>
              <a:off x="4901025" y="4573225"/>
              <a:ext cx="11625" cy="5850"/>
            </a:xfrm>
            <a:custGeom>
              <a:rect b="b" l="l" r="r" t="t"/>
              <a:pathLst>
                <a:path extrusionOk="0" fill="none" h="234" w="465">
                  <a:moveTo>
                    <a:pt x="0" y="1"/>
                  </a:moveTo>
                  <a:lnTo>
                    <a:pt x="233" y="233"/>
                  </a:lnTo>
                  <a:lnTo>
                    <a:pt x="465" y="117"/>
                  </a:lnTo>
                  <a:lnTo>
                    <a:pt x="465" y="117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7"/>
            <p:cNvSpPr/>
            <p:nvPr/>
          </p:nvSpPr>
          <p:spPr>
            <a:xfrm>
              <a:off x="4871950" y="4547075"/>
              <a:ext cx="944350" cy="72675"/>
            </a:xfrm>
            <a:custGeom>
              <a:rect b="b" l="l" r="r" t="t"/>
              <a:pathLst>
                <a:path extrusionOk="0" h="2907" w="37774">
                  <a:moveTo>
                    <a:pt x="37773" y="1"/>
                  </a:moveTo>
                  <a:lnTo>
                    <a:pt x="34984" y="698"/>
                  </a:lnTo>
                  <a:lnTo>
                    <a:pt x="32195" y="1163"/>
                  </a:lnTo>
                  <a:lnTo>
                    <a:pt x="29521" y="1512"/>
                  </a:lnTo>
                  <a:lnTo>
                    <a:pt x="26848" y="1860"/>
                  </a:lnTo>
                  <a:lnTo>
                    <a:pt x="24291" y="2093"/>
                  </a:lnTo>
                  <a:lnTo>
                    <a:pt x="21851" y="2325"/>
                  </a:lnTo>
                  <a:lnTo>
                    <a:pt x="17086" y="2441"/>
                  </a:lnTo>
                  <a:lnTo>
                    <a:pt x="12669" y="2325"/>
                  </a:lnTo>
                  <a:lnTo>
                    <a:pt x="8718" y="2093"/>
                  </a:lnTo>
                  <a:lnTo>
                    <a:pt x="5231" y="1628"/>
                  </a:lnTo>
                  <a:lnTo>
                    <a:pt x="2325" y="1279"/>
                  </a:lnTo>
                  <a:lnTo>
                    <a:pt x="1" y="1279"/>
                  </a:lnTo>
                  <a:lnTo>
                    <a:pt x="3139" y="1860"/>
                  </a:lnTo>
                  <a:lnTo>
                    <a:pt x="7090" y="2325"/>
                  </a:lnTo>
                  <a:lnTo>
                    <a:pt x="11739" y="2674"/>
                  </a:lnTo>
                  <a:lnTo>
                    <a:pt x="14296" y="2790"/>
                  </a:lnTo>
                  <a:lnTo>
                    <a:pt x="17086" y="2906"/>
                  </a:lnTo>
                  <a:lnTo>
                    <a:pt x="21735" y="2790"/>
                  </a:lnTo>
                  <a:lnTo>
                    <a:pt x="24175" y="2558"/>
                  </a:lnTo>
                  <a:lnTo>
                    <a:pt x="26732" y="2325"/>
                  </a:lnTo>
                  <a:lnTo>
                    <a:pt x="29405" y="2093"/>
                  </a:lnTo>
                  <a:lnTo>
                    <a:pt x="32078" y="1628"/>
                  </a:lnTo>
                  <a:lnTo>
                    <a:pt x="34751" y="1163"/>
                  </a:lnTo>
                  <a:lnTo>
                    <a:pt x="37541" y="582"/>
                  </a:lnTo>
                  <a:lnTo>
                    <a:pt x="37773" y="233"/>
                  </a:lnTo>
                  <a:lnTo>
                    <a:pt x="37773" y="1"/>
                  </a:lnTo>
                  <a:close/>
                </a:path>
              </a:pathLst>
            </a:custGeom>
            <a:solidFill>
              <a:srgbClr val="C39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7"/>
            <p:cNvSpPr/>
            <p:nvPr/>
          </p:nvSpPr>
          <p:spPr>
            <a:xfrm>
              <a:off x="4871950" y="4547075"/>
              <a:ext cx="944350" cy="72675"/>
            </a:xfrm>
            <a:custGeom>
              <a:rect b="b" l="l" r="r" t="t"/>
              <a:pathLst>
                <a:path extrusionOk="0" fill="none" h="2907" w="37774">
                  <a:moveTo>
                    <a:pt x="37773" y="1"/>
                  </a:moveTo>
                  <a:lnTo>
                    <a:pt x="37773" y="1"/>
                  </a:lnTo>
                  <a:lnTo>
                    <a:pt x="34984" y="698"/>
                  </a:lnTo>
                  <a:lnTo>
                    <a:pt x="32195" y="1163"/>
                  </a:lnTo>
                  <a:lnTo>
                    <a:pt x="29521" y="1512"/>
                  </a:lnTo>
                  <a:lnTo>
                    <a:pt x="26848" y="1860"/>
                  </a:lnTo>
                  <a:lnTo>
                    <a:pt x="24291" y="2093"/>
                  </a:lnTo>
                  <a:lnTo>
                    <a:pt x="21851" y="2325"/>
                  </a:lnTo>
                  <a:lnTo>
                    <a:pt x="17086" y="2441"/>
                  </a:lnTo>
                  <a:lnTo>
                    <a:pt x="17086" y="2441"/>
                  </a:lnTo>
                  <a:lnTo>
                    <a:pt x="12669" y="2325"/>
                  </a:lnTo>
                  <a:lnTo>
                    <a:pt x="8718" y="2093"/>
                  </a:lnTo>
                  <a:lnTo>
                    <a:pt x="5231" y="1628"/>
                  </a:lnTo>
                  <a:lnTo>
                    <a:pt x="2325" y="1279"/>
                  </a:lnTo>
                  <a:lnTo>
                    <a:pt x="2325" y="1279"/>
                  </a:lnTo>
                  <a:lnTo>
                    <a:pt x="1" y="1279"/>
                  </a:lnTo>
                  <a:lnTo>
                    <a:pt x="1" y="1279"/>
                  </a:lnTo>
                  <a:lnTo>
                    <a:pt x="3139" y="1860"/>
                  </a:lnTo>
                  <a:lnTo>
                    <a:pt x="7090" y="2325"/>
                  </a:lnTo>
                  <a:lnTo>
                    <a:pt x="11739" y="2674"/>
                  </a:lnTo>
                  <a:lnTo>
                    <a:pt x="14296" y="2790"/>
                  </a:lnTo>
                  <a:lnTo>
                    <a:pt x="17086" y="2906"/>
                  </a:lnTo>
                  <a:lnTo>
                    <a:pt x="17086" y="2906"/>
                  </a:lnTo>
                  <a:lnTo>
                    <a:pt x="21735" y="2790"/>
                  </a:lnTo>
                  <a:lnTo>
                    <a:pt x="24175" y="2558"/>
                  </a:lnTo>
                  <a:lnTo>
                    <a:pt x="26732" y="2325"/>
                  </a:lnTo>
                  <a:lnTo>
                    <a:pt x="29405" y="2093"/>
                  </a:lnTo>
                  <a:lnTo>
                    <a:pt x="32078" y="1628"/>
                  </a:lnTo>
                  <a:lnTo>
                    <a:pt x="34751" y="1163"/>
                  </a:lnTo>
                  <a:lnTo>
                    <a:pt x="37541" y="582"/>
                  </a:lnTo>
                  <a:lnTo>
                    <a:pt x="37541" y="582"/>
                  </a:lnTo>
                  <a:lnTo>
                    <a:pt x="37773" y="233"/>
                  </a:lnTo>
                  <a:lnTo>
                    <a:pt x="3777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7"/>
            <p:cNvSpPr/>
            <p:nvPr/>
          </p:nvSpPr>
          <p:spPr>
            <a:xfrm>
              <a:off x="4709250" y="3707375"/>
              <a:ext cx="1188400" cy="735125"/>
            </a:xfrm>
            <a:custGeom>
              <a:rect b="b" l="l" r="r" t="t"/>
              <a:pathLst>
                <a:path extrusionOk="0" h="29405" w="47536">
                  <a:moveTo>
                    <a:pt x="25686" y="0"/>
                  </a:moveTo>
                  <a:lnTo>
                    <a:pt x="24988" y="116"/>
                  </a:lnTo>
                  <a:lnTo>
                    <a:pt x="23594" y="581"/>
                  </a:lnTo>
                  <a:lnTo>
                    <a:pt x="22199" y="1279"/>
                  </a:lnTo>
                  <a:lnTo>
                    <a:pt x="20920" y="2092"/>
                  </a:lnTo>
                  <a:lnTo>
                    <a:pt x="19758" y="3022"/>
                  </a:lnTo>
                  <a:lnTo>
                    <a:pt x="17666" y="5230"/>
                  </a:lnTo>
                  <a:lnTo>
                    <a:pt x="16620" y="6160"/>
                  </a:lnTo>
                  <a:lnTo>
                    <a:pt x="15923" y="6625"/>
                  </a:lnTo>
                  <a:lnTo>
                    <a:pt x="15342" y="6974"/>
                  </a:lnTo>
                  <a:lnTo>
                    <a:pt x="14063" y="7322"/>
                  </a:lnTo>
                  <a:lnTo>
                    <a:pt x="12901" y="7555"/>
                  </a:lnTo>
                  <a:lnTo>
                    <a:pt x="11623" y="7903"/>
                  </a:lnTo>
                  <a:lnTo>
                    <a:pt x="10460" y="8368"/>
                  </a:lnTo>
                  <a:lnTo>
                    <a:pt x="9647" y="8833"/>
                  </a:lnTo>
                  <a:lnTo>
                    <a:pt x="8950" y="9414"/>
                  </a:lnTo>
                  <a:lnTo>
                    <a:pt x="8368" y="10112"/>
                  </a:lnTo>
                  <a:lnTo>
                    <a:pt x="7787" y="10925"/>
                  </a:lnTo>
                  <a:lnTo>
                    <a:pt x="6625" y="12552"/>
                  </a:lnTo>
                  <a:lnTo>
                    <a:pt x="5463" y="14063"/>
                  </a:lnTo>
                  <a:lnTo>
                    <a:pt x="4417" y="15342"/>
                  </a:lnTo>
                  <a:lnTo>
                    <a:pt x="3138" y="16504"/>
                  </a:lnTo>
                  <a:lnTo>
                    <a:pt x="2092" y="17666"/>
                  </a:lnTo>
                  <a:lnTo>
                    <a:pt x="1046" y="18945"/>
                  </a:lnTo>
                  <a:lnTo>
                    <a:pt x="582" y="19758"/>
                  </a:lnTo>
                  <a:lnTo>
                    <a:pt x="233" y="20572"/>
                  </a:lnTo>
                  <a:lnTo>
                    <a:pt x="117" y="21385"/>
                  </a:lnTo>
                  <a:lnTo>
                    <a:pt x="0" y="22199"/>
                  </a:lnTo>
                  <a:lnTo>
                    <a:pt x="0" y="23012"/>
                  </a:lnTo>
                  <a:lnTo>
                    <a:pt x="233" y="23710"/>
                  </a:lnTo>
                  <a:lnTo>
                    <a:pt x="582" y="24523"/>
                  </a:lnTo>
                  <a:lnTo>
                    <a:pt x="1046" y="25104"/>
                  </a:lnTo>
                  <a:lnTo>
                    <a:pt x="1860" y="25453"/>
                  </a:lnTo>
                  <a:lnTo>
                    <a:pt x="4184" y="26383"/>
                  </a:lnTo>
                  <a:lnTo>
                    <a:pt x="5812" y="26964"/>
                  </a:lnTo>
                  <a:lnTo>
                    <a:pt x="7904" y="27545"/>
                  </a:lnTo>
                  <a:lnTo>
                    <a:pt x="10228" y="28126"/>
                  </a:lnTo>
                  <a:lnTo>
                    <a:pt x="12785" y="28591"/>
                  </a:lnTo>
                  <a:lnTo>
                    <a:pt x="15690" y="29056"/>
                  </a:lnTo>
                  <a:lnTo>
                    <a:pt x="18945" y="29288"/>
                  </a:lnTo>
                  <a:lnTo>
                    <a:pt x="22315" y="29405"/>
                  </a:lnTo>
                  <a:lnTo>
                    <a:pt x="26034" y="29288"/>
                  </a:lnTo>
                  <a:lnTo>
                    <a:pt x="29986" y="28940"/>
                  </a:lnTo>
                  <a:lnTo>
                    <a:pt x="31962" y="28707"/>
                  </a:lnTo>
                  <a:lnTo>
                    <a:pt x="34054" y="28242"/>
                  </a:lnTo>
                  <a:lnTo>
                    <a:pt x="36146" y="27894"/>
                  </a:lnTo>
                  <a:lnTo>
                    <a:pt x="38354" y="27313"/>
                  </a:lnTo>
                  <a:lnTo>
                    <a:pt x="40562" y="26732"/>
                  </a:lnTo>
                  <a:lnTo>
                    <a:pt x="42887" y="25918"/>
                  </a:lnTo>
                  <a:lnTo>
                    <a:pt x="44165" y="25453"/>
                  </a:lnTo>
                  <a:lnTo>
                    <a:pt x="45443" y="24756"/>
                  </a:lnTo>
                  <a:lnTo>
                    <a:pt x="45908" y="24407"/>
                  </a:lnTo>
                  <a:lnTo>
                    <a:pt x="46489" y="23942"/>
                  </a:lnTo>
                  <a:lnTo>
                    <a:pt x="46838" y="23361"/>
                  </a:lnTo>
                  <a:lnTo>
                    <a:pt x="47187" y="22780"/>
                  </a:lnTo>
                  <a:lnTo>
                    <a:pt x="47419" y="22083"/>
                  </a:lnTo>
                  <a:lnTo>
                    <a:pt x="47535" y="21385"/>
                  </a:lnTo>
                  <a:lnTo>
                    <a:pt x="47535" y="20688"/>
                  </a:lnTo>
                  <a:lnTo>
                    <a:pt x="47535" y="19991"/>
                  </a:lnTo>
                  <a:lnTo>
                    <a:pt x="47419" y="19293"/>
                  </a:lnTo>
                  <a:lnTo>
                    <a:pt x="47187" y="18596"/>
                  </a:lnTo>
                  <a:lnTo>
                    <a:pt x="46838" y="18015"/>
                  </a:lnTo>
                  <a:lnTo>
                    <a:pt x="46489" y="17434"/>
                  </a:lnTo>
                  <a:lnTo>
                    <a:pt x="46025" y="16853"/>
                  </a:lnTo>
                  <a:lnTo>
                    <a:pt x="45443" y="16388"/>
                  </a:lnTo>
                  <a:lnTo>
                    <a:pt x="44281" y="15458"/>
                  </a:lnTo>
                  <a:lnTo>
                    <a:pt x="43235" y="14412"/>
                  </a:lnTo>
                  <a:lnTo>
                    <a:pt x="42770" y="13947"/>
                  </a:lnTo>
                  <a:lnTo>
                    <a:pt x="42305" y="13250"/>
                  </a:lnTo>
                  <a:lnTo>
                    <a:pt x="42073" y="12669"/>
                  </a:lnTo>
                  <a:lnTo>
                    <a:pt x="41841" y="11971"/>
                  </a:lnTo>
                  <a:lnTo>
                    <a:pt x="41608" y="11274"/>
                  </a:lnTo>
                  <a:lnTo>
                    <a:pt x="41376" y="10693"/>
                  </a:lnTo>
                  <a:lnTo>
                    <a:pt x="40795" y="9879"/>
                  </a:lnTo>
                  <a:lnTo>
                    <a:pt x="39981" y="9182"/>
                  </a:lnTo>
                  <a:lnTo>
                    <a:pt x="39167" y="8601"/>
                  </a:lnTo>
                  <a:lnTo>
                    <a:pt x="38238" y="8020"/>
                  </a:lnTo>
                  <a:lnTo>
                    <a:pt x="36378" y="7090"/>
                  </a:lnTo>
                  <a:lnTo>
                    <a:pt x="35448" y="6625"/>
                  </a:lnTo>
                  <a:lnTo>
                    <a:pt x="34635" y="5928"/>
                  </a:lnTo>
                  <a:lnTo>
                    <a:pt x="34054" y="5463"/>
                  </a:lnTo>
                  <a:lnTo>
                    <a:pt x="33589" y="4882"/>
                  </a:lnTo>
                  <a:lnTo>
                    <a:pt x="32659" y="3603"/>
                  </a:lnTo>
                  <a:lnTo>
                    <a:pt x="31729" y="2441"/>
                  </a:lnTo>
                  <a:lnTo>
                    <a:pt x="31264" y="1860"/>
                  </a:lnTo>
                  <a:lnTo>
                    <a:pt x="30683" y="1279"/>
                  </a:lnTo>
                  <a:lnTo>
                    <a:pt x="30102" y="930"/>
                  </a:lnTo>
                  <a:lnTo>
                    <a:pt x="29405" y="581"/>
                  </a:lnTo>
                  <a:lnTo>
                    <a:pt x="28707" y="349"/>
                  </a:lnTo>
                  <a:lnTo>
                    <a:pt x="28010" y="116"/>
                  </a:lnTo>
                  <a:lnTo>
                    <a:pt x="27197" y="0"/>
                  </a:lnTo>
                  <a:close/>
                </a:path>
              </a:pathLst>
            </a:custGeom>
            <a:solidFill>
              <a:srgbClr val="93BF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7"/>
            <p:cNvSpPr/>
            <p:nvPr/>
          </p:nvSpPr>
          <p:spPr>
            <a:xfrm>
              <a:off x="4709250" y="3707375"/>
              <a:ext cx="1188400" cy="735125"/>
            </a:xfrm>
            <a:custGeom>
              <a:rect b="b" l="l" r="r" t="t"/>
              <a:pathLst>
                <a:path extrusionOk="0" fill="none" h="29405" w="47536">
                  <a:moveTo>
                    <a:pt x="42887" y="25918"/>
                  </a:moveTo>
                  <a:lnTo>
                    <a:pt x="42887" y="25918"/>
                  </a:lnTo>
                  <a:lnTo>
                    <a:pt x="44165" y="25453"/>
                  </a:lnTo>
                  <a:lnTo>
                    <a:pt x="45443" y="24756"/>
                  </a:lnTo>
                  <a:lnTo>
                    <a:pt x="45908" y="24407"/>
                  </a:lnTo>
                  <a:lnTo>
                    <a:pt x="46489" y="23942"/>
                  </a:lnTo>
                  <a:lnTo>
                    <a:pt x="46838" y="23361"/>
                  </a:lnTo>
                  <a:lnTo>
                    <a:pt x="47187" y="22780"/>
                  </a:lnTo>
                  <a:lnTo>
                    <a:pt x="47187" y="22780"/>
                  </a:lnTo>
                  <a:lnTo>
                    <a:pt x="47419" y="22083"/>
                  </a:lnTo>
                  <a:lnTo>
                    <a:pt x="47535" y="21385"/>
                  </a:lnTo>
                  <a:lnTo>
                    <a:pt x="47535" y="20688"/>
                  </a:lnTo>
                  <a:lnTo>
                    <a:pt x="47535" y="19991"/>
                  </a:lnTo>
                  <a:lnTo>
                    <a:pt x="47419" y="19293"/>
                  </a:lnTo>
                  <a:lnTo>
                    <a:pt x="47187" y="18596"/>
                  </a:lnTo>
                  <a:lnTo>
                    <a:pt x="46838" y="18015"/>
                  </a:lnTo>
                  <a:lnTo>
                    <a:pt x="46489" y="17434"/>
                  </a:lnTo>
                  <a:lnTo>
                    <a:pt x="46489" y="17434"/>
                  </a:lnTo>
                  <a:lnTo>
                    <a:pt x="46025" y="16853"/>
                  </a:lnTo>
                  <a:lnTo>
                    <a:pt x="45443" y="16388"/>
                  </a:lnTo>
                  <a:lnTo>
                    <a:pt x="44281" y="15458"/>
                  </a:lnTo>
                  <a:lnTo>
                    <a:pt x="43235" y="14412"/>
                  </a:lnTo>
                  <a:lnTo>
                    <a:pt x="42770" y="13947"/>
                  </a:lnTo>
                  <a:lnTo>
                    <a:pt x="42305" y="13250"/>
                  </a:lnTo>
                  <a:lnTo>
                    <a:pt x="42305" y="13250"/>
                  </a:lnTo>
                  <a:lnTo>
                    <a:pt x="42073" y="12669"/>
                  </a:lnTo>
                  <a:lnTo>
                    <a:pt x="41841" y="11971"/>
                  </a:lnTo>
                  <a:lnTo>
                    <a:pt x="41608" y="11274"/>
                  </a:lnTo>
                  <a:lnTo>
                    <a:pt x="41376" y="10693"/>
                  </a:lnTo>
                  <a:lnTo>
                    <a:pt x="41376" y="10693"/>
                  </a:lnTo>
                  <a:lnTo>
                    <a:pt x="40795" y="9879"/>
                  </a:lnTo>
                  <a:lnTo>
                    <a:pt x="39981" y="9182"/>
                  </a:lnTo>
                  <a:lnTo>
                    <a:pt x="39167" y="8601"/>
                  </a:lnTo>
                  <a:lnTo>
                    <a:pt x="38238" y="8020"/>
                  </a:lnTo>
                  <a:lnTo>
                    <a:pt x="36378" y="7090"/>
                  </a:lnTo>
                  <a:lnTo>
                    <a:pt x="35448" y="6625"/>
                  </a:lnTo>
                  <a:lnTo>
                    <a:pt x="34635" y="5928"/>
                  </a:lnTo>
                  <a:lnTo>
                    <a:pt x="34635" y="5928"/>
                  </a:lnTo>
                  <a:lnTo>
                    <a:pt x="34054" y="5463"/>
                  </a:lnTo>
                  <a:lnTo>
                    <a:pt x="33589" y="4882"/>
                  </a:lnTo>
                  <a:lnTo>
                    <a:pt x="32659" y="3603"/>
                  </a:lnTo>
                  <a:lnTo>
                    <a:pt x="31729" y="2441"/>
                  </a:lnTo>
                  <a:lnTo>
                    <a:pt x="31264" y="1860"/>
                  </a:lnTo>
                  <a:lnTo>
                    <a:pt x="30683" y="1279"/>
                  </a:lnTo>
                  <a:lnTo>
                    <a:pt x="30683" y="1279"/>
                  </a:lnTo>
                  <a:lnTo>
                    <a:pt x="30102" y="930"/>
                  </a:lnTo>
                  <a:lnTo>
                    <a:pt x="29405" y="581"/>
                  </a:lnTo>
                  <a:lnTo>
                    <a:pt x="28707" y="349"/>
                  </a:lnTo>
                  <a:lnTo>
                    <a:pt x="28010" y="116"/>
                  </a:lnTo>
                  <a:lnTo>
                    <a:pt x="27197" y="0"/>
                  </a:lnTo>
                  <a:lnTo>
                    <a:pt x="26499" y="0"/>
                  </a:lnTo>
                  <a:lnTo>
                    <a:pt x="25686" y="0"/>
                  </a:lnTo>
                  <a:lnTo>
                    <a:pt x="24988" y="116"/>
                  </a:lnTo>
                  <a:lnTo>
                    <a:pt x="24988" y="116"/>
                  </a:lnTo>
                  <a:lnTo>
                    <a:pt x="23594" y="581"/>
                  </a:lnTo>
                  <a:lnTo>
                    <a:pt x="22199" y="1279"/>
                  </a:lnTo>
                  <a:lnTo>
                    <a:pt x="20920" y="2092"/>
                  </a:lnTo>
                  <a:lnTo>
                    <a:pt x="19758" y="3022"/>
                  </a:lnTo>
                  <a:lnTo>
                    <a:pt x="19758" y="3022"/>
                  </a:lnTo>
                  <a:lnTo>
                    <a:pt x="17666" y="5230"/>
                  </a:lnTo>
                  <a:lnTo>
                    <a:pt x="16620" y="6160"/>
                  </a:lnTo>
                  <a:lnTo>
                    <a:pt x="15923" y="6625"/>
                  </a:lnTo>
                  <a:lnTo>
                    <a:pt x="15342" y="6974"/>
                  </a:lnTo>
                  <a:lnTo>
                    <a:pt x="15342" y="6974"/>
                  </a:lnTo>
                  <a:lnTo>
                    <a:pt x="14063" y="7322"/>
                  </a:lnTo>
                  <a:lnTo>
                    <a:pt x="12901" y="7555"/>
                  </a:lnTo>
                  <a:lnTo>
                    <a:pt x="11623" y="7903"/>
                  </a:lnTo>
                  <a:lnTo>
                    <a:pt x="10460" y="8368"/>
                  </a:lnTo>
                  <a:lnTo>
                    <a:pt x="10460" y="8368"/>
                  </a:lnTo>
                  <a:lnTo>
                    <a:pt x="9647" y="8833"/>
                  </a:lnTo>
                  <a:lnTo>
                    <a:pt x="8950" y="9414"/>
                  </a:lnTo>
                  <a:lnTo>
                    <a:pt x="8368" y="10112"/>
                  </a:lnTo>
                  <a:lnTo>
                    <a:pt x="7787" y="10925"/>
                  </a:lnTo>
                  <a:lnTo>
                    <a:pt x="6625" y="12552"/>
                  </a:lnTo>
                  <a:lnTo>
                    <a:pt x="5463" y="14063"/>
                  </a:lnTo>
                  <a:lnTo>
                    <a:pt x="5463" y="14063"/>
                  </a:lnTo>
                  <a:lnTo>
                    <a:pt x="4417" y="15342"/>
                  </a:lnTo>
                  <a:lnTo>
                    <a:pt x="3138" y="16504"/>
                  </a:lnTo>
                  <a:lnTo>
                    <a:pt x="2092" y="17666"/>
                  </a:lnTo>
                  <a:lnTo>
                    <a:pt x="1046" y="18945"/>
                  </a:lnTo>
                  <a:lnTo>
                    <a:pt x="1046" y="18945"/>
                  </a:lnTo>
                  <a:lnTo>
                    <a:pt x="582" y="19758"/>
                  </a:lnTo>
                  <a:lnTo>
                    <a:pt x="233" y="20572"/>
                  </a:lnTo>
                  <a:lnTo>
                    <a:pt x="117" y="21385"/>
                  </a:lnTo>
                  <a:lnTo>
                    <a:pt x="0" y="22199"/>
                  </a:lnTo>
                  <a:lnTo>
                    <a:pt x="0" y="23012"/>
                  </a:lnTo>
                  <a:lnTo>
                    <a:pt x="233" y="23710"/>
                  </a:lnTo>
                  <a:lnTo>
                    <a:pt x="582" y="24523"/>
                  </a:lnTo>
                  <a:lnTo>
                    <a:pt x="1046" y="25104"/>
                  </a:lnTo>
                  <a:lnTo>
                    <a:pt x="1046" y="25104"/>
                  </a:lnTo>
                  <a:lnTo>
                    <a:pt x="1860" y="25453"/>
                  </a:lnTo>
                  <a:lnTo>
                    <a:pt x="4184" y="26383"/>
                  </a:lnTo>
                  <a:lnTo>
                    <a:pt x="5812" y="26964"/>
                  </a:lnTo>
                  <a:lnTo>
                    <a:pt x="7904" y="27545"/>
                  </a:lnTo>
                  <a:lnTo>
                    <a:pt x="10228" y="28126"/>
                  </a:lnTo>
                  <a:lnTo>
                    <a:pt x="12785" y="28591"/>
                  </a:lnTo>
                  <a:lnTo>
                    <a:pt x="15690" y="29056"/>
                  </a:lnTo>
                  <a:lnTo>
                    <a:pt x="18945" y="29288"/>
                  </a:lnTo>
                  <a:lnTo>
                    <a:pt x="22315" y="29405"/>
                  </a:lnTo>
                  <a:lnTo>
                    <a:pt x="26034" y="29288"/>
                  </a:lnTo>
                  <a:lnTo>
                    <a:pt x="29986" y="28940"/>
                  </a:lnTo>
                  <a:lnTo>
                    <a:pt x="31962" y="28707"/>
                  </a:lnTo>
                  <a:lnTo>
                    <a:pt x="34054" y="28242"/>
                  </a:lnTo>
                  <a:lnTo>
                    <a:pt x="36146" y="27894"/>
                  </a:lnTo>
                  <a:lnTo>
                    <a:pt x="38354" y="27313"/>
                  </a:lnTo>
                  <a:lnTo>
                    <a:pt x="40562" y="26732"/>
                  </a:lnTo>
                  <a:lnTo>
                    <a:pt x="42887" y="2591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7"/>
            <p:cNvSpPr/>
            <p:nvPr/>
          </p:nvSpPr>
          <p:spPr>
            <a:xfrm>
              <a:off x="5575100" y="38555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08F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7"/>
            <p:cNvSpPr/>
            <p:nvPr/>
          </p:nvSpPr>
          <p:spPr>
            <a:xfrm>
              <a:off x="5575100" y="38555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7"/>
            <p:cNvSpPr/>
            <p:nvPr/>
          </p:nvSpPr>
          <p:spPr>
            <a:xfrm>
              <a:off x="5575100" y="38555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7"/>
            <p:cNvSpPr/>
            <p:nvPr/>
          </p:nvSpPr>
          <p:spPr>
            <a:xfrm>
              <a:off x="4712150" y="3756775"/>
              <a:ext cx="1185500" cy="685725"/>
            </a:xfrm>
            <a:custGeom>
              <a:rect b="b" l="l" r="r" t="t"/>
              <a:pathLst>
                <a:path extrusionOk="0" h="27429" w="47420">
                  <a:moveTo>
                    <a:pt x="31265" y="0"/>
                  </a:moveTo>
                  <a:lnTo>
                    <a:pt x="31032" y="697"/>
                  </a:lnTo>
                  <a:lnTo>
                    <a:pt x="30916" y="1395"/>
                  </a:lnTo>
                  <a:lnTo>
                    <a:pt x="30916" y="2208"/>
                  </a:lnTo>
                  <a:lnTo>
                    <a:pt x="30916" y="2906"/>
                  </a:lnTo>
                  <a:lnTo>
                    <a:pt x="31265" y="4416"/>
                  </a:lnTo>
                  <a:lnTo>
                    <a:pt x="31613" y="5927"/>
                  </a:lnTo>
                  <a:lnTo>
                    <a:pt x="31962" y="7438"/>
                  </a:lnTo>
                  <a:lnTo>
                    <a:pt x="32078" y="8949"/>
                  </a:lnTo>
                  <a:lnTo>
                    <a:pt x="32194" y="9763"/>
                  </a:lnTo>
                  <a:lnTo>
                    <a:pt x="32078" y="10460"/>
                  </a:lnTo>
                  <a:lnTo>
                    <a:pt x="31846" y="11274"/>
                  </a:lnTo>
                  <a:lnTo>
                    <a:pt x="31613" y="11971"/>
                  </a:lnTo>
                  <a:lnTo>
                    <a:pt x="31265" y="12668"/>
                  </a:lnTo>
                  <a:lnTo>
                    <a:pt x="30800" y="13249"/>
                  </a:lnTo>
                  <a:lnTo>
                    <a:pt x="29870" y="14295"/>
                  </a:lnTo>
                  <a:lnTo>
                    <a:pt x="28824" y="15341"/>
                  </a:lnTo>
                  <a:lnTo>
                    <a:pt x="27662" y="16271"/>
                  </a:lnTo>
                  <a:lnTo>
                    <a:pt x="24872" y="18479"/>
                  </a:lnTo>
                  <a:lnTo>
                    <a:pt x="23478" y="19525"/>
                  </a:lnTo>
                  <a:lnTo>
                    <a:pt x="21967" y="20455"/>
                  </a:lnTo>
                  <a:lnTo>
                    <a:pt x="20223" y="21269"/>
                  </a:lnTo>
                  <a:lnTo>
                    <a:pt x="18364" y="21850"/>
                  </a:lnTo>
                  <a:lnTo>
                    <a:pt x="16504" y="22315"/>
                  </a:lnTo>
                  <a:lnTo>
                    <a:pt x="14528" y="22663"/>
                  </a:lnTo>
                  <a:lnTo>
                    <a:pt x="12553" y="22896"/>
                  </a:lnTo>
                  <a:lnTo>
                    <a:pt x="10693" y="23012"/>
                  </a:lnTo>
                  <a:lnTo>
                    <a:pt x="6742" y="23245"/>
                  </a:lnTo>
                  <a:lnTo>
                    <a:pt x="5812" y="23361"/>
                  </a:lnTo>
                  <a:lnTo>
                    <a:pt x="4301" y="23245"/>
                  </a:lnTo>
                  <a:lnTo>
                    <a:pt x="2790" y="22896"/>
                  </a:lnTo>
                  <a:lnTo>
                    <a:pt x="1279" y="22315"/>
                  </a:lnTo>
                  <a:lnTo>
                    <a:pt x="1" y="21501"/>
                  </a:lnTo>
                  <a:lnTo>
                    <a:pt x="349" y="22431"/>
                  </a:lnTo>
                  <a:lnTo>
                    <a:pt x="582" y="22780"/>
                  </a:lnTo>
                  <a:lnTo>
                    <a:pt x="930" y="23128"/>
                  </a:lnTo>
                  <a:lnTo>
                    <a:pt x="2441" y="23826"/>
                  </a:lnTo>
                  <a:lnTo>
                    <a:pt x="4301" y="24523"/>
                  </a:lnTo>
                  <a:lnTo>
                    <a:pt x="6742" y="25220"/>
                  </a:lnTo>
                  <a:lnTo>
                    <a:pt x="9763" y="26034"/>
                  </a:lnTo>
                  <a:lnTo>
                    <a:pt x="13482" y="26731"/>
                  </a:lnTo>
                  <a:lnTo>
                    <a:pt x="15458" y="27080"/>
                  </a:lnTo>
                  <a:lnTo>
                    <a:pt x="17666" y="27196"/>
                  </a:lnTo>
                  <a:lnTo>
                    <a:pt x="19875" y="27429"/>
                  </a:lnTo>
                  <a:lnTo>
                    <a:pt x="24524" y="27429"/>
                  </a:lnTo>
                  <a:lnTo>
                    <a:pt x="26964" y="27312"/>
                  </a:lnTo>
                  <a:lnTo>
                    <a:pt x="29405" y="26964"/>
                  </a:lnTo>
                  <a:lnTo>
                    <a:pt x="31846" y="26615"/>
                  </a:lnTo>
                  <a:lnTo>
                    <a:pt x="34519" y="26150"/>
                  </a:lnTo>
                  <a:lnTo>
                    <a:pt x="37192" y="25569"/>
                  </a:lnTo>
                  <a:lnTo>
                    <a:pt x="39865" y="24872"/>
                  </a:lnTo>
                  <a:lnTo>
                    <a:pt x="42771" y="23942"/>
                  </a:lnTo>
                  <a:lnTo>
                    <a:pt x="44049" y="23477"/>
                  </a:lnTo>
                  <a:lnTo>
                    <a:pt x="45327" y="22780"/>
                  </a:lnTo>
                  <a:lnTo>
                    <a:pt x="45792" y="22431"/>
                  </a:lnTo>
                  <a:lnTo>
                    <a:pt x="46373" y="21966"/>
                  </a:lnTo>
                  <a:lnTo>
                    <a:pt x="46722" y="21385"/>
                  </a:lnTo>
                  <a:lnTo>
                    <a:pt x="47071" y="20804"/>
                  </a:lnTo>
                  <a:lnTo>
                    <a:pt x="47419" y="19758"/>
                  </a:lnTo>
                  <a:lnTo>
                    <a:pt x="47419" y="18712"/>
                  </a:lnTo>
                  <a:lnTo>
                    <a:pt x="47419" y="17898"/>
                  </a:lnTo>
                  <a:lnTo>
                    <a:pt x="47187" y="16969"/>
                  </a:lnTo>
                  <a:lnTo>
                    <a:pt x="46838" y="16155"/>
                  </a:lnTo>
                  <a:lnTo>
                    <a:pt x="46373" y="15458"/>
                  </a:lnTo>
                  <a:lnTo>
                    <a:pt x="45909" y="14877"/>
                  </a:lnTo>
                  <a:lnTo>
                    <a:pt x="45327" y="14412"/>
                  </a:lnTo>
                  <a:lnTo>
                    <a:pt x="44165" y="13482"/>
                  </a:lnTo>
                  <a:lnTo>
                    <a:pt x="43119" y="12436"/>
                  </a:lnTo>
                  <a:lnTo>
                    <a:pt x="42654" y="11971"/>
                  </a:lnTo>
                  <a:lnTo>
                    <a:pt x="42189" y="11274"/>
                  </a:lnTo>
                  <a:lnTo>
                    <a:pt x="41957" y="10693"/>
                  </a:lnTo>
                  <a:lnTo>
                    <a:pt x="41725" y="9995"/>
                  </a:lnTo>
                  <a:lnTo>
                    <a:pt x="41492" y="9298"/>
                  </a:lnTo>
                  <a:lnTo>
                    <a:pt x="41260" y="8717"/>
                  </a:lnTo>
                  <a:lnTo>
                    <a:pt x="40679" y="7903"/>
                  </a:lnTo>
                  <a:lnTo>
                    <a:pt x="39865" y="7206"/>
                  </a:lnTo>
                  <a:lnTo>
                    <a:pt x="39051" y="6625"/>
                  </a:lnTo>
                  <a:lnTo>
                    <a:pt x="38122" y="6044"/>
                  </a:lnTo>
                  <a:lnTo>
                    <a:pt x="36262" y="5114"/>
                  </a:lnTo>
                  <a:lnTo>
                    <a:pt x="35332" y="4649"/>
                  </a:lnTo>
                  <a:lnTo>
                    <a:pt x="34519" y="3952"/>
                  </a:lnTo>
                  <a:lnTo>
                    <a:pt x="33589" y="3022"/>
                  </a:lnTo>
                  <a:lnTo>
                    <a:pt x="32775" y="1976"/>
                  </a:lnTo>
                  <a:lnTo>
                    <a:pt x="32078" y="1046"/>
                  </a:lnTo>
                  <a:lnTo>
                    <a:pt x="31265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7"/>
            <p:cNvSpPr/>
            <p:nvPr/>
          </p:nvSpPr>
          <p:spPr>
            <a:xfrm>
              <a:off x="4712150" y="3756775"/>
              <a:ext cx="1185500" cy="685725"/>
            </a:xfrm>
            <a:custGeom>
              <a:rect b="b" l="l" r="r" t="t"/>
              <a:pathLst>
                <a:path extrusionOk="0" fill="none" h="27429" w="47420">
                  <a:moveTo>
                    <a:pt x="31265" y="0"/>
                  </a:moveTo>
                  <a:lnTo>
                    <a:pt x="31265" y="0"/>
                  </a:lnTo>
                  <a:lnTo>
                    <a:pt x="31032" y="697"/>
                  </a:lnTo>
                  <a:lnTo>
                    <a:pt x="30916" y="1395"/>
                  </a:lnTo>
                  <a:lnTo>
                    <a:pt x="30916" y="2208"/>
                  </a:lnTo>
                  <a:lnTo>
                    <a:pt x="30916" y="2906"/>
                  </a:lnTo>
                  <a:lnTo>
                    <a:pt x="31265" y="4416"/>
                  </a:lnTo>
                  <a:lnTo>
                    <a:pt x="31613" y="5927"/>
                  </a:lnTo>
                  <a:lnTo>
                    <a:pt x="31962" y="7438"/>
                  </a:lnTo>
                  <a:lnTo>
                    <a:pt x="32078" y="8949"/>
                  </a:lnTo>
                  <a:lnTo>
                    <a:pt x="32194" y="9763"/>
                  </a:lnTo>
                  <a:lnTo>
                    <a:pt x="32078" y="10460"/>
                  </a:lnTo>
                  <a:lnTo>
                    <a:pt x="31846" y="11274"/>
                  </a:lnTo>
                  <a:lnTo>
                    <a:pt x="31613" y="11971"/>
                  </a:lnTo>
                  <a:lnTo>
                    <a:pt x="31613" y="11971"/>
                  </a:lnTo>
                  <a:lnTo>
                    <a:pt x="31265" y="12668"/>
                  </a:lnTo>
                  <a:lnTo>
                    <a:pt x="30800" y="13249"/>
                  </a:lnTo>
                  <a:lnTo>
                    <a:pt x="29870" y="14295"/>
                  </a:lnTo>
                  <a:lnTo>
                    <a:pt x="28824" y="15341"/>
                  </a:lnTo>
                  <a:lnTo>
                    <a:pt x="27662" y="16271"/>
                  </a:lnTo>
                  <a:lnTo>
                    <a:pt x="27662" y="16271"/>
                  </a:lnTo>
                  <a:lnTo>
                    <a:pt x="24872" y="18479"/>
                  </a:lnTo>
                  <a:lnTo>
                    <a:pt x="23478" y="19525"/>
                  </a:lnTo>
                  <a:lnTo>
                    <a:pt x="21967" y="20455"/>
                  </a:lnTo>
                  <a:lnTo>
                    <a:pt x="21967" y="20455"/>
                  </a:lnTo>
                  <a:lnTo>
                    <a:pt x="20223" y="21269"/>
                  </a:lnTo>
                  <a:lnTo>
                    <a:pt x="18364" y="21850"/>
                  </a:lnTo>
                  <a:lnTo>
                    <a:pt x="16504" y="22315"/>
                  </a:lnTo>
                  <a:lnTo>
                    <a:pt x="14528" y="22663"/>
                  </a:lnTo>
                  <a:lnTo>
                    <a:pt x="12553" y="22896"/>
                  </a:lnTo>
                  <a:lnTo>
                    <a:pt x="10693" y="23012"/>
                  </a:lnTo>
                  <a:lnTo>
                    <a:pt x="6742" y="23245"/>
                  </a:lnTo>
                  <a:lnTo>
                    <a:pt x="6742" y="23245"/>
                  </a:lnTo>
                  <a:lnTo>
                    <a:pt x="5812" y="23361"/>
                  </a:lnTo>
                  <a:lnTo>
                    <a:pt x="5812" y="23361"/>
                  </a:lnTo>
                  <a:lnTo>
                    <a:pt x="4301" y="23245"/>
                  </a:lnTo>
                  <a:lnTo>
                    <a:pt x="2790" y="22896"/>
                  </a:lnTo>
                  <a:lnTo>
                    <a:pt x="1279" y="22315"/>
                  </a:lnTo>
                  <a:lnTo>
                    <a:pt x="1" y="21501"/>
                  </a:lnTo>
                  <a:lnTo>
                    <a:pt x="1" y="21501"/>
                  </a:lnTo>
                  <a:lnTo>
                    <a:pt x="349" y="22431"/>
                  </a:lnTo>
                  <a:lnTo>
                    <a:pt x="582" y="22780"/>
                  </a:lnTo>
                  <a:lnTo>
                    <a:pt x="930" y="23128"/>
                  </a:lnTo>
                  <a:lnTo>
                    <a:pt x="930" y="23128"/>
                  </a:lnTo>
                  <a:lnTo>
                    <a:pt x="2441" y="23826"/>
                  </a:lnTo>
                  <a:lnTo>
                    <a:pt x="4301" y="24523"/>
                  </a:lnTo>
                  <a:lnTo>
                    <a:pt x="6742" y="25220"/>
                  </a:lnTo>
                  <a:lnTo>
                    <a:pt x="9763" y="26034"/>
                  </a:lnTo>
                  <a:lnTo>
                    <a:pt x="13482" y="26731"/>
                  </a:lnTo>
                  <a:lnTo>
                    <a:pt x="15458" y="27080"/>
                  </a:lnTo>
                  <a:lnTo>
                    <a:pt x="17666" y="27196"/>
                  </a:lnTo>
                  <a:lnTo>
                    <a:pt x="19875" y="27429"/>
                  </a:lnTo>
                  <a:lnTo>
                    <a:pt x="22315" y="27429"/>
                  </a:lnTo>
                  <a:lnTo>
                    <a:pt x="22315" y="27429"/>
                  </a:lnTo>
                  <a:lnTo>
                    <a:pt x="24524" y="27429"/>
                  </a:lnTo>
                  <a:lnTo>
                    <a:pt x="26964" y="27312"/>
                  </a:lnTo>
                  <a:lnTo>
                    <a:pt x="29405" y="26964"/>
                  </a:lnTo>
                  <a:lnTo>
                    <a:pt x="31846" y="26615"/>
                  </a:lnTo>
                  <a:lnTo>
                    <a:pt x="34519" y="26150"/>
                  </a:lnTo>
                  <a:lnTo>
                    <a:pt x="37192" y="25569"/>
                  </a:lnTo>
                  <a:lnTo>
                    <a:pt x="39865" y="24872"/>
                  </a:lnTo>
                  <a:lnTo>
                    <a:pt x="42771" y="23942"/>
                  </a:lnTo>
                  <a:lnTo>
                    <a:pt x="42771" y="23942"/>
                  </a:lnTo>
                  <a:lnTo>
                    <a:pt x="44049" y="23477"/>
                  </a:lnTo>
                  <a:lnTo>
                    <a:pt x="45327" y="22780"/>
                  </a:lnTo>
                  <a:lnTo>
                    <a:pt x="45792" y="22431"/>
                  </a:lnTo>
                  <a:lnTo>
                    <a:pt x="46373" y="21966"/>
                  </a:lnTo>
                  <a:lnTo>
                    <a:pt x="46722" y="21385"/>
                  </a:lnTo>
                  <a:lnTo>
                    <a:pt x="47071" y="20804"/>
                  </a:lnTo>
                  <a:lnTo>
                    <a:pt x="47071" y="20804"/>
                  </a:lnTo>
                  <a:lnTo>
                    <a:pt x="47419" y="19758"/>
                  </a:lnTo>
                  <a:lnTo>
                    <a:pt x="47419" y="18712"/>
                  </a:lnTo>
                  <a:lnTo>
                    <a:pt x="47419" y="18712"/>
                  </a:lnTo>
                  <a:lnTo>
                    <a:pt x="47419" y="17898"/>
                  </a:lnTo>
                  <a:lnTo>
                    <a:pt x="47187" y="16969"/>
                  </a:lnTo>
                  <a:lnTo>
                    <a:pt x="46838" y="16155"/>
                  </a:lnTo>
                  <a:lnTo>
                    <a:pt x="46373" y="15458"/>
                  </a:lnTo>
                  <a:lnTo>
                    <a:pt x="46373" y="15458"/>
                  </a:lnTo>
                  <a:lnTo>
                    <a:pt x="45909" y="14877"/>
                  </a:lnTo>
                  <a:lnTo>
                    <a:pt x="45327" y="14412"/>
                  </a:lnTo>
                  <a:lnTo>
                    <a:pt x="44165" y="13482"/>
                  </a:lnTo>
                  <a:lnTo>
                    <a:pt x="43119" y="12436"/>
                  </a:lnTo>
                  <a:lnTo>
                    <a:pt x="42654" y="11971"/>
                  </a:lnTo>
                  <a:lnTo>
                    <a:pt x="42189" y="11274"/>
                  </a:lnTo>
                  <a:lnTo>
                    <a:pt x="42189" y="11274"/>
                  </a:lnTo>
                  <a:lnTo>
                    <a:pt x="41957" y="10693"/>
                  </a:lnTo>
                  <a:lnTo>
                    <a:pt x="41725" y="9995"/>
                  </a:lnTo>
                  <a:lnTo>
                    <a:pt x="41492" y="9298"/>
                  </a:lnTo>
                  <a:lnTo>
                    <a:pt x="41260" y="8717"/>
                  </a:lnTo>
                  <a:lnTo>
                    <a:pt x="41260" y="8717"/>
                  </a:lnTo>
                  <a:lnTo>
                    <a:pt x="40679" y="7903"/>
                  </a:lnTo>
                  <a:lnTo>
                    <a:pt x="39865" y="7206"/>
                  </a:lnTo>
                  <a:lnTo>
                    <a:pt x="39051" y="6625"/>
                  </a:lnTo>
                  <a:lnTo>
                    <a:pt x="38122" y="6044"/>
                  </a:lnTo>
                  <a:lnTo>
                    <a:pt x="36262" y="5114"/>
                  </a:lnTo>
                  <a:lnTo>
                    <a:pt x="35332" y="4649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3589" y="3022"/>
                  </a:lnTo>
                  <a:lnTo>
                    <a:pt x="32775" y="1976"/>
                  </a:lnTo>
                  <a:lnTo>
                    <a:pt x="32078" y="1046"/>
                  </a:lnTo>
                  <a:lnTo>
                    <a:pt x="312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7"/>
            <p:cNvSpPr/>
            <p:nvPr/>
          </p:nvSpPr>
          <p:spPr>
            <a:xfrm>
              <a:off x="4901025" y="4175175"/>
              <a:ext cx="40700" cy="40700"/>
            </a:xfrm>
            <a:custGeom>
              <a:rect b="b" l="l" r="r" t="t"/>
              <a:pathLst>
                <a:path extrusionOk="0" h="1628" w="1628">
                  <a:moveTo>
                    <a:pt x="581" y="0"/>
                  </a:moveTo>
                  <a:lnTo>
                    <a:pt x="349" y="116"/>
                  </a:lnTo>
                  <a:lnTo>
                    <a:pt x="116" y="465"/>
                  </a:lnTo>
                  <a:lnTo>
                    <a:pt x="0" y="697"/>
                  </a:lnTo>
                  <a:lnTo>
                    <a:pt x="0" y="1046"/>
                  </a:lnTo>
                  <a:lnTo>
                    <a:pt x="116" y="1279"/>
                  </a:lnTo>
                  <a:lnTo>
                    <a:pt x="349" y="1627"/>
                  </a:lnTo>
                  <a:lnTo>
                    <a:pt x="1046" y="1627"/>
                  </a:lnTo>
                  <a:lnTo>
                    <a:pt x="1279" y="1511"/>
                  </a:lnTo>
                  <a:lnTo>
                    <a:pt x="1511" y="1162"/>
                  </a:lnTo>
                  <a:lnTo>
                    <a:pt x="1627" y="930"/>
                  </a:lnTo>
                  <a:lnTo>
                    <a:pt x="1627" y="581"/>
                  </a:lnTo>
                  <a:lnTo>
                    <a:pt x="1511" y="349"/>
                  </a:lnTo>
                  <a:lnTo>
                    <a:pt x="1279" y="116"/>
                  </a:lnTo>
                  <a:lnTo>
                    <a:pt x="930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7"/>
            <p:cNvSpPr/>
            <p:nvPr/>
          </p:nvSpPr>
          <p:spPr>
            <a:xfrm>
              <a:off x="4901025" y="4175175"/>
              <a:ext cx="40700" cy="40700"/>
            </a:xfrm>
            <a:custGeom>
              <a:rect b="b" l="l" r="r" t="t"/>
              <a:pathLst>
                <a:path extrusionOk="0" fill="none" h="1628" w="1628">
                  <a:moveTo>
                    <a:pt x="930" y="0"/>
                  </a:moveTo>
                  <a:lnTo>
                    <a:pt x="930" y="0"/>
                  </a:lnTo>
                  <a:lnTo>
                    <a:pt x="581" y="0"/>
                  </a:lnTo>
                  <a:lnTo>
                    <a:pt x="349" y="116"/>
                  </a:lnTo>
                  <a:lnTo>
                    <a:pt x="349" y="116"/>
                  </a:lnTo>
                  <a:lnTo>
                    <a:pt x="116" y="465"/>
                  </a:lnTo>
                  <a:lnTo>
                    <a:pt x="0" y="697"/>
                  </a:lnTo>
                  <a:lnTo>
                    <a:pt x="0" y="1046"/>
                  </a:lnTo>
                  <a:lnTo>
                    <a:pt x="116" y="1279"/>
                  </a:lnTo>
                  <a:lnTo>
                    <a:pt x="116" y="1279"/>
                  </a:lnTo>
                  <a:lnTo>
                    <a:pt x="349" y="1627"/>
                  </a:lnTo>
                  <a:lnTo>
                    <a:pt x="814" y="1627"/>
                  </a:lnTo>
                  <a:lnTo>
                    <a:pt x="814" y="1627"/>
                  </a:lnTo>
                  <a:lnTo>
                    <a:pt x="1046" y="1627"/>
                  </a:lnTo>
                  <a:lnTo>
                    <a:pt x="1279" y="1511"/>
                  </a:lnTo>
                  <a:lnTo>
                    <a:pt x="1279" y="1511"/>
                  </a:lnTo>
                  <a:lnTo>
                    <a:pt x="1511" y="1162"/>
                  </a:lnTo>
                  <a:lnTo>
                    <a:pt x="1627" y="930"/>
                  </a:lnTo>
                  <a:lnTo>
                    <a:pt x="1627" y="581"/>
                  </a:lnTo>
                  <a:lnTo>
                    <a:pt x="1511" y="349"/>
                  </a:lnTo>
                  <a:lnTo>
                    <a:pt x="1511" y="349"/>
                  </a:lnTo>
                  <a:lnTo>
                    <a:pt x="1279" y="116"/>
                  </a:lnTo>
                  <a:lnTo>
                    <a:pt x="93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7"/>
            <p:cNvSpPr/>
            <p:nvPr/>
          </p:nvSpPr>
          <p:spPr>
            <a:xfrm>
              <a:off x="5008525" y="4032800"/>
              <a:ext cx="75575" cy="75550"/>
            </a:xfrm>
            <a:custGeom>
              <a:rect b="b" l="l" r="r" t="t"/>
              <a:pathLst>
                <a:path extrusionOk="0" h="3022" w="3023">
                  <a:moveTo>
                    <a:pt x="1627" y="0"/>
                  </a:moveTo>
                  <a:lnTo>
                    <a:pt x="1046" y="116"/>
                  </a:lnTo>
                  <a:lnTo>
                    <a:pt x="581" y="349"/>
                  </a:lnTo>
                  <a:lnTo>
                    <a:pt x="233" y="814"/>
                  </a:lnTo>
                  <a:lnTo>
                    <a:pt x="0" y="1279"/>
                  </a:lnTo>
                  <a:lnTo>
                    <a:pt x="0" y="1860"/>
                  </a:lnTo>
                  <a:lnTo>
                    <a:pt x="233" y="2441"/>
                  </a:lnTo>
                  <a:lnTo>
                    <a:pt x="465" y="2673"/>
                  </a:lnTo>
                  <a:lnTo>
                    <a:pt x="698" y="2906"/>
                  </a:lnTo>
                  <a:lnTo>
                    <a:pt x="1046" y="2906"/>
                  </a:lnTo>
                  <a:lnTo>
                    <a:pt x="1395" y="3022"/>
                  </a:lnTo>
                  <a:lnTo>
                    <a:pt x="1860" y="2906"/>
                  </a:lnTo>
                  <a:lnTo>
                    <a:pt x="2325" y="2673"/>
                  </a:lnTo>
                  <a:lnTo>
                    <a:pt x="2790" y="2208"/>
                  </a:lnTo>
                  <a:lnTo>
                    <a:pt x="3022" y="1627"/>
                  </a:lnTo>
                  <a:lnTo>
                    <a:pt x="3022" y="1046"/>
                  </a:lnTo>
                  <a:lnTo>
                    <a:pt x="2790" y="581"/>
                  </a:lnTo>
                  <a:lnTo>
                    <a:pt x="2557" y="349"/>
                  </a:lnTo>
                  <a:lnTo>
                    <a:pt x="2209" y="116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7"/>
            <p:cNvSpPr/>
            <p:nvPr/>
          </p:nvSpPr>
          <p:spPr>
            <a:xfrm>
              <a:off x="5008525" y="4032800"/>
              <a:ext cx="75575" cy="75550"/>
            </a:xfrm>
            <a:custGeom>
              <a:rect b="b" l="l" r="r" t="t"/>
              <a:pathLst>
                <a:path extrusionOk="0" fill="none" h="3022" w="3023">
                  <a:moveTo>
                    <a:pt x="1627" y="0"/>
                  </a:moveTo>
                  <a:lnTo>
                    <a:pt x="1627" y="0"/>
                  </a:lnTo>
                  <a:lnTo>
                    <a:pt x="1046" y="116"/>
                  </a:lnTo>
                  <a:lnTo>
                    <a:pt x="581" y="349"/>
                  </a:lnTo>
                  <a:lnTo>
                    <a:pt x="581" y="349"/>
                  </a:lnTo>
                  <a:lnTo>
                    <a:pt x="233" y="814"/>
                  </a:lnTo>
                  <a:lnTo>
                    <a:pt x="0" y="1279"/>
                  </a:lnTo>
                  <a:lnTo>
                    <a:pt x="0" y="1860"/>
                  </a:lnTo>
                  <a:lnTo>
                    <a:pt x="233" y="2441"/>
                  </a:lnTo>
                  <a:lnTo>
                    <a:pt x="233" y="2441"/>
                  </a:lnTo>
                  <a:lnTo>
                    <a:pt x="465" y="2673"/>
                  </a:lnTo>
                  <a:lnTo>
                    <a:pt x="698" y="2906"/>
                  </a:lnTo>
                  <a:lnTo>
                    <a:pt x="1046" y="2906"/>
                  </a:lnTo>
                  <a:lnTo>
                    <a:pt x="1395" y="3022"/>
                  </a:lnTo>
                  <a:lnTo>
                    <a:pt x="1395" y="3022"/>
                  </a:lnTo>
                  <a:lnTo>
                    <a:pt x="1860" y="2906"/>
                  </a:lnTo>
                  <a:lnTo>
                    <a:pt x="2325" y="2673"/>
                  </a:lnTo>
                  <a:lnTo>
                    <a:pt x="2325" y="2673"/>
                  </a:lnTo>
                  <a:lnTo>
                    <a:pt x="2790" y="2208"/>
                  </a:lnTo>
                  <a:lnTo>
                    <a:pt x="3022" y="1627"/>
                  </a:lnTo>
                  <a:lnTo>
                    <a:pt x="3022" y="1046"/>
                  </a:lnTo>
                  <a:lnTo>
                    <a:pt x="2790" y="581"/>
                  </a:lnTo>
                  <a:lnTo>
                    <a:pt x="2790" y="581"/>
                  </a:lnTo>
                  <a:lnTo>
                    <a:pt x="2557" y="349"/>
                  </a:lnTo>
                  <a:lnTo>
                    <a:pt x="2209" y="116"/>
                  </a:lnTo>
                  <a:lnTo>
                    <a:pt x="1976" y="0"/>
                  </a:lnTo>
                  <a:lnTo>
                    <a:pt x="162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7"/>
            <p:cNvSpPr/>
            <p:nvPr/>
          </p:nvSpPr>
          <p:spPr>
            <a:xfrm>
              <a:off x="5017250" y="4151925"/>
              <a:ext cx="26175" cy="29075"/>
            </a:xfrm>
            <a:custGeom>
              <a:rect b="b" l="l" r="r" t="t"/>
              <a:pathLst>
                <a:path extrusionOk="0" h="1163" w="1047">
                  <a:moveTo>
                    <a:pt x="581" y="0"/>
                  </a:moveTo>
                  <a:lnTo>
                    <a:pt x="232" y="117"/>
                  </a:lnTo>
                  <a:lnTo>
                    <a:pt x="116" y="349"/>
                  </a:lnTo>
                  <a:lnTo>
                    <a:pt x="0" y="465"/>
                  </a:lnTo>
                  <a:lnTo>
                    <a:pt x="0" y="698"/>
                  </a:lnTo>
                  <a:lnTo>
                    <a:pt x="116" y="930"/>
                  </a:lnTo>
                  <a:lnTo>
                    <a:pt x="232" y="1046"/>
                  </a:lnTo>
                  <a:lnTo>
                    <a:pt x="465" y="1163"/>
                  </a:lnTo>
                  <a:lnTo>
                    <a:pt x="814" y="1046"/>
                  </a:lnTo>
                  <a:lnTo>
                    <a:pt x="1046" y="814"/>
                  </a:lnTo>
                  <a:lnTo>
                    <a:pt x="1046" y="581"/>
                  </a:lnTo>
                  <a:lnTo>
                    <a:pt x="1046" y="465"/>
                  </a:lnTo>
                  <a:lnTo>
                    <a:pt x="1046" y="233"/>
                  </a:lnTo>
                  <a:lnTo>
                    <a:pt x="814" y="117"/>
                  </a:lnTo>
                  <a:lnTo>
                    <a:pt x="581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7"/>
            <p:cNvSpPr/>
            <p:nvPr/>
          </p:nvSpPr>
          <p:spPr>
            <a:xfrm>
              <a:off x="5017250" y="4151925"/>
              <a:ext cx="26175" cy="29075"/>
            </a:xfrm>
            <a:custGeom>
              <a:rect b="b" l="l" r="r" t="t"/>
              <a:pathLst>
                <a:path extrusionOk="0" fill="none" h="1163" w="1047">
                  <a:moveTo>
                    <a:pt x="581" y="0"/>
                  </a:moveTo>
                  <a:lnTo>
                    <a:pt x="581" y="0"/>
                  </a:lnTo>
                  <a:lnTo>
                    <a:pt x="232" y="117"/>
                  </a:lnTo>
                  <a:lnTo>
                    <a:pt x="232" y="117"/>
                  </a:lnTo>
                  <a:lnTo>
                    <a:pt x="116" y="349"/>
                  </a:lnTo>
                  <a:lnTo>
                    <a:pt x="0" y="465"/>
                  </a:lnTo>
                  <a:lnTo>
                    <a:pt x="0" y="698"/>
                  </a:lnTo>
                  <a:lnTo>
                    <a:pt x="116" y="930"/>
                  </a:lnTo>
                  <a:lnTo>
                    <a:pt x="116" y="930"/>
                  </a:lnTo>
                  <a:lnTo>
                    <a:pt x="232" y="1046"/>
                  </a:lnTo>
                  <a:lnTo>
                    <a:pt x="465" y="1163"/>
                  </a:lnTo>
                  <a:lnTo>
                    <a:pt x="465" y="1163"/>
                  </a:lnTo>
                  <a:lnTo>
                    <a:pt x="814" y="1046"/>
                  </a:lnTo>
                  <a:lnTo>
                    <a:pt x="814" y="1046"/>
                  </a:lnTo>
                  <a:lnTo>
                    <a:pt x="1046" y="814"/>
                  </a:lnTo>
                  <a:lnTo>
                    <a:pt x="1046" y="581"/>
                  </a:lnTo>
                  <a:lnTo>
                    <a:pt x="1046" y="465"/>
                  </a:lnTo>
                  <a:lnTo>
                    <a:pt x="1046" y="233"/>
                  </a:lnTo>
                  <a:lnTo>
                    <a:pt x="1046" y="233"/>
                  </a:lnTo>
                  <a:lnTo>
                    <a:pt x="814" y="117"/>
                  </a:lnTo>
                  <a:lnTo>
                    <a:pt x="58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7"/>
            <p:cNvSpPr/>
            <p:nvPr/>
          </p:nvSpPr>
          <p:spPr>
            <a:xfrm>
              <a:off x="5185750" y="3965975"/>
              <a:ext cx="40725" cy="40700"/>
            </a:xfrm>
            <a:custGeom>
              <a:rect b="b" l="l" r="r" t="t"/>
              <a:pathLst>
                <a:path extrusionOk="0" h="1628" w="1629">
                  <a:moveTo>
                    <a:pt x="582" y="0"/>
                  </a:moveTo>
                  <a:lnTo>
                    <a:pt x="350" y="116"/>
                  </a:lnTo>
                  <a:lnTo>
                    <a:pt x="117" y="349"/>
                  </a:lnTo>
                  <a:lnTo>
                    <a:pt x="1" y="697"/>
                  </a:lnTo>
                  <a:lnTo>
                    <a:pt x="1" y="1046"/>
                  </a:lnTo>
                  <a:lnTo>
                    <a:pt x="117" y="1279"/>
                  </a:lnTo>
                  <a:lnTo>
                    <a:pt x="466" y="1511"/>
                  </a:lnTo>
                  <a:lnTo>
                    <a:pt x="814" y="1627"/>
                  </a:lnTo>
                  <a:lnTo>
                    <a:pt x="1047" y="1627"/>
                  </a:lnTo>
                  <a:lnTo>
                    <a:pt x="1279" y="1395"/>
                  </a:lnTo>
                  <a:lnTo>
                    <a:pt x="1512" y="1162"/>
                  </a:lnTo>
                  <a:lnTo>
                    <a:pt x="1628" y="930"/>
                  </a:lnTo>
                  <a:lnTo>
                    <a:pt x="1628" y="581"/>
                  </a:lnTo>
                  <a:lnTo>
                    <a:pt x="1512" y="233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7"/>
            <p:cNvSpPr/>
            <p:nvPr/>
          </p:nvSpPr>
          <p:spPr>
            <a:xfrm>
              <a:off x="5185750" y="3965975"/>
              <a:ext cx="40725" cy="40700"/>
            </a:xfrm>
            <a:custGeom>
              <a:rect b="b" l="l" r="r" t="t"/>
              <a:pathLst>
                <a:path extrusionOk="0" fill="none" h="1628" w="1629">
                  <a:moveTo>
                    <a:pt x="931" y="0"/>
                  </a:moveTo>
                  <a:lnTo>
                    <a:pt x="931" y="0"/>
                  </a:lnTo>
                  <a:lnTo>
                    <a:pt x="582" y="0"/>
                  </a:lnTo>
                  <a:lnTo>
                    <a:pt x="350" y="116"/>
                  </a:lnTo>
                  <a:lnTo>
                    <a:pt x="350" y="116"/>
                  </a:lnTo>
                  <a:lnTo>
                    <a:pt x="117" y="349"/>
                  </a:lnTo>
                  <a:lnTo>
                    <a:pt x="1" y="697"/>
                  </a:lnTo>
                  <a:lnTo>
                    <a:pt x="1" y="1046"/>
                  </a:lnTo>
                  <a:lnTo>
                    <a:pt x="117" y="1279"/>
                  </a:lnTo>
                  <a:lnTo>
                    <a:pt x="117" y="1279"/>
                  </a:lnTo>
                  <a:lnTo>
                    <a:pt x="466" y="1511"/>
                  </a:lnTo>
                  <a:lnTo>
                    <a:pt x="814" y="1627"/>
                  </a:lnTo>
                  <a:lnTo>
                    <a:pt x="814" y="1627"/>
                  </a:lnTo>
                  <a:lnTo>
                    <a:pt x="1047" y="1627"/>
                  </a:lnTo>
                  <a:lnTo>
                    <a:pt x="1279" y="1395"/>
                  </a:lnTo>
                  <a:lnTo>
                    <a:pt x="1279" y="1395"/>
                  </a:lnTo>
                  <a:lnTo>
                    <a:pt x="1512" y="1162"/>
                  </a:lnTo>
                  <a:lnTo>
                    <a:pt x="1628" y="930"/>
                  </a:lnTo>
                  <a:lnTo>
                    <a:pt x="1628" y="581"/>
                  </a:lnTo>
                  <a:lnTo>
                    <a:pt x="1512" y="233"/>
                  </a:lnTo>
                  <a:lnTo>
                    <a:pt x="1512" y="233"/>
                  </a:lnTo>
                  <a:lnTo>
                    <a:pt x="1279" y="0"/>
                  </a:lnTo>
                  <a:lnTo>
                    <a:pt x="93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7"/>
            <p:cNvSpPr/>
            <p:nvPr/>
          </p:nvSpPr>
          <p:spPr>
            <a:xfrm>
              <a:off x="5145075" y="3904950"/>
              <a:ext cx="26175" cy="29075"/>
            </a:xfrm>
            <a:custGeom>
              <a:rect b="b" l="l" r="r" t="t"/>
              <a:pathLst>
                <a:path extrusionOk="0" h="1163" w="1047">
                  <a:moveTo>
                    <a:pt x="582" y="0"/>
                  </a:moveTo>
                  <a:lnTo>
                    <a:pt x="233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" y="698"/>
                  </a:lnTo>
                  <a:lnTo>
                    <a:pt x="1" y="930"/>
                  </a:lnTo>
                  <a:lnTo>
                    <a:pt x="233" y="1163"/>
                  </a:lnTo>
                  <a:lnTo>
                    <a:pt x="466" y="1163"/>
                  </a:lnTo>
                  <a:lnTo>
                    <a:pt x="814" y="1046"/>
                  </a:lnTo>
                  <a:lnTo>
                    <a:pt x="1047" y="814"/>
                  </a:lnTo>
                  <a:lnTo>
                    <a:pt x="1047" y="698"/>
                  </a:lnTo>
                  <a:lnTo>
                    <a:pt x="1047" y="465"/>
                  </a:lnTo>
                  <a:lnTo>
                    <a:pt x="1047" y="233"/>
                  </a:lnTo>
                  <a:lnTo>
                    <a:pt x="814" y="117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7"/>
            <p:cNvSpPr/>
            <p:nvPr/>
          </p:nvSpPr>
          <p:spPr>
            <a:xfrm>
              <a:off x="5145075" y="3904950"/>
              <a:ext cx="26175" cy="29075"/>
            </a:xfrm>
            <a:custGeom>
              <a:rect b="b" l="l" r="r" t="t"/>
              <a:pathLst>
                <a:path extrusionOk="0" fill="none" h="1163" w="1047">
                  <a:moveTo>
                    <a:pt x="582" y="0"/>
                  </a:moveTo>
                  <a:lnTo>
                    <a:pt x="582" y="0"/>
                  </a:lnTo>
                  <a:lnTo>
                    <a:pt x="233" y="117"/>
                  </a:lnTo>
                  <a:lnTo>
                    <a:pt x="233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" y="698"/>
                  </a:lnTo>
                  <a:lnTo>
                    <a:pt x="1" y="930"/>
                  </a:lnTo>
                  <a:lnTo>
                    <a:pt x="1" y="930"/>
                  </a:lnTo>
                  <a:lnTo>
                    <a:pt x="233" y="1163"/>
                  </a:lnTo>
                  <a:lnTo>
                    <a:pt x="466" y="1163"/>
                  </a:lnTo>
                  <a:lnTo>
                    <a:pt x="466" y="1163"/>
                  </a:lnTo>
                  <a:lnTo>
                    <a:pt x="814" y="1046"/>
                  </a:lnTo>
                  <a:lnTo>
                    <a:pt x="814" y="1046"/>
                  </a:lnTo>
                  <a:lnTo>
                    <a:pt x="1047" y="814"/>
                  </a:lnTo>
                  <a:lnTo>
                    <a:pt x="1047" y="698"/>
                  </a:lnTo>
                  <a:lnTo>
                    <a:pt x="1047" y="465"/>
                  </a:lnTo>
                  <a:lnTo>
                    <a:pt x="1047" y="233"/>
                  </a:lnTo>
                  <a:lnTo>
                    <a:pt x="1047" y="233"/>
                  </a:lnTo>
                  <a:lnTo>
                    <a:pt x="814" y="117"/>
                  </a:lnTo>
                  <a:lnTo>
                    <a:pt x="58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7"/>
            <p:cNvSpPr/>
            <p:nvPr/>
          </p:nvSpPr>
          <p:spPr>
            <a:xfrm>
              <a:off x="5116025" y="4076375"/>
              <a:ext cx="20375" cy="20375"/>
            </a:xfrm>
            <a:custGeom>
              <a:rect b="b" l="l" r="r" t="t"/>
              <a:pathLst>
                <a:path extrusionOk="0" h="815" w="815">
                  <a:moveTo>
                    <a:pt x="465" y="1"/>
                  </a:moveTo>
                  <a:lnTo>
                    <a:pt x="233" y="117"/>
                  </a:lnTo>
                  <a:lnTo>
                    <a:pt x="1" y="349"/>
                  </a:lnTo>
                  <a:lnTo>
                    <a:pt x="117" y="698"/>
                  </a:lnTo>
                  <a:lnTo>
                    <a:pt x="233" y="814"/>
                  </a:lnTo>
                  <a:lnTo>
                    <a:pt x="349" y="814"/>
                  </a:lnTo>
                  <a:lnTo>
                    <a:pt x="698" y="698"/>
                  </a:lnTo>
                  <a:lnTo>
                    <a:pt x="814" y="465"/>
                  </a:lnTo>
                  <a:lnTo>
                    <a:pt x="814" y="117"/>
                  </a:lnTo>
                  <a:lnTo>
                    <a:pt x="582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7"/>
            <p:cNvSpPr/>
            <p:nvPr/>
          </p:nvSpPr>
          <p:spPr>
            <a:xfrm>
              <a:off x="5116025" y="4076375"/>
              <a:ext cx="20375" cy="20375"/>
            </a:xfrm>
            <a:custGeom>
              <a:rect b="b" l="l" r="r" t="t"/>
              <a:pathLst>
                <a:path extrusionOk="0" fill="none" h="815" w="815">
                  <a:moveTo>
                    <a:pt x="465" y="1"/>
                  </a:moveTo>
                  <a:lnTo>
                    <a:pt x="465" y="1"/>
                  </a:lnTo>
                  <a:lnTo>
                    <a:pt x="233" y="117"/>
                  </a:lnTo>
                  <a:lnTo>
                    <a:pt x="233" y="117"/>
                  </a:lnTo>
                  <a:lnTo>
                    <a:pt x="1" y="349"/>
                  </a:lnTo>
                  <a:lnTo>
                    <a:pt x="117" y="698"/>
                  </a:lnTo>
                  <a:lnTo>
                    <a:pt x="117" y="698"/>
                  </a:lnTo>
                  <a:lnTo>
                    <a:pt x="233" y="814"/>
                  </a:lnTo>
                  <a:lnTo>
                    <a:pt x="349" y="814"/>
                  </a:lnTo>
                  <a:lnTo>
                    <a:pt x="349" y="814"/>
                  </a:lnTo>
                  <a:lnTo>
                    <a:pt x="698" y="698"/>
                  </a:lnTo>
                  <a:lnTo>
                    <a:pt x="698" y="698"/>
                  </a:lnTo>
                  <a:lnTo>
                    <a:pt x="814" y="465"/>
                  </a:lnTo>
                  <a:lnTo>
                    <a:pt x="814" y="117"/>
                  </a:lnTo>
                  <a:lnTo>
                    <a:pt x="814" y="117"/>
                  </a:lnTo>
                  <a:lnTo>
                    <a:pt x="582" y="1"/>
                  </a:lnTo>
                  <a:lnTo>
                    <a:pt x="4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7"/>
            <p:cNvSpPr/>
            <p:nvPr/>
          </p:nvSpPr>
          <p:spPr>
            <a:xfrm>
              <a:off x="5307800" y="3887525"/>
              <a:ext cx="55225" cy="52325"/>
            </a:xfrm>
            <a:custGeom>
              <a:rect b="b" l="l" r="r" t="t"/>
              <a:pathLst>
                <a:path extrusionOk="0" h="2093" w="2209">
                  <a:moveTo>
                    <a:pt x="814" y="0"/>
                  </a:moveTo>
                  <a:lnTo>
                    <a:pt x="465" y="232"/>
                  </a:lnTo>
                  <a:lnTo>
                    <a:pt x="233" y="465"/>
                  </a:lnTo>
                  <a:lnTo>
                    <a:pt x="0" y="930"/>
                  </a:lnTo>
                  <a:lnTo>
                    <a:pt x="0" y="1395"/>
                  </a:lnTo>
                  <a:lnTo>
                    <a:pt x="233" y="1743"/>
                  </a:lnTo>
                  <a:lnTo>
                    <a:pt x="581" y="2092"/>
                  </a:lnTo>
                  <a:lnTo>
                    <a:pt x="1395" y="2092"/>
                  </a:lnTo>
                  <a:lnTo>
                    <a:pt x="1744" y="1860"/>
                  </a:lnTo>
                  <a:lnTo>
                    <a:pt x="2092" y="1627"/>
                  </a:lnTo>
                  <a:lnTo>
                    <a:pt x="2209" y="1162"/>
                  </a:lnTo>
                  <a:lnTo>
                    <a:pt x="2209" y="697"/>
                  </a:lnTo>
                  <a:lnTo>
                    <a:pt x="2092" y="349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7"/>
            <p:cNvSpPr/>
            <p:nvPr/>
          </p:nvSpPr>
          <p:spPr>
            <a:xfrm>
              <a:off x="5307800" y="3887525"/>
              <a:ext cx="55225" cy="52325"/>
            </a:xfrm>
            <a:custGeom>
              <a:rect b="b" l="l" r="r" t="t"/>
              <a:pathLst>
                <a:path extrusionOk="0" fill="none" h="2093" w="2209">
                  <a:moveTo>
                    <a:pt x="1163" y="0"/>
                  </a:moveTo>
                  <a:lnTo>
                    <a:pt x="1163" y="0"/>
                  </a:lnTo>
                  <a:lnTo>
                    <a:pt x="814" y="0"/>
                  </a:lnTo>
                  <a:lnTo>
                    <a:pt x="465" y="232"/>
                  </a:lnTo>
                  <a:lnTo>
                    <a:pt x="465" y="232"/>
                  </a:lnTo>
                  <a:lnTo>
                    <a:pt x="233" y="465"/>
                  </a:lnTo>
                  <a:lnTo>
                    <a:pt x="0" y="930"/>
                  </a:lnTo>
                  <a:lnTo>
                    <a:pt x="0" y="1395"/>
                  </a:lnTo>
                  <a:lnTo>
                    <a:pt x="233" y="1743"/>
                  </a:lnTo>
                  <a:lnTo>
                    <a:pt x="233" y="1743"/>
                  </a:lnTo>
                  <a:lnTo>
                    <a:pt x="581" y="2092"/>
                  </a:lnTo>
                  <a:lnTo>
                    <a:pt x="1046" y="2092"/>
                  </a:lnTo>
                  <a:lnTo>
                    <a:pt x="1046" y="2092"/>
                  </a:lnTo>
                  <a:lnTo>
                    <a:pt x="1395" y="2092"/>
                  </a:lnTo>
                  <a:lnTo>
                    <a:pt x="1744" y="1860"/>
                  </a:lnTo>
                  <a:lnTo>
                    <a:pt x="1744" y="1860"/>
                  </a:lnTo>
                  <a:lnTo>
                    <a:pt x="2092" y="1627"/>
                  </a:lnTo>
                  <a:lnTo>
                    <a:pt x="2209" y="1162"/>
                  </a:lnTo>
                  <a:lnTo>
                    <a:pt x="2209" y="697"/>
                  </a:lnTo>
                  <a:lnTo>
                    <a:pt x="2092" y="349"/>
                  </a:lnTo>
                  <a:lnTo>
                    <a:pt x="2092" y="349"/>
                  </a:lnTo>
                  <a:lnTo>
                    <a:pt x="1627" y="0"/>
                  </a:lnTo>
                  <a:lnTo>
                    <a:pt x="116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7"/>
            <p:cNvSpPr/>
            <p:nvPr/>
          </p:nvSpPr>
          <p:spPr>
            <a:xfrm>
              <a:off x="5255500" y="4021175"/>
              <a:ext cx="31975" cy="31975"/>
            </a:xfrm>
            <a:custGeom>
              <a:rect b="b" l="l" r="r" t="t"/>
              <a:pathLst>
                <a:path extrusionOk="0" h="1279" w="1279">
                  <a:moveTo>
                    <a:pt x="698" y="0"/>
                  </a:moveTo>
                  <a:lnTo>
                    <a:pt x="465" y="117"/>
                  </a:lnTo>
                  <a:lnTo>
                    <a:pt x="349" y="233"/>
                  </a:lnTo>
                  <a:lnTo>
                    <a:pt x="116" y="349"/>
                  </a:lnTo>
                  <a:lnTo>
                    <a:pt x="0" y="581"/>
                  </a:lnTo>
                  <a:lnTo>
                    <a:pt x="0" y="814"/>
                  </a:lnTo>
                  <a:lnTo>
                    <a:pt x="116" y="1046"/>
                  </a:lnTo>
                  <a:lnTo>
                    <a:pt x="349" y="1279"/>
                  </a:lnTo>
                  <a:lnTo>
                    <a:pt x="814" y="1279"/>
                  </a:lnTo>
                  <a:lnTo>
                    <a:pt x="1046" y="1163"/>
                  </a:lnTo>
                  <a:lnTo>
                    <a:pt x="1163" y="930"/>
                  </a:lnTo>
                  <a:lnTo>
                    <a:pt x="1279" y="698"/>
                  </a:lnTo>
                  <a:lnTo>
                    <a:pt x="1279" y="465"/>
                  </a:lnTo>
                  <a:lnTo>
                    <a:pt x="1163" y="233"/>
                  </a:lnTo>
                  <a:lnTo>
                    <a:pt x="930" y="11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7"/>
            <p:cNvSpPr/>
            <p:nvPr/>
          </p:nvSpPr>
          <p:spPr>
            <a:xfrm>
              <a:off x="5255500" y="4021175"/>
              <a:ext cx="31975" cy="31975"/>
            </a:xfrm>
            <a:custGeom>
              <a:rect b="b" l="l" r="r" t="t"/>
              <a:pathLst>
                <a:path extrusionOk="0" fill="none" h="1279" w="1279">
                  <a:moveTo>
                    <a:pt x="698" y="0"/>
                  </a:moveTo>
                  <a:lnTo>
                    <a:pt x="698" y="0"/>
                  </a:lnTo>
                  <a:lnTo>
                    <a:pt x="465" y="117"/>
                  </a:lnTo>
                  <a:lnTo>
                    <a:pt x="349" y="233"/>
                  </a:lnTo>
                  <a:lnTo>
                    <a:pt x="349" y="233"/>
                  </a:lnTo>
                  <a:lnTo>
                    <a:pt x="116" y="349"/>
                  </a:lnTo>
                  <a:lnTo>
                    <a:pt x="0" y="581"/>
                  </a:lnTo>
                  <a:lnTo>
                    <a:pt x="0" y="814"/>
                  </a:lnTo>
                  <a:lnTo>
                    <a:pt x="116" y="1046"/>
                  </a:lnTo>
                  <a:lnTo>
                    <a:pt x="116" y="1046"/>
                  </a:lnTo>
                  <a:lnTo>
                    <a:pt x="349" y="1279"/>
                  </a:lnTo>
                  <a:lnTo>
                    <a:pt x="581" y="1279"/>
                  </a:lnTo>
                  <a:lnTo>
                    <a:pt x="581" y="1279"/>
                  </a:lnTo>
                  <a:lnTo>
                    <a:pt x="814" y="1279"/>
                  </a:lnTo>
                  <a:lnTo>
                    <a:pt x="1046" y="1163"/>
                  </a:lnTo>
                  <a:lnTo>
                    <a:pt x="1046" y="1163"/>
                  </a:lnTo>
                  <a:lnTo>
                    <a:pt x="1163" y="930"/>
                  </a:lnTo>
                  <a:lnTo>
                    <a:pt x="1279" y="698"/>
                  </a:lnTo>
                  <a:lnTo>
                    <a:pt x="1279" y="465"/>
                  </a:lnTo>
                  <a:lnTo>
                    <a:pt x="1163" y="233"/>
                  </a:lnTo>
                  <a:lnTo>
                    <a:pt x="1163" y="233"/>
                  </a:lnTo>
                  <a:lnTo>
                    <a:pt x="930" y="117"/>
                  </a:lnTo>
                  <a:lnTo>
                    <a:pt x="69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7"/>
            <p:cNvSpPr/>
            <p:nvPr/>
          </p:nvSpPr>
          <p:spPr>
            <a:xfrm>
              <a:off x="5168325" y="4105425"/>
              <a:ext cx="17450" cy="20375"/>
            </a:xfrm>
            <a:custGeom>
              <a:rect b="b" l="l" r="r" t="t"/>
              <a:pathLst>
                <a:path extrusionOk="0" h="815" w="698">
                  <a:moveTo>
                    <a:pt x="349" y="1"/>
                  </a:moveTo>
                  <a:lnTo>
                    <a:pt x="117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17" y="698"/>
                  </a:lnTo>
                  <a:lnTo>
                    <a:pt x="349" y="814"/>
                  </a:lnTo>
                  <a:lnTo>
                    <a:pt x="582" y="698"/>
                  </a:lnTo>
                  <a:lnTo>
                    <a:pt x="698" y="466"/>
                  </a:lnTo>
                  <a:lnTo>
                    <a:pt x="698" y="117"/>
                  </a:lnTo>
                  <a:lnTo>
                    <a:pt x="582" y="117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7"/>
            <p:cNvSpPr/>
            <p:nvPr/>
          </p:nvSpPr>
          <p:spPr>
            <a:xfrm>
              <a:off x="5168325" y="4105425"/>
              <a:ext cx="17450" cy="20375"/>
            </a:xfrm>
            <a:custGeom>
              <a:rect b="b" l="l" r="r" t="t"/>
              <a:pathLst>
                <a:path extrusionOk="0" fill="none" h="815" w="698">
                  <a:moveTo>
                    <a:pt x="349" y="1"/>
                  </a:moveTo>
                  <a:lnTo>
                    <a:pt x="349" y="1"/>
                  </a:lnTo>
                  <a:lnTo>
                    <a:pt x="117" y="117"/>
                  </a:lnTo>
                  <a:lnTo>
                    <a:pt x="117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" y="582"/>
                  </a:lnTo>
                  <a:lnTo>
                    <a:pt x="117" y="698"/>
                  </a:lnTo>
                  <a:lnTo>
                    <a:pt x="349" y="814"/>
                  </a:lnTo>
                  <a:lnTo>
                    <a:pt x="349" y="814"/>
                  </a:lnTo>
                  <a:lnTo>
                    <a:pt x="582" y="698"/>
                  </a:lnTo>
                  <a:lnTo>
                    <a:pt x="582" y="698"/>
                  </a:lnTo>
                  <a:lnTo>
                    <a:pt x="698" y="466"/>
                  </a:lnTo>
                  <a:lnTo>
                    <a:pt x="698" y="117"/>
                  </a:lnTo>
                  <a:lnTo>
                    <a:pt x="698" y="117"/>
                  </a:lnTo>
                  <a:lnTo>
                    <a:pt x="582" y="117"/>
                  </a:lnTo>
                  <a:lnTo>
                    <a:pt x="34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5" name="Google Shape;915;p27"/>
          <p:cNvSpPr txBox="1"/>
          <p:nvPr>
            <p:ph type="title"/>
          </p:nvPr>
        </p:nvSpPr>
        <p:spPr>
          <a:xfrm>
            <a:off x="855250" y="1954551"/>
            <a:ext cx="1658400" cy="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916" name="Google Shape;916;p27"/>
          <p:cNvSpPr txBox="1"/>
          <p:nvPr>
            <p:ph idx="1" type="subTitle"/>
          </p:nvPr>
        </p:nvSpPr>
        <p:spPr>
          <a:xfrm>
            <a:off x="855250" y="2727899"/>
            <a:ext cx="2845500" cy="1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17" name="Google Shape;917;p27"/>
          <p:cNvGrpSpPr/>
          <p:nvPr/>
        </p:nvGrpSpPr>
        <p:grpSpPr>
          <a:xfrm>
            <a:off x="5566784" y="1224538"/>
            <a:ext cx="3577208" cy="3376312"/>
            <a:chOff x="4771653" y="498668"/>
            <a:chExt cx="4392985" cy="4146276"/>
          </a:xfrm>
        </p:grpSpPr>
        <p:sp>
          <p:nvSpPr>
            <p:cNvPr id="918" name="Google Shape;918;p27"/>
            <p:cNvSpPr/>
            <p:nvPr/>
          </p:nvSpPr>
          <p:spPr>
            <a:xfrm rot="8324171">
              <a:off x="4786100" y="1728335"/>
              <a:ext cx="4364090" cy="1686940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7"/>
            <p:cNvSpPr/>
            <p:nvPr/>
          </p:nvSpPr>
          <p:spPr>
            <a:xfrm rot="8324171">
              <a:off x="4786100" y="1728335"/>
              <a:ext cx="4364090" cy="1686940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7"/>
            <p:cNvSpPr/>
            <p:nvPr/>
          </p:nvSpPr>
          <p:spPr>
            <a:xfrm rot="8324171">
              <a:off x="5063991" y="1905681"/>
              <a:ext cx="3750195" cy="1390345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7"/>
            <p:cNvSpPr/>
            <p:nvPr/>
          </p:nvSpPr>
          <p:spPr>
            <a:xfrm rot="8324171">
              <a:off x="5063991" y="1905681"/>
              <a:ext cx="3750195" cy="1390345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2" name="Google Shape;922;p27"/>
          <p:cNvGrpSpPr/>
          <p:nvPr/>
        </p:nvGrpSpPr>
        <p:grpSpPr>
          <a:xfrm flipH="1">
            <a:off x="3161934" y="1148813"/>
            <a:ext cx="3577208" cy="3376312"/>
            <a:chOff x="4771653" y="498668"/>
            <a:chExt cx="4392985" cy="4146276"/>
          </a:xfrm>
        </p:grpSpPr>
        <p:sp>
          <p:nvSpPr>
            <p:cNvPr id="923" name="Google Shape;923;p27"/>
            <p:cNvSpPr/>
            <p:nvPr/>
          </p:nvSpPr>
          <p:spPr>
            <a:xfrm rot="8324171">
              <a:off x="4786100" y="1728335"/>
              <a:ext cx="4364090" cy="1686940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7"/>
            <p:cNvSpPr/>
            <p:nvPr/>
          </p:nvSpPr>
          <p:spPr>
            <a:xfrm rot="8324171">
              <a:off x="4786100" y="1728335"/>
              <a:ext cx="4364090" cy="1686940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7"/>
            <p:cNvSpPr/>
            <p:nvPr/>
          </p:nvSpPr>
          <p:spPr>
            <a:xfrm rot="8324171">
              <a:off x="5063991" y="1905681"/>
              <a:ext cx="3750195" cy="1390345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7"/>
            <p:cNvSpPr/>
            <p:nvPr/>
          </p:nvSpPr>
          <p:spPr>
            <a:xfrm rot="8324171">
              <a:off x="5063991" y="1905681"/>
              <a:ext cx="3750195" cy="1390345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7" name="Google Shape;927;p27"/>
          <p:cNvGrpSpPr/>
          <p:nvPr/>
        </p:nvGrpSpPr>
        <p:grpSpPr>
          <a:xfrm rot="-2898405">
            <a:off x="256084" y="4595956"/>
            <a:ext cx="387999" cy="171013"/>
            <a:chOff x="1406961" y="-1212504"/>
            <a:chExt cx="6086670" cy="2682735"/>
          </a:xfrm>
        </p:grpSpPr>
        <p:sp>
          <p:nvSpPr>
            <p:cNvPr id="928" name="Google Shape;928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2" name="Google Shape;932;p27"/>
          <p:cNvGrpSpPr/>
          <p:nvPr/>
        </p:nvGrpSpPr>
        <p:grpSpPr>
          <a:xfrm rot="2555258">
            <a:off x="255809" y="297720"/>
            <a:ext cx="388558" cy="171259"/>
            <a:chOff x="1406961" y="-1212504"/>
            <a:chExt cx="6086670" cy="2682735"/>
          </a:xfrm>
        </p:grpSpPr>
        <p:sp>
          <p:nvSpPr>
            <p:cNvPr id="933" name="Google Shape;933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7" name="Google Shape;937;p27"/>
          <p:cNvGrpSpPr/>
          <p:nvPr/>
        </p:nvGrpSpPr>
        <p:grpSpPr>
          <a:xfrm flipH="1" rot="2898405">
            <a:off x="3537174" y="4037456"/>
            <a:ext cx="387999" cy="171013"/>
            <a:chOff x="1406961" y="-1212504"/>
            <a:chExt cx="6086670" cy="2682735"/>
          </a:xfrm>
        </p:grpSpPr>
        <p:sp>
          <p:nvSpPr>
            <p:cNvPr id="938" name="Google Shape;938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2" name="Google Shape;942;p27"/>
          <p:cNvGrpSpPr/>
          <p:nvPr/>
        </p:nvGrpSpPr>
        <p:grpSpPr>
          <a:xfrm flipH="1" rot="-2555258">
            <a:off x="8430702" y="392370"/>
            <a:ext cx="388558" cy="171259"/>
            <a:chOff x="1406961" y="-1212504"/>
            <a:chExt cx="6086670" cy="2682735"/>
          </a:xfrm>
        </p:grpSpPr>
        <p:sp>
          <p:nvSpPr>
            <p:cNvPr id="943" name="Google Shape;943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7_1"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28"/>
          <p:cNvSpPr txBox="1"/>
          <p:nvPr>
            <p:ph type="title"/>
          </p:nvPr>
        </p:nvSpPr>
        <p:spPr>
          <a:xfrm>
            <a:off x="6643713" y="1964022"/>
            <a:ext cx="1686300" cy="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979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grpSp>
        <p:nvGrpSpPr>
          <p:cNvPr id="949" name="Google Shape;949;p28"/>
          <p:cNvGrpSpPr/>
          <p:nvPr/>
        </p:nvGrpSpPr>
        <p:grpSpPr>
          <a:xfrm>
            <a:off x="1659134" y="2798104"/>
            <a:ext cx="1879134" cy="1619277"/>
            <a:chOff x="4610450" y="3544650"/>
            <a:chExt cx="1365650" cy="1176800"/>
          </a:xfrm>
        </p:grpSpPr>
        <p:sp>
          <p:nvSpPr>
            <p:cNvPr id="950" name="Google Shape;950;p28"/>
            <p:cNvSpPr/>
            <p:nvPr/>
          </p:nvSpPr>
          <p:spPr>
            <a:xfrm>
              <a:off x="5490850" y="3544650"/>
              <a:ext cx="223750" cy="296400"/>
            </a:xfrm>
            <a:custGeom>
              <a:rect b="b" l="l" r="r" t="t"/>
              <a:pathLst>
                <a:path extrusionOk="0" h="11856" w="8950">
                  <a:moveTo>
                    <a:pt x="8949" y="1"/>
                  </a:moveTo>
                  <a:lnTo>
                    <a:pt x="7322" y="466"/>
                  </a:lnTo>
                  <a:lnTo>
                    <a:pt x="5811" y="1163"/>
                  </a:lnTo>
                  <a:lnTo>
                    <a:pt x="4649" y="1977"/>
                  </a:lnTo>
                  <a:lnTo>
                    <a:pt x="3603" y="2790"/>
                  </a:lnTo>
                  <a:lnTo>
                    <a:pt x="2673" y="3720"/>
                  </a:lnTo>
                  <a:lnTo>
                    <a:pt x="1976" y="4766"/>
                  </a:lnTo>
                  <a:lnTo>
                    <a:pt x="1395" y="5696"/>
                  </a:lnTo>
                  <a:lnTo>
                    <a:pt x="930" y="6742"/>
                  </a:lnTo>
                  <a:lnTo>
                    <a:pt x="581" y="7788"/>
                  </a:lnTo>
                  <a:lnTo>
                    <a:pt x="349" y="8717"/>
                  </a:lnTo>
                  <a:lnTo>
                    <a:pt x="117" y="10345"/>
                  </a:lnTo>
                  <a:lnTo>
                    <a:pt x="0" y="11507"/>
                  </a:lnTo>
                  <a:lnTo>
                    <a:pt x="0" y="11855"/>
                  </a:lnTo>
                  <a:lnTo>
                    <a:pt x="1860" y="11274"/>
                  </a:lnTo>
                  <a:lnTo>
                    <a:pt x="3371" y="10577"/>
                  </a:lnTo>
                  <a:lnTo>
                    <a:pt x="4649" y="9763"/>
                  </a:lnTo>
                  <a:lnTo>
                    <a:pt x="5695" y="8950"/>
                  </a:lnTo>
                  <a:lnTo>
                    <a:pt x="6625" y="7904"/>
                  </a:lnTo>
                  <a:lnTo>
                    <a:pt x="7322" y="6974"/>
                  </a:lnTo>
                  <a:lnTo>
                    <a:pt x="7903" y="5928"/>
                  </a:lnTo>
                  <a:lnTo>
                    <a:pt x="8252" y="4998"/>
                  </a:lnTo>
                  <a:lnTo>
                    <a:pt x="8601" y="3952"/>
                  </a:lnTo>
                  <a:lnTo>
                    <a:pt x="8717" y="3023"/>
                  </a:lnTo>
                  <a:lnTo>
                    <a:pt x="8949" y="1512"/>
                  </a:lnTo>
                  <a:lnTo>
                    <a:pt x="8949" y="466"/>
                  </a:lnTo>
                  <a:lnTo>
                    <a:pt x="894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8"/>
            <p:cNvSpPr/>
            <p:nvPr/>
          </p:nvSpPr>
          <p:spPr>
            <a:xfrm>
              <a:off x="5490850" y="3544650"/>
              <a:ext cx="223750" cy="296400"/>
            </a:xfrm>
            <a:custGeom>
              <a:rect b="b" l="l" r="r" t="t"/>
              <a:pathLst>
                <a:path extrusionOk="0" fill="none" h="11856" w="8950">
                  <a:moveTo>
                    <a:pt x="0" y="11855"/>
                  </a:moveTo>
                  <a:lnTo>
                    <a:pt x="0" y="11855"/>
                  </a:lnTo>
                  <a:lnTo>
                    <a:pt x="0" y="11507"/>
                  </a:lnTo>
                  <a:lnTo>
                    <a:pt x="117" y="10345"/>
                  </a:lnTo>
                  <a:lnTo>
                    <a:pt x="349" y="8717"/>
                  </a:lnTo>
                  <a:lnTo>
                    <a:pt x="581" y="7788"/>
                  </a:lnTo>
                  <a:lnTo>
                    <a:pt x="930" y="6742"/>
                  </a:lnTo>
                  <a:lnTo>
                    <a:pt x="1395" y="5696"/>
                  </a:lnTo>
                  <a:lnTo>
                    <a:pt x="1976" y="4766"/>
                  </a:lnTo>
                  <a:lnTo>
                    <a:pt x="2673" y="3720"/>
                  </a:lnTo>
                  <a:lnTo>
                    <a:pt x="3603" y="2790"/>
                  </a:lnTo>
                  <a:lnTo>
                    <a:pt x="4649" y="1977"/>
                  </a:lnTo>
                  <a:lnTo>
                    <a:pt x="5811" y="1163"/>
                  </a:lnTo>
                  <a:lnTo>
                    <a:pt x="7322" y="466"/>
                  </a:lnTo>
                  <a:lnTo>
                    <a:pt x="8949" y="1"/>
                  </a:lnTo>
                  <a:lnTo>
                    <a:pt x="8949" y="1"/>
                  </a:lnTo>
                  <a:lnTo>
                    <a:pt x="8949" y="466"/>
                  </a:lnTo>
                  <a:lnTo>
                    <a:pt x="8949" y="1512"/>
                  </a:lnTo>
                  <a:lnTo>
                    <a:pt x="8717" y="3023"/>
                  </a:lnTo>
                  <a:lnTo>
                    <a:pt x="8601" y="3952"/>
                  </a:lnTo>
                  <a:lnTo>
                    <a:pt x="8252" y="4998"/>
                  </a:lnTo>
                  <a:lnTo>
                    <a:pt x="7903" y="5928"/>
                  </a:lnTo>
                  <a:lnTo>
                    <a:pt x="7322" y="6974"/>
                  </a:lnTo>
                  <a:lnTo>
                    <a:pt x="6625" y="7904"/>
                  </a:lnTo>
                  <a:lnTo>
                    <a:pt x="5695" y="8950"/>
                  </a:lnTo>
                  <a:lnTo>
                    <a:pt x="4649" y="9763"/>
                  </a:lnTo>
                  <a:lnTo>
                    <a:pt x="3371" y="10577"/>
                  </a:lnTo>
                  <a:lnTo>
                    <a:pt x="1860" y="11274"/>
                  </a:lnTo>
                  <a:lnTo>
                    <a:pt x="0" y="1185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8"/>
            <p:cNvSpPr/>
            <p:nvPr/>
          </p:nvSpPr>
          <p:spPr>
            <a:xfrm>
              <a:off x="5522800" y="3567900"/>
              <a:ext cx="174375" cy="229575"/>
            </a:xfrm>
            <a:custGeom>
              <a:rect b="b" l="l" r="r" t="t"/>
              <a:pathLst>
                <a:path extrusionOk="0" h="9183" w="6975">
                  <a:moveTo>
                    <a:pt x="6858" y="1"/>
                  </a:moveTo>
                  <a:lnTo>
                    <a:pt x="6742" y="117"/>
                  </a:lnTo>
                  <a:lnTo>
                    <a:pt x="4301" y="3255"/>
                  </a:lnTo>
                  <a:lnTo>
                    <a:pt x="4185" y="1628"/>
                  </a:lnTo>
                  <a:lnTo>
                    <a:pt x="4069" y="1279"/>
                  </a:lnTo>
                  <a:lnTo>
                    <a:pt x="3836" y="1279"/>
                  </a:lnTo>
                  <a:lnTo>
                    <a:pt x="4069" y="3255"/>
                  </a:lnTo>
                  <a:lnTo>
                    <a:pt x="4185" y="3487"/>
                  </a:lnTo>
                  <a:lnTo>
                    <a:pt x="2209" y="6044"/>
                  </a:lnTo>
                  <a:lnTo>
                    <a:pt x="1977" y="3255"/>
                  </a:lnTo>
                  <a:lnTo>
                    <a:pt x="1977" y="3139"/>
                  </a:lnTo>
                  <a:lnTo>
                    <a:pt x="1860" y="3139"/>
                  </a:lnTo>
                  <a:lnTo>
                    <a:pt x="1744" y="3255"/>
                  </a:lnTo>
                  <a:lnTo>
                    <a:pt x="1977" y="6277"/>
                  </a:lnTo>
                  <a:lnTo>
                    <a:pt x="233" y="8601"/>
                  </a:lnTo>
                  <a:lnTo>
                    <a:pt x="233" y="5928"/>
                  </a:lnTo>
                  <a:lnTo>
                    <a:pt x="233" y="5812"/>
                  </a:lnTo>
                  <a:lnTo>
                    <a:pt x="1" y="5812"/>
                  </a:lnTo>
                  <a:lnTo>
                    <a:pt x="1" y="5928"/>
                  </a:lnTo>
                  <a:lnTo>
                    <a:pt x="1" y="8833"/>
                  </a:lnTo>
                  <a:lnTo>
                    <a:pt x="1" y="8950"/>
                  </a:lnTo>
                  <a:lnTo>
                    <a:pt x="117" y="9182"/>
                  </a:lnTo>
                  <a:lnTo>
                    <a:pt x="349" y="8833"/>
                  </a:lnTo>
                  <a:lnTo>
                    <a:pt x="1744" y="8485"/>
                  </a:lnTo>
                  <a:lnTo>
                    <a:pt x="2441" y="8136"/>
                  </a:lnTo>
                  <a:lnTo>
                    <a:pt x="2441" y="8136"/>
                  </a:lnTo>
                  <a:lnTo>
                    <a:pt x="582" y="8601"/>
                  </a:lnTo>
                  <a:lnTo>
                    <a:pt x="1977" y="6741"/>
                  </a:lnTo>
                  <a:lnTo>
                    <a:pt x="2209" y="6393"/>
                  </a:lnTo>
                  <a:lnTo>
                    <a:pt x="5347" y="5812"/>
                  </a:lnTo>
                  <a:lnTo>
                    <a:pt x="5812" y="5695"/>
                  </a:lnTo>
                  <a:lnTo>
                    <a:pt x="5812" y="5579"/>
                  </a:lnTo>
                  <a:lnTo>
                    <a:pt x="5696" y="5463"/>
                  </a:lnTo>
                  <a:lnTo>
                    <a:pt x="2558" y="6160"/>
                  </a:lnTo>
                  <a:lnTo>
                    <a:pt x="2441" y="6160"/>
                  </a:lnTo>
                  <a:lnTo>
                    <a:pt x="4301" y="3603"/>
                  </a:lnTo>
                  <a:lnTo>
                    <a:pt x="6161" y="3022"/>
                  </a:lnTo>
                  <a:lnTo>
                    <a:pt x="6393" y="3022"/>
                  </a:lnTo>
                  <a:lnTo>
                    <a:pt x="6509" y="2790"/>
                  </a:lnTo>
                  <a:lnTo>
                    <a:pt x="6393" y="2790"/>
                  </a:lnTo>
                  <a:lnTo>
                    <a:pt x="4533" y="3255"/>
                  </a:lnTo>
                  <a:lnTo>
                    <a:pt x="4533" y="3255"/>
                  </a:lnTo>
                  <a:lnTo>
                    <a:pt x="6044" y="1395"/>
                  </a:lnTo>
                  <a:lnTo>
                    <a:pt x="6974" y="233"/>
                  </a:lnTo>
                  <a:lnTo>
                    <a:pt x="6974" y="117"/>
                  </a:lnTo>
                  <a:lnTo>
                    <a:pt x="685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8"/>
            <p:cNvSpPr/>
            <p:nvPr/>
          </p:nvSpPr>
          <p:spPr>
            <a:xfrm>
              <a:off x="5522800" y="3567900"/>
              <a:ext cx="174375" cy="229575"/>
            </a:xfrm>
            <a:custGeom>
              <a:rect b="b" l="l" r="r" t="t"/>
              <a:pathLst>
                <a:path extrusionOk="0" fill="none" h="9183" w="6975">
                  <a:moveTo>
                    <a:pt x="6858" y="1"/>
                  </a:moveTo>
                  <a:lnTo>
                    <a:pt x="6858" y="1"/>
                  </a:lnTo>
                  <a:lnTo>
                    <a:pt x="6742" y="117"/>
                  </a:lnTo>
                  <a:lnTo>
                    <a:pt x="6742" y="117"/>
                  </a:lnTo>
                  <a:lnTo>
                    <a:pt x="4301" y="3255"/>
                  </a:lnTo>
                  <a:lnTo>
                    <a:pt x="4301" y="3255"/>
                  </a:lnTo>
                  <a:lnTo>
                    <a:pt x="4185" y="1628"/>
                  </a:lnTo>
                  <a:lnTo>
                    <a:pt x="4185" y="1628"/>
                  </a:lnTo>
                  <a:lnTo>
                    <a:pt x="4069" y="1279"/>
                  </a:lnTo>
                  <a:lnTo>
                    <a:pt x="4069" y="1279"/>
                  </a:lnTo>
                  <a:lnTo>
                    <a:pt x="4069" y="1279"/>
                  </a:lnTo>
                  <a:lnTo>
                    <a:pt x="3952" y="1279"/>
                  </a:lnTo>
                  <a:lnTo>
                    <a:pt x="3952" y="1279"/>
                  </a:lnTo>
                  <a:lnTo>
                    <a:pt x="3952" y="1279"/>
                  </a:lnTo>
                  <a:lnTo>
                    <a:pt x="3836" y="1279"/>
                  </a:lnTo>
                  <a:lnTo>
                    <a:pt x="3836" y="1279"/>
                  </a:lnTo>
                  <a:lnTo>
                    <a:pt x="4069" y="3255"/>
                  </a:lnTo>
                  <a:lnTo>
                    <a:pt x="4069" y="3255"/>
                  </a:lnTo>
                  <a:lnTo>
                    <a:pt x="4185" y="3487"/>
                  </a:lnTo>
                  <a:lnTo>
                    <a:pt x="4185" y="3487"/>
                  </a:lnTo>
                  <a:lnTo>
                    <a:pt x="2209" y="6044"/>
                  </a:lnTo>
                  <a:lnTo>
                    <a:pt x="2209" y="6044"/>
                  </a:lnTo>
                  <a:lnTo>
                    <a:pt x="1977" y="3255"/>
                  </a:lnTo>
                  <a:lnTo>
                    <a:pt x="1977" y="3255"/>
                  </a:lnTo>
                  <a:lnTo>
                    <a:pt x="1977" y="3139"/>
                  </a:lnTo>
                  <a:lnTo>
                    <a:pt x="1860" y="3139"/>
                  </a:lnTo>
                  <a:lnTo>
                    <a:pt x="1860" y="3139"/>
                  </a:lnTo>
                  <a:lnTo>
                    <a:pt x="1860" y="3139"/>
                  </a:lnTo>
                  <a:lnTo>
                    <a:pt x="1744" y="3255"/>
                  </a:lnTo>
                  <a:lnTo>
                    <a:pt x="1744" y="3255"/>
                  </a:lnTo>
                  <a:lnTo>
                    <a:pt x="1977" y="6277"/>
                  </a:lnTo>
                  <a:lnTo>
                    <a:pt x="1977" y="6277"/>
                  </a:lnTo>
                  <a:lnTo>
                    <a:pt x="233" y="8601"/>
                  </a:lnTo>
                  <a:lnTo>
                    <a:pt x="233" y="8601"/>
                  </a:lnTo>
                  <a:lnTo>
                    <a:pt x="233" y="5928"/>
                  </a:lnTo>
                  <a:lnTo>
                    <a:pt x="233" y="5928"/>
                  </a:lnTo>
                  <a:lnTo>
                    <a:pt x="233" y="5812"/>
                  </a:lnTo>
                  <a:lnTo>
                    <a:pt x="117" y="5812"/>
                  </a:lnTo>
                  <a:lnTo>
                    <a:pt x="117" y="5812"/>
                  </a:lnTo>
                  <a:lnTo>
                    <a:pt x="1" y="5812"/>
                  </a:lnTo>
                  <a:lnTo>
                    <a:pt x="1" y="5928"/>
                  </a:lnTo>
                  <a:lnTo>
                    <a:pt x="1" y="5928"/>
                  </a:lnTo>
                  <a:lnTo>
                    <a:pt x="1" y="8833"/>
                  </a:lnTo>
                  <a:lnTo>
                    <a:pt x="1" y="8833"/>
                  </a:lnTo>
                  <a:lnTo>
                    <a:pt x="1" y="8833"/>
                  </a:lnTo>
                  <a:lnTo>
                    <a:pt x="1" y="8950"/>
                  </a:lnTo>
                  <a:lnTo>
                    <a:pt x="1" y="8950"/>
                  </a:lnTo>
                  <a:lnTo>
                    <a:pt x="117" y="9182"/>
                  </a:lnTo>
                  <a:lnTo>
                    <a:pt x="117" y="9182"/>
                  </a:lnTo>
                  <a:lnTo>
                    <a:pt x="349" y="8833"/>
                  </a:lnTo>
                  <a:lnTo>
                    <a:pt x="349" y="8833"/>
                  </a:lnTo>
                  <a:lnTo>
                    <a:pt x="1744" y="8485"/>
                  </a:lnTo>
                  <a:lnTo>
                    <a:pt x="1744" y="8485"/>
                  </a:lnTo>
                  <a:lnTo>
                    <a:pt x="2441" y="8136"/>
                  </a:lnTo>
                  <a:lnTo>
                    <a:pt x="2441" y="8136"/>
                  </a:lnTo>
                  <a:lnTo>
                    <a:pt x="582" y="8601"/>
                  </a:lnTo>
                  <a:lnTo>
                    <a:pt x="582" y="8601"/>
                  </a:lnTo>
                  <a:lnTo>
                    <a:pt x="1977" y="6741"/>
                  </a:lnTo>
                  <a:lnTo>
                    <a:pt x="1977" y="6741"/>
                  </a:lnTo>
                  <a:lnTo>
                    <a:pt x="2209" y="6393"/>
                  </a:lnTo>
                  <a:lnTo>
                    <a:pt x="2209" y="6393"/>
                  </a:lnTo>
                  <a:lnTo>
                    <a:pt x="5347" y="5812"/>
                  </a:lnTo>
                  <a:lnTo>
                    <a:pt x="5347" y="5812"/>
                  </a:lnTo>
                  <a:lnTo>
                    <a:pt x="5812" y="5695"/>
                  </a:lnTo>
                  <a:lnTo>
                    <a:pt x="5812" y="5695"/>
                  </a:lnTo>
                  <a:lnTo>
                    <a:pt x="5812" y="5695"/>
                  </a:lnTo>
                  <a:lnTo>
                    <a:pt x="5812" y="5579"/>
                  </a:lnTo>
                  <a:lnTo>
                    <a:pt x="5696" y="5463"/>
                  </a:lnTo>
                  <a:lnTo>
                    <a:pt x="5696" y="5463"/>
                  </a:lnTo>
                  <a:lnTo>
                    <a:pt x="5696" y="5463"/>
                  </a:lnTo>
                  <a:lnTo>
                    <a:pt x="5696" y="5463"/>
                  </a:lnTo>
                  <a:lnTo>
                    <a:pt x="2558" y="6160"/>
                  </a:lnTo>
                  <a:lnTo>
                    <a:pt x="2558" y="6160"/>
                  </a:lnTo>
                  <a:lnTo>
                    <a:pt x="2441" y="6160"/>
                  </a:lnTo>
                  <a:lnTo>
                    <a:pt x="2441" y="6160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6161" y="3022"/>
                  </a:lnTo>
                  <a:lnTo>
                    <a:pt x="6161" y="3022"/>
                  </a:lnTo>
                  <a:lnTo>
                    <a:pt x="6393" y="3022"/>
                  </a:lnTo>
                  <a:lnTo>
                    <a:pt x="6393" y="3022"/>
                  </a:lnTo>
                  <a:lnTo>
                    <a:pt x="6509" y="2790"/>
                  </a:lnTo>
                  <a:lnTo>
                    <a:pt x="6393" y="2790"/>
                  </a:lnTo>
                  <a:lnTo>
                    <a:pt x="6393" y="2790"/>
                  </a:lnTo>
                  <a:lnTo>
                    <a:pt x="6393" y="2790"/>
                  </a:lnTo>
                  <a:lnTo>
                    <a:pt x="6393" y="2790"/>
                  </a:lnTo>
                  <a:lnTo>
                    <a:pt x="4533" y="3255"/>
                  </a:lnTo>
                  <a:lnTo>
                    <a:pt x="4533" y="3255"/>
                  </a:lnTo>
                  <a:lnTo>
                    <a:pt x="6044" y="1395"/>
                  </a:lnTo>
                  <a:lnTo>
                    <a:pt x="6044" y="1395"/>
                  </a:lnTo>
                  <a:lnTo>
                    <a:pt x="6974" y="233"/>
                  </a:lnTo>
                  <a:lnTo>
                    <a:pt x="6974" y="233"/>
                  </a:lnTo>
                  <a:lnTo>
                    <a:pt x="6974" y="117"/>
                  </a:lnTo>
                  <a:lnTo>
                    <a:pt x="685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8"/>
            <p:cNvSpPr/>
            <p:nvPr/>
          </p:nvSpPr>
          <p:spPr>
            <a:xfrm>
              <a:off x="5502475" y="3727700"/>
              <a:ext cx="363225" cy="151125"/>
            </a:xfrm>
            <a:custGeom>
              <a:rect b="b" l="l" r="r" t="t"/>
              <a:pathLst>
                <a:path extrusionOk="0" h="6045" w="14529">
                  <a:moveTo>
                    <a:pt x="8717" y="1"/>
                  </a:moveTo>
                  <a:lnTo>
                    <a:pt x="7438" y="117"/>
                  </a:lnTo>
                  <a:lnTo>
                    <a:pt x="6276" y="466"/>
                  </a:lnTo>
                  <a:lnTo>
                    <a:pt x="5114" y="814"/>
                  </a:lnTo>
                  <a:lnTo>
                    <a:pt x="4068" y="1279"/>
                  </a:lnTo>
                  <a:lnTo>
                    <a:pt x="3138" y="1744"/>
                  </a:lnTo>
                  <a:lnTo>
                    <a:pt x="2325" y="2209"/>
                  </a:lnTo>
                  <a:lnTo>
                    <a:pt x="1046" y="3255"/>
                  </a:lnTo>
                  <a:lnTo>
                    <a:pt x="233" y="4069"/>
                  </a:lnTo>
                  <a:lnTo>
                    <a:pt x="0" y="4417"/>
                  </a:lnTo>
                  <a:lnTo>
                    <a:pt x="1627" y="5115"/>
                  </a:lnTo>
                  <a:lnTo>
                    <a:pt x="3254" y="5696"/>
                  </a:lnTo>
                  <a:lnTo>
                    <a:pt x="4765" y="5928"/>
                  </a:lnTo>
                  <a:lnTo>
                    <a:pt x="6160" y="6044"/>
                  </a:lnTo>
                  <a:lnTo>
                    <a:pt x="7438" y="5928"/>
                  </a:lnTo>
                  <a:lnTo>
                    <a:pt x="8601" y="5579"/>
                  </a:lnTo>
                  <a:lnTo>
                    <a:pt x="9763" y="5231"/>
                  </a:lnTo>
                  <a:lnTo>
                    <a:pt x="10693" y="4766"/>
                  </a:lnTo>
                  <a:lnTo>
                    <a:pt x="11622" y="4301"/>
                  </a:lnTo>
                  <a:lnTo>
                    <a:pt x="12320" y="3720"/>
                  </a:lnTo>
                  <a:lnTo>
                    <a:pt x="13598" y="2674"/>
                  </a:lnTo>
                  <a:lnTo>
                    <a:pt x="14296" y="1860"/>
                  </a:lnTo>
                  <a:lnTo>
                    <a:pt x="14528" y="1628"/>
                  </a:lnTo>
                  <a:lnTo>
                    <a:pt x="13017" y="814"/>
                  </a:lnTo>
                  <a:lnTo>
                    <a:pt x="11506" y="349"/>
                  </a:lnTo>
                  <a:lnTo>
                    <a:pt x="10112" y="117"/>
                  </a:lnTo>
                  <a:lnTo>
                    <a:pt x="8717" y="1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8"/>
            <p:cNvSpPr/>
            <p:nvPr/>
          </p:nvSpPr>
          <p:spPr>
            <a:xfrm>
              <a:off x="5502475" y="3727700"/>
              <a:ext cx="363225" cy="151125"/>
            </a:xfrm>
            <a:custGeom>
              <a:rect b="b" l="l" r="r" t="t"/>
              <a:pathLst>
                <a:path extrusionOk="0" fill="none" h="6045" w="14529">
                  <a:moveTo>
                    <a:pt x="0" y="4417"/>
                  </a:moveTo>
                  <a:lnTo>
                    <a:pt x="0" y="4417"/>
                  </a:lnTo>
                  <a:lnTo>
                    <a:pt x="233" y="4069"/>
                  </a:lnTo>
                  <a:lnTo>
                    <a:pt x="1046" y="3255"/>
                  </a:lnTo>
                  <a:lnTo>
                    <a:pt x="2325" y="2209"/>
                  </a:lnTo>
                  <a:lnTo>
                    <a:pt x="3138" y="1744"/>
                  </a:lnTo>
                  <a:lnTo>
                    <a:pt x="4068" y="1279"/>
                  </a:lnTo>
                  <a:lnTo>
                    <a:pt x="5114" y="814"/>
                  </a:lnTo>
                  <a:lnTo>
                    <a:pt x="6276" y="466"/>
                  </a:lnTo>
                  <a:lnTo>
                    <a:pt x="7438" y="117"/>
                  </a:lnTo>
                  <a:lnTo>
                    <a:pt x="8717" y="1"/>
                  </a:lnTo>
                  <a:lnTo>
                    <a:pt x="10112" y="117"/>
                  </a:lnTo>
                  <a:lnTo>
                    <a:pt x="11506" y="349"/>
                  </a:lnTo>
                  <a:lnTo>
                    <a:pt x="13017" y="814"/>
                  </a:lnTo>
                  <a:lnTo>
                    <a:pt x="14528" y="1628"/>
                  </a:lnTo>
                  <a:lnTo>
                    <a:pt x="14528" y="1628"/>
                  </a:lnTo>
                  <a:lnTo>
                    <a:pt x="14296" y="1860"/>
                  </a:lnTo>
                  <a:lnTo>
                    <a:pt x="13598" y="2674"/>
                  </a:lnTo>
                  <a:lnTo>
                    <a:pt x="12320" y="3720"/>
                  </a:lnTo>
                  <a:lnTo>
                    <a:pt x="11622" y="4301"/>
                  </a:lnTo>
                  <a:lnTo>
                    <a:pt x="10693" y="4766"/>
                  </a:lnTo>
                  <a:lnTo>
                    <a:pt x="9763" y="5231"/>
                  </a:lnTo>
                  <a:lnTo>
                    <a:pt x="8601" y="5579"/>
                  </a:lnTo>
                  <a:lnTo>
                    <a:pt x="7438" y="5928"/>
                  </a:lnTo>
                  <a:lnTo>
                    <a:pt x="6160" y="6044"/>
                  </a:lnTo>
                  <a:lnTo>
                    <a:pt x="4765" y="5928"/>
                  </a:lnTo>
                  <a:lnTo>
                    <a:pt x="3254" y="5696"/>
                  </a:lnTo>
                  <a:lnTo>
                    <a:pt x="1627" y="5115"/>
                  </a:lnTo>
                  <a:lnTo>
                    <a:pt x="0" y="441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8"/>
            <p:cNvSpPr/>
            <p:nvPr/>
          </p:nvSpPr>
          <p:spPr>
            <a:xfrm>
              <a:off x="5543150" y="3745150"/>
              <a:ext cx="293475" cy="122050"/>
            </a:xfrm>
            <a:custGeom>
              <a:rect b="b" l="l" r="r" t="t"/>
              <a:pathLst>
                <a:path extrusionOk="0" h="4882" w="11739">
                  <a:moveTo>
                    <a:pt x="5811" y="0"/>
                  </a:moveTo>
                  <a:lnTo>
                    <a:pt x="3836" y="2441"/>
                  </a:lnTo>
                  <a:lnTo>
                    <a:pt x="1046" y="2906"/>
                  </a:lnTo>
                  <a:lnTo>
                    <a:pt x="2790" y="930"/>
                  </a:lnTo>
                  <a:lnTo>
                    <a:pt x="2790" y="814"/>
                  </a:lnTo>
                  <a:lnTo>
                    <a:pt x="2790" y="697"/>
                  </a:lnTo>
                  <a:lnTo>
                    <a:pt x="2673" y="814"/>
                  </a:lnTo>
                  <a:lnTo>
                    <a:pt x="698" y="2906"/>
                  </a:lnTo>
                  <a:lnTo>
                    <a:pt x="698" y="3022"/>
                  </a:lnTo>
                  <a:lnTo>
                    <a:pt x="0" y="3138"/>
                  </a:lnTo>
                  <a:lnTo>
                    <a:pt x="233" y="3371"/>
                  </a:lnTo>
                  <a:lnTo>
                    <a:pt x="930" y="3138"/>
                  </a:lnTo>
                  <a:lnTo>
                    <a:pt x="3603" y="4649"/>
                  </a:lnTo>
                  <a:lnTo>
                    <a:pt x="3952" y="4881"/>
                  </a:lnTo>
                  <a:lnTo>
                    <a:pt x="4068" y="4881"/>
                  </a:lnTo>
                  <a:lnTo>
                    <a:pt x="4184" y="4765"/>
                  </a:lnTo>
                  <a:lnTo>
                    <a:pt x="4068" y="4649"/>
                  </a:lnTo>
                  <a:lnTo>
                    <a:pt x="1279" y="3138"/>
                  </a:lnTo>
                  <a:lnTo>
                    <a:pt x="3487" y="2673"/>
                  </a:lnTo>
                  <a:lnTo>
                    <a:pt x="3952" y="2673"/>
                  </a:lnTo>
                  <a:lnTo>
                    <a:pt x="6625" y="4300"/>
                  </a:lnTo>
                  <a:lnTo>
                    <a:pt x="6974" y="4533"/>
                  </a:lnTo>
                  <a:lnTo>
                    <a:pt x="7090" y="4533"/>
                  </a:lnTo>
                  <a:lnTo>
                    <a:pt x="7206" y="4417"/>
                  </a:lnTo>
                  <a:lnTo>
                    <a:pt x="7090" y="4300"/>
                  </a:lnTo>
                  <a:lnTo>
                    <a:pt x="4417" y="2673"/>
                  </a:lnTo>
                  <a:lnTo>
                    <a:pt x="4301" y="2557"/>
                  </a:lnTo>
                  <a:lnTo>
                    <a:pt x="7439" y="1976"/>
                  </a:lnTo>
                  <a:lnTo>
                    <a:pt x="9066" y="2789"/>
                  </a:lnTo>
                  <a:lnTo>
                    <a:pt x="9414" y="2906"/>
                  </a:lnTo>
                  <a:lnTo>
                    <a:pt x="9531" y="2789"/>
                  </a:lnTo>
                  <a:lnTo>
                    <a:pt x="9414" y="2673"/>
                  </a:lnTo>
                  <a:lnTo>
                    <a:pt x="7787" y="1976"/>
                  </a:lnTo>
                  <a:lnTo>
                    <a:pt x="10112" y="1511"/>
                  </a:lnTo>
                  <a:lnTo>
                    <a:pt x="11623" y="1279"/>
                  </a:lnTo>
                  <a:lnTo>
                    <a:pt x="11739" y="1162"/>
                  </a:lnTo>
                  <a:lnTo>
                    <a:pt x="11623" y="1046"/>
                  </a:lnTo>
                  <a:lnTo>
                    <a:pt x="7671" y="1743"/>
                  </a:lnTo>
                  <a:lnTo>
                    <a:pt x="8601" y="349"/>
                  </a:lnTo>
                  <a:lnTo>
                    <a:pt x="8717" y="233"/>
                  </a:lnTo>
                  <a:lnTo>
                    <a:pt x="8833" y="0"/>
                  </a:lnTo>
                  <a:lnTo>
                    <a:pt x="8601" y="0"/>
                  </a:lnTo>
                  <a:lnTo>
                    <a:pt x="7555" y="1627"/>
                  </a:lnTo>
                  <a:lnTo>
                    <a:pt x="7322" y="1743"/>
                  </a:lnTo>
                  <a:lnTo>
                    <a:pt x="4184" y="2325"/>
                  </a:lnTo>
                  <a:lnTo>
                    <a:pt x="5928" y="116"/>
                  </a:lnTo>
                  <a:lnTo>
                    <a:pt x="5928" y="0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8"/>
            <p:cNvSpPr/>
            <p:nvPr/>
          </p:nvSpPr>
          <p:spPr>
            <a:xfrm>
              <a:off x="5543150" y="3745150"/>
              <a:ext cx="293475" cy="122050"/>
            </a:xfrm>
            <a:custGeom>
              <a:rect b="b" l="l" r="r" t="t"/>
              <a:pathLst>
                <a:path extrusionOk="0" fill="none" h="4882" w="11739">
                  <a:moveTo>
                    <a:pt x="5811" y="0"/>
                  </a:moveTo>
                  <a:lnTo>
                    <a:pt x="5811" y="0"/>
                  </a:lnTo>
                  <a:lnTo>
                    <a:pt x="5811" y="0"/>
                  </a:lnTo>
                  <a:lnTo>
                    <a:pt x="5811" y="0"/>
                  </a:lnTo>
                  <a:lnTo>
                    <a:pt x="3836" y="2441"/>
                  </a:lnTo>
                  <a:lnTo>
                    <a:pt x="3836" y="2441"/>
                  </a:lnTo>
                  <a:lnTo>
                    <a:pt x="1046" y="2906"/>
                  </a:lnTo>
                  <a:lnTo>
                    <a:pt x="1046" y="2906"/>
                  </a:lnTo>
                  <a:lnTo>
                    <a:pt x="2790" y="930"/>
                  </a:lnTo>
                  <a:lnTo>
                    <a:pt x="2790" y="930"/>
                  </a:lnTo>
                  <a:lnTo>
                    <a:pt x="2790" y="814"/>
                  </a:lnTo>
                  <a:lnTo>
                    <a:pt x="2790" y="697"/>
                  </a:lnTo>
                  <a:lnTo>
                    <a:pt x="2790" y="697"/>
                  </a:lnTo>
                  <a:lnTo>
                    <a:pt x="2673" y="814"/>
                  </a:lnTo>
                  <a:lnTo>
                    <a:pt x="2673" y="814"/>
                  </a:lnTo>
                  <a:lnTo>
                    <a:pt x="698" y="2906"/>
                  </a:lnTo>
                  <a:lnTo>
                    <a:pt x="698" y="3022"/>
                  </a:lnTo>
                  <a:lnTo>
                    <a:pt x="698" y="3022"/>
                  </a:lnTo>
                  <a:lnTo>
                    <a:pt x="0" y="3138"/>
                  </a:lnTo>
                  <a:lnTo>
                    <a:pt x="0" y="3138"/>
                  </a:lnTo>
                  <a:lnTo>
                    <a:pt x="233" y="3371"/>
                  </a:lnTo>
                  <a:lnTo>
                    <a:pt x="233" y="3371"/>
                  </a:lnTo>
                  <a:lnTo>
                    <a:pt x="930" y="3138"/>
                  </a:lnTo>
                  <a:lnTo>
                    <a:pt x="930" y="3138"/>
                  </a:lnTo>
                  <a:lnTo>
                    <a:pt x="3603" y="4649"/>
                  </a:lnTo>
                  <a:lnTo>
                    <a:pt x="3603" y="4649"/>
                  </a:lnTo>
                  <a:lnTo>
                    <a:pt x="3952" y="4881"/>
                  </a:lnTo>
                  <a:lnTo>
                    <a:pt x="3952" y="4881"/>
                  </a:lnTo>
                  <a:lnTo>
                    <a:pt x="4068" y="4881"/>
                  </a:lnTo>
                  <a:lnTo>
                    <a:pt x="4068" y="4881"/>
                  </a:lnTo>
                  <a:lnTo>
                    <a:pt x="4184" y="4765"/>
                  </a:lnTo>
                  <a:lnTo>
                    <a:pt x="4068" y="4649"/>
                  </a:lnTo>
                  <a:lnTo>
                    <a:pt x="4068" y="4649"/>
                  </a:lnTo>
                  <a:lnTo>
                    <a:pt x="1279" y="3138"/>
                  </a:lnTo>
                  <a:lnTo>
                    <a:pt x="1279" y="3138"/>
                  </a:lnTo>
                  <a:lnTo>
                    <a:pt x="3487" y="2673"/>
                  </a:lnTo>
                  <a:lnTo>
                    <a:pt x="3487" y="2673"/>
                  </a:lnTo>
                  <a:lnTo>
                    <a:pt x="3952" y="2673"/>
                  </a:lnTo>
                  <a:lnTo>
                    <a:pt x="3952" y="2673"/>
                  </a:lnTo>
                  <a:lnTo>
                    <a:pt x="6625" y="4300"/>
                  </a:lnTo>
                  <a:lnTo>
                    <a:pt x="6625" y="4300"/>
                  </a:lnTo>
                  <a:lnTo>
                    <a:pt x="6974" y="4533"/>
                  </a:lnTo>
                  <a:lnTo>
                    <a:pt x="6974" y="4533"/>
                  </a:lnTo>
                  <a:lnTo>
                    <a:pt x="7090" y="4533"/>
                  </a:lnTo>
                  <a:lnTo>
                    <a:pt x="7090" y="4533"/>
                  </a:lnTo>
                  <a:lnTo>
                    <a:pt x="7206" y="4417"/>
                  </a:lnTo>
                  <a:lnTo>
                    <a:pt x="7090" y="4300"/>
                  </a:lnTo>
                  <a:lnTo>
                    <a:pt x="7090" y="4300"/>
                  </a:lnTo>
                  <a:lnTo>
                    <a:pt x="4417" y="2673"/>
                  </a:lnTo>
                  <a:lnTo>
                    <a:pt x="4417" y="2673"/>
                  </a:lnTo>
                  <a:lnTo>
                    <a:pt x="4301" y="2557"/>
                  </a:lnTo>
                  <a:lnTo>
                    <a:pt x="4301" y="2557"/>
                  </a:lnTo>
                  <a:lnTo>
                    <a:pt x="7439" y="1976"/>
                  </a:lnTo>
                  <a:lnTo>
                    <a:pt x="7439" y="1976"/>
                  </a:lnTo>
                  <a:lnTo>
                    <a:pt x="9066" y="2789"/>
                  </a:lnTo>
                  <a:lnTo>
                    <a:pt x="9066" y="2789"/>
                  </a:lnTo>
                  <a:lnTo>
                    <a:pt x="9414" y="2906"/>
                  </a:lnTo>
                  <a:lnTo>
                    <a:pt x="9414" y="2906"/>
                  </a:lnTo>
                  <a:lnTo>
                    <a:pt x="9414" y="2906"/>
                  </a:lnTo>
                  <a:lnTo>
                    <a:pt x="9414" y="2906"/>
                  </a:lnTo>
                  <a:lnTo>
                    <a:pt x="9531" y="2789"/>
                  </a:lnTo>
                  <a:lnTo>
                    <a:pt x="9414" y="2673"/>
                  </a:lnTo>
                  <a:lnTo>
                    <a:pt x="9414" y="2673"/>
                  </a:lnTo>
                  <a:lnTo>
                    <a:pt x="7787" y="1976"/>
                  </a:lnTo>
                  <a:lnTo>
                    <a:pt x="7787" y="1976"/>
                  </a:lnTo>
                  <a:lnTo>
                    <a:pt x="10112" y="1511"/>
                  </a:lnTo>
                  <a:lnTo>
                    <a:pt x="10112" y="1511"/>
                  </a:lnTo>
                  <a:lnTo>
                    <a:pt x="11623" y="1279"/>
                  </a:lnTo>
                  <a:lnTo>
                    <a:pt x="11623" y="1279"/>
                  </a:lnTo>
                  <a:lnTo>
                    <a:pt x="11739" y="1162"/>
                  </a:lnTo>
                  <a:lnTo>
                    <a:pt x="11739" y="1162"/>
                  </a:lnTo>
                  <a:lnTo>
                    <a:pt x="11623" y="1046"/>
                  </a:lnTo>
                  <a:lnTo>
                    <a:pt x="11623" y="1046"/>
                  </a:lnTo>
                  <a:lnTo>
                    <a:pt x="11623" y="1046"/>
                  </a:lnTo>
                  <a:lnTo>
                    <a:pt x="11623" y="1046"/>
                  </a:lnTo>
                  <a:lnTo>
                    <a:pt x="7671" y="1743"/>
                  </a:lnTo>
                  <a:lnTo>
                    <a:pt x="7671" y="1743"/>
                  </a:lnTo>
                  <a:lnTo>
                    <a:pt x="8601" y="349"/>
                  </a:lnTo>
                  <a:lnTo>
                    <a:pt x="8601" y="349"/>
                  </a:lnTo>
                  <a:lnTo>
                    <a:pt x="8717" y="233"/>
                  </a:lnTo>
                  <a:lnTo>
                    <a:pt x="8717" y="233"/>
                  </a:lnTo>
                  <a:lnTo>
                    <a:pt x="8833" y="0"/>
                  </a:lnTo>
                  <a:lnTo>
                    <a:pt x="8717" y="0"/>
                  </a:lnTo>
                  <a:lnTo>
                    <a:pt x="8717" y="0"/>
                  </a:lnTo>
                  <a:lnTo>
                    <a:pt x="8601" y="0"/>
                  </a:lnTo>
                  <a:lnTo>
                    <a:pt x="8601" y="0"/>
                  </a:lnTo>
                  <a:lnTo>
                    <a:pt x="7555" y="1627"/>
                  </a:lnTo>
                  <a:lnTo>
                    <a:pt x="7555" y="1627"/>
                  </a:lnTo>
                  <a:lnTo>
                    <a:pt x="7322" y="1743"/>
                  </a:lnTo>
                  <a:lnTo>
                    <a:pt x="7322" y="1743"/>
                  </a:lnTo>
                  <a:lnTo>
                    <a:pt x="4184" y="2325"/>
                  </a:lnTo>
                  <a:lnTo>
                    <a:pt x="4184" y="2325"/>
                  </a:lnTo>
                  <a:lnTo>
                    <a:pt x="5928" y="116"/>
                  </a:lnTo>
                  <a:lnTo>
                    <a:pt x="5928" y="116"/>
                  </a:lnTo>
                  <a:lnTo>
                    <a:pt x="5928" y="0"/>
                  </a:lnTo>
                  <a:lnTo>
                    <a:pt x="58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8"/>
            <p:cNvSpPr/>
            <p:nvPr/>
          </p:nvSpPr>
          <p:spPr>
            <a:xfrm>
              <a:off x="4610450" y="4047325"/>
              <a:ext cx="1365650" cy="369025"/>
            </a:xfrm>
            <a:custGeom>
              <a:rect b="b" l="l" r="r" t="t"/>
              <a:pathLst>
                <a:path extrusionOk="0" h="14761" w="54626">
                  <a:moveTo>
                    <a:pt x="24524" y="0"/>
                  </a:moveTo>
                  <a:lnTo>
                    <a:pt x="21734" y="117"/>
                  </a:lnTo>
                  <a:lnTo>
                    <a:pt x="19178" y="349"/>
                  </a:lnTo>
                  <a:lnTo>
                    <a:pt x="16621" y="581"/>
                  </a:lnTo>
                  <a:lnTo>
                    <a:pt x="14296" y="930"/>
                  </a:lnTo>
                  <a:lnTo>
                    <a:pt x="11972" y="1279"/>
                  </a:lnTo>
                  <a:lnTo>
                    <a:pt x="9880" y="1627"/>
                  </a:lnTo>
                  <a:lnTo>
                    <a:pt x="7904" y="2209"/>
                  </a:lnTo>
                  <a:lnTo>
                    <a:pt x="6161" y="2673"/>
                  </a:lnTo>
                  <a:lnTo>
                    <a:pt x="4650" y="3255"/>
                  </a:lnTo>
                  <a:lnTo>
                    <a:pt x="3255" y="3836"/>
                  </a:lnTo>
                  <a:lnTo>
                    <a:pt x="2093" y="4533"/>
                  </a:lnTo>
                  <a:lnTo>
                    <a:pt x="1163" y="5230"/>
                  </a:lnTo>
                  <a:lnTo>
                    <a:pt x="466" y="5928"/>
                  </a:lnTo>
                  <a:lnTo>
                    <a:pt x="117" y="6625"/>
                  </a:lnTo>
                  <a:lnTo>
                    <a:pt x="1" y="6974"/>
                  </a:lnTo>
                  <a:lnTo>
                    <a:pt x="1" y="7322"/>
                  </a:lnTo>
                  <a:lnTo>
                    <a:pt x="233" y="8368"/>
                  </a:lnTo>
                  <a:lnTo>
                    <a:pt x="698" y="9066"/>
                  </a:lnTo>
                  <a:lnTo>
                    <a:pt x="1279" y="9647"/>
                  </a:lnTo>
                  <a:lnTo>
                    <a:pt x="2209" y="10228"/>
                  </a:lnTo>
                  <a:lnTo>
                    <a:pt x="3255" y="10925"/>
                  </a:lnTo>
                  <a:lnTo>
                    <a:pt x="4534" y="11390"/>
                  </a:lnTo>
                  <a:lnTo>
                    <a:pt x="5928" y="11971"/>
                  </a:lnTo>
                  <a:lnTo>
                    <a:pt x="7439" y="12436"/>
                  </a:lnTo>
                  <a:lnTo>
                    <a:pt x="9182" y="12901"/>
                  </a:lnTo>
                  <a:lnTo>
                    <a:pt x="11042" y="13250"/>
                  </a:lnTo>
                  <a:lnTo>
                    <a:pt x="13134" y="13715"/>
                  </a:lnTo>
                  <a:lnTo>
                    <a:pt x="17434" y="14296"/>
                  </a:lnTo>
                  <a:lnTo>
                    <a:pt x="22199" y="14644"/>
                  </a:lnTo>
                  <a:lnTo>
                    <a:pt x="27313" y="14761"/>
                  </a:lnTo>
                  <a:lnTo>
                    <a:pt x="29986" y="14761"/>
                  </a:lnTo>
                  <a:lnTo>
                    <a:pt x="32543" y="14644"/>
                  </a:lnTo>
                  <a:lnTo>
                    <a:pt x="37425" y="14180"/>
                  </a:lnTo>
                  <a:lnTo>
                    <a:pt x="39749" y="13947"/>
                  </a:lnTo>
                  <a:lnTo>
                    <a:pt x="41957" y="13598"/>
                  </a:lnTo>
                  <a:lnTo>
                    <a:pt x="43933" y="13250"/>
                  </a:lnTo>
                  <a:lnTo>
                    <a:pt x="45909" y="12785"/>
                  </a:lnTo>
                  <a:lnTo>
                    <a:pt x="47652" y="12320"/>
                  </a:lnTo>
                  <a:lnTo>
                    <a:pt x="49163" y="11739"/>
                  </a:lnTo>
                  <a:lnTo>
                    <a:pt x="50558" y="11158"/>
                  </a:lnTo>
                  <a:lnTo>
                    <a:pt x="51836" y="10577"/>
                  </a:lnTo>
                  <a:lnTo>
                    <a:pt x="52766" y="9995"/>
                  </a:lnTo>
                  <a:lnTo>
                    <a:pt x="53579" y="9298"/>
                  </a:lnTo>
                  <a:lnTo>
                    <a:pt x="54161" y="8601"/>
                  </a:lnTo>
                  <a:lnTo>
                    <a:pt x="54509" y="7903"/>
                  </a:lnTo>
                  <a:lnTo>
                    <a:pt x="54625" y="7322"/>
                  </a:lnTo>
                  <a:lnTo>
                    <a:pt x="54509" y="6974"/>
                  </a:lnTo>
                  <a:lnTo>
                    <a:pt x="54393" y="6625"/>
                  </a:lnTo>
                  <a:lnTo>
                    <a:pt x="54044" y="5928"/>
                  </a:lnTo>
                  <a:lnTo>
                    <a:pt x="53347" y="5230"/>
                  </a:lnTo>
                  <a:lnTo>
                    <a:pt x="52417" y="4533"/>
                  </a:lnTo>
                  <a:lnTo>
                    <a:pt x="51255" y="3836"/>
                  </a:lnTo>
                  <a:lnTo>
                    <a:pt x="49860" y="3255"/>
                  </a:lnTo>
                  <a:lnTo>
                    <a:pt x="48349" y="2673"/>
                  </a:lnTo>
                  <a:lnTo>
                    <a:pt x="46606" y="2209"/>
                  </a:lnTo>
                  <a:lnTo>
                    <a:pt x="44630" y="1627"/>
                  </a:lnTo>
                  <a:lnTo>
                    <a:pt x="42538" y="1279"/>
                  </a:lnTo>
                  <a:lnTo>
                    <a:pt x="40330" y="930"/>
                  </a:lnTo>
                  <a:lnTo>
                    <a:pt x="37889" y="581"/>
                  </a:lnTo>
                  <a:lnTo>
                    <a:pt x="35333" y="349"/>
                  </a:lnTo>
                  <a:lnTo>
                    <a:pt x="32776" y="117"/>
                  </a:lnTo>
                  <a:lnTo>
                    <a:pt x="30103" y="0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8"/>
            <p:cNvSpPr/>
            <p:nvPr/>
          </p:nvSpPr>
          <p:spPr>
            <a:xfrm>
              <a:off x="4610450" y="4047325"/>
              <a:ext cx="1365650" cy="369025"/>
            </a:xfrm>
            <a:custGeom>
              <a:rect b="b" l="l" r="r" t="t"/>
              <a:pathLst>
                <a:path extrusionOk="0" fill="none" h="14761" w="54626">
                  <a:moveTo>
                    <a:pt x="27313" y="0"/>
                  </a:moveTo>
                  <a:lnTo>
                    <a:pt x="27313" y="0"/>
                  </a:lnTo>
                  <a:lnTo>
                    <a:pt x="24524" y="0"/>
                  </a:lnTo>
                  <a:lnTo>
                    <a:pt x="21734" y="117"/>
                  </a:lnTo>
                  <a:lnTo>
                    <a:pt x="19178" y="349"/>
                  </a:lnTo>
                  <a:lnTo>
                    <a:pt x="16621" y="581"/>
                  </a:lnTo>
                  <a:lnTo>
                    <a:pt x="14296" y="930"/>
                  </a:lnTo>
                  <a:lnTo>
                    <a:pt x="11972" y="1279"/>
                  </a:lnTo>
                  <a:lnTo>
                    <a:pt x="9880" y="1627"/>
                  </a:lnTo>
                  <a:lnTo>
                    <a:pt x="7904" y="2209"/>
                  </a:lnTo>
                  <a:lnTo>
                    <a:pt x="6161" y="2673"/>
                  </a:lnTo>
                  <a:lnTo>
                    <a:pt x="4650" y="3255"/>
                  </a:lnTo>
                  <a:lnTo>
                    <a:pt x="3255" y="3836"/>
                  </a:lnTo>
                  <a:lnTo>
                    <a:pt x="2093" y="4533"/>
                  </a:lnTo>
                  <a:lnTo>
                    <a:pt x="1163" y="5230"/>
                  </a:lnTo>
                  <a:lnTo>
                    <a:pt x="466" y="5928"/>
                  </a:lnTo>
                  <a:lnTo>
                    <a:pt x="117" y="6625"/>
                  </a:lnTo>
                  <a:lnTo>
                    <a:pt x="1" y="6974"/>
                  </a:lnTo>
                  <a:lnTo>
                    <a:pt x="1" y="7322"/>
                  </a:lnTo>
                  <a:lnTo>
                    <a:pt x="1" y="7322"/>
                  </a:lnTo>
                  <a:lnTo>
                    <a:pt x="233" y="8368"/>
                  </a:lnTo>
                  <a:lnTo>
                    <a:pt x="233" y="8368"/>
                  </a:lnTo>
                  <a:lnTo>
                    <a:pt x="698" y="9066"/>
                  </a:lnTo>
                  <a:lnTo>
                    <a:pt x="1279" y="9647"/>
                  </a:lnTo>
                  <a:lnTo>
                    <a:pt x="2209" y="10228"/>
                  </a:lnTo>
                  <a:lnTo>
                    <a:pt x="3255" y="10925"/>
                  </a:lnTo>
                  <a:lnTo>
                    <a:pt x="4534" y="11390"/>
                  </a:lnTo>
                  <a:lnTo>
                    <a:pt x="5928" y="11971"/>
                  </a:lnTo>
                  <a:lnTo>
                    <a:pt x="7439" y="12436"/>
                  </a:lnTo>
                  <a:lnTo>
                    <a:pt x="9182" y="12901"/>
                  </a:lnTo>
                  <a:lnTo>
                    <a:pt x="11042" y="13250"/>
                  </a:lnTo>
                  <a:lnTo>
                    <a:pt x="13134" y="13715"/>
                  </a:lnTo>
                  <a:lnTo>
                    <a:pt x="17434" y="14296"/>
                  </a:lnTo>
                  <a:lnTo>
                    <a:pt x="22199" y="14644"/>
                  </a:lnTo>
                  <a:lnTo>
                    <a:pt x="27313" y="14761"/>
                  </a:lnTo>
                  <a:lnTo>
                    <a:pt x="27313" y="14761"/>
                  </a:lnTo>
                  <a:lnTo>
                    <a:pt x="29986" y="14761"/>
                  </a:lnTo>
                  <a:lnTo>
                    <a:pt x="32543" y="14644"/>
                  </a:lnTo>
                  <a:lnTo>
                    <a:pt x="37425" y="14180"/>
                  </a:lnTo>
                  <a:lnTo>
                    <a:pt x="39749" y="13947"/>
                  </a:lnTo>
                  <a:lnTo>
                    <a:pt x="41957" y="13598"/>
                  </a:lnTo>
                  <a:lnTo>
                    <a:pt x="43933" y="13250"/>
                  </a:lnTo>
                  <a:lnTo>
                    <a:pt x="45909" y="12785"/>
                  </a:lnTo>
                  <a:lnTo>
                    <a:pt x="47652" y="12320"/>
                  </a:lnTo>
                  <a:lnTo>
                    <a:pt x="49163" y="11739"/>
                  </a:lnTo>
                  <a:lnTo>
                    <a:pt x="50558" y="11158"/>
                  </a:lnTo>
                  <a:lnTo>
                    <a:pt x="51836" y="10577"/>
                  </a:lnTo>
                  <a:lnTo>
                    <a:pt x="52766" y="9995"/>
                  </a:lnTo>
                  <a:lnTo>
                    <a:pt x="53579" y="9298"/>
                  </a:lnTo>
                  <a:lnTo>
                    <a:pt x="54161" y="8601"/>
                  </a:lnTo>
                  <a:lnTo>
                    <a:pt x="54509" y="7903"/>
                  </a:lnTo>
                  <a:lnTo>
                    <a:pt x="54509" y="7903"/>
                  </a:lnTo>
                  <a:lnTo>
                    <a:pt x="54625" y="7322"/>
                  </a:lnTo>
                  <a:lnTo>
                    <a:pt x="54625" y="7322"/>
                  </a:lnTo>
                  <a:lnTo>
                    <a:pt x="54509" y="6974"/>
                  </a:lnTo>
                  <a:lnTo>
                    <a:pt x="54393" y="6625"/>
                  </a:lnTo>
                  <a:lnTo>
                    <a:pt x="54044" y="5928"/>
                  </a:lnTo>
                  <a:lnTo>
                    <a:pt x="53347" y="5230"/>
                  </a:lnTo>
                  <a:lnTo>
                    <a:pt x="52417" y="4533"/>
                  </a:lnTo>
                  <a:lnTo>
                    <a:pt x="51255" y="3836"/>
                  </a:lnTo>
                  <a:lnTo>
                    <a:pt x="49860" y="3255"/>
                  </a:lnTo>
                  <a:lnTo>
                    <a:pt x="48349" y="2673"/>
                  </a:lnTo>
                  <a:lnTo>
                    <a:pt x="46606" y="2209"/>
                  </a:lnTo>
                  <a:lnTo>
                    <a:pt x="44630" y="1627"/>
                  </a:lnTo>
                  <a:lnTo>
                    <a:pt x="42538" y="1279"/>
                  </a:lnTo>
                  <a:lnTo>
                    <a:pt x="40330" y="930"/>
                  </a:lnTo>
                  <a:lnTo>
                    <a:pt x="37889" y="581"/>
                  </a:lnTo>
                  <a:lnTo>
                    <a:pt x="35333" y="349"/>
                  </a:lnTo>
                  <a:lnTo>
                    <a:pt x="32776" y="117"/>
                  </a:lnTo>
                  <a:lnTo>
                    <a:pt x="30103" y="0"/>
                  </a:lnTo>
                  <a:lnTo>
                    <a:pt x="2731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8"/>
            <p:cNvSpPr/>
            <p:nvPr/>
          </p:nvSpPr>
          <p:spPr>
            <a:xfrm>
              <a:off x="4616275" y="4244900"/>
              <a:ext cx="1356925" cy="476550"/>
            </a:xfrm>
            <a:custGeom>
              <a:rect b="b" l="l" r="r" t="t"/>
              <a:pathLst>
                <a:path extrusionOk="0" h="19062" w="54277">
                  <a:moveTo>
                    <a:pt x="54276" y="0"/>
                  </a:moveTo>
                  <a:lnTo>
                    <a:pt x="53928" y="698"/>
                  </a:lnTo>
                  <a:lnTo>
                    <a:pt x="53346" y="1395"/>
                  </a:lnTo>
                  <a:lnTo>
                    <a:pt x="52533" y="2092"/>
                  </a:lnTo>
                  <a:lnTo>
                    <a:pt x="51603" y="2674"/>
                  </a:lnTo>
                  <a:lnTo>
                    <a:pt x="50325" y="3255"/>
                  </a:lnTo>
                  <a:lnTo>
                    <a:pt x="48930" y="3836"/>
                  </a:lnTo>
                  <a:lnTo>
                    <a:pt x="47419" y="4417"/>
                  </a:lnTo>
                  <a:lnTo>
                    <a:pt x="45676" y="4882"/>
                  </a:lnTo>
                  <a:lnTo>
                    <a:pt x="43700" y="5347"/>
                  </a:lnTo>
                  <a:lnTo>
                    <a:pt x="41724" y="5695"/>
                  </a:lnTo>
                  <a:lnTo>
                    <a:pt x="39516" y="6044"/>
                  </a:lnTo>
                  <a:lnTo>
                    <a:pt x="37192" y="6277"/>
                  </a:lnTo>
                  <a:lnTo>
                    <a:pt x="32310" y="6741"/>
                  </a:lnTo>
                  <a:lnTo>
                    <a:pt x="29753" y="6858"/>
                  </a:lnTo>
                  <a:lnTo>
                    <a:pt x="27080" y="6858"/>
                  </a:lnTo>
                  <a:lnTo>
                    <a:pt x="21966" y="6741"/>
                  </a:lnTo>
                  <a:lnTo>
                    <a:pt x="17201" y="6393"/>
                  </a:lnTo>
                  <a:lnTo>
                    <a:pt x="12901" y="5812"/>
                  </a:lnTo>
                  <a:lnTo>
                    <a:pt x="10809" y="5347"/>
                  </a:lnTo>
                  <a:lnTo>
                    <a:pt x="8949" y="4998"/>
                  </a:lnTo>
                  <a:lnTo>
                    <a:pt x="7206" y="4533"/>
                  </a:lnTo>
                  <a:lnTo>
                    <a:pt x="5695" y="4068"/>
                  </a:lnTo>
                  <a:lnTo>
                    <a:pt x="4301" y="3487"/>
                  </a:lnTo>
                  <a:lnTo>
                    <a:pt x="3022" y="3022"/>
                  </a:lnTo>
                  <a:lnTo>
                    <a:pt x="1976" y="2325"/>
                  </a:lnTo>
                  <a:lnTo>
                    <a:pt x="1046" y="1744"/>
                  </a:lnTo>
                  <a:lnTo>
                    <a:pt x="465" y="1163"/>
                  </a:lnTo>
                  <a:lnTo>
                    <a:pt x="0" y="465"/>
                  </a:lnTo>
                  <a:lnTo>
                    <a:pt x="0" y="465"/>
                  </a:lnTo>
                  <a:lnTo>
                    <a:pt x="349" y="1744"/>
                  </a:lnTo>
                  <a:lnTo>
                    <a:pt x="930" y="3371"/>
                  </a:lnTo>
                  <a:lnTo>
                    <a:pt x="1744" y="5231"/>
                  </a:lnTo>
                  <a:lnTo>
                    <a:pt x="2790" y="7206"/>
                  </a:lnTo>
                  <a:lnTo>
                    <a:pt x="4068" y="9298"/>
                  </a:lnTo>
                  <a:lnTo>
                    <a:pt x="4882" y="10344"/>
                  </a:lnTo>
                  <a:lnTo>
                    <a:pt x="5695" y="11274"/>
                  </a:lnTo>
                  <a:lnTo>
                    <a:pt x="6625" y="12204"/>
                  </a:lnTo>
                  <a:lnTo>
                    <a:pt x="7555" y="13017"/>
                  </a:lnTo>
                  <a:lnTo>
                    <a:pt x="8601" y="13831"/>
                  </a:lnTo>
                  <a:lnTo>
                    <a:pt x="9763" y="14528"/>
                  </a:lnTo>
                  <a:lnTo>
                    <a:pt x="9879" y="14993"/>
                  </a:lnTo>
                  <a:lnTo>
                    <a:pt x="10112" y="15458"/>
                  </a:lnTo>
                  <a:lnTo>
                    <a:pt x="10577" y="15923"/>
                  </a:lnTo>
                  <a:lnTo>
                    <a:pt x="11158" y="16272"/>
                  </a:lnTo>
                  <a:lnTo>
                    <a:pt x="11971" y="16737"/>
                  </a:lnTo>
                  <a:lnTo>
                    <a:pt x="12785" y="17085"/>
                  </a:lnTo>
                  <a:lnTo>
                    <a:pt x="14993" y="17783"/>
                  </a:lnTo>
                  <a:lnTo>
                    <a:pt x="17666" y="18247"/>
                  </a:lnTo>
                  <a:lnTo>
                    <a:pt x="20688" y="18712"/>
                  </a:lnTo>
                  <a:lnTo>
                    <a:pt x="24058" y="18945"/>
                  </a:lnTo>
                  <a:lnTo>
                    <a:pt x="27661" y="19061"/>
                  </a:lnTo>
                  <a:lnTo>
                    <a:pt x="31264" y="18945"/>
                  </a:lnTo>
                  <a:lnTo>
                    <a:pt x="34635" y="18712"/>
                  </a:lnTo>
                  <a:lnTo>
                    <a:pt x="37656" y="18247"/>
                  </a:lnTo>
                  <a:lnTo>
                    <a:pt x="40213" y="17783"/>
                  </a:lnTo>
                  <a:lnTo>
                    <a:pt x="42422" y="17085"/>
                  </a:lnTo>
                  <a:lnTo>
                    <a:pt x="43351" y="16737"/>
                  </a:lnTo>
                  <a:lnTo>
                    <a:pt x="44049" y="16272"/>
                  </a:lnTo>
                  <a:lnTo>
                    <a:pt x="44746" y="15923"/>
                  </a:lnTo>
                  <a:lnTo>
                    <a:pt x="45095" y="15458"/>
                  </a:lnTo>
                  <a:lnTo>
                    <a:pt x="45443" y="14993"/>
                  </a:lnTo>
                  <a:lnTo>
                    <a:pt x="45560" y="14528"/>
                  </a:lnTo>
                  <a:lnTo>
                    <a:pt x="46722" y="13599"/>
                  </a:lnTo>
                  <a:lnTo>
                    <a:pt x="47884" y="12436"/>
                  </a:lnTo>
                  <a:lnTo>
                    <a:pt x="49279" y="10925"/>
                  </a:lnTo>
                  <a:lnTo>
                    <a:pt x="50092" y="9879"/>
                  </a:lnTo>
                  <a:lnTo>
                    <a:pt x="50790" y="8833"/>
                  </a:lnTo>
                  <a:lnTo>
                    <a:pt x="51603" y="7671"/>
                  </a:lnTo>
                  <a:lnTo>
                    <a:pt x="52300" y="6393"/>
                  </a:lnTo>
                  <a:lnTo>
                    <a:pt x="52882" y="4882"/>
                  </a:lnTo>
                  <a:lnTo>
                    <a:pt x="53463" y="3371"/>
                  </a:lnTo>
                  <a:lnTo>
                    <a:pt x="53928" y="1744"/>
                  </a:lnTo>
                  <a:lnTo>
                    <a:pt x="54276" y="0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8"/>
            <p:cNvSpPr/>
            <p:nvPr/>
          </p:nvSpPr>
          <p:spPr>
            <a:xfrm>
              <a:off x="4616275" y="4244900"/>
              <a:ext cx="1356925" cy="476550"/>
            </a:xfrm>
            <a:custGeom>
              <a:rect b="b" l="l" r="r" t="t"/>
              <a:pathLst>
                <a:path extrusionOk="0" fill="none" h="19062" w="54277">
                  <a:moveTo>
                    <a:pt x="27080" y="6858"/>
                  </a:moveTo>
                  <a:lnTo>
                    <a:pt x="27080" y="6858"/>
                  </a:lnTo>
                  <a:lnTo>
                    <a:pt x="21966" y="6741"/>
                  </a:lnTo>
                  <a:lnTo>
                    <a:pt x="17201" y="6393"/>
                  </a:lnTo>
                  <a:lnTo>
                    <a:pt x="12901" y="5812"/>
                  </a:lnTo>
                  <a:lnTo>
                    <a:pt x="10809" y="5347"/>
                  </a:lnTo>
                  <a:lnTo>
                    <a:pt x="8949" y="4998"/>
                  </a:lnTo>
                  <a:lnTo>
                    <a:pt x="7206" y="4533"/>
                  </a:lnTo>
                  <a:lnTo>
                    <a:pt x="5695" y="4068"/>
                  </a:lnTo>
                  <a:lnTo>
                    <a:pt x="4301" y="3487"/>
                  </a:lnTo>
                  <a:lnTo>
                    <a:pt x="3022" y="3022"/>
                  </a:lnTo>
                  <a:lnTo>
                    <a:pt x="1976" y="2325"/>
                  </a:lnTo>
                  <a:lnTo>
                    <a:pt x="1046" y="1744"/>
                  </a:lnTo>
                  <a:lnTo>
                    <a:pt x="465" y="1163"/>
                  </a:lnTo>
                  <a:lnTo>
                    <a:pt x="0" y="465"/>
                  </a:lnTo>
                  <a:lnTo>
                    <a:pt x="0" y="465"/>
                  </a:lnTo>
                  <a:lnTo>
                    <a:pt x="349" y="1744"/>
                  </a:lnTo>
                  <a:lnTo>
                    <a:pt x="930" y="3371"/>
                  </a:lnTo>
                  <a:lnTo>
                    <a:pt x="1744" y="5231"/>
                  </a:lnTo>
                  <a:lnTo>
                    <a:pt x="2790" y="7206"/>
                  </a:lnTo>
                  <a:lnTo>
                    <a:pt x="4068" y="9298"/>
                  </a:lnTo>
                  <a:lnTo>
                    <a:pt x="4882" y="10344"/>
                  </a:lnTo>
                  <a:lnTo>
                    <a:pt x="5695" y="11274"/>
                  </a:lnTo>
                  <a:lnTo>
                    <a:pt x="6625" y="12204"/>
                  </a:lnTo>
                  <a:lnTo>
                    <a:pt x="7555" y="13017"/>
                  </a:lnTo>
                  <a:lnTo>
                    <a:pt x="8601" y="13831"/>
                  </a:lnTo>
                  <a:lnTo>
                    <a:pt x="9763" y="14528"/>
                  </a:lnTo>
                  <a:lnTo>
                    <a:pt x="9763" y="14528"/>
                  </a:lnTo>
                  <a:lnTo>
                    <a:pt x="9763" y="14528"/>
                  </a:lnTo>
                  <a:lnTo>
                    <a:pt x="9879" y="14993"/>
                  </a:lnTo>
                  <a:lnTo>
                    <a:pt x="10112" y="15458"/>
                  </a:lnTo>
                  <a:lnTo>
                    <a:pt x="10577" y="15923"/>
                  </a:lnTo>
                  <a:lnTo>
                    <a:pt x="11158" y="16272"/>
                  </a:lnTo>
                  <a:lnTo>
                    <a:pt x="11971" y="16737"/>
                  </a:lnTo>
                  <a:lnTo>
                    <a:pt x="12785" y="17085"/>
                  </a:lnTo>
                  <a:lnTo>
                    <a:pt x="14993" y="17783"/>
                  </a:lnTo>
                  <a:lnTo>
                    <a:pt x="17666" y="18247"/>
                  </a:lnTo>
                  <a:lnTo>
                    <a:pt x="20688" y="18712"/>
                  </a:lnTo>
                  <a:lnTo>
                    <a:pt x="24058" y="18945"/>
                  </a:lnTo>
                  <a:lnTo>
                    <a:pt x="27661" y="19061"/>
                  </a:lnTo>
                  <a:lnTo>
                    <a:pt x="27661" y="19061"/>
                  </a:lnTo>
                  <a:lnTo>
                    <a:pt x="31264" y="18945"/>
                  </a:lnTo>
                  <a:lnTo>
                    <a:pt x="34635" y="18712"/>
                  </a:lnTo>
                  <a:lnTo>
                    <a:pt x="37656" y="18247"/>
                  </a:lnTo>
                  <a:lnTo>
                    <a:pt x="40213" y="17783"/>
                  </a:lnTo>
                  <a:lnTo>
                    <a:pt x="42422" y="17085"/>
                  </a:lnTo>
                  <a:lnTo>
                    <a:pt x="43351" y="16737"/>
                  </a:lnTo>
                  <a:lnTo>
                    <a:pt x="44049" y="16272"/>
                  </a:lnTo>
                  <a:lnTo>
                    <a:pt x="44746" y="15923"/>
                  </a:lnTo>
                  <a:lnTo>
                    <a:pt x="45095" y="15458"/>
                  </a:lnTo>
                  <a:lnTo>
                    <a:pt x="45443" y="14993"/>
                  </a:lnTo>
                  <a:lnTo>
                    <a:pt x="45560" y="14528"/>
                  </a:lnTo>
                  <a:lnTo>
                    <a:pt x="45560" y="14528"/>
                  </a:lnTo>
                  <a:lnTo>
                    <a:pt x="45560" y="14528"/>
                  </a:lnTo>
                  <a:lnTo>
                    <a:pt x="46722" y="13599"/>
                  </a:lnTo>
                  <a:lnTo>
                    <a:pt x="47884" y="12436"/>
                  </a:lnTo>
                  <a:lnTo>
                    <a:pt x="49279" y="10925"/>
                  </a:lnTo>
                  <a:lnTo>
                    <a:pt x="50092" y="9879"/>
                  </a:lnTo>
                  <a:lnTo>
                    <a:pt x="50790" y="8833"/>
                  </a:lnTo>
                  <a:lnTo>
                    <a:pt x="51603" y="7671"/>
                  </a:lnTo>
                  <a:lnTo>
                    <a:pt x="52300" y="6393"/>
                  </a:lnTo>
                  <a:lnTo>
                    <a:pt x="52882" y="4882"/>
                  </a:lnTo>
                  <a:lnTo>
                    <a:pt x="53463" y="3371"/>
                  </a:lnTo>
                  <a:lnTo>
                    <a:pt x="53928" y="1744"/>
                  </a:lnTo>
                  <a:lnTo>
                    <a:pt x="54276" y="0"/>
                  </a:lnTo>
                  <a:lnTo>
                    <a:pt x="54276" y="0"/>
                  </a:lnTo>
                  <a:lnTo>
                    <a:pt x="53928" y="698"/>
                  </a:lnTo>
                  <a:lnTo>
                    <a:pt x="53346" y="1395"/>
                  </a:lnTo>
                  <a:lnTo>
                    <a:pt x="52533" y="2092"/>
                  </a:lnTo>
                  <a:lnTo>
                    <a:pt x="51603" y="2674"/>
                  </a:lnTo>
                  <a:lnTo>
                    <a:pt x="50325" y="3255"/>
                  </a:lnTo>
                  <a:lnTo>
                    <a:pt x="48930" y="3836"/>
                  </a:lnTo>
                  <a:lnTo>
                    <a:pt x="47419" y="4417"/>
                  </a:lnTo>
                  <a:lnTo>
                    <a:pt x="45676" y="4882"/>
                  </a:lnTo>
                  <a:lnTo>
                    <a:pt x="43700" y="5347"/>
                  </a:lnTo>
                  <a:lnTo>
                    <a:pt x="41724" y="5695"/>
                  </a:lnTo>
                  <a:lnTo>
                    <a:pt x="39516" y="6044"/>
                  </a:lnTo>
                  <a:lnTo>
                    <a:pt x="37192" y="6277"/>
                  </a:lnTo>
                  <a:lnTo>
                    <a:pt x="32310" y="6741"/>
                  </a:lnTo>
                  <a:lnTo>
                    <a:pt x="29753" y="6858"/>
                  </a:lnTo>
                  <a:lnTo>
                    <a:pt x="27080" y="685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8"/>
            <p:cNvSpPr/>
            <p:nvPr/>
          </p:nvSpPr>
          <p:spPr>
            <a:xfrm>
              <a:off x="4784800" y="4404700"/>
              <a:ext cx="293475" cy="171450"/>
            </a:xfrm>
            <a:custGeom>
              <a:rect b="b" l="l" r="r" t="t"/>
              <a:pathLst>
                <a:path extrusionOk="0" h="6858" w="11739">
                  <a:moveTo>
                    <a:pt x="0" y="1"/>
                  </a:moveTo>
                  <a:lnTo>
                    <a:pt x="1162" y="1744"/>
                  </a:lnTo>
                  <a:lnTo>
                    <a:pt x="5346" y="2558"/>
                  </a:lnTo>
                  <a:lnTo>
                    <a:pt x="7787" y="3023"/>
                  </a:lnTo>
                  <a:lnTo>
                    <a:pt x="10460" y="3371"/>
                  </a:lnTo>
                  <a:lnTo>
                    <a:pt x="11739" y="2558"/>
                  </a:lnTo>
                  <a:lnTo>
                    <a:pt x="10112" y="2674"/>
                  </a:lnTo>
                  <a:lnTo>
                    <a:pt x="8136" y="2558"/>
                  </a:lnTo>
                  <a:lnTo>
                    <a:pt x="6276" y="2209"/>
                  </a:lnTo>
                  <a:lnTo>
                    <a:pt x="4533" y="1744"/>
                  </a:lnTo>
                  <a:lnTo>
                    <a:pt x="3022" y="1279"/>
                  </a:lnTo>
                  <a:lnTo>
                    <a:pt x="1744" y="814"/>
                  </a:lnTo>
                  <a:lnTo>
                    <a:pt x="814" y="466"/>
                  </a:lnTo>
                  <a:lnTo>
                    <a:pt x="0" y="1"/>
                  </a:lnTo>
                  <a:close/>
                  <a:moveTo>
                    <a:pt x="1627" y="2325"/>
                  </a:moveTo>
                  <a:lnTo>
                    <a:pt x="4649" y="6742"/>
                  </a:lnTo>
                  <a:lnTo>
                    <a:pt x="5114" y="6858"/>
                  </a:lnTo>
                  <a:lnTo>
                    <a:pt x="9879" y="3720"/>
                  </a:lnTo>
                  <a:lnTo>
                    <a:pt x="5346" y="3023"/>
                  </a:lnTo>
                  <a:lnTo>
                    <a:pt x="1627" y="2325"/>
                  </a:lnTo>
                  <a:close/>
                </a:path>
              </a:pathLst>
            </a:custGeom>
            <a:solidFill>
              <a:srgbClr val="963A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8"/>
            <p:cNvSpPr/>
            <p:nvPr/>
          </p:nvSpPr>
          <p:spPr>
            <a:xfrm>
              <a:off x="4825475" y="4462825"/>
              <a:ext cx="206325" cy="113325"/>
            </a:xfrm>
            <a:custGeom>
              <a:rect b="b" l="l" r="r" t="t"/>
              <a:pathLst>
                <a:path extrusionOk="0" fill="none" h="4533" w="8253">
                  <a:moveTo>
                    <a:pt x="0" y="0"/>
                  </a:moveTo>
                  <a:lnTo>
                    <a:pt x="3022" y="4417"/>
                  </a:lnTo>
                  <a:lnTo>
                    <a:pt x="3022" y="4417"/>
                  </a:lnTo>
                  <a:lnTo>
                    <a:pt x="3487" y="4533"/>
                  </a:lnTo>
                  <a:lnTo>
                    <a:pt x="8252" y="1395"/>
                  </a:lnTo>
                  <a:lnTo>
                    <a:pt x="8252" y="1395"/>
                  </a:lnTo>
                  <a:lnTo>
                    <a:pt x="3719" y="69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8"/>
            <p:cNvSpPr/>
            <p:nvPr/>
          </p:nvSpPr>
          <p:spPr>
            <a:xfrm>
              <a:off x="4784800" y="4404700"/>
              <a:ext cx="293475" cy="84300"/>
            </a:xfrm>
            <a:custGeom>
              <a:rect b="b" l="l" r="r" t="t"/>
              <a:pathLst>
                <a:path extrusionOk="0" fill="none" h="3372" w="11739">
                  <a:moveTo>
                    <a:pt x="0" y="1"/>
                  </a:moveTo>
                  <a:lnTo>
                    <a:pt x="1162" y="1744"/>
                  </a:lnTo>
                  <a:lnTo>
                    <a:pt x="1162" y="1744"/>
                  </a:lnTo>
                  <a:lnTo>
                    <a:pt x="5346" y="2558"/>
                  </a:lnTo>
                  <a:lnTo>
                    <a:pt x="7787" y="3023"/>
                  </a:lnTo>
                  <a:lnTo>
                    <a:pt x="10460" y="3371"/>
                  </a:lnTo>
                  <a:lnTo>
                    <a:pt x="11739" y="2558"/>
                  </a:lnTo>
                  <a:lnTo>
                    <a:pt x="11739" y="2558"/>
                  </a:lnTo>
                  <a:lnTo>
                    <a:pt x="10112" y="2674"/>
                  </a:lnTo>
                  <a:lnTo>
                    <a:pt x="10112" y="2674"/>
                  </a:lnTo>
                  <a:lnTo>
                    <a:pt x="8136" y="2558"/>
                  </a:lnTo>
                  <a:lnTo>
                    <a:pt x="6276" y="2209"/>
                  </a:lnTo>
                  <a:lnTo>
                    <a:pt x="4533" y="1744"/>
                  </a:lnTo>
                  <a:lnTo>
                    <a:pt x="3022" y="1279"/>
                  </a:lnTo>
                  <a:lnTo>
                    <a:pt x="1744" y="814"/>
                  </a:lnTo>
                  <a:lnTo>
                    <a:pt x="814" y="46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8"/>
            <p:cNvSpPr/>
            <p:nvPr/>
          </p:nvSpPr>
          <p:spPr>
            <a:xfrm>
              <a:off x="5755250" y="4308825"/>
              <a:ext cx="203425" cy="299300"/>
            </a:xfrm>
            <a:custGeom>
              <a:rect b="b" l="l" r="r" t="t"/>
              <a:pathLst>
                <a:path extrusionOk="0" h="11972" w="8137"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6509" y="4184"/>
                  </a:moveTo>
                  <a:lnTo>
                    <a:pt x="6509" y="4184"/>
                  </a:lnTo>
                  <a:lnTo>
                    <a:pt x="6509" y="4184"/>
                  </a:lnTo>
                  <a:lnTo>
                    <a:pt x="6509" y="4184"/>
                  </a:lnTo>
                  <a:lnTo>
                    <a:pt x="6509" y="4184"/>
                  </a:lnTo>
                  <a:close/>
                  <a:moveTo>
                    <a:pt x="8136" y="0"/>
                  </a:moveTo>
                  <a:lnTo>
                    <a:pt x="8136" y="0"/>
                  </a:lnTo>
                  <a:lnTo>
                    <a:pt x="8136" y="0"/>
                  </a:lnTo>
                  <a:lnTo>
                    <a:pt x="8136" y="0"/>
                  </a:lnTo>
                  <a:lnTo>
                    <a:pt x="7439" y="2209"/>
                  </a:lnTo>
                  <a:lnTo>
                    <a:pt x="6509" y="4184"/>
                  </a:lnTo>
                  <a:lnTo>
                    <a:pt x="6509" y="4184"/>
                  </a:lnTo>
                  <a:lnTo>
                    <a:pt x="7439" y="2209"/>
                  </a:lnTo>
                  <a:lnTo>
                    <a:pt x="8136" y="0"/>
                  </a:lnTo>
                  <a:close/>
                </a:path>
              </a:pathLst>
            </a:custGeom>
            <a:solidFill>
              <a:srgbClr val="AC78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8"/>
            <p:cNvSpPr/>
            <p:nvPr/>
          </p:nvSpPr>
          <p:spPr>
            <a:xfrm>
              <a:off x="5755250" y="460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8"/>
            <p:cNvSpPr/>
            <p:nvPr/>
          </p:nvSpPr>
          <p:spPr>
            <a:xfrm>
              <a:off x="5755250" y="460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8"/>
            <p:cNvSpPr/>
            <p:nvPr/>
          </p:nvSpPr>
          <p:spPr>
            <a:xfrm>
              <a:off x="5755250" y="460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8"/>
            <p:cNvSpPr/>
            <p:nvPr/>
          </p:nvSpPr>
          <p:spPr>
            <a:xfrm>
              <a:off x="5755250" y="460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8"/>
            <p:cNvSpPr/>
            <p:nvPr/>
          </p:nvSpPr>
          <p:spPr>
            <a:xfrm>
              <a:off x="5917975" y="44134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8"/>
            <p:cNvSpPr/>
            <p:nvPr/>
          </p:nvSpPr>
          <p:spPr>
            <a:xfrm>
              <a:off x="5917975" y="4308825"/>
              <a:ext cx="40700" cy="104625"/>
            </a:xfrm>
            <a:custGeom>
              <a:rect b="b" l="l" r="r" t="t"/>
              <a:pathLst>
                <a:path extrusionOk="0" fill="none" h="4185" w="1628">
                  <a:moveTo>
                    <a:pt x="1627" y="0"/>
                  </a:moveTo>
                  <a:lnTo>
                    <a:pt x="1627" y="0"/>
                  </a:lnTo>
                  <a:lnTo>
                    <a:pt x="1627" y="0"/>
                  </a:lnTo>
                  <a:lnTo>
                    <a:pt x="1627" y="0"/>
                  </a:lnTo>
                  <a:lnTo>
                    <a:pt x="930" y="2209"/>
                  </a:lnTo>
                  <a:lnTo>
                    <a:pt x="0" y="4184"/>
                  </a:lnTo>
                  <a:lnTo>
                    <a:pt x="0" y="4184"/>
                  </a:lnTo>
                  <a:lnTo>
                    <a:pt x="930" y="2209"/>
                  </a:lnTo>
                  <a:lnTo>
                    <a:pt x="162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8"/>
            <p:cNvSpPr/>
            <p:nvPr/>
          </p:nvSpPr>
          <p:spPr>
            <a:xfrm>
              <a:off x="4816750" y="4308825"/>
              <a:ext cx="1141925" cy="412625"/>
            </a:xfrm>
            <a:custGeom>
              <a:rect b="b" l="l" r="r" t="t"/>
              <a:pathLst>
                <a:path extrusionOk="0" h="16505" w="45677">
                  <a:moveTo>
                    <a:pt x="45676" y="0"/>
                  </a:moveTo>
                  <a:lnTo>
                    <a:pt x="44049" y="1046"/>
                  </a:lnTo>
                  <a:lnTo>
                    <a:pt x="42422" y="2092"/>
                  </a:lnTo>
                  <a:lnTo>
                    <a:pt x="39633" y="3952"/>
                  </a:lnTo>
                  <a:lnTo>
                    <a:pt x="38238" y="4882"/>
                  </a:lnTo>
                  <a:lnTo>
                    <a:pt x="36727" y="5812"/>
                  </a:lnTo>
                  <a:lnTo>
                    <a:pt x="36030" y="6160"/>
                  </a:lnTo>
                  <a:lnTo>
                    <a:pt x="39865" y="5230"/>
                  </a:lnTo>
                  <a:lnTo>
                    <a:pt x="43933" y="4068"/>
                  </a:lnTo>
                  <a:lnTo>
                    <a:pt x="43933" y="4301"/>
                  </a:lnTo>
                  <a:lnTo>
                    <a:pt x="44049" y="4184"/>
                  </a:lnTo>
                  <a:lnTo>
                    <a:pt x="44979" y="2209"/>
                  </a:lnTo>
                  <a:lnTo>
                    <a:pt x="45676" y="0"/>
                  </a:lnTo>
                  <a:close/>
                  <a:moveTo>
                    <a:pt x="43817" y="4533"/>
                  </a:moveTo>
                  <a:lnTo>
                    <a:pt x="41492" y="5347"/>
                  </a:lnTo>
                  <a:lnTo>
                    <a:pt x="39051" y="5928"/>
                  </a:lnTo>
                  <a:lnTo>
                    <a:pt x="36727" y="6509"/>
                  </a:lnTo>
                  <a:lnTo>
                    <a:pt x="34403" y="6974"/>
                  </a:lnTo>
                  <a:lnTo>
                    <a:pt x="31497" y="8136"/>
                  </a:lnTo>
                  <a:lnTo>
                    <a:pt x="28708" y="8950"/>
                  </a:lnTo>
                  <a:lnTo>
                    <a:pt x="25686" y="9647"/>
                  </a:lnTo>
                  <a:lnTo>
                    <a:pt x="22664" y="10112"/>
                  </a:lnTo>
                  <a:lnTo>
                    <a:pt x="20688" y="10344"/>
                  </a:lnTo>
                  <a:lnTo>
                    <a:pt x="18596" y="10460"/>
                  </a:lnTo>
                  <a:lnTo>
                    <a:pt x="14528" y="10693"/>
                  </a:lnTo>
                  <a:lnTo>
                    <a:pt x="6277" y="10693"/>
                  </a:lnTo>
                  <a:lnTo>
                    <a:pt x="4533" y="10809"/>
                  </a:lnTo>
                  <a:lnTo>
                    <a:pt x="7439" y="11158"/>
                  </a:lnTo>
                  <a:lnTo>
                    <a:pt x="10926" y="11623"/>
                  </a:lnTo>
                  <a:lnTo>
                    <a:pt x="14877" y="11855"/>
                  </a:lnTo>
                  <a:lnTo>
                    <a:pt x="19294" y="11971"/>
                  </a:lnTo>
                  <a:lnTo>
                    <a:pt x="24059" y="11855"/>
                  </a:lnTo>
                  <a:lnTo>
                    <a:pt x="26499" y="11623"/>
                  </a:lnTo>
                  <a:lnTo>
                    <a:pt x="29056" y="11390"/>
                  </a:lnTo>
                  <a:lnTo>
                    <a:pt x="31729" y="11042"/>
                  </a:lnTo>
                  <a:lnTo>
                    <a:pt x="34403" y="10693"/>
                  </a:lnTo>
                  <a:lnTo>
                    <a:pt x="37192" y="10228"/>
                  </a:lnTo>
                  <a:lnTo>
                    <a:pt x="39981" y="9531"/>
                  </a:lnTo>
                  <a:lnTo>
                    <a:pt x="39981" y="9763"/>
                  </a:lnTo>
                  <a:lnTo>
                    <a:pt x="40911" y="8717"/>
                  </a:lnTo>
                  <a:lnTo>
                    <a:pt x="41957" y="7555"/>
                  </a:lnTo>
                  <a:lnTo>
                    <a:pt x="42887" y="6160"/>
                  </a:lnTo>
                  <a:lnTo>
                    <a:pt x="43817" y="4533"/>
                  </a:lnTo>
                  <a:close/>
                  <a:moveTo>
                    <a:pt x="39749" y="10112"/>
                  </a:moveTo>
                  <a:lnTo>
                    <a:pt x="36959" y="10693"/>
                  </a:lnTo>
                  <a:lnTo>
                    <a:pt x="34286" y="11158"/>
                  </a:lnTo>
                  <a:lnTo>
                    <a:pt x="31613" y="11623"/>
                  </a:lnTo>
                  <a:lnTo>
                    <a:pt x="28940" y="11855"/>
                  </a:lnTo>
                  <a:lnTo>
                    <a:pt x="26383" y="12088"/>
                  </a:lnTo>
                  <a:lnTo>
                    <a:pt x="23943" y="12320"/>
                  </a:lnTo>
                  <a:lnTo>
                    <a:pt x="19294" y="12436"/>
                  </a:lnTo>
                  <a:lnTo>
                    <a:pt x="16504" y="12320"/>
                  </a:lnTo>
                  <a:lnTo>
                    <a:pt x="13947" y="12204"/>
                  </a:lnTo>
                  <a:lnTo>
                    <a:pt x="9298" y="11855"/>
                  </a:lnTo>
                  <a:lnTo>
                    <a:pt x="5347" y="11390"/>
                  </a:lnTo>
                  <a:lnTo>
                    <a:pt x="2209" y="10809"/>
                  </a:lnTo>
                  <a:lnTo>
                    <a:pt x="1" y="10809"/>
                  </a:lnTo>
                  <a:lnTo>
                    <a:pt x="814" y="11390"/>
                  </a:lnTo>
                  <a:lnTo>
                    <a:pt x="1744" y="11971"/>
                  </a:lnTo>
                  <a:lnTo>
                    <a:pt x="1860" y="12436"/>
                  </a:lnTo>
                  <a:lnTo>
                    <a:pt x="2093" y="12901"/>
                  </a:lnTo>
                  <a:lnTo>
                    <a:pt x="2558" y="13366"/>
                  </a:lnTo>
                  <a:lnTo>
                    <a:pt x="3139" y="13715"/>
                  </a:lnTo>
                  <a:lnTo>
                    <a:pt x="3952" y="14180"/>
                  </a:lnTo>
                  <a:lnTo>
                    <a:pt x="4766" y="14528"/>
                  </a:lnTo>
                  <a:lnTo>
                    <a:pt x="6974" y="15226"/>
                  </a:lnTo>
                  <a:lnTo>
                    <a:pt x="9647" y="15690"/>
                  </a:lnTo>
                  <a:lnTo>
                    <a:pt x="12669" y="16155"/>
                  </a:lnTo>
                  <a:lnTo>
                    <a:pt x="16039" y="16388"/>
                  </a:lnTo>
                  <a:lnTo>
                    <a:pt x="19642" y="16504"/>
                  </a:lnTo>
                  <a:lnTo>
                    <a:pt x="23245" y="16388"/>
                  </a:lnTo>
                  <a:lnTo>
                    <a:pt x="26616" y="16155"/>
                  </a:lnTo>
                  <a:lnTo>
                    <a:pt x="29637" y="15690"/>
                  </a:lnTo>
                  <a:lnTo>
                    <a:pt x="32194" y="15226"/>
                  </a:lnTo>
                  <a:lnTo>
                    <a:pt x="34403" y="14528"/>
                  </a:lnTo>
                  <a:lnTo>
                    <a:pt x="35332" y="14180"/>
                  </a:lnTo>
                  <a:lnTo>
                    <a:pt x="36030" y="13715"/>
                  </a:lnTo>
                  <a:lnTo>
                    <a:pt x="36727" y="13366"/>
                  </a:lnTo>
                  <a:lnTo>
                    <a:pt x="37076" y="12901"/>
                  </a:lnTo>
                  <a:lnTo>
                    <a:pt x="37424" y="12436"/>
                  </a:lnTo>
                  <a:lnTo>
                    <a:pt x="37541" y="11971"/>
                  </a:lnTo>
                  <a:lnTo>
                    <a:pt x="38122" y="11506"/>
                  </a:lnTo>
                  <a:lnTo>
                    <a:pt x="39749" y="10112"/>
                  </a:lnTo>
                  <a:close/>
                </a:path>
              </a:pathLst>
            </a:custGeom>
            <a:solidFill>
              <a:srgbClr val="7F2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8"/>
            <p:cNvSpPr/>
            <p:nvPr/>
          </p:nvSpPr>
          <p:spPr>
            <a:xfrm>
              <a:off x="4816750" y="4561600"/>
              <a:ext cx="993725" cy="159850"/>
            </a:xfrm>
            <a:custGeom>
              <a:rect b="b" l="l" r="r" t="t"/>
              <a:pathLst>
                <a:path extrusionOk="0" fill="none" h="6394" w="39749">
                  <a:moveTo>
                    <a:pt x="39749" y="1"/>
                  </a:moveTo>
                  <a:lnTo>
                    <a:pt x="39749" y="1"/>
                  </a:lnTo>
                  <a:lnTo>
                    <a:pt x="36959" y="582"/>
                  </a:lnTo>
                  <a:lnTo>
                    <a:pt x="34286" y="1047"/>
                  </a:lnTo>
                  <a:lnTo>
                    <a:pt x="31613" y="1512"/>
                  </a:lnTo>
                  <a:lnTo>
                    <a:pt x="28940" y="1744"/>
                  </a:lnTo>
                  <a:lnTo>
                    <a:pt x="26383" y="1977"/>
                  </a:lnTo>
                  <a:lnTo>
                    <a:pt x="23943" y="2209"/>
                  </a:lnTo>
                  <a:lnTo>
                    <a:pt x="19294" y="2325"/>
                  </a:lnTo>
                  <a:lnTo>
                    <a:pt x="19294" y="2325"/>
                  </a:lnTo>
                  <a:lnTo>
                    <a:pt x="16504" y="2209"/>
                  </a:lnTo>
                  <a:lnTo>
                    <a:pt x="13947" y="2093"/>
                  </a:lnTo>
                  <a:lnTo>
                    <a:pt x="9298" y="1744"/>
                  </a:lnTo>
                  <a:lnTo>
                    <a:pt x="5347" y="1279"/>
                  </a:lnTo>
                  <a:lnTo>
                    <a:pt x="2209" y="698"/>
                  </a:lnTo>
                  <a:lnTo>
                    <a:pt x="2209" y="698"/>
                  </a:lnTo>
                  <a:lnTo>
                    <a:pt x="1" y="698"/>
                  </a:lnTo>
                  <a:lnTo>
                    <a:pt x="1" y="698"/>
                  </a:lnTo>
                  <a:lnTo>
                    <a:pt x="814" y="1279"/>
                  </a:lnTo>
                  <a:lnTo>
                    <a:pt x="1744" y="1860"/>
                  </a:lnTo>
                  <a:lnTo>
                    <a:pt x="1744" y="1860"/>
                  </a:lnTo>
                  <a:lnTo>
                    <a:pt x="1744" y="1860"/>
                  </a:lnTo>
                  <a:lnTo>
                    <a:pt x="1860" y="2325"/>
                  </a:lnTo>
                  <a:lnTo>
                    <a:pt x="2093" y="2790"/>
                  </a:lnTo>
                  <a:lnTo>
                    <a:pt x="2558" y="3255"/>
                  </a:lnTo>
                  <a:lnTo>
                    <a:pt x="3139" y="3604"/>
                  </a:lnTo>
                  <a:lnTo>
                    <a:pt x="3952" y="4069"/>
                  </a:lnTo>
                  <a:lnTo>
                    <a:pt x="4766" y="4417"/>
                  </a:lnTo>
                  <a:lnTo>
                    <a:pt x="6974" y="5115"/>
                  </a:lnTo>
                  <a:lnTo>
                    <a:pt x="9647" y="5579"/>
                  </a:lnTo>
                  <a:lnTo>
                    <a:pt x="12669" y="6044"/>
                  </a:lnTo>
                  <a:lnTo>
                    <a:pt x="16039" y="6277"/>
                  </a:lnTo>
                  <a:lnTo>
                    <a:pt x="19642" y="6393"/>
                  </a:lnTo>
                  <a:lnTo>
                    <a:pt x="19642" y="6393"/>
                  </a:lnTo>
                  <a:lnTo>
                    <a:pt x="23245" y="6277"/>
                  </a:lnTo>
                  <a:lnTo>
                    <a:pt x="26616" y="6044"/>
                  </a:lnTo>
                  <a:lnTo>
                    <a:pt x="29637" y="5579"/>
                  </a:lnTo>
                  <a:lnTo>
                    <a:pt x="32194" y="5115"/>
                  </a:lnTo>
                  <a:lnTo>
                    <a:pt x="34403" y="4417"/>
                  </a:lnTo>
                  <a:lnTo>
                    <a:pt x="35332" y="4069"/>
                  </a:lnTo>
                  <a:lnTo>
                    <a:pt x="36030" y="3604"/>
                  </a:lnTo>
                  <a:lnTo>
                    <a:pt x="36727" y="3255"/>
                  </a:lnTo>
                  <a:lnTo>
                    <a:pt x="37076" y="2790"/>
                  </a:lnTo>
                  <a:lnTo>
                    <a:pt x="37424" y="2325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8122" y="1395"/>
                  </a:lnTo>
                  <a:lnTo>
                    <a:pt x="3974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8"/>
            <p:cNvSpPr/>
            <p:nvPr/>
          </p:nvSpPr>
          <p:spPr>
            <a:xfrm>
              <a:off x="4930075" y="4422150"/>
              <a:ext cx="982100" cy="185975"/>
            </a:xfrm>
            <a:custGeom>
              <a:rect b="b" l="l" r="r" t="t"/>
              <a:pathLst>
                <a:path extrusionOk="0" fill="none" h="7439" w="39284">
                  <a:moveTo>
                    <a:pt x="39284" y="0"/>
                  </a:moveTo>
                  <a:lnTo>
                    <a:pt x="39284" y="0"/>
                  </a:lnTo>
                  <a:lnTo>
                    <a:pt x="36959" y="814"/>
                  </a:lnTo>
                  <a:lnTo>
                    <a:pt x="34518" y="1395"/>
                  </a:lnTo>
                  <a:lnTo>
                    <a:pt x="32194" y="1976"/>
                  </a:lnTo>
                  <a:lnTo>
                    <a:pt x="29870" y="2441"/>
                  </a:lnTo>
                  <a:lnTo>
                    <a:pt x="29870" y="2441"/>
                  </a:lnTo>
                  <a:lnTo>
                    <a:pt x="26964" y="3603"/>
                  </a:lnTo>
                  <a:lnTo>
                    <a:pt x="24175" y="4417"/>
                  </a:lnTo>
                  <a:lnTo>
                    <a:pt x="21153" y="5114"/>
                  </a:lnTo>
                  <a:lnTo>
                    <a:pt x="18131" y="5579"/>
                  </a:lnTo>
                  <a:lnTo>
                    <a:pt x="18131" y="5579"/>
                  </a:lnTo>
                  <a:lnTo>
                    <a:pt x="16155" y="5811"/>
                  </a:lnTo>
                  <a:lnTo>
                    <a:pt x="14063" y="5927"/>
                  </a:lnTo>
                  <a:lnTo>
                    <a:pt x="9995" y="6160"/>
                  </a:lnTo>
                  <a:lnTo>
                    <a:pt x="1744" y="6160"/>
                  </a:lnTo>
                  <a:lnTo>
                    <a:pt x="1744" y="6160"/>
                  </a:lnTo>
                  <a:lnTo>
                    <a:pt x="0" y="6276"/>
                  </a:lnTo>
                  <a:lnTo>
                    <a:pt x="0" y="6276"/>
                  </a:lnTo>
                  <a:lnTo>
                    <a:pt x="2906" y="6625"/>
                  </a:lnTo>
                  <a:lnTo>
                    <a:pt x="6393" y="7090"/>
                  </a:lnTo>
                  <a:lnTo>
                    <a:pt x="10344" y="7322"/>
                  </a:lnTo>
                  <a:lnTo>
                    <a:pt x="14761" y="7438"/>
                  </a:lnTo>
                  <a:lnTo>
                    <a:pt x="14761" y="7438"/>
                  </a:lnTo>
                  <a:lnTo>
                    <a:pt x="19526" y="7322"/>
                  </a:lnTo>
                  <a:lnTo>
                    <a:pt x="21966" y="7090"/>
                  </a:lnTo>
                  <a:lnTo>
                    <a:pt x="24523" y="6857"/>
                  </a:lnTo>
                  <a:lnTo>
                    <a:pt x="27196" y="6509"/>
                  </a:lnTo>
                  <a:lnTo>
                    <a:pt x="29870" y="6160"/>
                  </a:lnTo>
                  <a:lnTo>
                    <a:pt x="32659" y="5695"/>
                  </a:lnTo>
                  <a:lnTo>
                    <a:pt x="35448" y="4998"/>
                  </a:lnTo>
                  <a:lnTo>
                    <a:pt x="35448" y="5230"/>
                  </a:lnTo>
                  <a:lnTo>
                    <a:pt x="35448" y="5230"/>
                  </a:lnTo>
                  <a:lnTo>
                    <a:pt x="36378" y="4184"/>
                  </a:lnTo>
                  <a:lnTo>
                    <a:pt x="37424" y="3022"/>
                  </a:lnTo>
                  <a:lnTo>
                    <a:pt x="38354" y="1627"/>
                  </a:lnTo>
                  <a:lnTo>
                    <a:pt x="3928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28"/>
            <p:cNvSpPr/>
            <p:nvPr/>
          </p:nvSpPr>
          <p:spPr>
            <a:xfrm>
              <a:off x="5717475" y="4308825"/>
              <a:ext cx="241200" cy="154025"/>
            </a:xfrm>
            <a:custGeom>
              <a:rect b="b" l="l" r="r" t="t"/>
              <a:pathLst>
                <a:path extrusionOk="0" fill="none" h="6161" w="9648">
                  <a:moveTo>
                    <a:pt x="9647" y="0"/>
                  </a:moveTo>
                  <a:lnTo>
                    <a:pt x="9647" y="0"/>
                  </a:lnTo>
                  <a:lnTo>
                    <a:pt x="8020" y="1046"/>
                  </a:lnTo>
                  <a:lnTo>
                    <a:pt x="6393" y="2092"/>
                  </a:lnTo>
                  <a:lnTo>
                    <a:pt x="6393" y="2092"/>
                  </a:lnTo>
                  <a:lnTo>
                    <a:pt x="3604" y="3952"/>
                  </a:lnTo>
                  <a:lnTo>
                    <a:pt x="2209" y="4882"/>
                  </a:lnTo>
                  <a:lnTo>
                    <a:pt x="698" y="5812"/>
                  </a:lnTo>
                  <a:lnTo>
                    <a:pt x="698" y="5812"/>
                  </a:lnTo>
                  <a:lnTo>
                    <a:pt x="1" y="6160"/>
                  </a:lnTo>
                  <a:lnTo>
                    <a:pt x="1" y="6160"/>
                  </a:lnTo>
                  <a:lnTo>
                    <a:pt x="3836" y="5230"/>
                  </a:lnTo>
                  <a:lnTo>
                    <a:pt x="7904" y="4068"/>
                  </a:lnTo>
                  <a:lnTo>
                    <a:pt x="7904" y="4301"/>
                  </a:lnTo>
                  <a:lnTo>
                    <a:pt x="7904" y="4301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950" y="2209"/>
                  </a:lnTo>
                  <a:lnTo>
                    <a:pt x="964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8"/>
            <p:cNvSpPr/>
            <p:nvPr/>
          </p:nvSpPr>
          <p:spPr>
            <a:xfrm>
              <a:off x="4677275" y="4416325"/>
              <a:ext cx="1240725" cy="5850"/>
            </a:xfrm>
            <a:custGeom>
              <a:rect b="b" l="l" r="r" t="t"/>
              <a:pathLst>
                <a:path extrusionOk="0" h="234" w="49629">
                  <a:moveTo>
                    <a:pt x="117" y="1"/>
                  </a:moveTo>
                  <a:lnTo>
                    <a:pt x="1" y="233"/>
                  </a:lnTo>
                  <a:lnTo>
                    <a:pt x="233" y="233"/>
                  </a:lnTo>
                  <a:lnTo>
                    <a:pt x="117" y="1"/>
                  </a:lnTo>
                  <a:close/>
                  <a:moveTo>
                    <a:pt x="49512" y="1"/>
                  </a:moveTo>
                  <a:lnTo>
                    <a:pt x="49396" y="233"/>
                  </a:lnTo>
                  <a:lnTo>
                    <a:pt x="49628" y="233"/>
                  </a:lnTo>
                  <a:lnTo>
                    <a:pt x="495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8"/>
            <p:cNvSpPr/>
            <p:nvPr/>
          </p:nvSpPr>
          <p:spPr>
            <a:xfrm>
              <a:off x="5912150" y="4416325"/>
              <a:ext cx="5850" cy="5850"/>
            </a:xfrm>
            <a:custGeom>
              <a:rect b="b" l="l" r="r" t="t"/>
              <a:pathLst>
                <a:path extrusionOk="0" fill="none" h="234" w="234">
                  <a:moveTo>
                    <a:pt x="117" y="1"/>
                  </a:moveTo>
                  <a:lnTo>
                    <a:pt x="117" y="1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233" y="233"/>
                  </a:lnTo>
                  <a:lnTo>
                    <a:pt x="11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8"/>
            <p:cNvSpPr/>
            <p:nvPr/>
          </p:nvSpPr>
          <p:spPr>
            <a:xfrm>
              <a:off x="4680200" y="4410525"/>
              <a:ext cx="1037300" cy="104625"/>
            </a:xfrm>
            <a:custGeom>
              <a:rect b="b" l="l" r="r" t="t"/>
              <a:pathLst>
                <a:path extrusionOk="0" h="4185" w="41492">
                  <a:moveTo>
                    <a:pt x="116" y="0"/>
                  </a:moveTo>
                  <a:lnTo>
                    <a:pt x="0" y="233"/>
                  </a:lnTo>
                  <a:lnTo>
                    <a:pt x="116" y="465"/>
                  </a:lnTo>
                  <a:lnTo>
                    <a:pt x="2092" y="1162"/>
                  </a:lnTo>
                  <a:lnTo>
                    <a:pt x="5811" y="2092"/>
                  </a:lnTo>
                  <a:lnTo>
                    <a:pt x="5811" y="2092"/>
                  </a:lnTo>
                  <a:lnTo>
                    <a:pt x="5346" y="1511"/>
                  </a:lnTo>
                  <a:lnTo>
                    <a:pt x="3138" y="930"/>
                  </a:lnTo>
                  <a:lnTo>
                    <a:pt x="1511" y="465"/>
                  </a:lnTo>
                  <a:lnTo>
                    <a:pt x="116" y="0"/>
                  </a:lnTo>
                  <a:close/>
                  <a:moveTo>
                    <a:pt x="41492" y="2092"/>
                  </a:moveTo>
                  <a:lnTo>
                    <a:pt x="37191" y="2906"/>
                  </a:lnTo>
                  <a:lnTo>
                    <a:pt x="33007" y="3371"/>
                  </a:lnTo>
                  <a:lnTo>
                    <a:pt x="28940" y="3719"/>
                  </a:lnTo>
                  <a:lnTo>
                    <a:pt x="25104" y="3836"/>
                  </a:lnTo>
                  <a:lnTo>
                    <a:pt x="22315" y="3719"/>
                  </a:lnTo>
                  <a:lnTo>
                    <a:pt x="19642" y="3603"/>
                  </a:lnTo>
                  <a:lnTo>
                    <a:pt x="17085" y="3371"/>
                  </a:lnTo>
                  <a:lnTo>
                    <a:pt x="14644" y="3138"/>
                  </a:lnTo>
                  <a:lnTo>
                    <a:pt x="14063" y="3487"/>
                  </a:lnTo>
                  <a:lnTo>
                    <a:pt x="16620" y="3836"/>
                  </a:lnTo>
                  <a:lnTo>
                    <a:pt x="19293" y="4068"/>
                  </a:lnTo>
                  <a:lnTo>
                    <a:pt x="22082" y="4184"/>
                  </a:lnTo>
                  <a:lnTo>
                    <a:pt x="28591" y="4184"/>
                  </a:lnTo>
                  <a:lnTo>
                    <a:pt x="32194" y="3952"/>
                  </a:lnTo>
                  <a:lnTo>
                    <a:pt x="36029" y="3487"/>
                  </a:lnTo>
                  <a:lnTo>
                    <a:pt x="39865" y="2906"/>
                  </a:lnTo>
                  <a:lnTo>
                    <a:pt x="41492" y="2092"/>
                  </a:lnTo>
                  <a:close/>
                </a:path>
              </a:pathLst>
            </a:custGeom>
            <a:solidFill>
              <a:srgbClr val="CA9B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8"/>
            <p:cNvSpPr/>
            <p:nvPr/>
          </p:nvSpPr>
          <p:spPr>
            <a:xfrm>
              <a:off x="5031775" y="4462825"/>
              <a:ext cx="685725" cy="52325"/>
            </a:xfrm>
            <a:custGeom>
              <a:rect b="b" l="l" r="r" t="t"/>
              <a:pathLst>
                <a:path extrusionOk="0" fill="none" h="2093" w="27429">
                  <a:moveTo>
                    <a:pt x="27429" y="0"/>
                  </a:moveTo>
                  <a:lnTo>
                    <a:pt x="27429" y="0"/>
                  </a:lnTo>
                  <a:lnTo>
                    <a:pt x="23128" y="814"/>
                  </a:lnTo>
                  <a:lnTo>
                    <a:pt x="18944" y="1279"/>
                  </a:lnTo>
                  <a:lnTo>
                    <a:pt x="14877" y="1627"/>
                  </a:lnTo>
                  <a:lnTo>
                    <a:pt x="11041" y="1744"/>
                  </a:lnTo>
                  <a:lnTo>
                    <a:pt x="11041" y="1744"/>
                  </a:lnTo>
                  <a:lnTo>
                    <a:pt x="8252" y="1627"/>
                  </a:lnTo>
                  <a:lnTo>
                    <a:pt x="5579" y="1511"/>
                  </a:lnTo>
                  <a:lnTo>
                    <a:pt x="3022" y="1279"/>
                  </a:lnTo>
                  <a:lnTo>
                    <a:pt x="581" y="1046"/>
                  </a:lnTo>
                  <a:lnTo>
                    <a:pt x="0" y="1395"/>
                  </a:lnTo>
                  <a:lnTo>
                    <a:pt x="0" y="1395"/>
                  </a:lnTo>
                  <a:lnTo>
                    <a:pt x="2557" y="1744"/>
                  </a:lnTo>
                  <a:lnTo>
                    <a:pt x="5230" y="1976"/>
                  </a:lnTo>
                  <a:lnTo>
                    <a:pt x="8019" y="2092"/>
                  </a:lnTo>
                  <a:lnTo>
                    <a:pt x="11041" y="2092"/>
                  </a:lnTo>
                  <a:lnTo>
                    <a:pt x="11041" y="2092"/>
                  </a:lnTo>
                  <a:lnTo>
                    <a:pt x="14528" y="2092"/>
                  </a:lnTo>
                  <a:lnTo>
                    <a:pt x="18131" y="1860"/>
                  </a:lnTo>
                  <a:lnTo>
                    <a:pt x="21966" y="1395"/>
                  </a:lnTo>
                  <a:lnTo>
                    <a:pt x="25802" y="814"/>
                  </a:lnTo>
                  <a:lnTo>
                    <a:pt x="25802" y="814"/>
                  </a:lnTo>
                  <a:lnTo>
                    <a:pt x="2742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8"/>
            <p:cNvSpPr/>
            <p:nvPr/>
          </p:nvSpPr>
          <p:spPr>
            <a:xfrm>
              <a:off x="5912150" y="4416325"/>
              <a:ext cx="2925" cy="5850"/>
            </a:xfrm>
            <a:custGeom>
              <a:rect b="b" l="l" r="r" t="t"/>
              <a:pathLst>
                <a:path extrusionOk="0" fill="none" h="234" w="117">
                  <a:moveTo>
                    <a:pt x="117" y="1"/>
                  </a:moveTo>
                  <a:lnTo>
                    <a:pt x="117" y="1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117" y="1"/>
                  </a:lnTo>
                  <a:lnTo>
                    <a:pt x="11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8"/>
            <p:cNvSpPr/>
            <p:nvPr/>
          </p:nvSpPr>
          <p:spPr>
            <a:xfrm>
              <a:off x="4680200" y="4410525"/>
              <a:ext cx="145300" cy="52325"/>
            </a:xfrm>
            <a:custGeom>
              <a:rect b="b" l="l" r="r" t="t"/>
              <a:pathLst>
                <a:path extrusionOk="0" fill="none" h="2093" w="5812">
                  <a:moveTo>
                    <a:pt x="116" y="0"/>
                  </a:moveTo>
                  <a:lnTo>
                    <a:pt x="0" y="233"/>
                  </a:lnTo>
                  <a:lnTo>
                    <a:pt x="0" y="233"/>
                  </a:lnTo>
                  <a:lnTo>
                    <a:pt x="116" y="465"/>
                  </a:lnTo>
                  <a:lnTo>
                    <a:pt x="116" y="465"/>
                  </a:lnTo>
                  <a:lnTo>
                    <a:pt x="2092" y="1162"/>
                  </a:lnTo>
                  <a:lnTo>
                    <a:pt x="5811" y="2092"/>
                  </a:lnTo>
                  <a:lnTo>
                    <a:pt x="5346" y="1511"/>
                  </a:lnTo>
                  <a:lnTo>
                    <a:pt x="5346" y="1511"/>
                  </a:lnTo>
                  <a:lnTo>
                    <a:pt x="3138" y="930"/>
                  </a:lnTo>
                  <a:lnTo>
                    <a:pt x="1511" y="465"/>
                  </a:lnTo>
                  <a:lnTo>
                    <a:pt x="11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8"/>
            <p:cNvSpPr/>
            <p:nvPr/>
          </p:nvSpPr>
          <p:spPr>
            <a:xfrm>
              <a:off x="4813850" y="4448300"/>
              <a:ext cx="232475" cy="49400"/>
            </a:xfrm>
            <a:custGeom>
              <a:rect b="b" l="l" r="r" t="t"/>
              <a:pathLst>
                <a:path extrusionOk="0" h="1976" w="9299">
                  <a:moveTo>
                    <a:pt x="0" y="0"/>
                  </a:moveTo>
                  <a:lnTo>
                    <a:pt x="465" y="581"/>
                  </a:lnTo>
                  <a:lnTo>
                    <a:pt x="4184" y="1279"/>
                  </a:lnTo>
                  <a:lnTo>
                    <a:pt x="8717" y="1976"/>
                  </a:lnTo>
                  <a:lnTo>
                    <a:pt x="9298" y="1627"/>
                  </a:lnTo>
                  <a:lnTo>
                    <a:pt x="6625" y="1279"/>
                  </a:lnTo>
                  <a:lnTo>
                    <a:pt x="4184" y="8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EA2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8"/>
            <p:cNvSpPr/>
            <p:nvPr/>
          </p:nvSpPr>
          <p:spPr>
            <a:xfrm>
              <a:off x="4813850" y="4448300"/>
              <a:ext cx="232475" cy="49400"/>
            </a:xfrm>
            <a:custGeom>
              <a:rect b="b" l="l" r="r" t="t"/>
              <a:pathLst>
                <a:path extrusionOk="0" fill="none" h="1976" w="9299">
                  <a:moveTo>
                    <a:pt x="0" y="0"/>
                  </a:moveTo>
                  <a:lnTo>
                    <a:pt x="465" y="581"/>
                  </a:lnTo>
                  <a:lnTo>
                    <a:pt x="465" y="581"/>
                  </a:lnTo>
                  <a:lnTo>
                    <a:pt x="4184" y="1279"/>
                  </a:lnTo>
                  <a:lnTo>
                    <a:pt x="8717" y="1976"/>
                  </a:lnTo>
                  <a:lnTo>
                    <a:pt x="9298" y="1627"/>
                  </a:lnTo>
                  <a:lnTo>
                    <a:pt x="9298" y="1627"/>
                  </a:lnTo>
                  <a:lnTo>
                    <a:pt x="6625" y="1279"/>
                  </a:lnTo>
                  <a:lnTo>
                    <a:pt x="4184" y="81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8"/>
            <p:cNvSpPr/>
            <p:nvPr/>
          </p:nvSpPr>
          <p:spPr>
            <a:xfrm>
              <a:off x="5676800" y="4410525"/>
              <a:ext cx="238275" cy="72650"/>
            </a:xfrm>
            <a:custGeom>
              <a:rect b="b" l="l" r="r" t="t"/>
              <a:pathLst>
                <a:path extrusionOk="0" h="2906" w="9531">
                  <a:moveTo>
                    <a:pt x="9531" y="0"/>
                  </a:moveTo>
                  <a:lnTo>
                    <a:pt x="5463" y="1162"/>
                  </a:lnTo>
                  <a:lnTo>
                    <a:pt x="1628" y="2092"/>
                  </a:lnTo>
                  <a:lnTo>
                    <a:pt x="1" y="2906"/>
                  </a:lnTo>
                  <a:lnTo>
                    <a:pt x="2325" y="2441"/>
                  </a:lnTo>
                  <a:lnTo>
                    <a:pt x="4649" y="1860"/>
                  </a:lnTo>
                  <a:lnTo>
                    <a:pt x="7090" y="1279"/>
                  </a:lnTo>
                  <a:lnTo>
                    <a:pt x="9415" y="465"/>
                  </a:lnTo>
                  <a:lnTo>
                    <a:pt x="9531" y="233"/>
                  </a:lnTo>
                  <a:lnTo>
                    <a:pt x="9531" y="0"/>
                  </a:lnTo>
                  <a:close/>
                </a:path>
              </a:pathLst>
            </a:custGeom>
            <a:solidFill>
              <a:srgbClr val="C39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8"/>
            <p:cNvSpPr/>
            <p:nvPr/>
          </p:nvSpPr>
          <p:spPr>
            <a:xfrm>
              <a:off x="5676800" y="4410525"/>
              <a:ext cx="238275" cy="72650"/>
            </a:xfrm>
            <a:custGeom>
              <a:rect b="b" l="l" r="r" t="t"/>
              <a:pathLst>
                <a:path extrusionOk="0" fill="none" h="2906" w="9531">
                  <a:moveTo>
                    <a:pt x="9531" y="0"/>
                  </a:moveTo>
                  <a:lnTo>
                    <a:pt x="9531" y="0"/>
                  </a:lnTo>
                  <a:lnTo>
                    <a:pt x="5463" y="1162"/>
                  </a:lnTo>
                  <a:lnTo>
                    <a:pt x="1628" y="2092"/>
                  </a:lnTo>
                  <a:lnTo>
                    <a:pt x="1628" y="2092"/>
                  </a:lnTo>
                  <a:lnTo>
                    <a:pt x="1" y="2906"/>
                  </a:lnTo>
                  <a:lnTo>
                    <a:pt x="1" y="2906"/>
                  </a:lnTo>
                  <a:lnTo>
                    <a:pt x="2325" y="2441"/>
                  </a:lnTo>
                  <a:lnTo>
                    <a:pt x="4649" y="1860"/>
                  </a:lnTo>
                  <a:lnTo>
                    <a:pt x="7090" y="1279"/>
                  </a:lnTo>
                  <a:lnTo>
                    <a:pt x="9415" y="465"/>
                  </a:lnTo>
                  <a:lnTo>
                    <a:pt x="9415" y="465"/>
                  </a:lnTo>
                  <a:lnTo>
                    <a:pt x="9531" y="233"/>
                  </a:lnTo>
                  <a:lnTo>
                    <a:pt x="953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8"/>
            <p:cNvSpPr/>
            <p:nvPr/>
          </p:nvSpPr>
          <p:spPr>
            <a:xfrm>
              <a:off x="4781875" y="4552900"/>
              <a:ext cx="1037325" cy="8725"/>
            </a:xfrm>
            <a:custGeom>
              <a:rect b="b" l="l" r="r" t="t"/>
              <a:pathLst>
                <a:path extrusionOk="0" h="349" w="41493">
                  <a:moveTo>
                    <a:pt x="117" y="0"/>
                  </a:moveTo>
                  <a:lnTo>
                    <a:pt x="1" y="233"/>
                  </a:lnTo>
                  <a:lnTo>
                    <a:pt x="466" y="349"/>
                  </a:lnTo>
                  <a:lnTo>
                    <a:pt x="117" y="0"/>
                  </a:lnTo>
                  <a:close/>
                  <a:moveTo>
                    <a:pt x="41376" y="0"/>
                  </a:moveTo>
                  <a:lnTo>
                    <a:pt x="41144" y="349"/>
                  </a:lnTo>
                  <a:lnTo>
                    <a:pt x="41492" y="233"/>
                  </a:lnTo>
                  <a:lnTo>
                    <a:pt x="413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8"/>
            <p:cNvSpPr/>
            <p:nvPr/>
          </p:nvSpPr>
          <p:spPr>
            <a:xfrm>
              <a:off x="4781875" y="4552900"/>
              <a:ext cx="11650" cy="8725"/>
            </a:xfrm>
            <a:custGeom>
              <a:rect b="b" l="l" r="r" t="t"/>
              <a:pathLst>
                <a:path extrusionOk="0" fill="none" h="349" w="466">
                  <a:moveTo>
                    <a:pt x="117" y="0"/>
                  </a:moveTo>
                  <a:lnTo>
                    <a:pt x="1" y="233"/>
                  </a:lnTo>
                  <a:lnTo>
                    <a:pt x="1" y="233"/>
                  </a:lnTo>
                  <a:lnTo>
                    <a:pt x="466" y="349"/>
                  </a:lnTo>
                  <a:lnTo>
                    <a:pt x="466" y="349"/>
                  </a:lnTo>
                  <a:lnTo>
                    <a:pt x="11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8"/>
            <p:cNvSpPr/>
            <p:nvPr/>
          </p:nvSpPr>
          <p:spPr>
            <a:xfrm>
              <a:off x="5810450" y="4552900"/>
              <a:ext cx="8750" cy="8725"/>
            </a:xfrm>
            <a:custGeom>
              <a:rect b="b" l="l" r="r" t="t"/>
              <a:pathLst>
                <a:path extrusionOk="0" fill="none" h="349" w="350">
                  <a:moveTo>
                    <a:pt x="233" y="0"/>
                  </a:moveTo>
                  <a:lnTo>
                    <a:pt x="233" y="0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349" y="233"/>
                  </a:lnTo>
                  <a:lnTo>
                    <a:pt x="2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8"/>
            <p:cNvSpPr/>
            <p:nvPr/>
          </p:nvSpPr>
          <p:spPr>
            <a:xfrm>
              <a:off x="4784800" y="4547075"/>
              <a:ext cx="145300" cy="32000"/>
            </a:xfrm>
            <a:custGeom>
              <a:rect b="b" l="l" r="r" t="t"/>
              <a:pathLst>
                <a:path extrusionOk="0" h="1280" w="5812">
                  <a:moveTo>
                    <a:pt x="0" y="1"/>
                  </a:moveTo>
                  <a:lnTo>
                    <a:pt x="0" y="233"/>
                  </a:lnTo>
                  <a:lnTo>
                    <a:pt x="349" y="582"/>
                  </a:lnTo>
                  <a:lnTo>
                    <a:pt x="3487" y="1279"/>
                  </a:lnTo>
                  <a:lnTo>
                    <a:pt x="4882" y="1279"/>
                  </a:lnTo>
                  <a:lnTo>
                    <a:pt x="4649" y="1047"/>
                  </a:lnTo>
                  <a:lnTo>
                    <a:pt x="1279" y="349"/>
                  </a:lnTo>
                  <a:lnTo>
                    <a:pt x="0" y="1"/>
                  </a:lnTo>
                  <a:close/>
                  <a:moveTo>
                    <a:pt x="5114" y="1163"/>
                  </a:moveTo>
                  <a:lnTo>
                    <a:pt x="4882" y="1279"/>
                  </a:lnTo>
                  <a:lnTo>
                    <a:pt x="5811" y="1279"/>
                  </a:lnTo>
                  <a:lnTo>
                    <a:pt x="5114" y="1163"/>
                  </a:lnTo>
                  <a:close/>
                </a:path>
              </a:pathLst>
            </a:custGeom>
            <a:solidFill>
              <a:srgbClr val="CA9B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8"/>
            <p:cNvSpPr/>
            <p:nvPr/>
          </p:nvSpPr>
          <p:spPr>
            <a:xfrm>
              <a:off x="5810450" y="4552900"/>
              <a:ext cx="5850" cy="8725"/>
            </a:xfrm>
            <a:custGeom>
              <a:rect b="b" l="l" r="r" t="t"/>
              <a:pathLst>
                <a:path extrusionOk="0" fill="none" h="349" w="234">
                  <a:moveTo>
                    <a:pt x="233" y="0"/>
                  </a:moveTo>
                  <a:lnTo>
                    <a:pt x="233" y="0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233" y="0"/>
                  </a:lnTo>
                  <a:lnTo>
                    <a:pt x="2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8"/>
            <p:cNvSpPr/>
            <p:nvPr/>
          </p:nvSpPr>
          <p:spPr>
            <a:xfrm>
              <a:off x="4784800" y="4547075"/>
              <a:ext cx="145300" cy="32000"/>
            </a:xfrm>
            <a:custGeom>
              <a:rect b="b" l="l" r="r" t="t"/>
              <a:pathLst>
                <a:path extrusionOk="0" fill="none" h="1280" w="5812">
                  <a:moveTo>
                    <a:pt x="0" y="1"/>
                  </a:moveTo>
                  <a:lnTo>
                    <a:pt x="0" y="233"/>
                  </a:lnTo>
                  <a:lnTo>
                    <a:pt x="0" y="233"/>
                  </a:lnTo>
                  <a:lnTo>
                    <a:pt x="349" y="582"/>
                  </a:lnTo>
                  <a:lnTo>
                    <a:pt x="349" y="582"/>
                  </a:lnTo>
                  <a:lnTo>
                    <a:pt x="3487" y="1279"/>
                  </a:lnTo>
                  <a:lnTo>
                    <a:pt x="3487" y="1279"/>
                  </a:lnTo>
                  <a:lnTo>
                    <a:pt x="5811" y="1279"/>
                  </a:lnTo>
                  <a:lnTo>
                    <a:pt x="5811" y="1279"/>
                  </a:lnTo>
                  <a:lnTo>
                    <a:pt x="5114" y="1163"/>
                  </a:lnTo>
                  <a:lnTo>
                    <a:pt x="4882" y="1279"/>
                  </a:lnTo>
                  <a:lnTo>
                    <a:pt x="4649" y="1047"/>
                  </a:lnTo>
                  <a:lnTo>
                    <a:pt x="4649" y="1047"/>
                  </a:lnTo>
                  <a:lnTo>
                    <a:pt x="1279" y="34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8"/>
            <p:cNvSpPr/>
            <p:nvPr/>
          </p:nvSpPr>
          <p:spPr>
            <a:xfrm>
              <a:off x="4901025" y="4573225"/>
              <a:ext cx="11625" cy="5850"/>
            </a:xfrm>
            <a:custGeom>
              <a:rect b="b" l="l" r="r" t="t"/>
              <a:pathLst>
                <a:path extrusionOk="0" h="234" w="465">
                  <a:moveTo>
                    <a:pt x="0" y="1"/>
                  </a:moveTo>
                  <a:lnTo>
                    <a:pt x="233" y="233"/>
                  </a:lnTo>
                  <a:lnTo>
                    <a:pt x="465" y="1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EA2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8"/>
            <p:cNvSpPr/>
            <p:nvPr/>
          </p:nvSpPr>
          <p:spPr>
            <a:xfrm>
              <a:off x="4901025" y="4573225"/>
              <a:ext cx="11625" cy="5850"/>
            </a:xfrm>
            <a:custGeom>
              <a:rect b="b" l="l" r="r" t="t"/>
              <a:pathLst>
                <a:path extrusionOk="0" fill="none" h="234" w="465">
                  <a:moveTo>
                    <a:pt x="0" y="1"/>
                  </a:moveTo>
                  <a:lnTo>
                    <a:pt x="233" y="233"/>
                  </a:lnTo>
                  <a:lnTo>
                    <a:pt x="465" y="117"/>
                  </a:lnTo>
                  <a:lnTo>
                    <a:pt x="465" y="117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8"/>
            <p:cNvSpPr/>
            <p:nvPr/>
          </p:nvSpPr>
          <p:spPr>
            <a:xfrm>
              <a:off x="4871950" y="4547075"/>
              <a:ext cx="944350" cy="72675"/>
            </a:xfrm>
            <a:custGeom>
              <a:rect b="b" l="l" r="r" t="t"/>
              <a:pathLst>
                <a:path extrusionOk="0" h="2907" w="37774">
                  <a:moveTo>
                    <a:pt x="37773" y="1"/>
                  </a:moveTo>
                  <a:lnTo>
                    <a:pt x="34984" y="698"/>
                  </a:lnTo>
                  <a:lnTo>
                    <a:pt x="32195" y="1163"/>
                  </a:lnTo>
                  <a:lnTo>
                    <a:pt x="29521" y="1512"/>
                  </a:lnTo>
                  <a:lnTo>
                    <a:pt x="26848" y="1860"/>
                  </a:lnTo>
                  <a:lnTo>
                    <a:pt x="24291" y="2093"/>
                  </a:lnTo>
                  <a:lnTo>
                    <a:pt x="21851" y="2325"/>
                  </a:lnTo>
                  <a:lnTo>
                    <a:pt x="17086" y="2441"/>
                  </a:lnTo>
                  <a:lnTo>
                    <a:pt x="12669" y="2325"/>
                  </a:lnTo>
                  <a:lnTo>
                    <a:pt x="8718" y="2093"/>
                  </a:lnTo>
                  <a:lnTo>
                    <a:pt x="5231" y="1628"/>
                  </a:lnTo>
                  <a:lnTo>
                    <a:pt x="2325" y="1279"/>
                  </a:lnTo>
                  <a:lnTo>
                    <a:pt x="1" y="1279"/>
                  </a:lnTo>
                  <a:lnTo>
                    <a:pt x="3139" y="1860"/>
                  </a:lnTo>
                  <a:lnTo>
                    <a:pt x="7090" y="2325"/>
                  </a:lnTo>
                  <a:lnTo>
                    <a:pt x="11739" y="2674"/>
                  </a:lnTo>
                  <a:lnTo>
                    <a:pt x="14296" y="2790"/>
                  </a:lnTo>
                  <a:lnTo>
                    <a:pt x="17086" y="2906"/>
                  </a:lnTo>
                  <a:lnTo>
                    <a:pt x="21735" y="2790"/>
                  </a:lnTo>
                  <a:lnTo>
                    <a:pt x="24175" y="2558"/>
                  </a:lnTo>
                  <a:lnTo>
                    <a:pt x="26732" y="2325"/>
                  </a:lnTo>
                  <a:lnTo>
                    <a:pt x="29405" y="2093"/>
                  </a:lnTo>
                  <a:lnTo>
                    <a:pt x="32078" y="1628"/>
                  </a:lnTo>
                  <a:lnTo>
                    <a:pt x="34751" y="1163"/>
                  </a:lnTo>
                  <a:lnTo>
                    <a:pt x="37541" y="582"/>
                  </a:lnTo>
                  <a:lnTo>
                    <a:pt x="37773" y="233"/>
                  </a:lnTo>
                  <a:lnTo>
                    <a:pt x="37773" y="1"/>
                  </a:lnTo>
                  <a:close/>
                </a:path>
              </a:pathLst>
            </a:custGeom>
            <a:solidFill>
              <a:srgbClr val="C39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8"/>
            <p:cNvSpPr/>
            <p:nvPr/>
          </p:nvSpPr>
          <p:spPr>
            <a:xfrm>
              <a:off x="4871950" y="4547075"/>
              <a:ext cx="944350" cy="72675"/>
            </a:xfrm>
            <a:custGeom>
              <a:rect b="b" l="l" r="r" t="t"/>
              <a:pathLst>
                <a:path extrusionOk="0" fill="none" h="2907" w="37774">
                  <a:moveTo>
                    <a:pt x="37773" y="1"/>
                  </a:moveTo>
                  <a:lnTo>
                    <a:pt x="37773" y="1"/>
                  </a:lnTo>
                  <a:lnTo>
                    <a:pt x="34984" y="698"/>
                  </a:lnTo>
                  <a:lnTo>
                    <a:pt x="32195" y="1163"/>
                  </a:lnTo>
                  <a:lnTo>
                    <a:pt x="29521" y="1512"/>
                  </a:lnTo>
                  <a:lnTo>
                    <a:pt x="26848" y="1860"/>
                  </a:lnTo>
                  <a:lnTo>
                    <a:pt x="24291" y="2093"/>
                  </a:lnTo>
                  <a:lnTo>
                    <a:pt x="21851" y="2325"/>
                  </a:lnTo>
                  <a:lnTo>
                    <a:pt x="17086" y="2441"/>
                  </a:lnTo>
                  <a:lnTo>
                    <a:pt x="17086" y="2441"/>
                  </a:lnTo>
                  <a:lnTo>
                    <a:pt x="12669" y="2325"/>
                  </a:lnTo>
                  <a:lnTo>
                    <a:pt x="8718" y="2093"/>
                  </a:lnTo>
                  <a:lnTo>
                    <a:pt x="5231" y="1628"/>
                  </a:lnTo>
                  <a:lnTo>
                    <a:pt x="2325" y="1279"/>
                  </a:lnTo>
                  <a:lnTo>
                    <a:pt x="2325" y="1279"/>
                  </a:lnTo>
                  <a:lnTo>
                    <a:pt x="1" y="1279"/>
                  </a:lnTo>
                  <a:lnTo>
                    <a:pt x="1" y="1279"/>
                  </a:lnTo>
                  <a:lnTo>
                    <a:pt x="3139" y="1860"/>
                  </a:lnTo>
                  <a:lnTo>
                    <a:pt x="7090" y="2325"/>
                  </a:lnTo>
                  <a:lnTo>
                    <a:pt x="11739" y="2674"/>
                  </a:lnTo>
                  <a:lnTo>
                    <a:pt x="14296" y="2790"/>
                  </a:lnTo>
                  <a:lnTo>
                    <a:pt x="17086" y="2906"/>
                  </a:lnTo>
                  <a:lnTo>
                    <a:pt x="17086" y="2906"/>
                  </a:lnTo>
                  <a:lnTo>
                    <a:pt x="21735" y="2790"/>
                  </a:lnTo>
                  <a:lnTo>
                    <a:pt x="24175" y="2558"/>
                  </a:lnTo>
                  <a:lnTo>
                    <a:pt x="26732" y="2325"/>
                  </a:lnTo>
                  <a:lnTo>
                    <a:pt x="29405" y="2093"/>
                  </a:lnTo>
                  <a:lnTo>
                    <a:pt x="32078" y="1628"/>
                  </a:lnTo>
                  <a:lnTo>
                    <a:pt x="34751" y="1163"/>
                  </a:lnTo>
                  <a:lnTo>
                    <a:pt x="37541" y="582"/>
                  </a:lnTo>
                  <a:lnTo>
                    <a:pt x="37541" y="582"/>
                  </a:lnTo>
                  <a:lnTo>
                    <a:pt x="37773" y="233"/>
                  </a:lnTo>
                  <a:lnTo>
                    <a:pt x="3777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8"/>
            <p:cNvSpPr/>
            <p:nvPr/>
          </p:nvSpPr>
          <p:spPr>
            <a:xfrm>
              <a:off x="4709250" y="3707375"/>
              <a:ext cx="1188400" cy="735125"/>
            </a:xfrm>
            <a:custGeom>
              <a:rect b="b" l="l" r="r" t="t"/>
              <a:pathLst>
                <a:path extrusionOk="0" h="29405" w="47536">
                  <a:moveTo>
                    <a:pt x="25686" y="0"/>
                  </a:moveTo>
                  <a:lnTo>
                    <a:pt x="24988" y="116"/>
                  </a:lnTo>
                  <a:lnTo>
                    <a:pt x="23594" y="581"/>
                  </a:lnTo>
                  <a:lnTo>
                    <a:pt x="22199" y="1279"/>
                  </a:lnTo>
                  <a:lnTo>
                    <a:pt x="20920" y="2092"/>
                  </a:lnTo>
                  <a:lnTo>
                    <a:pt x="19758" y="3022"/>
                  </a:lnTo>
                  <a:lnTo>
                    <a:pt x="17666" y="5230"/>
                  </a:lnTo>
                  <a:lnTo>
                    <a:pt x="16620" y="6160"/>
                  </a:lnTo>
                  <a:lnTo>
                    <a:pt x="15923" y="6625"/>
                  </a:lnTo>
                  <a:lnTo>
                    <a:pt x="15342" y="6974"/>
                  </a:lnTo>
                  <a:lnTo>
                    <a:pt x="14063" y="7322"/>
                  </a:lnTo>
                  <a:lnTo>
                    <a:pt x="12901" y="7555"/>
                  </a:lnTo>
                  <a:lnTo>
                    <a:pt x="11623" y="7903"/>
                  </a:lnTo>
                  <a:lnTo>
                    <a:pt x="10460" y="8368"/>
                  </a:lnTo>
                  <a:lnTo>
                    <a:pt x="9647" y="8833"/>
                  </a:lnTo>
                  <a:lnTo>
                    <a:pt x="8950" y="9414"/>
                  </a:lnTo>
                  <a:lnTo>
                    <a:pt x="8368" y="10112"/>
                  </a:lnTo>
                  <a:lnTo>
                    <a:pt x="7787" y="10925"/>
                  </a:lnTo>
                  <a:lnTo>
                    <a:pt x="6625" y="12552"/>
                  </a:lnTo>
                  <a:lnTo>
                    <a:pt x="5463" y="14063"/>
                  </a:lnTo>
                  <a:lnTo>
                    <a:pt x="4417" y="15342"/>
                  </a:lnTo>
                  <a:lnTo>
                    <a:pt x="3138" y="16504"/>
                  </a:lnTo>
                  <a:lnTo>
                    <a:pt x="2092" y="17666"/>
                  </a:lnTo>
                  <a:lnTo>
                    <a:pt x="1046" y="18945"/>
                  </a:lnTo>
                  <a:lnTo>
                    <a:pt x="582" y="19758"/>
                  </a:lnTo>
                  <a:lnTo>
                    <a:pt x="233" y="20572"/>
                  </a:lnTo>
                  <a:lnTo>
                    <a:pt x="117" y="21385"/>
                  </a:lnTo>
                  <a:lnTo>
                    <a:pt x="0" y="22199"/>
                  </a:lnTo>
                  <a:lnTo>
                    <a:pt x="0" y="23012"/>
                  </a:lnTo>
                  <a:lnTo>
                    <a:pt x="233" y="23710"/>
                  </a:lnTo>
                  <a:lnTo>
                    <a:pt x="582" y="24523"/>
                  </a:lnTo>
                  <a:lnTo>
                    <a:pt x="1046" y="25104"/>
                  </a:lnTo>
                  <a:lnTo>
                    <a:pt x="1860" y="25453"/>
                  </a:lnTo>
                  <a:lnTo>
                    <a:pt x="4184" y="26383"/>
                  </a:lnTo>
                  <a:lnTo>
                    <a:pt x="5812" y="26964"/>
                  </a:lnTo>
                  <a:lnTo>
                    <a:pt x="7904" y="27545"/>
                  </a:lnTo>
                  <a:lnTo>
                    <a:pt x="10228" y="28126"/>
                  </a:lnTo>
                  <a:lnTo>
                    <a:pt x="12785" y="28591"/>
                  </a:lnTo>
                  <a:lnTo>
                    <a:pt x="15690" y="29056"/>
                  </a:lnTo>
                  <a:lnTo>
                    <a:pt x="18945" y="29288"/>
                  </a:lnTo>
                  <a:lnTo>
                    <a:pt x="22315" y="29405"/>
                  </a:lnTo>
                  <a:lnTo>
                    <a:pt x="26034" y="29288"/>
                  </a:lnTo>
                  <a:lnTo>
                    <a:pt x="29986" y="28940"/>
                  </a:lnTo>
                  <a:lnTo>
                    <a:pt x="31962" y="28707"/>
                  </a:lnTo>
                  <a:lnTo>
                    <a:pt x="34054" y="28242"/>
                  </a:lnTo>
                  <a:lnTo>
                    <a:pt x="36146" y="27894"/>
                  </a:lnTo>
                  <a:lnTo>
                    <a:pt x="38354" y="27313"/>
                  </a:lnTo>
                  <a:lnTo>
                    <a:pt x="40562" y="26732"/>
                  </a:lnTo>
                  <a:lnTo>
                    <a:pt x="42887" y="25918"/>
                  </a:lnTo>
                  <a:lnTo>
                    <a:pt x="44165" y="25453"/>
                  </a:lnTo>
                  <a:lnTo>
                    <a:pt x="45443" y="24756"/>
                  </a:lnTo>
                  <a:lnTo>
                    <a:pt x="45908" y="24407"/>
                  </a:lnTo>
                  <a:lnTo>
                    <a:pt x="46489" y="23942"/>
                  </a:lnTo>
                  <a:lnTo>
                    <a:pt x="46838" y="23361"/>
                  </a:lnTo>
                  <a:lnTo>
                    <a:pt x="47187" y="22780"/>
                  </a:lnTo>
                  <a:lnTo>
                    <a:pt x="47419" y="22083"/>
                  </a:lnTo>
                  <a:lnTo>
                    <a:pt x="47535" y="21385"/>
                  </a:lnTo>
                  <a:lnTo>
                    <a:pt x="47535" y="20688"/>
                  </a:lnTo>
                  <a:lnTo>
                    <a:pt x="47535" y="19991"/>
                  </a:lnTo>
                  <a:lnTo>
                    <a:pt x="47419" y="19293"/>
                  </a:lnTo>
                  <a:lnTo>
                    <a:pt x="47187" y="18596"/>
                  </a:lnTo>
                  <a:lnTo>
                    <a:pt x="46838" y="18015"/>
                  </a:lnTo>
                  <a:lnTo>
                    <a:pt x="46489" y="17434"/>
                  </a:lnTo>
                  <a:lnTo>
                    <a:pt x="46025" y="16853"/>
                  </a:lnTo>
                  <a:lnTo>
                    <a:pt x="45443" y="16388"/>
                  </a:lnTo>
                  <a:lnTo>
                    <a:pt x="44281" y="15458"/>
                  </a:lnTo>
                  <a:lnTo>
                    <a:pt x="43235" y="14412"/>
                  </a:lnTo>
                  <a:lnTo>
                    <a:pt x="42770" y="13947"/>
                  </a:lnTo>
                  <a:lnTo>
                    <a:pt x="42305" y="13250"/>
                  </a:lnTo>
                  <a:lnTo>
                    <a:pt x="42073" y="12669"/>
                  </a:lnTo>
                  <a:lnTo>
                    <a:pt x="41841" y="11971"/>
                  </a:lnTo>
                  <a:lnTo>
                    <a:pt x="41608" y="11274"/>
                  </a:lnTo>
                  <a:lnTo>
                    <a:pt x="41376" y="10693"/>
                  </a:lnTo>
                  <a:lnTo>
                    <a:pt x="40795" y="9879"/>
                  </a:lnTo>
                  <a:lnTo>
                    <a:pt x="39981" y="9182"/>
                  </a:lnTo>
                  <a:lnTo>
                    <a:pt x="39167" y="8601"/>
                  </a:lnTo>
                  <a:lnTo>
                    <a:pt x="38238" y="8020"/>
                  </a:lnTo>
                  <a:lnTo>
                    <a:pt x="36378" y="7090"/>
                  </a:lnTo>
                  <a:lnTo>
                    <a:pt x="35448" y="6625"/>
                  </a:lnTo>
                  <a:lnTo>
                    <a:pt x="34635" y="5928"/>
                  </a:lnTo>
                  <a:lnTo>
                    <a:pt x="34054" y="5463"/>
                  </a:lnTo>
                  <a:lnTo>
                    <a:pt x="33589" y="4882"/>
                  </a:lnTo>
                  <a:lnTo>
                    <a:pt x="32659" y="3603"/>
                  </a:lnTo>
                  <a:lnTo>
                    <a:pt x="31729" y="2441"/>
                  </a:lnTo>
                  <a:lnTo>
                    <a:pt x="31264" y="1860"/>
                  </a:lnTo>
                  <a:lnTo>
                    <a:pt x="30683" y="1279"/>
                  </a:lnTo>
                  <a:lnTo>
                    <a:pt x="30102" y="930"/>
                  </a:lnTo>
                  <a:lnTo>
                    <a:pt x="29405" y="581"/>
                  </a:lnTo>
                  <a:lnTo>
                    <a:pt x="28707" y="349"/>
                  </a:lnTo>
                  <a:lnTo>
                    <a:pt x="28010" y="116"/>
                  </a:lnTo>
                  <a:lnTo>
                    <a:pt x="27197" y="0"/>
                  </a:lnTo>
                  <a:close/>
                </a:path>
              </a:pathLst>
            </a:custGeom>
            <a:solidFill>
              <a:srgbClr val="93BF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8"/>
            <p:cNvSpPr/>
            <p:nvPr/>
          </p:nvSpPr>
          <p:spPr>
            <a:xfrm>
              <a:off x="4709250" y="3707375"/>
              <a:ext cx="1188400" cy="735125"/>
            </a:xfrm>
            <a:custGeom>
              <a:rect b="b" l="l" r="r" t="t"/>
              <a:pathLst>
                <a:path extrusionOk="0" fill="none" h="29405" w="47536">
                  <a:moveTo>
                    <a:pt x="42887" y="25918"/>
                  </a:moveTo>
                  <a:lnTo>
                    <a:pt x="42887" y="25918"/>
                  </a:lnTo>
                  <a:lnTo>
                    <a:pt x="44165" y="25453"/>
                  </a:lnTo>
                  <a:lnTo>
                    <a:pt x="45443" y="24756"/>
                  </a:lnTo>
                  <a:lnTo>
                    <a:pt x="45908" y="24407"/>
                  </a:lnTo>
                  <a:lnTo>
                    <a:pt x="46489" y="23942"/>
                  </a:lnTo>
                  <a:lnTo>
                    <a:pt x="46838" y="23361"/>
                  </a:lnTo>
                  <a:lnTo>
                    <a:pt x="47187" y="22780"/>
                  </a:lnTo>
                  <a:lnTo>
                    <a:pt x="47187" y="22780"/>
                  </a:lnTo>
                  <a:lnTo>
                    <a:pt x="47419" y="22083"/>
                  </a:lnTo>
                  <a:lnTo>
                    <a:pt x="47535" y="21385"/>
                  </a:lnTo>
                  <a:lnTo>
                    <a:pt x="47535" y="20688"/>
                  </a:lnTo>
                  <a:lnTo>
                    <a:pt x="47535" y="19991"/>
                  </a:lnTo>
                  <a:lnTo>
                    <a:pt x="47419" y="19293"/>
                  </a:lnTo>
                  <a:lnTo>
                    <a:pt x="47187" y="18596"/>
                  </a:lnTo>
                  <a:lnTo>
                    <a:pt x="46838" y="18015"/>
                  </a:lnTo>
                  <a:lnTo>
                    <a:pt x="46489" y="17434"/>
                  </a:lnTo>
                  <a:lnTo>
                    <a:pt x="46489" y="17434"/>
                  </a:lnTo>
                  <a:lnTo>
                    <a:pt x="46025" y="16853"/>
                  </a:lnTo>
                  <a:lnTo>
                    <a:pt x="45443" y="16388"/>
                  </a:lnTo>
                  <a:lnTo>
                    <a:pt x="44281" y="15458"/>
                  </a:lnTo>
                  <a:lnTo>
                    <a:pt x="43235" y="14412"/>
                  </a:lnTo>
                  <a:lnTo>
                    <a:pt x="42770" y="13947"/>
                  </a:lnTo>
                  <a:lnTo>
                    <a:pt x="42305" y="13250"/>
                  </a:lnTo>
                  <a:lnTo>
                    <a:pt x="42305" y="13250"/>
                  </a:lnTo>
                  <a:lnTo>
                    <a:pt x="42073" y="12669"/>
                  </a:lnTo>
                  <a:lnTo>
                    <a:pt x="41841" y="11971"/>
                  </a:lnTo>
                  <a:lnTo>
                    <a:pt x="41608" y="11274"/>
                  </a:lnTo>
                  <a:lnTo>
                    <a:pt x="41376" y="10693"/>
                  </a:lnTo>
                  <a:lnTo>
                    <a:pt x="41376" y="10693"/>
                  </a:lnTo>
                  <a:lnTo>
                    <a:pt x="40795" y="9879"/>
                  </a:lnTo>
                  <a:lnTo>
                    <a:pt x="39981" y="9182"/>
                  </a:lnTo>
                  <a:lnTo>
                    <a:pt x="39167" y="8601"/>
                  </a:lnTo>
                  <a:lnTo>
                    <a:pt x="38238" y="8020"/>
                  </a:lnTo>
                  <a:lnTo>
                    <a:pt x="36378" y="7090"/>
                  </a:lnTo>
                  <a:lnTo>
                    <a:pt x="35448" y="6625"/>
                  </a:lnTo>
                  <a:lnTo>
                    <a:pt x="34635" y="5928"/>
                  </a:lnTo>
                  <a:lnTo>
                    <a:pt x="34635" y="5928"/>
                  </a:lnTo>
                  <a:lnTo>
                    <a:pt x="34054" y="5463"/>
                  </a:lnTo>
                  <a:lnTo>
                    <a:pt x="33589" y="4882"/>
                  </a:lnTo>
                  <a:lnTo>
                    <a:pt x="32659" y="3603"/>
                  </a:lnTo>
                  <a:lnTo>
                    <a:pt x="31729" y="2441"/>
                  </a:lnTo>
                  <a:lnTo>
                    <a:pt x="31264" y="1860"/>
                  </a:lnTo>
                  <a:lnTo>
                    <a:pt x="30683" y="1279"/>
                  </a:lnTo>
                  <a:lnTo>
                    <a:pt x="30683" y="1279"/>
                  </a:lnTo>
                  <a:lnTo>
                    <a:pt x="30102" y="930"/>
                  </a:lnTo>
                  <a:lnTo>
                    <a:pt x="29405" y="581"/>
                  </a:lnTo>
                  <a:lnTo>
                    <a:pt x="28707" y="349"/>
                  </a:lnTo>
                  <a:lnTo>
                    <a:pt x="28010" y="116"/>
                  </a:lnTo>
                  <a:lnTo>
                    <a:pt x="27197" y="0"/>
                  </a:lnTo>
                  <a:lnTo>
                    <a:pt x="26499" y="0"/>
                  </a:lnTo>
                  <a:lnTo>
                    <a:pt x="25686" y="0"/>
                  </a:lnTo>
                  <a:lnTo>
                    <a:pt x="24988" y="116"/>
                  </a:lnTo>
                  <a:lnTo>
                    <a:pt x="24988" y="116"/>
                  </a:lnTo>
                  <a:lnTo>
                    <a:pt x="23594" y="581"/>
                  </a:lnTo>
                  <a:lnTo>
                    <a:pt x="22199" y="1279"/>
                  </a:lnTo>
                  <a:lnTo>
                    <a:pt x="20920" y="2092"/>
                  </a:lnTo>
                  <a:lnTo>
                    <a:pt x="19758" y="3022"/>
                  </a:lnTo>
                  <a:lnTo>
                    <a:pt x="19758" y="3022"/>
                  </a:lnTo>
                  <a:lnTo>
                    <a:pt x="17666" y="5230"/>
                  </a:lnTo>
                  <a:lnTo>
                    <a:pt x="16620" y="6160"/>
                  </a:lnTo>
                  <a:lnTo>
                    <a:pt x="15923" y="6625"/>
                  </a:lnTo>
                  <a:lnTo>
                    <a:pt x="15342" y="6974"/>
                  </a:lnTo>
                  <a:lnTo>
                    <a:pt x="15342" y="6974"/>
                  </a:lnTo>
                  <a:lnTo>
                    <a:pt x="14063" y="7322"/>
                  </a:lnTo>
                  <a:lnTo>
                    <a:pt x="12901" y="7555"/>
                  </a:lnTo>
                  <a:lnTo>
                    <a:pt x="11623" y="7903"/>
                  </a:lnTo>
                  <a:lnTo>
                    <a:pt x="10460" y="8368"/>
                  </a:lnTo>
                  <a:lnTo>
                    <a:pt x="10460" y="8368"/>
                  </a:lnTo>
                  <a:lnTo>
                    <a:pt x="9647" y="8833"/>
                  </a:lnTo>
                  <a:lnTo>
                    <a:pt x="8950" y="9414"/>
                  </a:lnTo>
                  <a:lnTo>
                    <a:pt x="8368" y="10112"/>
                  </a:lnTo>
                  <a:lnTo>
                    <a:pt x="7787" y="10925"/>
                  </a:lnTo>
                  <a:lnTo>
                    <a:pt x="6625" y="12552"/>
                  </a:lnTo>
                  <a:lnTo>
                    <a:pt x="5463" y="14063"/>
                  </a:lnTo>
                  <a:lnTo>
                    <a:pt x="5463" y="14063"/>
                  </a:lnTo>
                  <a:lnTo>
                    <a:pt x="4417" y="15342"/>
                  </a:lnTo>
                  <a:lnTo>
                    <a:pt x="3138" y="16504"/>
                  </a:lnTo>
                  <a:lnTo>
                    <a:pt x="2092" y="17666"/>
                  </a:lnTo>
                  <a:lnTo>
                    <a:pt x="1046" y="18945"/>
                  </a:lnTo>
                  <a:lnTo>
                    <a:pt x="1046" y="18945"/>
                  </a:lnTo>
                  <a:lnTo>
                    <a:pt x="582" y="19758"/>
                  </a:lnTo>
                  <a:lnTo>
                    <a:pt x="233" y="20572"/>
                  </a:lnTo>
                  <a:lnTo>
                    <a:pt x="117" y="21385"/>
                  </a:lnTo>
                  <a:lnTo>
                    <a:pt x="0" y="22199"/>
                  </a:lnTo>
                  <a:lnTo>
                    <a:pt x="0" y="23012"/>
                  </a:lnTo>
                  <a:lnTo>
                    <a:pt x="233" y="23710"/>
                  </a:lnTo>
                  <a:lnTo>
                    <a:pt x="582" y="24523"/>
                  </a:lnTo>
                  <a:lnTo>
                    <a:pt x="1046" y="25104"/>
                  </a:lnTo>
                  <a:lnTo>
                    <a:pt x="1046" y="25104"/>
                  </a:lnTo>
                  <a:lnTo>
                    <a:pt x="1860" y="25453"/>
                  </a:lnTo>
                  <a:lnTo>
                    <a:pt x="4184" y="26383"/>
                  </a:lnTo>
                  <a:lnTo>
                    <a:pt x="5812" y="26964"/>
                  </a:lnTo>
                  <a:lnTo>
                    <a:pt x="7904" y="27545"/>
                  </a:lnTo>
                  <a:lnTo>
                    <a:pt x="10228" y="28126"/>
                  </a:lnTo>
                  <a:lnTo>
                    <a:pt x="12785" y="28591"/>
                  </a:lnTo>
                  <a:lnTo>
                    <a:pt x="15690" y="29056"/>
                  </a:lnTo>
                  <a:lnTo>
                    <a:pt x="18945" y="29288"/>
                  </a:lnTo>
                  <a:lnTo>
                    <a:pt x="22315" y="29405"/>
                  </a:lnTo>
                  <a:lnTo>
                    <a:pt x="26034" y="29288"/>
                  </a:lnTo>
                  <a:lnTo>
                    <a:pt x="29986" y="28940"/>
                  </a:lnTo>
                  <a:lnTo>
                    <a:pt x="31962" y="28707"/>
                  </a:lnTo>
                  <a:lnTo>
                    <a:pt x="34054" y="28242"/>
                  </a:lnTo>
                  <a:lnTo>
                    <a:pt x="36146" y="27894"/>
                  </a:lnTo>
                  <a:lnTo>
                    <a:pt x="38354" y="27313"/>
                  </a:lnTo>
                  <a:lnTo>
                    <a:pt x="40562" y="26732"/>
                  </a:lnTo>
                  <a:lnTo>
                    <a:pt x="42887" y="2591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>
              <a:off x="5575100" y="38555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08F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5575100" y="38555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8"/>
            <p:cNvSpPr/>
            <p:nvPr/>
          </p:nvSpPr>
          <p:spPr>
            <a:xfrm>
              <a:off x="5575100" y="38555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8"/>
            <p:cNvSpPr/>
            <p:nvPr/>
          </p:nvSpPr>
          <p:spPr>
            <a:xfrm>
              <a:off x="4712150" y="3756775"/>
              <a:ext cx="1185500" cy="685725"/>
            </a:xfrm>
            <a:custGeom>
              <a:rect b="b" l="l" r="r" t="t"/>
              <a:pathLst>
                <a:path extrusionOk="0" h="27429" w="47420">
                  <a:moveTo>
                    <a:pt x="31265" y="0"/>
                  </a:moveTo>
                  <a:lnTo>
                    <a:pt x="31032" y="697"/>
                  </a:lnTo>
                  <a:lnTo>
                    <a:pt x="30916" y="1395"/>
                  </a:lnTo>
                  <a:lnTo>
                    <a:pt x="30916" y="2208"/>
                  </a:lnTo>
                  <a:lnTo>
                    <a:pt x="30916" y="2906"/>
                  </a:lnTo>
                  <a:lnTo>
                    <a:pt x="31265" y="4416"/>
                  </a:lnTo>
                  <a:lnTo>
                    <a:pt x="31613" y="5927"/>
                  </a:lnTo>
                  <a:lnTo>
                    <a:pt x="31962" y="7438"/>
                  </a:lnTo>
                  <a:lnTo>
                    <a:pt x="32078" y="8949"/>
                  </a:lnTo>
                  <a:lnTo>
                    <a:pt x="32194" y="9763"/>
                  </a:lnTo>
                  <a:lnTo>
                    <a:pt x="32078" y="10460"/>
                  </a:lnTo>
                  <a:lnTo>
                    <a:pt x="31846" y="11274"/>
                  </a:lnTo>
                  <a:lnTo>
                    <a:pt x="31613" y="11971"/>
                  </a:lnTo>
                  <a:lnTo>
                    <a:pt x="31265" y="12668"/>
                  </a:lnTo>
                  <a:lnTo>
                    <a:pt x="30800" y="13249"/>
                  </a:lnTo>
                  <a:lnTo>
                    <a:pt x="29870" y="14295"/>
                  </a:lnTo>
                  <a:lnTo>
                    <a:pt x="28824" y="15341"/>
                  </a:lnTo>
                  <a:lnTo>
                    <a:pt x="27662" y="16271"/>
                  </a:lnTo>
                  <a:lnTo>
                    <a:pt x="24872" y="18479"/>
                  </a:lnTo>
                  <a:lnTo>
                    <a:pt x="23478" y="19525"/>
                  </a:lnTo>
                  <a:lnTo>
                    <a:pt x="21967" y="20455"/>
                  </a:lnTo>
                  <a:lnTo>
                    <a:pt x="20223" y="21269"/>
                  </a:lnTo>
                  <a:lnTo>
                    <a:pt x="18364" y="21850"/>
                  </a:lnTo>
                  <a:lnTo>
                    <a:pt x="16504" y="22315"/>
                  </a:lnTo>
                  <a:lnTo>
                    <a:pt x="14528" y="22663"/>
                  </a:lnTo>
                  <a:lnTo>
                    <a:pt x="12553" y="22896"/>
                  </a:lnTo>
                  <a:lnTo>
                    <a:pt x="10693" y="23012"/>
                  </a:lnTo>
                  <a:lnTo>
                    <a:pt x="6742" y="23245"/>
                  </a:lnTo>
                  <a:lnTo>
                    <a:pt x="5812" y="23361"/>
                  </a:lnTo>
                  <a:lnTo>
                    <a:pt x="4301" y="23245"/>
                  </a:lnTo>
                  <a:lnTo>
                    <a:pt x="2790" y="22896"/>
                  </a:lnTo>
                  <a:lnTo>
                    <a:pt x="1279" y="22315"/>
                  </a:lnTo>
                  <a:lnTo>
                    <a:pt x="1" y="21501"/>
                  </a:lnTo>
                  <a:lnTo>
                    <a:pt x="349" y="22431"/>
                  </a:lnTo>
                  <a:lnTo>
                    <a:pt x="582" y="22780"/>
                  </a:lnTo>
                  <a:lnTo>
                    <a:pt x="930" y="23128"/>
                  </a:lnTo>
                  <a:lnTo>
                    <a:pt x="2441" y="23826"/>
                  </a:lnTo>
                  <a:lnTo>
                    <a:pt x="4301" y="24523"/>
                  </a:lnTo>
                  <a:lnTo>
                    <a:pt x="6742" y="25220"/>
                  </a:lnTo>
                  <a:lnTo>
                    <a:pt x="9763" y="26034"/>
                  </a:lnTo>
                  <a:lnTo>
                    <a:pt x="13482" y="26731"/>
                  </a:lnTo>
                  <a:lnTo>
                    <a:pt x="15458" y="27080"/>
                  </a:lnTo>
                  <a:lnTo>
                    <a:pt x="17666" y="27196"/>
                  </a:lnTo>
                  <a:lnTo>
                    <a:pt x="19875" y="27429"/>
                  </a:lnTo>
                  <a:lnTo>
                    <a:pt x="24524" y="27429"/>
                  </a:lnTo>
                  <a:lnTo>
                    <a:pt x="26964" y="27312"/>
                  </a:lnTo>
                  <a:lnTo>
                    <a:pt x="29405" y="26964"/>
                  </a:lnTo>
                  <a:lnTo>
                    <a:pt x="31846" y="26615"/>
                  </a:lnTo>
                  <a:lnTo>
                    <a:pt x="34519" y="26150"/>
                  </a:lnTo>
                  <a:lnTo>
                    <a:pt x="37192" y="25569"/>
                  </a:lnTo>
                  <a:lnTo>
                    <a:pt x="39865" y="24872"/>
                  </a:lnTo>
                  <a:lnTo>
                    <a:pt x="42771" y="23942"/>
                  </a:lnTo>
                  <a:lnTo>
                    <a:pt x="44049" y="23477"/>
                  </a:lnTo>
                  <a:lnTo>
                    <a:pt x="45327" y="22780"/>
                  </a:lnTo>
                  <a:lnTo>
                    <a:pt x="45792" y="22431"/>
                  </a:lnTo>
                  <a:lnTo>
                    <a:pt x="46373" y="21966"/>
                  </a:lnTo>
                  <a:lnTo>
                    <a:pt x="46722" y="21385"/>
                  </a:lnTo>
                  <a:lnTo>
                    <a:pt x="47071" y="20804"/>
                  </a:lnTo>
                  <a:lnTo>
                    <a:pt x="47419" y="19758"/>
                  </a:lnTo>
                  <a:lnTo>
                    <a:pt x="47419" y="18712"/>
                  </a:lnTo>
                  <a:lnTo>
                    <a:pt x="47419" y="17898"/>
                  </a:lnTo>
                  <a:lnTo>
                    <a:pt x="47187" y="16969"/>
                  </a:lnTo>
                  <a:lnTo>
                    <a:pt x="46838" y="16155"/>
                  </a:lnTo>
                  <a:lnTo>
                    <a:pt x="46373" y="15458"/>
                  </a:lnTo>
                  <a:lnTo>
                    <a:pt x="45909" y="14877"/>
                  </a:lnTo>
                  <a:lnTo>
                    <a:pt x="45327" y="14412"/>
                  </a:lnTo>
                  <a:lnTo>
                    <a:pt x="44165" y="13482"/>
                  </a:lnTo>
                  <a:lnTo>
                    <a:pt x="43119" y="12436"/>
                  </a:lnTo>
                  <a:lnTo>
                    <a:pt x="42654" y="11971"/>
                  </a:lnTo>
                  <a:lnTo>
                    <a:pt x="42189" y="11274"/>
                  </a:lnTo>
                  <a:lnTo>
                    <a:pt x="41957" y="10693"/>
                  </a:lnTo>
                  <a:lnTo>
                    <a:pt x="41725" y="9995"/>
                  </a:lnTo>
                  <a:lnTo>
                    <a:pt x="41492" y="9298"/>
                  </a:lnTo>
                  <a:lnTo>
                    <a:pt x="41260" y="8717"/>
                  </a:lnTo>
                  <a:lnTo>
                    <a:pt x="40679" y="7903"/>
                  </a:lnTo>
                  <a:lnTo>
                    <a:pt x="39865" y="7206"/>
                  </a:lnTo>
                  <a:lnTo>
                    <a:pt x="39051" y="6625"/>
                  </a:lnTo>
                  <a:lnTo>
                    <a:pt x="38122" y="6044"/>
                  </a:lnTo>
                  <a:lnTo>
                    <a:pt x="36262" y="5114"/>
                  </a:lnTo>
                  <a:lnTo>
                    <a:pt x="35332" y="4649"/>
                  </a:lnTo>
                  <a:lnTo>
                    <a:pt x="34519" y="3952"/>
                  </a:lnTo>
                  <a:lnTo>
                    <a:pt x="33589" y="3022"/>
                  </a:lnTo>
                  <a:lnTo>
                    <a:pt x="32775" y="1976"/>
                  </a:lnTo>
                  <a:lnTo>
                    <a:pt x="32078" y="1046"/>
                  </a:lnTo>
                  <a:lnTo>
                    <a:pt x="31265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8"/>
            <p:cNvSpPr/>
            <p:nvPr/>
          </p:nvSpPr>
          <p:spPr>
            <a:xfrm>
              <a:off x="4712150" y="3756775"/>
              <a:ext cx="1185500" cy="685725"/>
            </a:xfrm>
            <a:custGeom>
              <a:rect b="b" l="l" r="r" t="t"/>
              <a:pathLst>
                <a:path extrusionOk="0" fill="none" h="27429" w="47420">
                  <a:moveTo>
                    <a:pt x="31265" y="0"/>
                  </a:moveTo>
                  <a:lnTo>
                    <a:pt x="31265" y="0"/>
                  </a:lnTo>
                  <a:lnTo>
                    <a:pt x="31032" y="697"/>
                  </a:lnTo>
                  <a:lnTo>
                    <a:pt x="30916" y="1395"/>
                  </a:lnTo>
                  <a:lnTo>
                    <a:pt x="30916" y="2208"/>
                  </a:lnTo>
                  <a:lnTo>
                    <a:pt x="30916" y="2906"/>
                  </a:lnTo>
                  <a:lnTo>
                    <a:pt x="31265" y="4416"/>
                  </a:lnTo>
                  <a:lnTo>
                    <a:pt x="31613" y="5927"/>
                  </a:lnTo>
                  <a:lnTo>
                    <a:pt x="31962" y="7438"/>
                  </a:lnTo>
                  <a:lnTo>
                    <a:pt x="32078" y="8949"/>
                  </a:lnTo>
                  <a:lnTo>
                    <a:pt x="32194" y="9763"/>
                  </a:lnTo>
                  <a:lnTo>
                    <a:pt x="32078" y="10460"/>
                  </a:lnTo>
                  <a:lnTo>
                    <a:pt x="31846" y="11274"/>
                  </a:lnTo>
                  <a:lnTo>
                    <a:pt x="31613" y="11971"/>
                  </a:lnTo>
                  <a:lnTo>
                    <a:pt x="31613" y="11971"/>
                  </a:lnTo>
                  <a:lnTo>
                    <a:pt x="31265" y="12668"/>
                  </a:lnTo>
                  <a:lnTo>
                    <a:pt x="30800" y="13249"/>
                  </a:lnTo>
                  <a:lnTo>
                    <a:pt x="29870" y="14295"/>
                  </a:lnTo>
                  <a:lnTo>
                    <a:pt x="28824" y="15341"/>
                  </a:lnTo>
                  <a:lnTo>
                    <a:pt x="27662" y="16271"/>
                  </a:lnTo>
                  <a:lnTo>
                    <a:pt x="27662" y="16271"/>
                  </a:lnTo>
                  <a:lnTo>
                    <a:pt x="24872" y="18479"/>
                  </a:lnTo>
                  <a:lnTo>
                    <a:pt x="23478" y="19525"/>
                  </a:lnTo>
                  <a:lnTo>
                    <a:pt x="21967" y="20455"/>
                  </a:lnTo>
                  <a:lnTo>
                    <a:pt x="21967" y="20455"/>
                  </a:lnTo>
                  <a:lnTo>
                    <a:pt x="20223" y="21269"/>
                  </a:lnTo>
                  <a:lnTo>
                    <a:pt x="18364" y="21850"/>
                  </a:lnTo>
                  <a:lnTo>
                    <a:pt x="16504" y="22315"/>
                  </a:lnTo>
                  <a:lnTo>
                    <a:pt x="14528" y="22663"/>
                  </a:lnTo>
                  <a:lnTo>
                    <a:pt x="12553" y="22896"/>
                  </a:lnTo>
                  <a:lnTo>
                    <a:pt x="10693" y="23012"/>
                  </a:lnTo>
                  <a:lnTo>
                    <a:pt x="6742" y="23245"/>
                  </a:lnTo>
                  <a:lnTo>
                    <a:pt x="6742" y="23245"/>
                  </a:lnTo>
                  <a:lnTo>
                    <a:pt x="5812" y="23361"/>
                  </a:lnTo>
                  <a:lnTo>
                    <a:pt x="5812" y="23361"/>
                  </a:lnTo>
                  <a:lnTo>
                    <a:pt x="4301" y="23245"/>
                  </a:lnTo>
                  <a:lnTo>
                    <a:pt x="2790" y="22896"/>
                  </a:lnTo>
                  <a:lnTo>
                    <a:pt x="1279" y="22315"/>
                  </a:lnTo>
                  <a:lnTo>
                    <a:pt x="1" y="21501"/>
                  </a:lnTo>
                  <a:lnTo>
                    <a:pt x="1" y="21501"/>
                  </a:lnTo>
                  <a:lnTo>
                    <a:pt x="349" y="22431"/>
                  </a:lnTo>
                  <a:lnTo>
                    <a:pt x="582" y="22780"/>
                  </a:lnTo>
                  <a:lnTo>
                    <a:pt x="930" y="23128"/>
                  </a:lnTo>
                  <a:lnTo>
                    <a:pt x="930" y="23128"/>
                  </a:lnTo>
                  <a:lnTo>
                    <a:pt x="2441" y="23826"/>
                  </a:lnTo>
                  <a:lnTo>
                    <a:pt x="4301" y="24523"/>
                  </a:lnTo>
                  <a:lnTo>
                    <a:pt x="6742" y="25220"/>
                  </a:lnTo>
                  <a:lnTo>
                    <a:pt x="9763" y="26034"/>
                  </a:lnTo>
                  <a:lnTo>
                    <a:pt x="13482" y="26731"/>
                  </a:lnTo>
                  <a:lnTo>
                    <a:pt x="15458" y="27080"/>
                  </a:lnTo>
                  <a:lnTo>
                    <a:pt x="17666" y="27196"/>
                  </a:lnTo>
                  <a:lnTo>
                    <a:pt x="19875" y="27429"/>
                  </a:lnTo>
                  <a:lnTo>
                    <a:pt x="22315" y="27429"/>
                  </a:lnTo>
                  <a:lnTo>
                    <a:pt x="22315" y="27429"/>
                  </a:lnTo>
                  <a:lnTo>
                    <a:pt x="24524" y="27429"/>
                  </a:lnTo>
                  <a:lnTo>
                    <a:pt x="26964" y="27312"/>
                  </a:lnTo>
                  <a:lnTo>
                    <a:pt x="29405" y="26964"/>
                  </a:lnTo>
                  <a:lnTo>
                    <a:pt x="31846" y="26615"/>
                  </a:lnTo>
                  <a:lnTo>
                    <a:pt x="34519" y="26150"/>
                  </a:lnTo>
                  <a:lnTo>
                    <a:pt x="37192" y="25569"/>
                  </a:lnTo>
                  <a:lnTo>
                    <a:pt x="39865" y="24872"/>
                  </a:lnTo>
                  <a:lnTo>
                    <a:pt x="42771" y="23942"/>
                  </a:lnTo>
                  <a:lnTo>
                    <a:pt x="42771" y="23942"/>
                  </a:lnTo>
                  <a:lnTo>
                    <a:pt x="44049" y="23477"/>
                  </a:lnTo>
                  <a:lnTo>
                    <a:pt x="45327" y="22780"/>
                  </a:lnTo>
                  <a:lnTo>
                    <a:pt x="45792" y="22431"/>
                  </a:lnTo>
                  <a:lnTo>
                    <a:pt x="46373" y="21966"/>
                  </a:lnTo>
                  <a:lnTo>
                    <a:pt x="46722" y="21385"/>
                  </a:lnTo>
                  <a:lnTo>
                    <a:pt x="47071" y="20804"/>
                  </a:lnTo>
                  <a:lnTo>
                    <a:pt x="47071" y="20804"/>
                  </a:lnTo>
                  <a:lnTo>
                    <a:pt x="47419" y="19758"/>
                  </a:lnTo>
                  <a:lnTo>
                    <a:pt x="47419" y="18712"/>
                  </a:lnTo>
                  <a:lnTo>
                    <a:pt x="47419" y="18712"/>
                  </a:lnTo>
                  <a:lnTo>
                    <a:pt x="47419" y="17898"/>
                  </a:lnTo>
                  <a:lnTo>
                    <a:pt x="47187" y="16969"/>
                  </a:lnTo>
                  <a:lnTo>
                    <a:pt x="46838" y="16155"/>
                  </a:lnTo>
                  <a:lnTo>
                    <a:pt x="46373" y="15458"/>
                  </a:lnTo>
                  <a:lnTo>
                    <a:pt x="46373" y="15458"/>
                  </a:lnTo>
                  <a:lnTo>
                    <a:pt x="45909" y="14877"/>
                  </a:lnTo>
                  <a:lnTo>
                    <a:pt x="45327" y="14412"/>
                  </a:lnTo>
                  <a:lnTo>
                    <a:pt x="44165" y="13482"/>
                  </a:lnTo>
                  <a:lnTo>
                    <a:pt x="43119" y="12436"/>
                  </a:lnTo>
                  <a:lnTo>
                    <a:pt x="42654" y="11971"/>
                  </a:lnTo>
                  <a:lnTo>
                    <a:pt x="42189" y="11274"/>
                  </a:lnTo>
                  <a:lnTo>
                    <a:pt x="42189" y="11274"/>
                  </a:lnTo>
                  <a:lnTo>
                    <a:pt x="41957" y="10693"/>
                  </a:lnTo>
                  <a:lnTo>
                    <a:pt x="41725" y="9995"/>
                  </a:lnTo>
                  <a:lnTo>
                    <a:pt x="41492" y="9298"/>
                  </a:lnTo>
                  <a:lnTo>
                    <a:pt x="41260" y="8717"/>
                  </a:lnTo>
                  <a:lnTo>
                    <a:pt x="41260" y="8717"/>
                  </a:lnTo>
                  <a:lnTo>
                    <a:pt x="40679" y="7903"/>
                  </a:lnTo>
                  <a:lnTo>
                    <a:pt x="39865" y="7206"/>
                  </a:lnTo>
                  <a:lnTo>
                    <a:pt x="39051" y="6625"/>
                  </a:lnTo>
                  <a:lnTo>
                    <a:pt x="38122" y="6044"/>
                  </a:lnTo>
                  <a:lnTo>
                    <a:pt x="36262" y="5114"/>
                  </a:lnTo>
                  <a:lnTo>
                    <a:pt x="35332" y="4649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3589" y="3022"/>
                  </a:lnTo>
                  <a:lnTo>
                    <a:pt x="32775" y="1976"/>
                  </a:lnTo>
                  <a:lnTo>
                    <a:pt x="32078" y="1046"/>
                  </a:lnTo>
                  <a:lnTo>
                    <a:pt x="312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8"/>
            <p:cNvSpPr/>
            <p:nvPr/>
          </p:nvSpPr>
          <p:spPr>
            <a:xfrm>
              <a:off x="4901025" y="4175175"/>
              <a:ext cx="40700" cy="40700"/>
            </a:xfrm>
            <a:custGeom>
              <a:rect b="b" l="l" r="r" t="t"/>
              <a:pathLst>
                <a:path extrusionOk="0" h="1628" w="1628">
                  <a:moveTo>
                    <a:pt x="581" y="0"/>
                  </a:moveTo>
                  <a:lnTo>
                    <a:pt x="349" y="116"/>
                  </a:lnTo>
                  <a:lnTo>
                    <a:pt x="116" y="465"/>
                  </a:lnTo>
                  <a:lnTo>
                    <a:pt x="0" y="697"/>
                  </a:lnTo>
                  <a:lnTo>
                    <a:pt x="0" y="1046"/>
                  </a:lnTo>
                  <a:lnTo>
                    <a:pt x="116" y="1279"/>
                  </a:lnTo>
                  <a:lnTo>
                    <a:pt x="349" y="1627"/>
                  </a:lnTo>
                  <a:lnTo>
                    <a:pt x="1046" y="1627"/>
                  </a:lnTo>
                  <a:lnTo>
                    <a:pt x="1279" y="1511"/>
                  </a:lnTo>
                  <a:lnTo>
                    <a:pt x="1511" y="1162"/>
                  </a:lnTo>
                  <a:lnTo>
                    <a:pt x="1627" y="930"/>
                  </a:lnTo>
                  <a:lnTo>
                    <a:pt x="1627" y="581"/>
                  </a:lnTo>
                  <a:lnTo>
                    <a:pt x="1511" y="349"/>
                  </a:lnTo>
                  <a:lnTo>
                    <a:pt x="1279" y="116"/>
                  </a:lnTo>
                  <a:lnTo>
                    <a:pt x="930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8"/>
            <p:cNvSpPr/>
            <p:nvPr/>
          </p:nvSpPr>
          <p:spPr>
            <a:xfrm>
              <a:off x="4901025" y="4175175"/>
              <a:ext cx="40700" cy="40700"/>
            </a:xfrm>
            <a:custGeom>
              <a:rect b="b" l="l" r="r" t="t"/>
              <a:pathLst>
                <a:path extrusionOk="0" fill="none" h="1628" w="1628">
                  <a:moveTo>
                    <a:pt x="930" y="0"/>
                  </a:moveTo>
                  <a:lnTo>
                    <a:pt x="930" y="0"/>
                  </a:lnTo>
                  <a:lnTo>
                    <a:pt x="581" y="0"/>
                  </a:lnTo>
                  <a:lnTo>
                    <a:pt x="349" y="116"/>
                  </a:lnTo>
                  <a:lnTo>
                    <a:pt x="349" y="116"/>
                  </a:lnTo>
                  <a:lnTo>
                    <a:pt x="116" y="465"/>
                  </a:lnTo>
                  <a:lnTo>
                    <a:pt x="0" y="697"/>
                  </a:lnTo>
                  <a:lnTo>
                    <a:pt x="0" y="1046"/>
                  </a:lnTo>
                  <a:lnTo>
                    <a:pt x="116" y="1279"/>
                  </a:lnTo>
                  <a:lnTo>
                    <a:pt x="116" y="1279"/>
                  </a:lnTo>
                  <a:lnTo>
                    <a:pt x="349" y="1627"/>
                  </a:lnTo>
                  <a:lnTo>
                    <a:pt x="814" y="1627"/>
                  </a:lnTo>
                  <a:lnTo>
                    <a:pt x="814" y="1627"/>
                  </a:lnTo>
                  <a:lnTo>
                    <a:pt x="1046" y="1627"/>
                  </a:lnTo>
                  <a:lnTo>
                    <a:pt x="1279" y="1511"/>
                  </a:lnTo>
                  <a:lnTo>
                    <a:pt x="1279" y="1511"/>
                  </a:lnTo>
                  <a:lnTo>
                    <a:pt x="1511" y="1162"/>
                  </a:lnTo>
                  <a:lnTo>
                    <a:pt x="1627" y="930"/>
                  </a:lnTo>
                  <a:lnTo>
                    <a:pt x="1627" y="581"/>
                  </a:lnTo>
                  <a:lnTo>
                    <a:pt x="1511" y="349"/>
                  </a:lnTo>
                  <a:lnTo>
                    <a:pt x="1511" y="349"/>
                  </a:lnTo>
                  <a:lnTo>
                    <a:pt x="1279" y="116"/>
                  </a:lnTo>
                  <a:lnTo>
                    <a:pt x="93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8"/>
            <p:cNvSpPr/>
            <p:nvPr/>
          </p:nvSpPr>
          <p:spPr>
            <a:xfrm>
              <a:off x="5008525" y="4032800"/>
              <a:ext cx="75575" cy="75550"/>
            </a:xfrm>
            <a:custGeom>
              <a:rect b="b" l="l" r="r" t="t"/>
              <a:pathLst>
                <a:path extrusionOk="0" h="3022" w="3023">
                  <a:moveTo>
                    <a:pt x="1627" y="0"/>
                  </a:moveTo>
                  <a:lnTo>
                    <a:pt x="1046" y="116"/>
                  </a:lnTo>
                  <a:lnTo>
                    <a:pt x="581" y="349"/>
                  </a:lnTo>
                  <a:lnTo>
                    <a:pt x="233" y="814"/>
                  </a:lnTo>
                  <a:lnTo>
                    <a:pt x="0" y="1279"/>
                  </a:lnTo>
                  <a:lnTo>
                    <a:pt x="0" y="1860"/>
                  </a:lnTo>
                  <a:lnTo>
                    <a:pt x="233" y="2441"/>
                  </a:lnTo>
                  <a:lnTo>
                    <a:pt x="465" y="2673"/>
                  </a:lnTo>
                  <a:lnTo>
                    <a:pt x="698" y="2906"/>
                  </a:lnTo>
                  <a:lnTo>
                    <a:pt x="1046" y="2906"/>
                  </a:lnTo>
                  <a:lnTo>
                    <a:pt x="1395" y="3022"/>
                  </a:lnTo>
                  <a:lnTo>
                    <a:pt x="1860" y="2906"/>
                  </a:lnTo>
                  <a:lnTo>
                    <a:pt x="2325" y="2673"/>
                  </a:lnTo>
                  <a:lnTo>
                    <a:pt x="2790" y="2208"/>
                  </a:lnTo>
                  <a:lnTo>
                    <a:pt x="3022" y="1627"/>
                  </a:lnTo>
                  <a:lnTo>
                    <a:pt x="3022" y="1046"/>
                  </a:lnTo>
                  <a:lnTo>
                    <a:pt x="2790" y="581"/>
                  </a:lnTo>
                  <a:lnTo>
                    <a:pt x="2557" y="349"/>
                  </a:lnTo>
                  <a:lnTo>
                    <a:pt x="2209" y="116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8"/>
            <p:cNvSpPr/>
            <p:nvPr/>
          </p:nvSpPr>
          <p:spPr>
            <a:xfrm>
              <a:off x="5008525" y="4032800"/>
              <a:ext cx="75575" cy="75550"/>
            </a:xfrm>
            <a:custGeom>
              <a:rect b="b" l="l" r="r" t="t"/>
              <a:pathLst>
                <a:path extrusionOk="0" fill="none" h="3022" w="3023">
                  <a:moveTo>
                    <a:pt x="1627" y="0"/>
                  </a:moveTo>
                  <a:lnTo>
                    <a:pt x="1627" y="0"/>
                  </a:lnTo>
                  <a:lnTo>
                    <a:pt x="1046" y="116"/>
                  </a:lnTo>
                  <a:lnTo>
                    <a:pt x="581" y="349"/>
                  </a:lnTo>
                  <a:lnTo>
                    <a:pt x="581" y="349"/>
                  </a:lnTo>
                  <a:lnTo>
                    <a:pt x="233" y="814"/>
                  </a:lnTo>
                  <a:lnTo>
                    <a:pt x="0" y="1279"/>
                  </a:lnTo>
                  <a:lnTo>
                    <a:pt x="0" y="1860"/>
                  </a:lnTo>
                  <a:lnTo>
                    <a:pt x="233" y="2441"/>
                  </a:lnTo>
                  <a:lnTo>
                    <a:pt x="233" y="2441"/>
                  </a:lnTo>
                  <a:lnTo>
                    <a:pt x="465" y="2673"/>
                  </a:lnTo>
                  <a:lnTo>
                    <a:pt x="698" y="2906"/>
                  </a:lnTo>
                  <a:lnTo>
                    <a:pt x="1046" y="2906"/>
                  </a:lnTo>
                  <a:lnTo>
                    <a:pt x="1395" y="3022"/>
                  </a:lnTo>
                  <a:lnTo>
                    <a:pt x="1395" y="3022"/>
                  </a:lnTo>
                  <a:lnTo>
                    <a:pt x="1860" y="2906"/>
                  </a:lnTo>
                  <a:lnTo>
                    <a:pt x="2325" y="2673"/>
                  </a:lnTo>
                  <a:lnTo>
                    <a:pt x="2325" y="2673"/>
                  </a:lnTo>
                  <a:lnTo>
                    <a:pt x="2790" y="2208"/>
                  </a:lnTo>
                  <a:lnTo>
                    <a:pt x="3022" y="1627"/>
                  </a:lnTo>
                  <a:lnTo>
                    <a:pt x="3022" y="1046"/>
                  </a:lnTo>
                  <a:lnTo>
                    <a:pt x="2790" y="581"/>
                  </a:lnTo>
                  <a:lnTo>
                    <a:pt x="2790" y="581"/>
                  </a:lnTo>
                  <a:lnTo>
                    <a:pt x="2557" y="349"/>
                  </a:lnTo>
                  <a:lnTo>
                    <a:pt x="2209" y="116"/>
                  </a:lnTo>
                  <a:lnTo>
                    <a:pt x="1976" y="0"/>
                  </a:lnTo>
                  <a:lnTo>
                    <a:pt x="162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8"/>
            <p:cNvSpPr/>
            <p:nvPr/>
          </p:nvSpPr>
          <p:spPr>
            <a:xfrm>
              <a:off x="5017250" y="4151925"/>
              <a:ext cx="26175" cy="29075"/>
            </a:xfrm>
            <a:custGeom>
              <a:rect b="b" l="l" r="r" t="t"/>
              <a:pathLst>
                <a:path extrusionOk="0" h="1163" w="1047">
                  <a:moveTo>
                    <a:pt x="581" y="0"/>
                  </a:moveTo>
                  <a:lnTo>
                    <a:pt x="232" y="117"/>
                  </a:lnTo>
                  <a:lnTo>
                    <a:pt x="116" y="349"/>
                  </a:lnTo>
                  <a:lnTo>
                    <a:pt x="0" y="465"/>
                  </a:lnTo>
                  <a:lnTo>
                    <a:pt x="0" y="698"/>
                  </a:lnTo>
                  <a:lnTo>
                    <a:pt x="116" y="930"/>
                  </a:lnTo>
                  <a:lnTo>
                    <a:pt x="232" y="1046"/>
                  </a:lnTo>
                  <a:lnTo>
                    <a:pt x="465" y="1163"/>
                  </a:lnTo>
                  <a:lnTo>
                    <a:pt x="814" y="1046"/>
                  </a:lnTo>
                  <a:lnTo>
                    <a:pt x="1046" y="814"/>
                  </a:lnTo>
                  <a:lnTo>
                    <a:pt x="1046" y="581"/>
                  </a:lnTo>
                  <a:lnTo>
                    <a:pt x="1046" y="465"/>
                  </a:lnTo>
                  <a:lnTo>
                    <a:pt x="1046" y="233"/>
                  </a:lnTo>
                  <a:lnTo>
                    <a:pt x="814" y="117"/>
                  </a:lnTo>
                  <a:lnTo>
                    <a:pt x="581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8"/>
            <p:cNvSpPr/>
            <p:nvPr/>
          </p:nvSpPr>
          <p:spPr>
            <a:xfrm>
              <a:off x="5017250" y="4151925"/>
              <a:ext cx="26175" cy="29075"/>
            </a:xfrm>
            <a:custGeom>
              <a:rect b="b" l="l" r="r" t="t"/>
              <a:pathLst>
                <a:path extrusionOk="0" fill="none" h="1163" w="1047">
                  <a:moveTo>
                    <a:pt x="581" y="0"/>
                  </a:moveTo>
                  <a:lnTo>
                    <a:pt x="581" y="0"/>
                  </a:lnTo>
                  <a:lnTo>
                    <a:pt x="232" y="117"/>
                  </a:lnTo>
                  <a:lnTo>
                    <a:pt x="232" y="117"/>
                  </a:lnTo>
                  <a:lnTo>
                    <a:pt x="116" y="349"/>
                  </a:lnTo>
                  <a:lnTo>
                    <a:pt x="0" y="465"/>
                  </a:lnTo>
                  <a:lnTo>
                    <a:pt x="0" y="698"/>
                  </a:lnTo>
                  <a:lnTo>
                    <a:pt x="116" y="930"/>
                  </a:lnTo>
                  <a:lnTo>
                    <a:pt x="116" y="930"/>
                  </a:lnTo>
                  <a:lnTo>
                    <a:pt x="232" y="1046"/>
                  </a:lnTo>
                  <a:lnTo>
                    <a:pt x="465" y="1163"/>
                  </a:lnTo>
                  <a:lnTo>
                    <a:pt x="465" y="1163"/>
                  </a:lnTo>
                  <a:lnTo>
                    <a:pt x="814" y="1046"/>
                  </a:lnTo>
                  <a:lnTo>
                    <a:pt x="814" y="1046"/>
                  </a:lnTo>
                  <a:lnTo>
                    <a:pt x="1046" y="814"/>
                  </a:lnTo>
                  <a:lnTo>
                    <a:pt x="1046" y="581"/>
                  </a:lnTo>
                  <a:lnTo>
                    <a:pt x="1046" y="465"/>
                  </a:lnTo>
                  <a:lnTo>
                    <a:pt x="1046" y="233"/>
                  </a:lnTo>
                  <a:lnTo>
                    <a:pt x="1046" y="233"/>
                  </a:lnTo>
                  <a:lnTo>
                    <a:pt x="814" y="117"/>
                  </a:lnTo>
                  <a:lnTo>
                    <a:pt x="58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8"/>
            <p:cNvSpPr/>
            <p:nvPr/>
          </p:nvSpPr>
          <p:spPr>
            <a:xfrm>
              <a:off x="5185750" y="3965975"/>
              <a:ext cx="40725" cy="40700"/>
            </a:xfrm>
            <a:custGeom>
              <a:rect b="b" l="l" r="r" t="t"/>
              <a:pathLst>
                <a:path extrusionOk="0" h="1628" w="1629">
                  <a:moveTo>
                    <a:pt x="582" y="0"/>
                  </a:moveTo>
                  <a:lnTo>
                    <a:pt x="350" y="116"/>
                  </a:lnTo>
                  <a:lnTo>
                    <a:pt x="117" y="349"/>
                  </a:lnTo>
                  <a:lnTo>
                    <a:pt x="1" y="697"/>
                  </a:lnTo>
                  <a:lnTo>
                    <a:pt x="1" y="1046"/>
                  </a:lnTo>
                  <a:lnTo>
                    <a:pt x="117" y="1279"/>
                  </a:lnTo>
                  <a:lnTo>
                    <a:pt x="466" y="1511"/>
                  </a:lnTo>
                  <a:lnTo>
                    <a:pt x="814" y="1627"/>
                  </a:lnTo>
                  <a:lnTo>
                    <a:pt x="1047" y="1627"/>
                  </a:lnTo>
                  <a:lnTo>
                    <a:pt x="1279" y="1395"/>
                  </a:lnTo>
                  <a:lnTo>
                    <a:pt x="1512" y="1162"/>
                  </a:lnTo>
                  <a:lnTo>
                    <a:pt x="1628" y="930"/>
                  </a:lnTo>
                  <a:lnTo>
                    <a:pt x="1628" y="581"/>
                  </a:lnTo>
                  <a:lnTo>
                    <a:pt x="1512" y="233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8"/>
            <p:cNvSpPr/>
            <p:nvPr/>
          </p:nvSpPr>
          <p:spPr>
            <a:xfrm>
              <a:off x="5185750" y="3965975"/>
              <a:ext cx="40725" cy="40700"/>
            </a:xfrm>
            <a:custGeom>
              <a:rect b="b" l="l" r="r" t="t"/>
              <a:pathLst>
                <a:path extrusionOk="0" fill="none" h="1628" w="1629">
                  <a:moveTo>
                    <a:pt x="931" y="0"/>
                  </a:moveTo>
                  <a:lnTo>
                    <a:pt x="931" y="0"/>
                  </a:lnTo>
                  <a:lnTo>
                    <a:pt x="582" y="0"/>
                  </a:lnTo>
                  <a:lnTo>
                    <a:pt x="350" y="116"/>
                  </a:lnTo>
                  <a:lnTo>
                    <a:pt x="350" y="116"/>
                  </a:lnTo>
                  <a:lnTo>
                    <a:pt x="117" y="349"/>
                  </a:lnTo>
                  <a:lnTo>
                    <a:pt x="1" y="697"/>
                  </a:lnTo>
                  <a:lnTo>
                    <a:pt x="1" y="1046"/>
                  </a:lnTo>
                  <a:lnTo>
                    <a:pt x="117" y="1279"/>
                  </a:lnTo>
                  <a:lnTo>
                    <a:pt x="117" y="1279"/>
                  </a:lnTo>
                  <a:lnTo>
                    <a:pt x="466" y="1511"/>
                  </a:lnTo>
                  <a:lnTo>
                    <a:pt x="814" y="1627"/>
                  </a:lnTo>
                  <a:lnTo>
                    <a:pt x="814" y="1627"/>
                  </a:lnTo>
                  <a:lnTo>
                    <a:pt x="1047" y="1627"/>
                  </a:lnTo>
                  <a:lnTo>
                    <a:pt x="1279" y="1395"/>
                  </a:lnTo>
                  <a:lnTo>
                    <a:pt x="1279" y="1395"/>
                  </a:lnTo>
                  <a:lnTo>
                    <a:pt x="1512" y="1162"/>
                  </a:lnTo>
                  <a:lnTo>
                    <a:pt x="1628" y="930"/>
                  </a:lnTo>
                  <a:lnTo>
                    <a:pt x="1628" y="581"/>
                  </a:lnTo>
                  <a:lnTo>
                    <a:pt x="1512" y="233"/>
                  </a:lnTo>
                  <a:lnTo>
                    <a:pt x="1512" y="233"/>
                  </a:lnTo>
                  <a:lnTo>
                    <a:pt x="1279" y="0"/>
                  </a:lnTo>
                  <a:lnTo>
                    <a:pt x="93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8"/>
            <p:cNvSpPr/>
            <p:nvPr/>
          </p:nvSpPr>
          <p:spPr>
            <a:xfrm>
              <a:off x="5145075" y="3904950"/>
              <a:ext cx="26175" cy="29075"/>
            </a:xfrm>
            <a:custGeom>
              <a:rect b="b" l="l" r="r" t="t"/>
              <a:pathLst>
                <a:path extrusionOk="0" h="1163" w="1047">
                  <a:moveTo>
                    <a:pt x="582" y="0"/>
                  </a:moveTo>
                  <a:lnTo>
                    <a:pt x="233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" y="698"/>
                  </a:lnTo>
                  <a:lnTo>
                    <a:pt x="1" y="930"/>
                  </a:lnTo>
                  <a:lnTo>
                    <a:pt x="233" y="1163"/>
                  </a:lnTo>
                  <a:lnTo>
                    <a:pt x="466" y="1163"/>
                  </a:lnTo>
                  <a:lnTo>
                    <a:pt x="814" y="1046"/>
                  </a:lnTo>
                  <a:lnTo>
                    <a:pt x="1047" y="814"/>
                  </a:lnTo>
                  <a:lnTo>
                    <a:pt x="1047" y="698"/>
                  </a:lnTo>
                  <a:lnTo>
                    <a:pt x="1047" y="465"/>
                  </a:lnTo>
                  <a:lnTo>
                    <a:pt x="1047" y="233"/>
                  </a:lnTo>
                  <a:lnTo>
                    <a:pt x="814" y="117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5145075" y="3904950"/>
              <a:ext cx="26175" cy="29075"/>
            </a:xfrm>
            <a:custGeom>
              <a:rect b="b" l="l" r="r" t="t"/>
              <a:pathLst>
                <a:path extrusionOk="0" fill="none" h="1163" w="1047">
                  <a:moveTo>
                    <a:pt x="582" y="0"/>
                  </a:moveTo>
                  <a:lnTo>
                    <a:pt x="582" y="0"/>
                  </a:lnTo>
                  <a:lnTo>
                    <a:pt x="233" y="117"/>
                  </a:lnTo>
                  <a:lnTo>
                    <a:pt x="233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" y="698"/>
                  </a:lnTo>
                  <a:lnTo>
                    <a:pt x="1" y="930"/>
                  </a:lnTo>
                  <a:lnTo>
                    <a:pt x="1" y="930"/>
                  </a:lnTo>
                  <a:lnTo>
                    <a:pt x="233" y="1163"/>
                  </a:lnTo>
                  <a:lnTo>
                    <a:pt x="466" y="1163"/>
                  </a:lnTo>
                  <a:lnTo>
                    <a:pt x="466" y="1163"/>
                  </a:lnTo>
                  <a:lnTo>
                    <a:pt x="814" y="1046"/>
                  </a:lnTo>
                  <a:lnTo>
                    <a:pt x="814" y="1046"/>
                  </a:lnTo>
                  <a:lnTo>
                    <a:pt x="1047" y="814"/>
                  </a:lnTo>
                  <a:lnTo>
                    <a:pt x="1047" y="698"/>
                  </a:lnTo>
                  <a:lnTo>
                    <a:pt x="1047" y="465"/>
                  </a:lnTo>
                  <a:lnTo>
                    <a:pt x="1047" y="233"/>
                  </a:lnTo>
                  <a:lnTo>
                    <a:pt x="1047" y="233"/>
                  </a:lnTo>
                  <a:lnTo>
                    <a:pt x="814" y="117"/>
                  </a:lnTo>
                  <a:lnTo>
                    <a:pt x="58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8"/>
            <p:cNvSpPr/>
            <p:nvPr/>
          </p:nvSpPr>
          <p:spPr>
            <a:xfrm>
              <a:off x="5116025" y="4076375"/>
              <a:ext cx="20375" cy="20375"/>
            </a:xfrm>
            <a:custGeom>
              <a:rect b="b" l="l" r="r" t="t"/>
              <a:pathLst>
                <a:path extrusionOk="0" h="815" w="815">
                  <a:moveTo>
                    <a:pt x="465" y="1"/>
                  </a:moveTo>
                  <a:lnTo>
                    <a:pt x="233" y="117"/>
                  </a:lnTo>
                  <a:lnTo>
                    <a:pt x="1" y="349"/>
                  </a:lnTo>
                  <a:lnTo>
                    <a:pt x="117" y="698"/>
                  </a:lnTo>
                  <a:lnTo>
                    <a:pt x="233" y="814"/>
                  </a:lnTo>
                  <a:lnTo>
                    <a:pt x="349" y="814"/>
                  </a:lnTo>
                  <a:lnTo>
                    <a:pt x="698" y="698"/>
                  </a:lnTo>
                  <a:lnTo>
                    <a:pt x="814" y="465"/>
                  </a:lnTo>
                  <a:lnTo>
                    <a:pt x="814" y="117"/>
                  </a:lnTo>
                  <a:lnTo>
                    <a:pt x="582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8"/>
            <p:cNvSpPr/>
            <p:nvPr/>
          </p:nvSpPr>
          <p:spPr>
            <a:xfrm>
              <a:off x="5116025" y="4076375"/>
              <a:ext cx="20375" cy="20375"/>
            </a:xfrm>
            <a:custGeom>
              <a:rect b="b" l="l" r="r" t="t"/>
              <a:pathLst>
                <a:path extrusionOk="0" fill="none" h="815" w="815">
                  <a:moveTo>
                    <a:pt x="465" y="1"/>
                  </a:moveTo>
                  <a:lnTo>
                    <a:pt x="465" y="1"/>
                  </a:lnTo>
                  <a:lnTo>
                    <a:pt x="233" y="117"/>
                  </a:lnTo>
                  <a:lnTo>
                    <a:pt x="233" y="117"/>
                  </a:lnTo>
                  <a:lnTo>
                    <a:pt x="1" y="349"/>
                  </a:lnTo>
                  <a:lnTo>
                    <a:pt x="117" y="698"/>
                  </a:lnTo>
                  <a:lnTo>
                    <a:pt x="117" y="698"/>
                  </a:lnTo>
                  <a:lnTo>
                    <a:pt x="233" y="814"/>
                  </a:lnTo>
                  <a:lnTo>
                    <a:pt x="349" y="814"/>
                  </a:lnTo>
                  <a:lnTo>
                    <a:pt x="349" y="814"/>
                  </a:lnTo>
                  <a:lnTo>
                    <a:pt x="698" y="698"/>
                  </a:lnTo>
                  <a:lnTo>
                    <a:pt x="698" y="698"/>
                  </a:lnTo>
                  <a:lnTo>
                    <a:pt x="814" y="465"/>
                  </a:lnTo>
                  <a:lnTo>
                    <a:pt x="814" y="117"/>
                  </a:lnTo>
                  <a:lnTo>
                    <a:pt x="814" y="117"/>
                  </a:lnTo>
                  <a:lnTo>
                    <a:pt x="582" y="1"/>
                  </a:lnTo>
                  <a:lnTo>
                    <a:pt x="4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8"/>
            <p:cNvSpPr/>
            <p:nvPr/>
          </p:nvSpPr>
          <p:spPr>
            <a:xfrm>
              <a:off x="5307800" y="3887525"/>
              <a:ext cx="55225" cy="52325"/>
            </a:xfrm>
            <a:custGeom>
              <a:rect b="b" l="l" r="r" t="t"/>
              <a:pathLst>
                <a:path extrusionOk="0" h="2093" w="2209">
                  <a:moveTo>
                    <a:pt x="814" y="0"/>
                  </a:moveTo>
                  <a:lnTo>
                    <a:pt x="465" y="232"/>
                  </a:lnTo>
                  <a:lnTo>
                    <a:pt x="233" y="465"/>
                  </a:lnTo>
                  <a:lnTo>
                    <a:pt x="0" y="930"/>
                  </a:lnTo>
                  <a:lnTo>
                    <a:pt x="0" y="1395"/>
                  </a:lnTo>
                  <a:lnTo>
                    <a:pt x="233" y="1743"/>
                  </a:lnTo>
                  <a:lnTo>
                    <a:pt x="581" y="2092"/>
                  </a:lnTo>
                  <a:lnTo>
                    <a:pt x="1395" y="2092"/>
                  </a:lnTo>
                  <a:lnTo>
                    <a:pt x="1744" y="1860"/>
                  </a:lnTo>
                  <a:lnTo>
                    <a:pt x="2092" y="1627"/>
                  </a:lnTo>
                  <a:lnTo>
                    <a:pt x="2209" y="1162"/>
                  </a:lnTo>
                  <a:lnTo>
                    <a:pt x="2209" y="697"/>
                  </a:lnTo>
                  <a:lnTo>
                    <a:pt x="2092" y="349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8"/>
            <p:cNvSpPr/>
            <p:nvPr/>
          </p:nvSpPr>
          <p:spPr>
            <a:xfrm>
              <a:off x="5307800" y="3887525"/>
              <a:ext cx="55225" cy="52325"/>
            </a:xfrm>
            <a:custGeom>
              <a:rect b="b" l="l" r="r" t="t"/>
              <a:pathLst>
                <a:path extrusionOk="0" fill="none" h="2093" w="2209">
                  <a:moveTo>
                    <a:pt x="1163" y="0"/>
                  </a:moveTo>
                  <a:lnTo>
                    <a:pt x="1163" y="0"/>
                  </a:lnTo>
                  <a:lnTo>
                    <a:pt x="814" y="0"/>
                  </a:lnTo>
                  <a:lnTo>
                    <a:pt x="465" y="232"/>
                  </a:lnTo>
                  <a:lnTo>
                    <a:pt x="465" y="232"/>
                  </a:lnTo>
                  <a:lnTo>
                    <a:pt x="233" y="465"/>
                  </a:lnTo>
                  <a:lnTo>
                    <a:pt x="0" y="930"/>
                  </a:lnTo>
                  <a:lnTo>
                    <a:pt x="0" y="1395"/>
                  </a:lnTo>
                  <a:lnTo>
                    <a:pt x="233" y="1743"/>
                  </a:lnTo>
                  <a:lnTo>
                    <a:pt x="233" y="1743"/>
                  </a:lnTo>
                  <a:lnTo>
                    <a:pt x="581" y="2092"/>
                  </a:lnTo>
                  <a:lnTo>
                    <a:pt x="1046" y="2092"/>
                  </a:lnTo>
                  <a:lnTo>
                    <a:pt x="1046" y="2092"/>
                  </a:lnTo>
                  <a:lnTo>
                    <a:pt x="1395" y="2092"/>
                  </a:lnTo>
                  <a:lnTo>
                    <a:pt x="1744" y="1860"/>
                  </a:lnTo>
                  <a:lnTo>
                    <a:pt x="1744" y="1860"/>
                  </a:lnTo>
                  <a:lnTo>
                    <a:pt x="2092" y="1627"/>
                  </a:lnTo>
                  <a:lnTo>
                    <a:pt x="2209" y="1162"/>
                  </a:lnTo>
                  <a:lnTo>
                    <a:pt x="2209" y="697"/>
                  </a:lnTo>
                  <a:lnTo>
                    <a:pt x="2092" y="349"/>
                  </a:lnTo>
                  <a:lnTo>
                    <a:pt x="2092" y="349"/>
                  </a:lnTo>
                  <a:lnTo>
                    <a:pt x="1627" y="0"/>
                  </a:lnTo>
                  <a:lnTo>
                    <a:pt x="116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8"/>
            <p:cNvSpPr/>
            <p:nvPr/>
          </p:nvSpPr>
          <p:spPr>
            <a:xfrm>
              <a:off x="5255500" y="4021175"/>
              <a:ext cx="31975" cy="31975"/>
            </a:xfrm>
            <a:custGeom>
              <a:rect b="b" l="l" r="r" t="t"/>
              <a:pathLst>
                <a:path extrusionOk="0" h="1279" w="1279">
                  <a:moveTo>
                    <a:pt x="698" y="0"/>
                  </a:moveTo>
                  <a:lnTo>
                    <a:pt x="465" y="117"/>
                  </a:lnTo>
                  <a:lnTo>
                    <a:pt x="349" y="233"/>
                  </a:lnTo>
                  <a:lnTo>
                    <a:pt x="116" y="349"/>
                  </a:lnTo>
                  <a:lnTo>
                    <a:pt x="0" y="581"/>
                  </a:lnTo>
                  <a:lnTo>
                    <a:pt x="0" y="814"/>
                  </a:lnTo>
                  <a:lnTo>
                    <a:pt x="116" y="1046"/>
                  </a:lnTo>
                  <a:lnTo>
                    <a:pt x="349" y="1279"/>
                  </a:lnTo>
                  <a:lnTo>
                    <a:pt x="814" y="1279"/>
                  </a:lnTo>
                  <a:lnTo>
                    <a:pt x="1046" y="1163"/>
                  </a:lnTo>
                  <a:lnTo>
                    <a:pt x="1163" y="930"/>
                  </a:lnTo>
                  <a:lnTo>
                    <a:pt x="1279" y="698"/>
                  </a:lnTo>
                  <a:lnTo>
                    <a:pt x="1279" y="465"/>
                  </a:lnTo>
                  <a:lnTo>
                    <a:pt x="1163" y="233"/>
                  </a:lnTo>
                  <a:lnTo>
                    <a:pt x="930" y="11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8"/>
            <p:cNvSpPr/>
            <p:nvPr/>
          </p:nvSpPr>
          <p:spPr>
            <a:xfrm>
              <a:off x="5255500" y="4021175"/>
              <a:ext cx="31975" cy="31975"/>
            </a:xfrm>
            <a:custGeom>
              <a:rect b="b" l="l" r="r" t="t"/>
              <a:pathLst>
                <a:path extrusionOk="0" fill="none" h="1279" w="1279">
                  <a:moveTo>
                    <a:pt x="698" y="0"/>
                  </a:moveTo>
                  <a:lnTo>
                    <a:pt x="698" y="0"/>
                  </a:lnTo>
                  <a:lnTo>
                    <a:pt x="465" y="117"/>
                  </a:lnTo>
                  <a:lnTo>
                    <a:pt x="349" y="233"/>
                  </a:lnTo>
                  <a:lnTo>
                    <a:pt x="349" y="233"/>
                  </a:lnTo>
                  <a:lnTo>
                    <a:pt x="116" y="349"/>
                  </a:lnTo>
                  <a:lnTo>
                    <a:pt x="0" y="581"/>
                  </a:lnTo>
                  <a:lnTo>
                    <a:pt x="0" y="814"/>
                  </a:lnTo>
                  <a:lnTo>
                    <a:pt x="116" y="1046"/>
                  </a:lnTo>
                  <a:lnTo>
                    <a:pt x="116" y="1046"/>
                  </a:lnTo>
                  <a:lnTo>
                    <a:pt x="349" y="1279"/>
                  </a:lnTo>
                  <a:lnTo>
                    <a:pt x="581" y="1279"/>
                  </a:lnTo>
                  <a:lnTo>
                    <a:pt x="581" y="1279"/>
                  </a:lnTo>
                  <a:lnTo>
                    <a:pt x="814" y="1279"/>
                  </a:lnTo>
                  <a:lnTo>
                    <a:pt x="1046" y="1163"/>
                  </a:lnTo>
                  <a:lnTo>
                    <a:pt x="1046" y="1163"/>
                  </a:lnTo>
                  <a:lnTo>
                    <a:pt x="1163" y="930"/>
                  </a:lnTo>
                  <a:lnTo>
                    <a:pt x="1279" y="698"/>
                  </a:lnTo>
                  <a:lnTo>
                    <a:pt x="1279" y="465"/>
                  </a:lnTo>
                  <a:lnTo>
                    <a:pt x="1163" y="233"/>
                  </a:lnTo>
                  <a:lnTo>
                    <a:pt x="1163" y="233"/>
                  </a:lnTo>
                  <a:lnTo>
                    <a:pt x="930" y="117"/>
                  </a:lnTo>
                  <a:lnTo>
                    <a:pt x="69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8"/>
            <p:cNvSpPr/>
            <p:nvPr/>
          </p:nvSpPr>
          <p:spPr>
            <a:xfrm>
              <a:off x="5168325" y="4105425"/>
              <a:ext cx="17450" cy="20375"/>
            </a:xfrm>
            <a:custGeom>
              <a:rect b="b" l="l" r="r" t="t"/>
              <a:pathLst>
                <a:path extrusionOk="0" h="815" w="698">
                  <a:moveTo>
                    <a:pt x="349" y="1"/>
                  </a:moveTo>
                  <a:lnTo>
                    <a:pt x="117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17" y="698"/>
                  </a:lnTo>
                  <a:lnTo>
                    <a:pt x="349" y="814"/>
                  </a:lnTo>
                  <a:lnTo>
                    <a:pt x="582" y="698"/>
                  </a:lnTo>
                  <a:lnTo>
                    <a:pt x="698" y="466"/>
                  </a:lnTo>
                  <a:lnTo>
                    <a:pt x="698" y="117"/>
                  </a:lnTo>
                  <a:lnTo>
                    <a:pt x="582" y="117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8"/>
            <p:cNvSpPr/>
            <p:nvPr/>
          </p:nvSpPr>
          <p:spPr>
            <a:xfrm>
              <a:off x="5168325" y="4105425"/>
              <a:ext cx="17450" cy="20375"/>
            </a:xfrm>
            <a:custGeom>
              <a:rect b="b" l="l" r="r" t="t"/>
              <a:pathLst>
                <a:path extrusionOk="0" fill="none" h="815" w="698">
                  <a:moveTo>
                    <a:pt x="349" y="1"/>
                  </a:moveTo>
                  <a:lnTo>
                    <a:pt x="349" y="1"/>
                  </a:lnTo>
                  <a:lnTo>
                    <a:pt x="117" y="117"/>
                  </a:lnTo>
                  <a:lnTo>
                    <a:pt x="117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" y="582"/>
                  </a:lnTo>
                  <a:lnTo>
                    <a:pt x="117" y="698"/>
                  </a:lnTo>
                  <a:lnTo>
                    <a:pt x="349" y="814"/>
                  </a:lnTo>
                  <a:lnTo>
                    <a:pt x="349" y="814"/>
                  </a:lnTo>
                  <a:lnTo>
                    <a:pt x="582" y="698"/>
                  </a:lnTo>
                  <a:lnTo>
                    <a:pt x="582" y="698"/>
                  </a:lnTo>
                  <a:lnTo>
                    <a:pt x="698" y="466"/>
                  </a:lnTo>
                  <a:lnTo>
                    <a:pt x="698" y="117"/>
                  </a:lnTo>
                  <a:lnTo>
                    <a:pt x="698" y="117"/>
                  </a:lnTo>
                  <a:lnTo>
                    <a:pt x="582" y="117"/>
                  </a:lnTo>
                  <a:lnTo>
                    <a:pt x="34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1" name="Google Shape;1021;p28"/>
          <p:cNvSpPr txBox="1"/>
          <p:nvPr>
            <p:ph idx="1" type="subTitle"/>
          </p:nvPr>
        </p:nvSpPr>
        <p:spPr>
          <a:xfrm>
            <a:off x="5484525" y="2725003"/>
            <a:ext cx="2845500" cy="1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22" name="Google Shape;1022;p28"/>
          <p:cNvGrpSpPr/>
          <p:nvPr/>
        </p:nvGrpSpPr>
        <p:grpSpPr>
          <a:xfrm>
            <a:off x="2012522" y="1224538"/>
            <a:ext cx="3577208" cy="3376312"/>
            <a:chOff x="4771653" y="498668"/>
            <a:chExt cx="4392985" cy="4146276"/>
          </a:xfrm>
        </p:grpSpPr>
        <p:sp>
          <p:nvSpPr>
            <p:cNvPr id="1023" name="Google Shape;1023;p28"/>
            <p:cNvSpPr/>
            <p:nvPr/>
          </p:nvSpPr>
          <p:spPr>
            <a:xfrm rot="8324171">
              <a:off x="4786100" y="1728335"/>
              <a:ext cx="4364090" cy="1686940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8"/>
            <p:cNvSpPr/>
            <p:nvPr/>
          </p:nvSpPr>
          <p:spPr>
            <a:xfrm rot="8324171">
              <a:off x="4786100" y="1728335"/>
              <a:ext cx="4364090" cy="1686940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8"/>
            <p:cNvSpPr/>
            <p:nvPr/>
          </p:nvSpPr>
          <p:spPr>
            <a:xfrm rot="8324171">
              <a:off x="5063991" y="1905681"/>
              <a:ext cx="3750195" cy="1390345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8"/>
            <p:cNvSpPr/>
            <p:nvPr/>
          </p:nvSpPr>
          <p:spPr>
            <a:xfrm rot="8324171">
              <a:off x="5063991" y="1905681"/>
              <a:ext cx="3750195" cy="1390345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7" name="Google Shape;1027;p28"/>
          <p:cNvGrpSpPr/>
          <p:nvPr/>
        </p:nvGrpSpPr>
        <p:grpSpPr>
          <a:xfrm flipH="1">
            <a:off x="-193578" y="1224538"/>
            <a:ext cx="3577208" cy="3376312"/>
            <a:chOff x="4771653" y="498668"/>
            <a:chExt cx="4392985" cy="4146276"/>
          </a:xfrm>
        </p:grpSpPr>
        <p:sp>
          <p:nvSpPr>
            <p:cNvPr id="1028" name="Google Shape;1028;p28"/>
            <p:cNvSpPr/>
            <p:nvPr/>
          </p:nvSpPr>
          <p:spPr>
            <a:xfrm rot="8324171">
              <a:off x="4786100" y="1728335"/>
              <a:ext cx="4364090" cy="1686940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8"/>
            <p:cNvSpPr/>
            <p:nvPr/>
          </p:nvSpPr>
          <p:spPr>
            <a:xfrm rot="8324171">
              <a:off x="4786100" y="1728335"/>
              <a:ext cx="4364090" cy="1686940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8"/>
            <p:cNvSpPr/>
            <p:nvPr/>
          </p:nvSpPr>
          <p:spPr>
            <a:xfrm rot="8324171">
              <a:off x="5063991" y="1905681"/>
              <a:ext cx="3750195" cy="1390345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8"/>
            <p:cNvSpPr/>
            <p:nvPr/>
          </p:nvSpPr>
          <p:spPr>
            <a:xfrm rot="8324171">
              <a:off x="5063991" y="1905681"/>
              <a:ext cx="3750195" cy="1390345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2" name="Google Shape;1032;p28"/>
          <p:cNvGrpSpPr/>
          <p:nvPr/>
        </p:nvGrpSpPr>
        <p:grpSpPr>
          <a:xfrm rot="-2898405">
            <a:off x="4317397" y="3914406"/>
            <a:ext cx="387999" cy="171013"/>
            <a:chOff x="1406961" y="-1212504"/>
            <a:chExt cx="6086670" cy="2682735"/>
          </a:xfrm>
        </p:grpSpPr>
        <p:sp>
          <p:nvSpPr>
            <p:cNvPr id="1033" name="Google Shape;1033;p28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8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8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8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7" name="Google Shape;1037;p28"/>
          <p:cNvGrpSpPr/>
          <p:nvPr/>
        </p:nvGrpSpPr>
        <p:grpSpPr>
          <a:xfrm flipH="1" rot="2898405">
            <a:off x="8430999" y="4595956"/>
            <a:ext cx="387999" cy="171013"/>
            <a:chOff x="1406961" y="-1212504"/>
            <a:chExt cx="6086670" cy="2682735"/>
          </a:xfrm>
        </p:grpSpPr>
        <p:sp>
          <p:nvSpPr>
            <p:cNvPr id="1038" name="Google Shape;1038;p28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8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8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8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2" name="Google Shape;1042;p28"/>
          <p:cNvGrpSpPr/>
          <p:nvPr/>
        </p:nvGrpSpPr>
        <p:grpSpPr>
          <a:xfrm flipH="1" rot="-2555258">
            <a:off x="8430702" y="392370"/>
            <a:ext cx="388558" cy="171259"/>
            <a:chOff x="1406961" y="-1212504"/>
            <a:chExt cx="6086670" cy="2682735"/>
          </a:xfrm>
        </p:grpSpPr>
        <p:sp>
          <p:nvSpPr>
            <p:cNvPr id="1043" name="Google Shape;1043;p28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8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8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8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7" name="Google Shape;1047;p28"/>
          <p:cNvGrpSpPr/>
          <p:nvPr/>
        </p:nvGrpSpPr>
        <p:grpSpPr>
          <a:xfrm rot="-2898405">
            <a:off x="4213272" y="937306"/>
            <a:ext cx="387999" cy="171013"/>
            <a:chOff x="1406961" y="-1212504"/>
            <a:chExt cx="6086670" cy="2682735"/>
          </a:xfrm>
        </p:grpSpPr>
        <p:sp>
          <p:nvSpPr>
            <p:cNvPr id="1048" name="Google Shape;1048;p28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8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8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8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slide">
  <p:cSld name="CUSTOM_18"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29"/>
          <p:cNvSpPr txBox="1"/>
          <p:nvPr>
            <p:ph type="title"/>
          </p:nvPr>
        </p:nvSpPr>
        <p:spPr>
          <a:xfrm>
            <a:off x="2935043" y="511250"/>
            <a:ext cx="3273900" cy="9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054" name="Google Shape;1054;p29"/>
          <p:cNvSpPr txBox="1"/>
          <p:nvPr/>
        </p:nvSpPr>
        <p:spPr>
          <a:xfrm>
            <a:off x="1684975" y="3737375"/>
            <a:ext cx="5774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 This presentation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template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5" name="Google Shape;1055;p29"/>
          <p:cNvSpPr txBox="1"/>
          <p:nvPr>
            <p:ph idx="1" type="subTitle"/>
          </p:nvPr>
        </p:nvSpPr>
        <p:spPr>
          <a:xfrm>
            <a:off x="1749150" y="1520000"/>
            <a:ext cx="56457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56" name="Google Shape;1056;p29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1057" name="Google Shape;1057;p29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1058" name="Google Shape;1058;p2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2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2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2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2" name="Google Shape;1062;p29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1063" name="Google Shape;1063;p2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2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7" name="Google Shape;1067;p29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1068" name="Google Shape;1068;p2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9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1073" name="Google Shape;1073;p2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ullet list">
  <p:cSld name="CUSTOM_18_1"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0"/>
          <p:cNvSpPr txBox="1"/>
          <p:nvPr>
            <p:ph type="title"/>
          </p:nvPr>
        </p:nvSpPr>
        <p:spPr>
          <a:xfrm>
            <a:off x="720000" y="332737"/>
            <a:ext cx="7704000" cy="8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079" name="Google Shape;1079;p30"/>
          <p:cNvSpPr txBox="1"/>
          <p:nvPr>
            <p:ph idx="1" type="body"/>
          </p:nvPr>
        </p:nvSpPr>
        <p:spPr>
          <a:xfrm>
            <a:off x="1278625" y="1448986"/>
            <a:ext cx="6359700" cy="29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Char char="■"/>
              <a:defRPr sz="1500"/>
            </a:lvl9pPr>
          </a:lstStyle>
          <a:p/>
        </p:txBody>
      </p:sp>
      <p:grpSp>
        <p:nvGrpSpPr>
          <p:cNvPr id="1080" name="Google Shape;1080;p30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1081" name="Google Shape;1081;p30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1082" name="Google Shape;1082;p3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3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3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3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6" name="Google Shape;1086;p30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1087" name="Google Shape;1087;p3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3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3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3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1" name="Google Shape;1091;p30"/>
            <p:cNvGrpSpPr/>
            <p:nvPr/>
          </p:nvGrpSpPr>
          <p:grpSpPr>
            <a:xfrm flipH="1" rot="2898405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1092" name="Google Shape;1092;p3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3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3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3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6" name="Google Shape;1096;p30"/>
            <p:cNvGrpSpPr/>
            <p:nvPr/>
          </p:nvGrpSpPr>
          <p:grpSpPr>
            <a:xfrm flipH="1" rot="-2555258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1097" name="Google Shape;1097;p3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h="91987" w="237969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3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rect b="b" l="l" r="r" t="t"/>
                <a:pathLst>
                  <a:path extrusionOk="0" fill="none" h="91987" w="237969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3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h="75814" w="204494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3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rect b="b" l="l" r="r" t="t"/>
                <a:pathLst>
                  <a:path extrusionOk="0" fill="none" h="75814" w="204494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0"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3" name="Google Shape;1103;p31"/>
          <p:cNvSpPr txBox="1"/>
          <p:nvPr>
            <p:ph idx="1" type="subTitle"/>
          </p:nvPr>
        </p:nvSpPr>
        <p:spPr>
          <a:xfrm>
            <a:off x="1012850" y="2933250"/>
            <a:ext cx="21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04" name="Google Shape;1104;p31"/>
          <p:cNvSpPr txBox="1"/>
          <p:nvPr>
            <p:ph idx="2" type="subTitle"/>
          </p:nvPr>
        </p:nvSpPr>
        <p:spPr>
          <a:xfrm>
            <a:off x="1012850" y="3383475"/>
            <a:ext cx="21489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5" name="Google Shape;1105;p31"/>
          <p:cNvSpPr txBox="1"/>
          <p:nvPr>
            <p:ph idx="3" type="subTitle"/>
          </p:nvPr>
        </p:nvSpPr>
        <p:spPr>
          <a:xfrm>
            <a:off x="3497550" y="2933250"/>
            <a:ext cx="21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06" name="Google Shape;1106;p31"/>
          <p:cNvSpPr txBox="1"/>
          <p:nvPr>
            <p:ph idx="4" type="subTitle"/>
          </p:nvPr>
        </p:nvSpPr>
        <p:spPr>
          <a:xfrm>
            <a:off x="3497550" y="3383475"/>
            <a:ext cx="21489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7" name="Google Shape;1107;p31"/>
          <p:cNvSpPr txBox="1"/>
          <p:nvPr>
            <p:ph idx="5" type="subTitle"/>
          </p:nvPr>
        </p:nvSpPr>
        <p:spPr>
          <a:xfrm>
            <a:off x="5982250" y="2933250"/>
            <a:ext cx="21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None/>
              <a:defRPr b="1" sz="2100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Font typeface="Nunito"/>
              <a:buNone/>
              <a:defRPr b="1" sz="18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08" name="Google Shape;1108;p31"/>
          <p:cNvSpPr txBox="1"/>
          <p:nvPr>
            <p:ph idx="6" type="subTitle"/>
          </p:nvPr>
        </p:nvSpPr>
        <p:spPr>
          <a:xfrm>
            <a:off x="5982250" y="3383475"/>
            <a:ext cx="21489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09" name="Google Shape;1109;p31"/>
          <p:cNvGrpSpPr/>
          <p:nvPr/>
        </p:nvGrpSpPr>
        <p:grpSpPr>
          <a:xfrm>
            <a:off x="8177901" y="380914"/>
            <a:ext cx="616784" cy="318162"/>
            <a:chOff x="5916200" y="1347825"/>
            <a:chExt cx="1171925" cy="604525"/>
          </a:xfrm>
        </p:grpSpPr>
        <p:sp>
          <p:nvSpPr>
            <p:cNvPr id="1110" name="Google Shape;1110;p31"/>
            <p:cNvSpPr/>
            <p:nvPr/>
          </p:nvSpPr>
          <p:spPr>
            <a:xfrm>
              <a:off x="6021200" y="1347825"/>
              <a:ext cx="943900" cy="389225"/>
            </a:xfrm>
            <a:custGeom>
              <a:rect b="b" l="l" r="r" t="t"/>
              <a:pathLst>
                <a:path extrusionOk="0" h="15569" w="37756">
                  <a:moveTo>
                    <a:pt x="17605" y="0"/>
                  </a:moveTo>
                  <a:lnTo>
                    <a:pt x="16969" y="42"/>
                  </a:lnTo>
                  <a:lnTo>
                    <a:pt x="16290" y="127"/>
                  </a:lnTo>
                  <a:lnTo>
                    <a:pt x="15654" y="255"/>
                  </a:lnTo>
                  <a:lnTo>
                    <a:pt x="14975" y="424"/>
                  </a:lnTo>
                  <a:lnTo>
                    <a:pt x="14339" y="636"/>
                  </a:lnTo>
                  <a:lnTo>
                    <a:pt x="13703" y="848"/>
                  </a:lnTo>
                  <a:lnTo>
                    <a:pt x="13066" y="1145"/>
                  </a:lnTo>
                  <a:lnTo>
                    <a:pt x="12472" y="1485"/>
                  </a:lnTo>
                  <a:lnTo>
                    <a:pt x="11878" y="1824"/>
                  </a:lnTo>
                  <a:lnTo>
                    <a:pt x="11285" y="2248"/>
                  </a:lnTo>
                  <a:lnTo>
                    <a:pt x="10691" y="2715"/>
                  </a:lnTo>
                  <a:lnTo>
                    <a:pt x="10139" y="3182"/>
                  </a:lnTo>
                  <a:lnTo>
                    <a:pt x="9757" y="3139"/>
                  </a:lnTo>
                  <a:lnTo>
                    <a:pt x="9333" y="3097"/>
                  </a:lnTo>
                  <a:lnTo>
                    <a:pt x="8951" y="3139"/>
                  </a:lnTo>
                  <a:lnTo>
                    <a:pt x="8570" y="3182"/>
                  </a:lnTo>
                  <a:lnTo>
                    <a:pt x="8188" y="3224"/>
                  </a:lnTo>
                  <a:lnTo>
                    <a:pt x="7806" y="3351"/>
                  </a:lnTo>
                  <a:lnTo>
                    <a:pt x="7467" y="3479"/>
                  </a:lnTo>
                  <a:lnTo>
                    <a:pt x="7127" y="3648"/>
                  </a:lnTo>
                  <a:lnTo>
                    <a:pt x="6830" y="3860"/>
                  </a:lnTo>
                  <a:lnTo>
                    <a:pt x="6491" y="4115"/>
                  </a:lnTo>
                  <a:lnTo>
                    <a:pt x="6236" y="4369"/>
                  </a:lnTo>
                  <a:lnTo>
                    <a:pt x="5982" y="4624"/>
                  </a:lnTo>
                  <a:lnTo>
                    <a:pt x="5770" y="4963"/>
                  </a:lnTo>
                  <a:lnTo>
                    <a:pt x="5558" y="5303"/>
                  </a:lnTo>
                  <a:lnTo>
                    <a:pt x="5388" y="5642"/>
                  </a:lnTo>
                  <a:lnTo>
                    <a:pt x="5261" y="6024"/>
                  </a:lnTo>
                  <a:lnTo>
                    <a:pt x="4497" y="5981"/>
                  </a:lnTo>
                  <a:lnTo>
                    <a:pt x="3776" y="5981"/>
                  </a:lnTo>
                  <a:lnTo>
                    <a:pt x="3055" y="6109"/>
                  </a:lnTo>
                  <a:lnTo>
                    <a:pt x="2715" y="6193"/>
                  </a:lnTo>
                  <a:lnTo>
                    <a:pt x="2376" y="6321"/>
                  </a:lnTo>
                  <a:lnTo>
                    <a:pt x="2079" y="6448"/>
                  </a:lnTo>
                  <a:lnTo>
                    <a:pt x="1740" y="6618"/>
                  </a:lnTo>
                  <a:lnTo>
                    <a:pt x="1443" y="6830"/>
                  </a:lnTo>
                  <a:lnTo>
                    <a:pt x="1146" y="7042"/>
                  </a:lnTo>
                  <a:lnTo>
                    <a:pt x="891" y="7254"/>
                  </a:lnTo>
                  <a:lnTo>
                    <a:pt x="637" y="7509"/>
                  </a:lnTo>
                  <a:lnTo>
                    <a:pt x="382" y="7805"/>
                  </a:lnTo>
                  <a:lnTo>
                    <a:pt x="128" y="8145"/>
                  </a:lnTo>
                  <a:lnTo>
                    <a:pt x="43" y="8272"/>
                  </a:lnTo>
                  <a:lnTo>
                    <a:pt x="0" y="8442"/>
                  </a:lnTo>
                  <a:lnTo>
                    <a:pt x="43" y="8611"/>
                  </a:lnTo>
                  <a:lnTo>
                    <a:pt x="85" y="8654"/>
                  </a:lnTo>
                  <a:lnTo>
                    <a:pt x="170" y="8696"/>
                  </a:lnTo>
                  <a:lnTo>
                    <a:pt x="1188" y="9205"/>
                  </a:lnTo>
                  <a:lnTo>
                    <a:pt x="2249" y="9630"/>
                  </a:lnTo>
                  <a:lnTo>
                    <a:pt x="3352" y="10054"/>
                  </a:lnTo>
                  <a:lnTo>
                    <a:pt x="4412" y="10436"/>
                  </a:lnTo>
                  <a:lnTo>
                    <a:pt x="5515" y="10817"/>
                  </a:lnTo>
                  <a:lnTo>
                    <a:pt x="6618" y="11157"/>
                  </a:lnTo>
                  <a:lnTo>
                    <a:pt x="8824" y="11751"/>
                  </a:lnTo>
                  <a:lnTo>
                    <a:pt x="11115" y="12260"/>
                  </a:lnTo>
                  <a:lnTo>
                    <a:pt x="13363" y="12726"/>
                  </a:lnTo>
                  <a:lnTo>
                    <a:pt x="15612" y="13151"/>
                  </a:lnTo>
                  <a:lnTo>
                    <a:pt x="17902" y="13490"/>
                  </a:lnTo>
                  <a:lnTo>
                    <a:pt x="22611" y="14211"/>
                  </a:lnTo>
                  <a:lnTo>
                    <a:pt x="24987" y="14550"/>
                  </a:lnTo>
                  <a:lnTo>
                    <a:pt x="27405" y="14847"/>
                  </a:lnTo>
                  <a:lnTo>
                    <a:pt x="29780" y="15102"/>
                  </a:lnTo>
                  <a:lnTo>
                    <a:pt x="32156" y="15272"/>
                  </a:lnTo>
                  <a:lnTo>
                    <a:pt x="34574" y="15441"/>
                  </a:lnTo>
                  <a:lnTo>
                    <a:pt x="36949" y="15569"/>
                  </a:lnTo>
                  <a:lnTo>
                    <a:pt x="37162" y="15526"/>
                  </a:lnTo>
                  <a:lnTo>
                    <a:pt x="37374" y="15441"/>
                  </a:lnTo>
                  <a:lnTo>
                    <a:pt x="37543" y="15314"/>
                  </a:lnTo>
                  <a:lnTo>
                    <a:pt x="37628" y="15187"/>
                  </a:lnTo>
                  <a:lnTo>
                    <a:pt x="37713" y="15017"/>
                  </a:lnTo>
                  <a:lnTo>
                    <a:pt x="37755" y="14805"/>
                  </a:lnTo>
                  <a:lnTo>
                    <a:pt x="37755" y="14635"/>
                  </a:lnTo>
                  <a:lnTo>
                    <a:pt x="37671" y="14466"/>
                  </a:lnTo>
                  <a:lnTo>
                    <a:pt x="37755" y="13999"/>
                  </a:lnTo>
                  <a:lnTo>
                    <a:pt x="37755" y="13575"/>
                  </a:lnTo>
                  <a:lnTo>
                    <a:pt x="37755" y="13151"/>
                  </a:lnTo>
                  <a:lnTo>
                    <a:pt x="37671" y="12726"/>
                  </a:lnTo>
                  <a:lnTo>
                    <a:pt x="37543" y="12302"/>
                  </a:lnTo>
                  <a:lnTo>
                    <a:pt x="37416" y="11878"/>
                  </a:lnTo>
                  <a:lnTo>
                    <a:pt x="37204" y="11496"/>
                  </a:lnTo>
                  <a:lnTo>
                    <a:pt x="36949" y="11114"/>
                  </a:lnTo>
                  <a:lnTo>
                    <a:pt x="36610" y="10775"/>
                  </a:lnTo>
                  <a:lnTo>
                    <a:pt x="36313" y="10478"/>
                  </a:lnTo>
                  <a:lnTo>
                    <a:pt x="35974" y="10266"/>
                  </a:lnTo>
                  <a:lnTo>
                    <a:pt x="35592" y="10054"/>
                  </a:lnTo>
                  <a:lnTo>
                    <a:pt x="35210" y="9927"/>
                  </a:lnTo>
                  <a:lnTo>
                    <a:pt x="34828" y="9799"/>
                  </a:lnTo>
                  <a:lnTo>
                    <a:pt x="33980" y="9545"/>
                  </a:lnTo>
                  <a:lnTo>
                    <a:pt x="33725" y="9460"/>
                  </a:lnTo>
                  <a:lnTo>
                    <a:pt x="33513" y="9333"/>
                  </a:lnTo>
                  <a:lnTo>
                    <a:pt x="33089" y="9078"/>
                  </a:lnTo>
                  <a:lnTo>
                    <a:pt x="32750" y="8739"/>
                  </a:lnTo>
                  <a:lnTo>
                    <a:pt x="32410" y="8357"/>
                  </a:lnTo>
                  <a:lnTo>
                    <a:pt x="32113" y="8018"/>
                  </a:lnTo>
                  <a:lnTo>
                    <a:pt x="31774" y="7636"/>
                  </a:lnTo>
                  <a:lnTo>
                    <a:pt x="31392" y="7296"/>
                  </a:lnTo>
                  <a:lnTo>
                    <a:pt x="30926" y="7042"/>
                  </a:lnTo>
                  <a:lnTo>
                    <a:pt x="30629" y="6872"/>
                  </a:lnTo>
                  <a:lnTo>
                    <a:pt x="30332" y="6787"/>
                  </a:lnTo>
                  <a:lnTo>
                    <a:pt x="30035" y="6703"/>
                  </a:lnTo>
                  <a:lnTo>
                    <a:pt x="29695" y="6660"/>
                  </a:lnTo>
                  <a:lnTo>
                    <a:pt x="29398" y="6618"/>
                  </a:lnTo>
                  <a:lnTo>
                    <a:pt x="29101" y="6618"/>
                  </a:lnTo>
                  <a:lnTo>
                    <a:pt x="28465" y="6703"/>
                  </a:lnTo>
                  <a:lnTo>
                    <a:pt x="28168" y="6066"/>
                  </a:lnTo>
                  <a:lnTo>
                    <a:pt x="27786" y="5430"/>
                  </a:lnTo>
                  <a:lnTo>
                    <a:pt x="27405" y="4836"/>
                  </a:lnTo>
                  <a:lnTo>
                    <a:pt x="26980" y="4285"/>
                  </a:lnTo>
                  <a:lnTo>
                    <a:pt x="26514" y="3733"/>
                  </a:lnTo>
                  <a:lnTo>
                    <a:pt x="26047" y="3266"/>
                  </a:lnTo>
                  <a:lnTo>
                    <a:pt x="25538" y="2800"/>
                  </a:lnTo>
                  <a:lnTo>
                    <a:pt x="25029" y="2376"/>
                  </a:lnTo>
                  <a:lnTo>
                    <a:pt x="24478" y="1951"/>
                  </a:lnTo>
                  <a:lnTo>
                    <a:pt x="23926" y="1612"/>
                  </a:lnTo>
                  <a:lnTo>
                    <a:pt x="23332" y="1273"/>
                  </a:lnTo>
                  <a:lnTo>
                    <a:pt x="22738" y="1018"/>
                  </a:lnTo>
                  <a:lnTo>
                    <a:pt x="22144" y="764"/>
                  </a:lnTo>
                  <a:lnTo>
                    <a:pt x="21508" y="509"/>
                  </a:lnTo>
                  <a:lnTo>
                    <a:pt x="20872" y="339"/>
                  </a:lnTo>
                  <a:lnTo>
                    <a:pt x="20235" y="212"/>
                  </a:lnTo>
                  <a:lnTo>
                    <a:pt x="19599" y="85"/>
                  </a:lnTo>
                  <a:lnTo>
                    <a:pt x="18920" y="42"/>
                  </a:lnTo>
                  <a:lnTo>
                    <a:pt x="1828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1"/>
            <p:cNvSpPr/>
            <p:nvPr/>
          </p:nvSpPr>
          <p:spPr>
            <a:xfrm>
              <a:off x="6021200" y="1347825"/>
              <a:ext cx="631050" cy="246050"/>
            </a:xfrm>
            <a:custGeom>
              <a:rect b="b" l="l" r="r" t="t"/>
              <a:pathLst>
                <a:path extrusionOk="0" h="9842" w="25242">
                  <a:moveTo>
                    <a:pt x="17775" y="0"/>
                  </a:moveTo>
                  <a:lnTo>
                    <a:pt x="16757" y="85"/>
                  </a:lnTo>
                  <a:lnTo>
                    <a:pt x="15739" y="255"/>
                  </a:lnTo>
                  <a:lnTo>
                    <a:pt x="14763" y="509"/>
                  </a:lnTo>
                  <a:lnTo>
                    <a:pt x="13787" y="848"/>
                  </a:lnTo>
                  <a:lnTo>
                    <a:pt x="12812" y="1273"/>
                  </a:lnTo>
                  <a:lnTo>
                    <a:pt x="11878" y="1824"/>
                  </a:lnTo>
                  <a:lnTo>
                    <a:pt x="11454" y="2121"/>
                  </a:lnTo>
                  <a:lnTo>
                    <a:pt x="10988" y="2460"/>
                  </a:lnTo>
                  <a:lnTo>
                    <a:pt x="10563" y="2800"/>
                  </a:lnTo>
                  <a:lnTo>
                    <a:pt x="10139" y="3182"/>
                  </a:lnTo>
                  <a:lnTo>
                    <a:pt x="9757" y="3139"/>
                  </a:lnTo>
                  <a:lnTo>
                    <a:pt x="9333" y="3097"/>
                  </a:lnTo>
                  <a:lnTo>
                    <a:pt x="8951" y="3139"/>
                  </a:lnTo>
                  <a:lnTo>
                    <a:pt x="8570" y="3182"/>
                  </a:lnTo>
                  <a:lnTo>
                    <a:pt x="8188" y="3224"/>
                  </a:lnTo>
                  <a:lnTo>
                    <a:pt x="7806" y="3351"/>
                  </a:lnTo>
                  <a:lnTo>
                    <a:pt x="7467" y="3479"/>
                  </a:lnTo>
                  <a:lnTo>
                    <a:pt x="7127" y="3648"/>
                  </a:lnTo>
                  <a:lnTo>
                    <a:pt x="6830" y="3860"/>
                  </a:lnTo>
                  <a:lnTo>
                    <a:pt x="6491" y="4115"/>
                  </a:lnTo>
                  <a:lnTo>
                    <a:pt x="6236" y="4369"/>
                  </a:lnTo>
                  <a:lnTo>
                    <a:pt x="5982" y="4624"/>
                  </a:lnTo>
                  <a:lnTo>
                    <a:pt x="5770" y="4963"/>
                  </a:lnTo>
                  <a:lnTo>
                    <a:pt x="5558" y="5303"/>
                  </a:lnTo>
                  <a:lnTo>
                    <a:pt x="5388" y="5642"/>
                  </a:lnTo>
                  <a:lnTo>
                    <a:pt x="5261" y="6024"/>
                  </a:lnTo>
                  <a:lnTo>
                    <a:pt x="4497" y="5981"/>
                  </a:lnTo>
                  <a:lnTo>
                    <a:pt x="3776" y="5981"/>
                  </a:lnTo>
                  <a:lnTo>
                    <a:pt x="3055" y="6109"/>
                  </a:lnTo>
                  <a:lnTo>
                    <a:pt x="2715" y="6193"/>
                  </a:lnTo>
                  <a:lnTo>
                    <a:pt x="2376" y="6321"/>
                  </a:lnTo>
                  <a:lnTo>
                    <a:pt x="2079" y="6448"/>
                  </a:lnTo>
                  <a:lnTo>
                    <a:pt x="1740" y="6618"/>
                  </a:lnTo>
                  <a:lnTo>
                    <a:pt x="1443" y="6830"/>
                  </a:lnTo>
                  <a:lnTo>
                    <a:pt x="1146" y="7042"/>
                  </a:lnTo>
                  <a:lnTo>
                    <a:pt x="891" y="7254"/>
                  </a:lnTo>
                  <a:lnTo>
                    <a:pt x="637" y="7509"/>
                  </a:lnTo>
                  <a:lnTo>
                    <a:pt x="382" y="7805"/>
                  </a:lnTo>
                  <a:lnTo>
                    <a:pt x="128" y="8145"/>
                  </a:lnTo>
                  <a:lnTo>
                    <a:pt x="43" y="8272"/>
                  </a:lnTo>
                  <a:lnTo>
                    <a:pt x="0" y="8442"/>
                  </a:lnTo>
                  <a:lnTo>
                    <a:pt x="43" y="8611"/>
                  </a:lnTo>
                  <a:lnTo>
                    <a:pt x="85" y="8654"/>
                  </a:lnTo>
                  <a:lnTo>
                    <a:pt x="170" y="8696"/>
                  </a:lnTo>
                  <a:lnTo>
                    <a:pt x="1485" y="9290"/>
                  </a:lnTo>
                  <a:lnTo>
                    <a:pt x="2800" y="9842"/>
                  </a:lnTo>
                  <a:lnTo>
                    <a:pt x="3012" y="9587"/>
                  </a:lnTo>
                  <a:lnTo>
                    <a:pt x="3267" y="9375"/>
                  </a:lnTo>
                  <a:lnTo>
                    <a:pt x="3776" y="8951"/>
                  </a:lnTo>
                  <a:lnTo>
                    <a:pt x="4370" y="8569"/>
                  </a:lnTo>
                  <a:lnTo>
                    <a:pt x="5006" y="8272"/>
                  </a:lnTo>
                  <a:lnTo>
                    <a:pt x="5685" y="8060"/>
                  </a:lnTo>
                  <a:lnTo>
                    <a:pt x="6406" y="7933"/>
                  </a:lnTo>
                  <a:lnTo>
                    <a:pt x="7127" y="7848"/>
                  </a:lnTo>
                  <a:lnTo>
                    <a:pt x="7848" y="7848"/>
                  </a:lnTo>
                  <a:lnTo>
                    <a:pt x="7933" y="7212"/>
                  </a:lnTo>
                  <a:lnTo>
                    <a:pt x="8145" y="6660"/>
                  </a:lnTo>
                  <a:lnTo>
                    <a:pt x="8357" y="6151"/>
                  </a:lnTo>
                  <a:lnTo>
                    <a:pt x="8654" y="5684"/>
                  </a:lnTo>
                  <a:lnTo>
                    <a:pt x="8994" y="5303"/>
                  </a:lnTo>
                  <a:lnTo>
                    <a:pt x="9376" y="4963"/>
                  </a:lnTo>
                  <a:lnTo>
                    <a:pt x="9800" y="4666"/>
                  </a:lnTo>
                  <a:lnTo>
                    <a:pt x="10266" y="4412"/>
                  </a:lnTo>
                  <a:lnTo>
                    <a:pt x="10775" y="4242"/>
                  </a:lnTo>
                  <a:lnTo>
                    <a:pt x="11327" y="4072"/>
                  </a:lnTo>
                  <a:lnTo>
                    <a:pt x="11878" y="4030"/>
                  </a:lnTo>
                  <a:lnTo>
                    <a:pt x="12430" y="3988"/>
                  </a:lnTo>
                  <a:lnTo>
                    <a:pt x="13024" y="3988"/>
                  </a:lnTo>
                  <a:lnTo>
                    <a:pt x="13618" y="4072"/>
                  </a:lnTo>
                  <a:lnTo>
                    <a:pt x="14212" y="4200"/>
                  </a:lnTo>
                  <a:lnTo>
                    <a:pt x="14805" y="4369"/>
                  </a:lnTo>
                  <a:lnTo>
                    <a:pt x="15272" y="3860"/>
                  </a:lnTo>
                  <a:lnTo>
                    <a:pt x="15781" y="3394"/>
                  </a:lnTo>
                  <a:lnTo>
                    <a:pt x="16290" y="3012"/>
                  </a:lnTo>
                  <a:lnTo>
                    <a:pt x="16884" y="2673"/>
                  </a:lnTo>
                  <a:lnTo>
                    <a:pt x="17478" y="2418"/>
                  </a:lnTo>
                  <a:lnTo>
                    <a:pt x="18114" y="2206"/>
                  </a:lnTo>
                  <a:lnTo>
                    <a:pt x="18793" y="2036"/>
                  </a:lnTo>
                  <a:lnTo>
                    <a:pt x="19472" y="1951"/>
                  </a:lnTo>
                  <a:lnTo>
                    <a:pt x="20151" y="1867"/>
                  </a:lnTo>
                  <a:lnTo>
                    <a:pt x="20872" y="1867"/>
                  </a:lnTo>
                  <a:lnTo>
                    <a:pt x="21593" y="1909"/>
                  </a:lnTo>
                  <a:lnTo>
                    <a:pt x="22356" y="1951"/>
                  </a:lnTo>
                  <a:lnTo>
                    <a:pt x="23078" y="2079"/>
                  </a:lnTo>
                  <a:lnTo>
                    <a:pt x="23799" y="2206"/>
                  </a:lnTo>
                  <a:lnTo>
                    <a:pt x="24520" y="2376"/>
                  </a:lnTo>
                  <a:lnTo>
                    <a:pt x="25241" y="2545"/>
                  </a:lnTo>
                  <a:lnTo>
                    <a:pt x="24435" y="1951"/>
                  </a:lnTo>
                  <a:lnTo>
                    <a:pt x="23587" y="1400"/>
                  </a:lnTo>
                  <a:lnTo>
                    <a:pt x="22653" y="976"/>
                  </a:lnTo>
                  <a:lnTo>
                    <a:pt x="21720" y="594"/>
                  </a:lnTo>
                  <a:lnTo>
                    <a:pt x="20744" y="339"/>
                  </a:lnTo>
                  <a:lnTo>
                    <a:pt x="19769" y="127"/>
                  </a:lnTo>
                  <a:lnTo>
                    <a:pt x="18751" y="42"/>
                  </a:lnTo>
                  <a:lnTo>
                    <a:pt x="17775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1"/>
            <p:cNvSpPr/>
            <p:nvPr/>
          </p:nvSpPr>
          <p:spPr>
            <a:xfrm>
              <a:off x="6606625" y="1605525"/>
              <a:ext cx="29700" cy="56225"/>
            </a:xfrm>
            <a:custGeom>
              <a:rect b="b" l="l" r="r" t="t"/>
              <a:pathLst>
                <a:path extrusionOk="0" h="2249" w="1188">
                  <a:moveTo>
                    <a:pt x="509" y="0"/>
                  </a:moveTo>
                  <a:lnTo>
                    <a:pt x="382" y="43"/>
                  </a:lnTo>
                  <a:lnTo>
                    <a:pt x="297" y="85"/>
                  </a:lnTo>
                  <a:lnTo>
                    <a:pt x="127" y="340"/>
                  </a:lnTo>
                  <a:lnTo>
                    <a:pt x="42" y="637"/>
                  </a:lnTo>
                  <a:lnTo>
                    <a:pt x="0" y="934"/>
                  </a:lnTo>
                  <a:lnTo>
                    <a:pt x="42" y="1273"/>
                  </a:lnTo>
                  <a:lnTo>
                    <a:pt x="127" y="1570"/>
                  </a:lnTo>
                  <a:lnTo>
                    <a:pt x="255" y="1824"/>
                  </a:lnTo>
                  <a:lnTo>
                    <a:pt x="467" y="2037"/>
                  </a:lnTo>
                  <a:lnTo>
                    <a:pt x="721" y="2206"/>
                  </a:lnTo>
                  <a:lnTo>
                    <a:pt x="891" y="2249"/>
                  </a:lnTo>
                  <a:lnTo>
                    <a:pt x="976" y="2206"/>
                  </a:lnTo>
                  <a:lnTo>
                    <a:pt x="1103" y="2164"/>
                  </a:lnTo>
                  <a:lnTo>
                    <a:pt x="1145" y="2079"/>
                  </a:lnTo>
                  <a:lnTo>
                    <a:pt x="1188" y="1952"/>
                  </a:lnTo>
                  <a:lnTo>
                    <a:pt x="1188" y="1824"/>
                  </a:lnTo>
                  <a:lnTo>
                    <a:pt x="1103" y="1740"/>
                  </a:lnTo>
                  <a:lnTo>
                    <a:pt x="1018" y="1612"/>
                  </a:lnTo>
                  <a:lnTo>
                    <a:pt x="848" y="1528"/>
                  </a:lnTo>
                  <a:lnTo>
                    <a:pt x="721" y="1400"/>
                  </a:lnTo>
                  <a:lnTo>
                    <a:pt x="636" y="1231"/>
                  </a:lnTo>
                  <a:lnTo>
                    <a:pt x="594" y="1103"/>
                  </a:lnTo>
                  <a:lnTo>
                    <a:pt x="552" y="934"/>
                  </a:lnTo>
                  <a:lnTo>
                    <a:pt x="552" y="764"/>
                  </a:lnTo>
                  <a:lnTo>
                    <a:pt x="594" y="594"/>
                  </a:lnTo>
                  <a:lnTo>
                    <a:pt x="721" y="425"/>
                  </a:lnTo>
                  <a:lnTo>
                    <a:pt x="764" y="340"/>
                  </a:lnTo>
                  <a:lnTo>
                    <a:pt x="764" y="212"/>
                  </a:lnTo>
                  <a:lnTo>
                    <a:pt x="721" y="128"/>
                  </a:lnTo>
                  <a:lnTo>
                    <a:pt x="679" y="85"/>
                  </a:lnTo>
                  <a:lnTo>
                    <a:pt x="5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1"/>
            <p:cNvSpPr/>
            <p:nvPr/>
          </p:nvSpPr>
          <p:spPr>
            <a:xfrm>
              <a:off x="6644800" y="1616125"/>
              <a:ext cx="57275" cy="45625"/>
            </a:xfrm>
            <a:custGeom>
              <a:rect b="b" l="l" r="r" t="t"/>
              <a:pathLst>
                <a:path extrusionOk="0" h="1825" w="2291">
                  <a:moveTo>
                    <a:pt x="721" y="1"/>
                  </a:moveTo>
                  <a:lnTo>
                    <a:pt x="552" y="43"/>
                  </a:lnTo>
                  <a:lnTo>
                    <a:pt x="340" y="85"/>
                  </a:lnTo>
                  <a:lnTo>
                    <a:pt x="170" y="128"/>
                  </a:lnTo>
                  <a:lnTo>
                    <a:pt x="85" y="213"/>
                  </a:lnTo>
                  <a:lnTo>
                    <a:pt x="0" y="340"/>
                  </a:lnTo>
                  <a:lnTo>
                    <a:pt x="0" y="425"/>
                  </a:lnTo>
                  <a:lnTo>
                    <a:pt x="0" y="552"/>
                  </a:lnTo>
                  <a:lnTo>
                    <a:pt x="85" y="637"/>
                  </a:lnTo>
                  <a:lnTo>
                    <a:pt x="170" y="679"/>
                  </a:lnTo>
                  <a:lnTo>
                    <a:pt x="255" y="722"/>
                  </a:lnTo>
                  <a:lnTo>
                    <a:pt x="382" y="722"/>
                  </a:lnTo>
                  <a:lnTo>
                    <a:pt x="594" y="679"/>
                  </a:lnTo>
                  <a:lnTo>
                    <a:pt x="806" y="722"/>
                  </a:lnTo>
                  <a:lnTo>
                    <a:pt x="1018" y="764"/>
                  </a:lnTo>
                  <a:lnTo>
                    <a:pt x="1188" y="891"/>
                  </a:lnTo>
                  <a:lnTo>
                    <a:pt x="1358" y="1061"/>
                  </a:lnTo>
                  <a:lnTo>
                    <a:pt x="1443" y="1231"/>
                  </a:lnTo>
                  <a:lnTo>
                    <a:pt x="1485" y="1400"/>
                  </a:lnTo>
                  <a:lnTo>
                    <a:pt x="1570" y="1613"/>
                  </a:lnTo>
                  <a:lnTo>
                    <a:pt x="1655" y="1697"/>
                  </a:lnTo>
                  <a:lnTo>
                    <a:pt x="1739" y="1782"/>
                  </a:lnTo>
                  <a:lnTo>
                    <a:pt x="1909" y="1825"/>
                  </a:lnTo>
                  <a:lnTo>
                    <a:pt x="2036" y="1825"/>
                  </a:lnTo>
                  <a:lnTo>
                    <a:pt x="2121" y="1782"/>
                  </a:lnTo>
                  <a:lnTo>
                    <a:pt x="2206" y="1740"/>
                  </a:lnTo>
                  <a:lnTo>
                    <a:pt x="2249" y="1613"/>
                  </a:lnTo>
                  <a:lnTo>
                    <a:pt x="2291" y="1443"/>
                  </a:lnTo>
                  <a:lnTo>
                    <a:pt x="2291" y="1231"/>
                  </a:lnTo>
                  <a:lnTo>
                    <a:pt x="2249" y="1061"/>
                  </a:lnTo>
                  <a:lnTo>
                    <a:pt x="2164" y="891"/>
                  </a:lnTo>
                  <a:lnTo>
                    <a:pt x="2036" y="722"/>
                  </a:lnTo>
                  <a:lnTo>
                    <a:pt x="1909" y="552"/>
                  </a:lnTo>
                  <a:lnTo>
                    <a:pt x="1612" y="297"/>
                  </a:lnTo>
                  <a:lnTo>
                    <a:pt x="1273" y="128"/>
                  </a:lnTo>
                  <a:lnTo>
                    <a:pt x="933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1"/>
            <p:cNvSpPr/>
            <p:nvPr/>
          </p:nvSpPr>
          <p:spPr>
            <a:xfrm>
              <a:off x="6736000" y="1592800"/>
              <a:ext cx="40325" cy="51975"/>
            </a:xfrm>
            <a:custGeom>
              <a:rect b="b" l="l" r="r" t="t"/>
              <a:pathLst>
                <a:path extrusionOk="0" h="2079" w="1613">
                  <a:moveTo>
                    <a:pt x="213" y="0"/>
                  </a:moveTo>
                  <a:lnTo>
                    <a:pt x="128" y="43"/>
                  </a:lnTo>
                  <a:lnTo>
                    <a:pt x="85" y="128"/>
                  </a:lnTo>
                  <a:lnTo>
                    <a:pt x="0" y="467"/>
                  </a:lnTo>
                  <a:lnTo>
                    <a:pt x="43" y="806"/>
                  </a:lnTo>
                  <a:lnTo>
                    <a:pt x="85" y="1146"/>
                  </a:lnTo>
                  <a:lnTo>
                    <a:pt x="255" y="1443"/>
                  </a:lnTo>
                  <a:lnTo>
                    <a:pt x="467" y="1697"/>
                  </a:lnTo>
                  <a:lnTo>
                    <a:pt x="722" y="1909"/>
                  </a:lnTo>
                  <a:lnTo>
                    <a:pt x="1019" y="2037"/>
                  </a:lnTo>
                  <a:lnTo>
                    <a:pt x="1188" y="2079"/>
                  </a:lnTo>
                  <a:lnTo>
                    <a:pt x="1358" y="2079"/>
                  </a:lnTo>
                  <a:lnTo>
                    <a:pt x="1443" y="2037"/>
                  </a:lnTo>
                  <a:lnTo>
                    <a:pt x="1528" y="1994"/>
                  </a:lnTo>
                  <a:lnTo>
                    <a:pt x="1570" y="1909"/>
                  </a:lnTo>
                  <a:lnTo>
                    <a:pt x="1612" y="1824"/>
                  </a:lnTo>
                  <a:lnTo>
                    <a:pt x="1612" y="1740"/>
                  </a:lnTo>
                  <a:lnTo>
                    <a:pt x="1570" y="1655"/>
                  </a:lnTo>
                  <a:lnTo>
                    <a:pt x="1528" y="1570"/>
                  </a:lnTo>
                  <a:lnTo>
                    <a:pt x="1443" y="1527"/>
                  </a:lnTo>
                  <a:lnTo>
                    <a:pt x="1061" y="1400"/>
                  </a:lnTo>
                  <a:lnTo>
                    <a:pt x="891" y="1273"/>
                  </a:lnTo>
                  <a:lnTo>
                    <a:pt x="722" y="1103"/>
                  </a:lnTo>
                  <a:lnTo>
                    <a:pt x="637" y="934"/>
                  </a:lnTo>
                  <a:lnTo>
                    <a:pt x="552" y="721"/>
                  </a:lnTo>
                  <a:lnTo>
                    <a:pt x="552" y="509"/>
                  </a:lnTo>
                  <a:lnTo>
                    <a:pt x="594" y="297"/>
                  </a:lnTo>
                  <a:lnTo>
                    <a:pt x="594" y="212"/>
                  </a:lnTo>
                  <a:lnTo>
                    <a:pt x="552" y="128"/>
                  </a:lnTo>
                  <a:lnTo>
                    <a:pt x="467" y="43"/>
                  </a:lnTo>
                  <a:lnTo>
                    <a:pt x="382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1"/>
            <p:cNvSpPr/>
            <p:nvPr/>
          </p:nvSpPr>
          <p:spPr>
            <a:xfrm>
              <a:off x="6868575" y="1656425"/>
              <a:ext cx="36075" cy="26550"/>
            </a:xfrm>
            <a:custGeom>
              <a:rect b="b" l="l" r="r" t="t"/>
              <a:pathLst>
                <a:path extrusionOk="0" h="1062" w="1443">
                  <a:moveTo>
                    <a:pt x="764" y="1"/>
                  </a:moveTo>
                  <a:lnTo>
                    <a:pt x="297" y="43"/>
                  </a:lnTo>
                  <a:lnTo>
                    <a:pt x="212" y="85"/>
                  </a:lnTo>
                  <a:lnTo>
                    <a:pt x="127" y="128"/>
                  </a:lnTo>
                  <a:lnTo>
                    <a:pt x="85" y="213"/>
                  </a:lnTo>
                  <a:lnTo>
                    <a:pt x="43" y="298"/>
                  </a:lnTo>
                  <a:lnTo>
                    <a:pt x="0" y="807"/>
                  </a:lnTo>
                  <a:lnTo>
                    <a:pt x="0" y="891"/>
                  </a:lnTo>
                  <a:lnTo>
                    <a:pt x="43" y="976"/>
                  </a:lnTo>
                  <a:lnTo>
                    <a:pt x="85" y="1019"/>
                  </a:lnTo>
                  <a:lnTo>
                    <a:pt x="170" y="1061"/>
                  </a:lnTo>
                  <a:lnTo>
                    <a:pt x="255" y="1061"/>
                  </a:lnTo>
                  <a:lnTo>
                    <a:pt x="339" y="1019"/>
                  </a:lnTo>
                  <a:lnTo>
                    <a:pt x="382" y="976"/>
                  </a:lnTo>
                  <a:lnTo>
                    <a:pt x="424" y="891"/>
                  </a:lnTo>
                  <a:lnTo>
                    <a:pt x="509" y="594"/>
                  </a:lnTo>
                  <a:lnTo>
                    <a:pt x="891" y="552"/>
                  </a:lnTo>
                  <a:lnTo>
                    <a:pt x="1230" y="510"/>
                  </a:lnTo>
                  <a:lnTo>
                    <a:pt x="1315" y="467"/>
                  </a:lnTo>
                  <a:lnTo>
                    <a:pt x="1400" y="425"/>
                  </a:lnTo>
                  <a:lnTo>
                    <a:pt x="1442" y="340"/>
                  </a:lnTo>
                  <a:lnTo>
                    <a:pt x="1442" y="255"/>
                  </a:lnTo>
                  <a:lnTo>
                    <a:pt x="1442" y="170"/>
                  </a:lnTo>
                  <a:lnTo>
                    <a:pt x="1400" y="85"/>
                  </a:lnTo>
                  <a:lnTo>
                    <a:pt x="1358" y="43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1"/>
            <p:cNvSpPr/>
            <p:nvPr/>
          </p:nvSpPr>
          <p:spPr>
            <a:xfrm>
              <a:off x="6266175" y="1541900"/>
              <a:ext cx="45625" cy="36075"/>
            </a:xfrm>
            <a:custGeom>
              <a:rect b="b" l="l" r="r" t="t"/>
              <a:pathLst>
                <a:path extrusionOk="0" h="1443" w="1825">
                  <a:moveTo>
                    <a:pt x="213" y="0"/>
                  </a:moveTo>
                  <a:lnTo>
                    <a:pt x="128" y="42"/>
                  </a:lnTo>
                  <a:lnTo>
                    <a:pt x="86" y="85"/>
                  </a:lnTo>
                  <a:lnTo>
                    <a:pt x="43" y="170"/>
                  </a:lnTo>
                  <a:lnTo>
                    <a:pt x="1" y="212"/>
                  </a:lnTo>
                  <a:lnTo>
                    <a:pt x="43" y="339"/>
                  </a:lnTo>
                  <a:lnTo>
                    <a:pt x="128" y="552"/>
                  </a:lnTo>
                  <a:lnTo>
                    <a:pt x="255" y="721"/>
                  </a:lnTo>
                  <a:lnTo>
                    <a:pt x="425" y="933"/>
                  </a:lnTo>
                  <a:lnTo>
                    <a:pt x="595" y="1061"/>
                  </a:lnTo>
                  <a:lnTo>
                    <a:pt x="807" y="1188"/>
                  </a:lnTo>
                  <a:lnTo>
                    <a:pt x="1019" y="1315"/>
                  </a:lnTo>
                  <a:lnTo>
                    <a:pt x="1231" y="1358"/>
                  </a:lnTo>
                  <a:lnTo>
                    <a:pt x="1443" y="1442"/>
                  </a:lnTo>
                  <a:lnTo>
                    <a:pt x="1613" y="1442"/>
                  </a:lnTo>
                  <a:lnTo>
                    <a:pt x="1698" y="1358"/>
                  </a:lnTo>
                  <a:lnTo>
                    <a:pt x="1782" y="1273"/>
                  </a:lnTo>
                  <a:lnTo>
                    <a:pt x="1825" y="1188"/>
                  </a:lnTo>
                  <a:lnTo>
                    <a:pt x="1825" y="1061"/>
                  </a:lnTo>
                  <a:lnTo>
                    <a:pt x="1782" y="933"/>
                  </a:lnTo>
                  <a:lnTo>
                    <a:pt x="1698" y="848"/>
                  </a:lnTo>
                  <a:lnTo>
                    <a:pt x="1570" y="806"/>
                  </a:lnTo>
                  <a:lnTo>
                    <a:pt x="1231" y="721"/>
                  </a:lnTo>
                  <a:lnTo>
                    <a:pt x="934" y="552"/>
                  </a:lnTo>
                  <a:lnTo>
                    <a:pt x="680" y="339"/>
                  </a:lnTo>
                  <a:lnTo>
                    <a:pt x="467" y="85"/>
                  </a:lnTo>
                  <a:lnTo>
                    <a:pt x="383" y="4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1"/>
            <p:cNvSpPr/>
            <p:nvPr/>
          </p:nvSpPr>
          <p:spPr>
            <a:xfrm>
              <a:off x="6305425" y="1525975"/>
              <a:ext cx="43500" cy="36100"/>
            </a:xfrm>
            <a:custGeom>
              <a:rect b="b" l="l" r="r" t="t"/>
              <a:pathLst>
                <a:path extrusionOk="0" h="1444" w="1740">
                  <a:moveTo>
                    <a:pt x="382" y="1"/>
                  </a:moveTo>
                  <a:lnTo>
                    <a:pt x="128" y="43"/>
                  </a:lnTo>
                  <a:lnTo>
                    <a:pt x="43" y="86"/>
                  </a:lnTo>
                  <a:lnTo>
                    <a:pt x="0" y="128"/>
                  </a:lnTo>
                  <a:lnTo>
                    <a:pt x="0" y="298"/>
                  </a:lnTo>
                  <a:lnTo>
                    <a:pt x="85" y="383"/>
                  </a:lnTo>
                  <a:lnTo>
                    <a:pt x="128" y="425"/>
                  </a:lnTo>
                  <a:lnTo>
                    <a:pt x="382" y="425"/>
                  </a:lnTo>
                  <a:lnTo>
                    <a:pt x="552" y="467"/>
                  </a:lnTo>
                  <a:lnTo>
                    <a:pt x="679" y="510"/>
                  </a:lnTo>
                  <a:lnTo>
                    <a:pt x="806" y="595"/>
                  </a:lnTo>
                  <a:lnTo>
                    <a:pt x="934" y="722"/>
                  </a:lnTo>
                  <a:lnTo>
                    <a:pt x="1018" y="849"/>
                  </a:lnTo>
                  <a:lnTo>
                    <a:pt x="1061" y="976"/>
                  </a:lnTo>
                  <a:lnTo>
                    <a:pt x="1103" y="1146"/>
                  </a:lnTo>
                  <a:lnTo>
                    <a:pt x="1146" y="1316"/>
                  </a:lnTo>
                  <a:lnTo>
                    <a:pt x="1231" y="1401"/>
                  </a:lnTo>
                  <a:lnTo>
                    <a:pt x="1315" y="1443"/>
                  </a:lnTo>
                  <a:lnTo>
                    <a:pt x="1443" y="1443"/>
                  </a:lnTo>
                  <a:lnTo>
                    <a:pt x="1570" y="1401"/>
                  </a:lnTo>
                  <a:lnTo>
                    <a:pt x="1655" y="1316"/>
                  </a:lnTo>
                  <a:lnTo>
                    <a:pt x="1740" y="1231"/>
                  </a:lnTo>
                  <a:lnTo>
                    <a:pt x="1740" y="1104"/>
                  </a:lnTo>
                  <a:lnTo>
                    <a:pt x="1697" y="807"/>
                  </a:lnTo>
                  <a:lnTo>
                    <a:pt x="1570" y="552"/>
                  </a:lnTo>
                  <a:lnTo>
                    <a:pt x="1400" y="340"/>
                  </a:lnTo>
                  <a:lnTo>
                    <a:pt x="1188" y="170"/>
                  </a:lnTo>
                  <a:lnTo>
                    <a:pt x="934" y="86"/>
                  </a:lnTo>
                  <a:lnTo>
                    <a:pt x="67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1"/>
            <p:cNvSpPr/>
            <p:nvPr/>
          </p:nvSpPr>
          <p:spPr>
            <a:xfrm>
              <a:off x="5965000" y="1541900"/>
              <a:ext cx="1060550" cy="188800"/>
            </a:xfrm>
            <a:custGeom>
              <a:rect b="b" l="l" r="r" t="t"/>
              <a:pathLst>
                <a:path extrusionOk="0" h="7552" w="42422">
                  <a:moveTo>
                    <a:pt x="85" y="0"/>
                  </a:moveTo>
                  <a:lnTo>
                    <a:pt x="0" y="42"/>
                  </a:lnTo>
                  <a:lnTo>
                    <a:pt x="0" y="170"/>
                  </a:lnTo>
                  <a:lnTo>
                    <a:pt x="85" y="255"/>
                  </a:lnTo>
                  <a:lnTo>
                    <a:pt x="1273" y="933"/>
                  </a:lnTo>
                  <a:lnTo>
                    <a:pt x="2503" y="1527"/>
                  </a:lnTo>
                  <a:lnTo>
                    <a:pt x="3776" y="2121"/>
                  </a:lnTo>
                  <a:lnTo>
                    <a:pt x="5048" y="2630"/>
                  </a:lnTo>
                  <a:lnTo>
                    <a:pt x="6363" y="3097"/>
                  </a:lnTo>
                  <a:lnTo>
                    <a:pt x="7721" y="3521"/>
                  </a:lnTo>
                  <a:lnTo>
                    <a:pt x="9078" y="3945"/>
                  </a:lnTo>
                  <a:lnTo>
                    <a:pt x="10436" y="4285"/>
                  </a:lnTo>
                  <a:lnTo>
                    <a:pt x="11793" y="4624"/>
                  </a:lnTo>
                  <a:lnTo>
                    <a:pt x="13193" y="4921"/>
                  </a:lnTo>
                  <a:lnTo>
                    <a:pt x="14551" y="5218"/>
                  </a:lnTo>
                  <a:lnTo>
                    <a:pt x="15951" y="5472"/>
                  </a:lnTo>
                  <a:lnTo>
                    <a:pt x="18708" y="5897"/>
                  </a:lnTo>
                  <a:lnTo>
                    <a:pt x="21423" y="6236"/>
                  </a:lnTo>
                  <a:lnTo>
                    <a:pt x="24180" y="6575"/>
                  </a:lnTo>
                  <a:lnTo>
                    <a:pt x="26980" y="6872"/>
                  </a:lnTo>
                  <a:lnTo>
                    <a:pt x="29780" y="7084"/>
                  </a:lnTo>
                  <a:lnTo>
                    <a:pt x="32580" y="7339"/>
                  </a:lnTo>
                  <a:lnTo>
                    <a:pt x="34998" y="7509"/>
                  </a:lnTo>
                  <a:lnTo>
                    <a:pt x="36228" y="7551"/>
                  </a:lnTo>
                  <a:lnTo>
                    <a:pt x="37458" y="7509"/>
                  </a:lnTo>
                  <a:lnTo>
                    <a:pt x="38646" y="7466"/>
                  </a:lnTo>
                  <a:lnTo>
                    <a:pt x="39876" y="7297"/>
                  </a:lnTo>
                  <a:lnTo>
                    <a:pt x="40470" y="7169"/>
                  </a:lnTo>
                  <a:lnTo>
                    <a:pt x="41064" y="7000"/>
                  </a:lnTo>
                  <a:lnTo>
                    <a:pt x="41658" y="6830"/>
                  </a:lnTo>
                  <a:lnTo>
                    <a:pt x="42209" y="6618"/>
                  </a:lnTo>
                  <a:lnTo>
                    <a:pt x="42337" y="6533"/>
                  </a:lnTo>
                  <a:lnTo>
                    <a:pt x="42379" y="6448"/>
                  </a:lnTo>
                  <a:lnTo>
                    <a:pt x="42421" y="6363"/>
                  </a:lnTo>
                  <a:lnTo>
                    <a:pt x="42379" y="6236"/>
                  </a:lnTo>
                  <a:lnTo>
                    <a:pt x="42337" y="6151"/>
                  </a:lnTo>
                  <a:lnTo>
                    <a:pt x="42252" y="6066"/>
                  </a:lnTo>
                  <a:lnTo>
                    <a:pt x="42125" y="6024"/>
                  </a:lnTo>
                  <a:lnTo>
                    <a:pt x="41997" y="6066"/>
                  </a:lnTo>
                  <a:lnTo>
                    <a:pt x="41361" y="6278"/>
                  </a:lnTo>
                  <a:lnTo>
                    <a:pt x="40682" y="6491"/>
                  </a:lnTo>
                  <a:lnTo>
                    <a:pt x="40003" y="6660"/>
                  </a:lnTo>
                  <a:lnTo>
                    <a:pt x="39325" y="6787"/>
                  </a:lnTo>
                  <a:lnTo>
                    <a:pt x="38646" y="6872"/>
                  </a:lnTo>
                  <a:lnTo>
                    <a:pt x="37967" y="6915"/>
                  </a:lnTo>
                  <a:lnTo>
                    <a:pt x="36610" y="6957"/>
                  </a:lnTo>
                  <a:lnTo>
                    <a:pt x="35210" y="6915"/>
                  </a:lnTo>
                  <a:lnTo>
                    <a:pt x="33810" y="6830"/>
                  </a:lnTo>
                  <a:lnTo>
                    <a:pt x="31053" y="6618"/>
                  </a:lnTo>
                  <a:lnTo>
                    <a:pt x="28465" y="6406"/>
                  </a:lnTo>
                  <a:lnTo>
                    <a:pt x="25877" y="6194"/>
                  </a:lnTo>
                  <a:lnTo>
                    <a:pt x="23289" y="5939"/>
                  </a:lnTo>
                  <a:lnTo>
                    <a:pt x="20702" y="5600"/>
                  </a:lnTo>
                  <a:lnTo>
                    <a:pt x="18029" y="5218"/>
                  </a:lnTo>
                  <a:lnTo>
                    <a:pt x="15399" y="4709"/>
                  </a:lnTo>
                  <a:lnTo>
                    <a:pt x="12811" y="4115"/>
                  </a:lnTo>
                  <a:lnTo>
                    <a:pt x="10266" y="3479"/>
                  </a:lnTo>
                  <a:lnTo>
                    <a:pt x="7721" y="2715"/>
                  </a:lnTo>
                  <a:lnTo>
                    <a:pt x="5218" y="1909"/>
                  </a:lnTo>
                  <a:lnTo>
                    <a:pt x="2715" y="976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1"/>
            <p:cNvSpPr/>
            <p:nvPr/>
          </p:nvSpPr>
          <p:spPr>
            <a:xfrm>
              <a:off x="5916200" y="1492050"/>
              <a:ext cx="1171925" cy="460300"/>
            </a:xfrm>
            <a:custGeom>
              <a:rect b="b" l="l" r="r" t="t"/>
              <a:pathLst>
                <a:path extrusionOk="0" h="18412" w="46877">
                  <a:moveTo>
                    <a:pt x="2970" y="0"/>
                  </a:moveTo>
                  <a:lnTo>
                    <a:pt x="2207" y="85"/>
                  </a:lnTo>
                  <a:lnTo>
                    <a:pt x="1867" y="170"/>
                  </a:lnTo>
                  <a:lnTo>
                    <a:pt x="1528" y="255"/>
                  </a:lnTo>
                  <a:lnTo>
                    <a:pt x="1189" y="382"/>
                  </a:lnTo>
                  <a:lnTo>
                    <a:pt x="892" y="552"/>
                  </a:lnTo>
                  <a:lnTo>
                    <a:pt x="637" y="721"/>
                  </a:lnTo>
                  <a:lnTo>
                    <a:pt x="383" y="934"/>
                  </a:lnTo>
                  <a:lnTo>
                    <a:pt x="213" y="1188"/>
                  </a:lnTo>
                  <a:lnTo>
                    <a:pt x="86" y="1400"/>
                  </a:lnTo>
                  <a:lnTo>
                    <a:pt x="43" y="1612"/>
                  </a:lnTo>
                  <a:lnTo>
                    <a:pt x="1" y="1824"/>
                  </a:lnTo>
                  <a:lnTo>
                    <a:pt x="43" y="2036"/>
                  </a:lnTo>
                  <a:lnTo>
                    <a:pt x="128" y="2249"/>
                  </a:lnTo>
                  <a:lnTo>
                    <a:pt x="255" y="2418"/>
                  </a:lnTo>
                  <a:lnTo>
                    <a:pt x="383" y="2588"/>
                  </a:lnTo>
                  <a:lnTo>
                    <a:pt x="679" y="4158"/>
                  </a:lnTo>
                  <a:lnTo>
                    <a:pt x="1019" y="5770"/>
                  </a:lnTo>
                  <a:lnTo>
                    <a:pt x="1189" y="6576"/>
                  </a:lnTo>
                  <a:lnTo>
                    <a:pt x="1401" y="7339"/>
                  </a:lnTo>
                  <a:lnTo>
                    <a:pt x="1655" y="8145"/>
                  </a:lnTo>
                  <a:lnTo>
                    <a:pt x="1910" y="8866"/>
                  </a:lnTo>
                  <a:lnTo>
                    <a:pt x="2249" y="9630"/>
                  </a:lnTo>
                  <a:lnTo>
                    <a:pt x="2588" y="10309"/>
                  </a:lnTo>
                  <a:lnTo>
                    <a:pt x="3013" y="10945"/>
                  </a:lnTo>
                  <a:lnTo>
                    <a:pt x="3479" y="11581"/>
                  </a:lnTo>
                  <a:lnTo>
                    <a:pt x="3988" y="12133"/>
                  </a:lnTo>
                  <a:lnTo>
                    <a:pt x="4582" y="12642"/>
                  </a:lnTo>
                  <a:lnTo>
                    <a:pt x="5261" y="13066"/>
                  </a:lnTo>
                  <a:lnTo>
                    <a:pt x="5600" y="13236"/>
                  </a:lnTo>
                  <a:lnTo>
                    <a:pt x="5982" y="13405"/>
                  </a:lnTo>
                  <a:lnTo>
                    <a:pt x="6958" y="13830"/>
                  </a:lnTo>
                  <a:lnTo>
                    <a:pt x="7976" y="14211"/>
                  </a:lnTo>
                  <a:lnTo>
                    <a:pt x="10012" y="14890"/>
                  </a:lnTo>
                  <a:lnTo>
                    <a:pt x="12133" y="15484"/>
                  </a:lnTo>
                  <a:lnTo>
                    <a:pt x="14254" y="15993"/>
                  </a:lnTo>
                  <a:lnTo>
                    <a:pt x="16375" y="16460"/>
                  </a:lnTo>
                  <a:lnTo>
                    <a:pt x="18539" y="16841"/>
                  </a:lnTo>
                  <a:lnTo>
                    <a:pt x="20660" y="17181"/>
                  </a:lnTo>
                  <a:lnTo>
                    <a:pt x="22781" y="17478"/>
                  </a:lnTo>
                  <a:lnTo>
                    <a:pt x="26599" y="17987"/>
                  </a:lnTo>
                  <a:lnTo>
                    <a:pt x="28593" y="18199"/>
                  </a:lnTo>
                  <a:lnTo>
                    <a:pt x="30629" y="18369"/>
                  </a:lnTo>
                  <a:lnTo>
                    <a:pt x="31605" y="18411"/>
                  </a:lnTo>
                  <a:lnTo>
                    <a:pt x="33641" y="18411"/>
                  </a:lnTo>
                  <a:lnTo>
                    <a:pt x="34617" y="18369"/>
                  </a:lnTo>
                  <a:lnTo>
                    <a:pt x="35592" y="18284"/>
                  </a:lnTo>
                  <a:lnTo>
                    <a:pt x="36568" y="18199"/>
                  </a:lnTo>
                  <a:lnTo>
                    <a:pt x="37501" y="18029"/>
                  </a:lnTo>
                  <a:lnTo>
                    <a:pt x="38434" y="17817"/>
                  </a:lnTo>
                  <a:lnTo>
                    <a:pt x="39198" y="17605"/>
                  </a:lnTo>
                  <a:lnTo>
                    <a:pt x="39962" y="17308"/>
                  </a:lnTo>
                  <a:lnTo>
                    <a:pt x="40640" y="16969"/>
                  </a:lnTo>
                  <a:lnTo>
                    <a:pt x="41277" y="16587"/>
                  </a:lnTo>
                  <a:lnTo>
                    <a:pt x="41871" y="16120"/>
                  </a:lnTo>
                  <a:lnTo>
                    <a:pt x="42464" y="15611"/>
                  </a:lnTo>
                  <a:lnTo>
                    <a:pt x="42974" y="15102"/>
                  </a:lnTo>
                  <a:lnTo>
                    <a:pt x="43440" y="14508"/>
                  </a:lnTo>
                  <a:lnTo>
                    <a:pt x="43907" y="13914"/>
                  </a:lnTo>
                  <a:lnTo>
                    <a:pt x="44331" y="13278"/>
                  </a:lnTo>
                  <a:lnTo>
                    <a:pt x="44713" y="12599"/>
                  </a:lnTo>
                  <a:lnTo>
                    <a:pt x="45095" y="11921"/>
                  </a:lnTo>
                  <a:lnTo>
                    <a:pt x="45434" y="11242"/>
                  </a:lnTo>
                  <a:lnTo>
                    <a:pt x="45731" y="10521"/>
                  </a:lnTo>
                  <a:lnTo>
                    <a:pt x="46325" y="9078"/>
                  </a:lnTo>
                  <a:lnTo>
                    <a:pt x="46367" y="8909"/>
                  </a:lnTo>
                  <a:lnTo>
                    <a:pt x="46282" y="8824"/>
                  </a:lnTo>
                  <a:lnTo>
                    <a:pt x="46537" y="8442"/>
                  </a:lnTo>
                  <a:lnTo>
                    <a:pt x="46749" y="7975"/>
                  </a:lnTo>
                  <a:lnTo>
                    <a:pt x="46834" y="7466"/>
                  </a:lnTo>
                  <a:lnTo>
                    <a:pt x="46876" y="6873"/>
                  </a:lnTo>
                  <a:lnTo>
                    <a:pt x="46834" y="6788"/>
                  </a:lnTo>
                  <a:lnTo>
                    <a:pt x="46834" y="6745"/>
                  </a:lnTo>
                  <a:lnTo>
                    <a:pt x="46791" y="6660"/>
                  </a:lnTo>
                  <a:lnTo>
                    <a:pt x="46749" y="6576"/>
                  </a:lnTo>
                  <a:lnTo>
                    <a:pt x="46240" y="6236"/>
                  </a:lnTo>
                  <a:lnTo>
                    <a:pt x="45689" y="5897"/>
                  </a:lnTo>
                  <a:lnTo>
                    <a:pt x="45095" y="5600"/>
                  </a:lnTo>
                  <a:lnTo>
                    <a:pt x="44501" y="5388"/>
                  </a:lnTo>
                  <a:lnTo>
                    <a:pt x="43907" y="5218"/>
                  </a:lnTo>
                  <a:lnTo>
                    <a:pt x="43270" y="5133"/>
                  </a:lnTo>
                  <a:lnTo>
                    <a:pt x="42634" y="5091"/>
                  </a:lnTo>
                  <a:lnTo>
                    <a:pt x="41998" y="5133"/>
                  </a:lnTo>
                  <a:lnTo>
                    <a:pt x="41955" y="5176"/>
                  </a:lnTo>
                  <a:lnTo>
                    <a:pt x="41913" y="5260"/>
                  </a:lnTo>
                  <a:lnTo>
                    <a:pt x="41955" y="5303"/>
                  </a:lnTo>
                  <a:lnTo>
                    <a:pt x="41998" y="5345"/>
                  </a:lnTo>
                  <a:lnTo>
                    <a:pt x="42634" y="5430"/>
                  </a:lnTo>
                  <a:lnTo>
                    <a:pt x="43228" y="5515"/>
                  </a:lnTo>
                  <a:lnTo>
                    <a:pt x="43780" y="5642"/>
                  </a:lnTo>
                  <a:lnTo>
                    <a:pt x="44331" y="5770"/>
                  </a:lnTo>
                  <a:lnTo>
                    <a:pt x="44883" y="5982"/>
                  </a:lnTo>
                  <a:lnTo>
                    <a:pt x="45434" y="6194"/>
                  </a:lnTo>
                  <a:lnTo>
                    <a:pt x="45943" y="6491"/>
                  </a:lnTo>
                  <a:lnTo>
                    <a:pt x="46452" y="6830"/>
                  </a:lnTo>
                  <a:lnTo>
                    <a:pt x="46452" y="6915"/>
                  </a:lnTo>
                  <a:lnTo>
                    <a:pt x="46452" y="7297"/>
                  </a:lnTo>
                  <a:lnTo>
                    <a:pt x="46367" y="7636"/>
                  </a:lnTo>
                  <a:lnTo>
                    <a:pt x="46240" y="7975"/>
                  </a:lnTo>
                  <a:lnTo>
                    <a:pt x="46070" y="8272"/>
                  </a:lnTo>
                  <a:lnTo>
                    <a:pt x="45858" y="8527"/>
                  </a:lnTo>
                  <a:lnTo>
                    <a:pt x="45604" y="8781"/>
                  </a:lnTo>
                  <a:lnTo>
                    <a:pt x="45307" y="8994"/>
                  </a:lnTo>
                  <a:lnTo>
                    <a:pt x="44967" y="9163"/>
                  </a:lnTo>
                  <a:lnTo>
                    <a:pt x="44586" y="9333"/>
                  </a:lnTo>
                  <a:lnTo>
                    <a:pt x="44204" y="9503"/>
                  </a:lnTo>
                  <a:lnTo>
                    <a:pt x="43355" y="9715"/>
                  </a:lnTo>
                  <a:lnTo>
                    <a:pt x="42380" y="9884"/>
                  </a:lnTo>
                  <a:lnTo>
                    <a:pt x="41362" y="10012"/>
                  </a:lnTo>
                  <a:lnTo>
                    <a:pt x="40343" y="10054"/>
                  </a:lnTo>
                  <a:lnTo>
                    <a:pt x="38265" y="10054"/>
                  </a:lnTo>
                  <a:lnTo>
                    <a:pt x="37332" y="10012"/>
                  </a:lnTo>
                  <a:lnTo>
                    <a:pt x="34404" y="9842"/>
                  </a:lnTo>
                  <a:lnTo>
                    <a:pt x="31817" y="9715"/>
                  </a:lnTo>
                  <a:lnTo>
                    <a:pt x="29271" y="9503"/>
                  </a:lnTo>
                  <a:lnTo>
                    <a:pt x="26684" y="9291"/>
                  </a:lnTo>
                  <a:lnTo>
                    <a:pt x="24138" y="8951"/>
                  </a:lnTo>
                  <a:lnTo>
                    <a:pt x="21508" y="8569"/>
                  </a:lnTo>
                  <a:lnTo>
                    <a:pt x="18878" y="8103"/>
                  </a:lnTo>
                  <a:lnTo>
                    <a:pt x="16248" y="7594"/>
                  </a:lnTo>
                  <a:lnTo>
                    <a:pt x="13660" y="7000"/>
                  </a:lnTo>
                  <a:lnTo>
                    <a:pt x="11073" y="6363"/>
                  </a:lnTo>
                  <a:lnTo>
                    <a:pt x="8527" y="5642"/>
                  </a:lnTo>
                  <a:lnTo>
                    <a:pt x="5940" y="4921"/>
                  </a:lnTo>
                  <a:lnTo>
                    <a:pt x="3394" y="4158"/>
                  </a:lnTo>
                  <a:lnTo>
                    <a:pt x="3310" y="4158"/>
                  </a:lnTo>
                  <a:lnTo>
                    <a:pt x="3267" y="4200"/>
                  </a:lnTo>
                  <a:lnTo>
                    <a:pt x="3267" y="4285"/>
                  </a:lnTo>
                  <a:lnTo>
                    <a:pt x="3310" y="4327"/>
                  </a:lnTo>
                  <a:lnTo>
                    <a:pt x="4837" y="4921"/>
                  </a:lnTo>
                  <a:lnTo>
                    <a:pt x="6406" y="5430"/>
                  </a:lnTo>
                  <a:lnTo>
                    <a:pt x="7976" y="5939"/>
                  </a:lnTo>
                  <a:lnTo>
                    <a:pt x="9546" y="6406"/>
                  </a:lnTo>
                  <a:lnTo>
                    <a:pt x="11158" y="6830"/>
                  </a:lnTo>
                  <a:lnTo>
                    <a:pt x="12727" y="7254"/>
                  </a:lnTo>
                  <a:lnTo>
                    <a:pt x="14339" y="7636"/>
                  </a:lnTo>
                  <a:lnTo>
                    <a:pt x="15951" y="8018"/>
                  </a:lnTo>
                  <a:lnTo>
                    <a:pt x="17563" y="8315"/>
                  </a:lnTo>
                  <a:lnTo>
                    <a:pt x="19218" y="8654"/>
                  </a:lnTo>
                  <a:lnTo>
                    <a:pt x="20830" y="8909"/>
                  </a:lnTo>
                  <a:lnTo>
                    <a:pt x="22442" y="9163"/>
                  </a:lnTo>
                  <a:lnTo>
                    <a:pt x="25708" y="9587"/>
                  </a:lnTo>
                  <a:lnTo>
                    <a:pt x="28975" y="9927"/>
                  </a:lnTo>
                  <a:lnTo>
                    <a:pt x="32071" y="10181"/>
                  </a:lnTo>
                  <a:lnTo>
                    <a:pt x="35168" y="10309"/>
                  </a:lnTo>
                  <a:lnTo>
                    <a:pt x="38265" y="10351"/>
                  </a:lnTo>
                  <a:lnTo>
                    <a:pt x="41362" y="10309"/>
                  </a:lnTo>
                  <a:lnTo>
                    <a:pt x="42464" y="10224"/>
                  </a:lnTo>
                  <a:lnTo>
                    <a:pt x="43058" y="10181"/>
                  </a:lnTo>
                  <a:lnTo>
                    <a:pt x="43610" y="10097"/>
                  </a:lnTo>
                  <a:lnTo>
                    <a:pt x="44204" y="9969"/>
                  </a:lnTo>
                  <a:lnTo>
                    <a:pt x="44713" y="9842"/>
                  </a:lnTo>
                  <a:lnTo>
                    <a:pt x="45222" y="9630"/>
                  </a:lnTo>
                  <a:lnTo>
                    <a:pt x="45689" y="9375"/>
                  </a:lnTo>
                  <a:lnTo>
                    <a:pt x="44967" y="10818"/>
                  </a:lnTo>
                  <a:lnTo>
                    <a:pt x="44586" y="11539"/>
                  </a:lnTo>
                  <a:lnTo>
                    <a:pt x="44204" y="12218"/>
                  </a:lnTo>
                  <a:lnTo>
                    <a:pt x="43822" y="12896"/>
                  </a:lnTo>
                  <a:lnTo>
                    <a:pt x="43355" y="13533"/>
                  </a:lnTo>
                  <a:lnTo>
                    <a:pt x="42931" y="14127"/>
                  </a:lnTo>
                  <a:lnTo>
                    <a:pt x="42422" y="14678"/>
                  </a:lnTo>
                  <a:lnTo>
                    <a:pt x="41913" y="15187"/>
                  </a:lnTo>
                  <a:lnTo>
                    <a:pt x="41362" y="15696"/>
                  </a:lnTo>
                  <a:lnTo>
                    <a:pt x="40768" y="16120"/>
                  </a:lnTo>
                  <a:lnTo>
                    <a:pt x="40089" y="16502"/>
                  </a:lnTo>
                  <a:lnTo>
                    <a:pt x="39410" y="16841"/>
                  </a:lnTo>
                  <a:lnTo>
                    <a:pt x="38647" y="17138"/>
                  </a:lnTo>
                  <a:lnTo>
                    <a:pt x="37841" y="17351"/>
                  </a:lnTo>
                  <a:lnTo>
                    <a:pt x="36992" y="17520"/>
                  </a:lnTo>
                  <a:lnTo>
                    <a:pt x="36101" y="17605"/>
                  </a:lnTo>
                  <a:lnTo>
                    <a:pt x="35210" y="17690"/>
                  </a:lnTo>
                  <a:lnTo>
                    <a:pt x="34277" y="17732"/>
                  </a:lnTo>
                  <a:lnTo>
                    <a:pt x="33386" y="17775"/>
                  </a:lnTo>
                  <a:lnTo>
                    <a:pt x="31562" y="17775"/>
                  </a:lnTo>
                  <a:lnTo>
                    <a:pt x="29696" y="17647"/>
                  </a:lnTo>
                  <a:lnTo>
                    <a:pt x="27872" y="17520"/>
                  </a:lnTo>
                  <a:lnTo>
                    <a:pt x="26047" y="17308"/>
                  </a:lnTo>
                  <a:lnTo>
                    <a:pt x="22442" y="16841"/>
                  </a:lnTo>
                  <a:lnTo>
                    <a:pt x="20618" y="16587"/>
                  </a:lnTo>
                  <a:lnTo>
                    <a:pt x="18751" y="16248"/>
                  </a:lnTo>
                  <a:lnTo>
                    <a:pt x="16927" y="15908"/>
                  </a:lnTo>
                  <a:lnTo>
                    <a:pt x="15103" y="15484"/>
                  </a:lnTo>
                  <a:lnTo>
                    <a:pt x="13279" y="15060"/>
                  </a:lnTo>
                  <a:lnTo>
                    <a:pt x="11455" y="14593"/>
                  </a:lnTo>
                  <a:lnTo>
                    <a:pt x="9630" y="14084"/>
                  </a:lnTo>
                  <a:lnTo>
                    <a:pt x="7849" y="13533"/>
                  </a:lnTo>
                  <a:lnTo>
                    <a:pt x="6915" y="13193"/>
                  </a:lnTo>
                  <a:lnTo>
                    <a:pt x="6067" y="12811"/>
                  </a:lnTo>
                  <a:lnTo>
                    <a:pt x="5261" y="12387"/>
                  </a:lnTo>
                  <a:lnTo>
                    <a:pt x="4922" y="12133"/>
                  </a:lnTo>
                  <a:lnTo>
                    <a:pt x="4582" y="11878"/>
                  </a:lnTo>
                  <a:lnTo>
                    <a:pt x="4243" y="11581"/>
                  </a:lnTo>
                  <a:lnTo>
                    <a:pt x="3904" y="11284"/>
                  </a:lnTo>
                  <a:lnTo>
                    <a:pt x="3607" y="10945"/>
                  </a:lnTo>
                  <a:lnTo>
                    <a:pt x="3352" y="10606"/>
                  </a:lnTo>
                  <a:lnTo>
                    <a:pt x="3098" y="10181"/>
                  </a:lnTo>
                  <a:lnTo>
                    <a:pt x="2885" y="9800"/>
                  </a:lnTo>
                  <a:lnTo>
                    <a:pt x="2673" y="9333"/>
                  </a:lnTo>
                  <a:lnTo>
                    <a:pt x="2504" y="8866"/>
                  </a:lnTo>
                  <a:lnTo>
                    <a:pt x="2037" y="7382"/>
                  </a:lnTo>
                  <a:lnTo>
                    <a:pt x="1570" y="5854"/>
                  </a:lnTo>
                  <a:lnTo>
                    <a:pt x="1146" y="4370"/>
                  </a:lnTo>
                  <a:lnTo>
                    <a:pt x="722" y="2885"/>
                  </a:lnTo>
                  <a:lnTo>
                    <a:pt x="722" y="2885"/>
                  </a:lnTo>
                  <a:lnTo>
                    <a:pt x="1104" y="3139"/>
                  </a:lnTo>
                  <a:lnTo>
                    <a:pt x="1570" y="3352"/>
                  </a:lnTo>
                  <a:lnTo>
                    <a:pt x="1995" y="3479"/>
                  </a:lnTo>
                  <a:lnTo>
                    <a:pt x="2419" y="3564"/>
                  </a:lnTo>
                  <a:lnTo>
                    <a:pt x="2504" y="3521"/>
                  </a:lnTo>
                  <a:lnTo>
                    <a:pt x="2546" y="3479"/>
                  </a:lnTo>
                  <a:lnTo>
                    <a:pt x="2546" y="3352"/>
                  </a:lnTo>
                  <a:lnTo>
                    <a:pt x="2461" y="3309"/>
                  </a:lnTo>
                  <a:lnTo>
                    <a:pt x="1485" y="3012"/>
                  </a:lnTo>
                  <a:lnTo>
                    <a:pt x="1231" y="2885"/>
                  </a:lnTo>
                  <a:lnTo>
                    <a:pt x="976" y="2758"/>
                  </a:lnTo>
                  <a:lnTo>
                    <a:pt x="849" y="2546"/>
                  </a:lnTo>
                  <a:lnTo>
                    <a:pt x="722" y="2333"/>
                  </a:lnTo>
                  <a:lnTo>
                    <a:pt x="679" y="2079"/>
                  </a:lnTo>
                  <a:lnTo>
                    <a:pt x="679" y="1782"/>
                  </a:lnTo>
                  <a:lnTo>
                    <a:pt x="764" y="1443"/>
                  </a:lnTo>
                  <a:lnTo>
                    <a:pt x="892" y="1103"/>
                  </a:lnTo>
                  <a:lnTo>
                    <a:pt x="1061" y="976"/>
                  </a:lnTo>
                  <a:lnTo>
                    <a:pt x="1273" y="849"/>
                  </a:lnTo>
                  <a:lnTo>
                    <a:pt x="1698" y="679"/>
                  </a:lnTo>
                  <a:lnTo>
                    <a:pt x="2207" y="594"/>
                  </a:lnTo>
                  <a:lnTo>
                    <a:pt x="2631" y="509"/>
                  </a:lnTo>
                  <a:lnTo>
                    <a:pt x="3013" y="467"/>
                  </a:lnTo>
                  <a:lnTo>
                    <a:pt x="3394" y="467"/>
                  </a:lnTo>
                  <a:lnTo>
                    <a:pt x="4116" y="509"/>
                  </a:lnTo>
                  <a:lnTo>
                    <a:pt x="4879" y="637"/>
                  </a:lnTo>
                  <a:lnTo>
                    <a:pt x="5600" y="764"/>
                  </a:lnTo>
                  <a:lnTo>
                    <a:pt x="5685" y="764"/>
                  </a:lnTo>
                  <a:lnTo>
                    <a:pt x="5728" y="679"/>
                  </a:lnTo>
                  <a:lnTo>
                    <a:pt x="5728" y="594"/>
                  </a:lnTo>
                  <a:lnTo>
                    <a:pt x="5685" y="552"/>
                  </a:lnTo>
                  <a:lnTo>
                    <a:pt x="5091" y="297"/>
                  </a:lnTo>
                  <a:lnTo>
                    <a:pt x="4455" y="128"/>
                  </a:lnTo>
                  <a:lnTo>
                    <a:pt x="3734" y="43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1"/>
            <p:cNvSpPr/>
            <p:nvPr/>
          </p:nvSpPr>
          <p:spPr>
            <a:xfrm>
              <a:off x="6008475" y="1741275"/>
              <a:ext cx="48800" cy="50925"/>
            </a:xfrm>
            <a:custGeom>
              <a:rect b="b" l="l" r="r" t="t"/>
              <a:pathLst>
                <a:path extrusionOk="0" h="2037" w="1952">
                  <a:moveTo>
                    <a:pt x="43" y="0"/>
                  </a:moveTo>
                  <a:lnTo>
                    <a:pt x="0" y="43"/>
                  </a:lnTo>
                  <a:lnTo>
                    <a:pt x="0" y="85"/>
                  </a:lnTo>
                  <a:lnTo>
                    <a:pt x="128" y="382"/>
                  </a:lnTo>
                  <a:lnTo>
                    <a:pt x="255" y="721"/>
                  </a:lnTo>
                  <a:lnTo>
                    <a:pt x="467" y="1018"/>
                  </a:lnTo>
                  <a:lnTo>
                    <a:pt x="679" y="1315"/>
                  </a:lnTo>
                  <a:lnTo>
                    <a:pt x="934" y="1570"/>
                  </a:lnTo>
                  <a:lnTo>
                    <a:pt x="1231" y="1782"/>
                  </a:lnTo>
                  <a:lnTo>
                    <a:pt x="1528" y="1952"/>
                  </a:lnTo>
                  <a:lnTo>
                    <a:pt x="1867" y="2036"/>
                  </a:lnTo>
                  <a:lnTo>
                    <a:pt x="1909" y="2036"/>
                  </a:lnTo>
                  <a:lnTo>
                    <a:pt x="1952" y="1994"/>
                  </a:lnTo>
                  <a:lnTo>
                    <a:pt x="1952" y="1952"/>
                  </a:lnTo>
                  <a:lnTo>
                    <a:pt x="1909" y="1909"/>
                  </a:lnTo>
                  <a:lnTo>
                    <a:pt x="1358" y="1570"/>
                  </a:lnTo>
                  <a:lnTo>
                    <a:pt x="1061" y="1358"/>
                  </a:lnTo>
                  <a:lnTo>
                    <a:pt x="849" y="1146"/>
                  </a:lnTo>
                  <a:lnTo>
                    <a:pt x="594" y="891"/>
                  </a:lnTo>
                  <a:lnTo>
                    <a:pt x="425" y="637"/>
                  </a:lnTo>
                  <a:lnTo>
                    <a:pt x="255" y="340"/>
                  </a:lnTo>
                  <a:lnTo>
                    <a:pt x="85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1"/>
            <p:cNvSpPr/>
            <p:nvPr/>
          </p:nvSpPr>
          <p:spPr>
            <a:xfrm>
              <a:off x="6041350" y="1755050"/>
              <a:ext cx="61525" cy="43500"/>
            </a:xfrm>
            <a:custGeom>
              <a:rect b="b" l="l" r="r" t="t"/>
              <a:pathLst>
                <a:path extrusionOk="0" h="1740" w="2461">
                  <a:moveTo>
                    <a:pt x="85" y="1"/>
                  </a:moveTo>
                  <a:lnTo>
                    <a:pt x="43" y="43"/>
                  </a:lnTo>
                  <a:lnTo>
                    <a:pt x="0" y="43"/>
                  </a:lnTo>
                  <a:lnTo>
                    <a:pt x="0" y="86"/>
                  </a:lnTo>
                  <a:lnTo>
                    <a:pt x="510" y="637"/>
                  </a:lnTo>
                  <a:lnTo>
                    <a:pt x="1019" y="1104"/>
                  </a:lnTo>
                  <a:lnTo>
                    <a:pt x="1316" y="1273"/>
                  </a:lnTo>
                  <a:lnTo>
                    <a:pt x="1612" y="1443"/>
                  </a:lnTo>
                  <a:lnTo>
                    <a:pt x="1952" y="1613"/>
                  </a:lnTo>
                  <a:lnTo>
                    <a:pt x="2291" y="1740"/>
                  </a:lnTo>
                  <a:lnTo>
                    <a:pt x="2376" y="1740"/>
                  </a:lnTo>
                  <a:lnTo>
                    <a:pt x="2418" y="1655"/>
                  </a:lnTo>
                  <a:lnTo>
                    <a:pt x="2461" y="1570"/>
                  </a:lnTo>
                  <a:lnTo>
                    <a:pt x="2376" y="1528"/>
                  </a:lnTo>
                  <a:lnTo>
                    <a:pt x="1740" y="1231"/>
                  </a:lnTo>
                  <a:lnTo>
                    <a:pt x="1146" y="934"/>
                  </a:lnTo>
                  <a:lnTo>
                    <a:pt x="594" y="510"/>
                  </a:lnTo>
                  <a:lnTo>
                    <a:pt x="128" y="43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1"/>
            <p:cNvSpPr/>
            <p:nvPr/>
          </p:nvSpPr>
          <p:spPr>
            <a:xfrm>
              <a:off x="6852650" y="1763550"/>
              <a:ext cx="85925" cy="14850"/>
            </a:xfrm>
            <a:custGeom>
              <a:rect b="b" l="l" r="r" t="t"/>
              <a:pathLst>
                <a:path extrusionOk="0" h="594" w="3437">
                  <a:moveTo>
                    <a:pt x="3267" y="0"/>
                  </a:moveTo>
                  <a:lnTo>
                    <a:pt x="2461" y="170"/>
                  </a:lnTo>
                  <a:lnTo>
                    <a:pt x="1698" y="297"/>
                  </a:lnTo>
                  <a:lnTo>
                    <a:pt x="934" y="339"/>
                  </a:lnTo>
                  <a:lnTo>
                    <a:pt x="86" y="255"/>
                  </a:lnTo>
                  <a:lnTo>
                    <a:pt x="43" y="255"/>
                  </a:lnTo>
                  <a:lnTo>
                    <a:pt x="1" y="339"/>
                  </a:lnTo>
                  <a:lnTo>
                    <a:pt x="1" y="424"/>
                  </a:lnTo>
                  <a:lnTo>
                    <a:pt x="86" y="467"/>
                  </a:lnTo>
                  <a:lnTo>
                    <a:pt x="467" y="509"/>
                  </a:lnTo>
                  <a:lnTo>
                    <a:pt x="892" y="552"/>
                  </a:lnTo>
                  <a:lnTo>
                    <a:pt x="1316" y="594"/>
                  </a:lnTo>
                  <a:lnTo>
                    <a:pt x="1740" y="594"/>
                  </a:lnTo>
                  <a:lnTo>
                    <a:pt x="2164" y="552"/>
                  </a:lnTo>
                  <a:lnTo>
                    <a:pt x="2588" y="509"/>
                  </a:lnTo>
                  <a:lnTo>
                    <a:pt x="2970" y="382"/>
                  </a:lnTo>
                  <a:lnTo>
                    <a:pt x="3394" y="255"/>
                  </a:lnTo>
                  <a:lnTo>
                    <a:pt x="3437" y="255"/>
                  </a:lnTo>
                  <a:lnTo>
                    <a:pt x="3437" y="212"/>
                  </a:lnTo>
                  <a:lnTo>
                    <a:pt x="3437" y="85"/>
                  </a:lnTo>
                  <a:lnTo>
                    <a:pt x="3394" y="43"/>
                  </a:lnTo>
                  <a:lnTo>
                    <a:pt x="326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1"/>
            <p:cNvSpPr/>
            <p:nvPr/>
          </p:nvSpPr>
          <p:spPr>
            <a:xfrm>
              <a:off x="6873875" y="1785800"/>
              <a:ext cx="71075" cy="18075"/>
            </a:xfrm>
            <a:custGeom>
              <a:rect b="b" l="l" r="r" t="t"/>
              <a:pathLst>
                <a:path extrusionOk="0" h="723" w="2843">
                  <a:moveTo>
                    <a:pt x="2673" y="1"/>
                  </a:moveTo>
                  <a:lnTo>
                    <a:pt x="2079" y="171"/>
                  </a:lnTo>
                  <a:lnTo>
                    <a:pt x="1782" y="255"/>
                  </a:lnTo>
                  <a:lnTo>
                    <a:pt x="1485" y="298"/>
                  </a:lnTo>
                  <a:lnTo>
                    <a:pt x="849" y="383"/>
                  </a:lnTo>
                  <a:lnTo>
                    <a:pt x="170" y="383"/>
                  </a:lnTo>
                  <a:lnTo>
                    <a:pt x="43" y="425"/>
                  </a:lnTo>
                  <a:lnTo>
                    <a:pt x="0" y="510"/>
                  </a:lnTo>
                  <a:lnTo>
                    <a:pt x="43" y="595"/>
                  </a:lnTo>
                  <a:lnTo>
                    <a:pt x="127" y="637"/>
                  </a:lnTo>
                  <a:lnTo>
                    <a:pt x="764" y="722"/>
                  </a:lnTo>
                  <a:lnTo>
                    <a:pt x="1146" y="722"/>
                  </a:lnTo>
                  <a:lnTo>
                    <a:pt x="1485" y="680"/>
                  </a:lnTo>
                  <a:lnTo>
                    <a:pt x="1824" y="637"/>
                  </a:lnTo>
                  <a:lnTo>
                    <a:pt x="2164" y="552"/>
                  </a:lnTo>
                  <a:lnTo>
                    <a:pt x="2503" y="468"/>
                  </a:lnTo>
                  <a:lnTo>
                    <a:pt x="2800" y="298"/>
                  </a:lnTo>
                  <a:lnTo>
                    <a:pt x="2842" y="213"/>
                  </a:lnTo>
                  <a:lnTo>
                    <a:pt x="2842" y="128"/>
                  </a:lnTo>
                  <a:lnTo>
                    <a:pt x="2758" y="43"/>
                  </a:lnTo>
                  <a:lnTo>
                    <a:pt x="2673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4" name="Google Shape;1124;p31"/>
          <p:cNvGrpSpPr/>
          <p:nvPr/>
        </p:nvGrpSpPr>
        <p:grpSpPr>
          <a:xfrm>
            <a:off x="207142" y="4423299"/>
            <a:ext cx="563194" cy="355003"/>
            <a:chOff x="4551300" y="1957625"/>
            <a:chExt cx="1070100" cy="674525"/>
          </a:xfrm>
        </p:grpSpPr>
        <p:sp>
          <p:nvSpPr>
            <p:cNvPr id="1125" name="Google Shape;1125;p31"/>
            <p:cNvSpPr/>
            <p:nvPr/>
          </p:nvSpPr>
          <p:spPr>
            <a:xfrm>
              <a:off x="5120800" y="2137900"/>
              <a:ext cx="448625" cy="434850"/>
            </a:xfrm>
            <a:custGeom>
              <a:rect b="b" l="l" r="r" t="t"/>
              <a:pathLst>
                <a:path extrusionOk="0" h="17394" w="17945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424" y="17309"/>
                  </a:lnTo>
                  <a:lnTo>
                    <a:pt x="7721" y="17224"/>
                  </a:lnTo>
                  <a:lnTo>
                    <a:pt x="8273" y="17054"/>
                  </a:lnTo>
                  <a:lnTo>
                    <a:pt x="8824" y="16757"/>
                  </a:lnTo>
                  <a:lnTo>
                    <a:pt x="9376" y="16418"/>
                  </a:lnTo>
                  <a:lnTo>
                    <a:pt x="9885" y="16036"/>
                  </a:lnTo>
                  <a:lnTo>
                    <a:pt x="10394" y="15654"/>
                  </a:lnTo>
                  <a:lnTo>
                    <a:pt x="11327" y="14848"/>
                  </a:lnTo>
                  <a:lnTo>
                    <a:pt x="11964" y="14297"/>
                  </a:lnTo>
                  <a:lnTo>
                    <a:pt x="12557" y="13745"/>
                  </a:lnTo>
                  <a:lnTo>
                    <a:pt x="13151" y="13151"/>
                  </a:lnTo>
                  <a:lnTo>
                    <a:pt x="13703" y="12515"/>
                  </a:lnTo>
                  <a:lnTo>
                    <a:pt x="14806" y="11242"/>
                  </a:lnTo>
                  <a:lnTo>
                    <a:pt x="15824" y="9885"/>
                  </a:lnTo>
                  <a:lnTo>
                    <a:pt x="16503" y="8952"/>
                  </a:lnTo>
                  <a:lnTo>
                    <a:pt x="16884" y="8443"/>
                  </a:lnTo>
                  <a:lnTo>
                    <a:pt x="17266" y="7891"/>
                  </a:lnTo>
                  <a:lnTo>
                    <a:pt x="17563" y="7297"/>
                  </a:lnTo>
                  <a:lnTo>
                    <a:pt x="17818" y="6703"/>
                  </a:lnTo>
                  <a:lnTo>
                    <a:pt x="17903" y="6406"/>
                  </a:lnTo>
                  <a:lnTo>
                    <a:pt x="17945" y="6109"/>
                  </a:lnTo>
                  <a:lnTo>
                    <a:pt x="17945" y="5855"/>
                  </a:lnTo>
                  <a:lnTo>
                    <a:pt x="17945" y="5558"/>
                  </a:lnTo>
                  <a:lnTo>
                    <a:pt x="17860" y="5303"/>
                  </a:lnTo>
                  <a:lnTo>
                    <a:pt x="17775" y="5006"/>
                  </a:lnTo>
                  <a:lnTo>
                    <a:pt x="17648" y="4752"/>
                  </a:lnTo>
                  <a:lnTo>
                    <a:pt x="17521" y="4497"/>
                  </a:lnTo>
                  <a:lnTo>
                    <a:pt x="17139" y="4031"/>
                  </a:lnTo>
                  <a:lnTo>
                    <a:pt x="16672" y="3564"/>
                  </a:lnTo>
                  <a:lnTo>
                    <a:pt x="16206" y="3140"/>
                  </a:lnTo>
                  <a:lnTo>
                    <a:pt x="15697" y="2758"/>
                  </a:lnTo>
                  <a:lnTo>
                    <a:pt x="14763" y="2122"/>
                  </a:lnTo>
                  <a:lnTo>
                    <a:pt x="13703" y="1401"/>
                  </a:lnTo>
                  <a:lnTo>
                    <a:pt x="13109" y="1019"/>
                  </a:lnTo>
                  <a:lnTo>
                    <a:pt x="12473" y="679"/>
                  </a:lnTo>
                  <a:lnTo>
                    <a:pt x="11794" y="383"/>
                  </a:lnTo>
                  <a:lnTo>
                    <a:pt x="11158" y="128"/>
                  </a:lnTo>
                  <a:lnTo>
                    <a:pt x="10818" y="43"/>
                  </a:lnTo>
                  <a:lnTo>
                    <a:pt x="1047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1"/>
            <p:cNvSpPr/>
            <p:nvPr/>
          </p:nvSpPr>
          <p:spPr>
            <a:xfrm>
              <a:off x="5120800" y="2137900"/>
              <a:ext cx="351075" cy="434850"/>
            </a:xfrm>
            <a:custGeom>
              <a:rect b="b" l="l" r="r" t="t"/>
              <a:pathLst>
                <a:path extrusionOk="0" h="17394" w="14043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679" y="17266"/>
                  </a:lnTo>
                  <a:lnTo>
                    <a:pt x="8230" y="17054"/>
                  </a:lnTo>
                  <a:lnTo>
                    <a:pt x="8782" y="16800"/>
                  </a:lnTo>
                  <a:lnTo>
                    <a:pt x="9291" y="16460"/>
                  </a:lnTo>
                  <a:lnTo>
                    <a:pt x="9800" y="16121"/>
                  </a:lnTo>
                  <a:lnTo>
                    <a:pt x="10309" y="15739"/>
                  </a:lnTo>
                  <a:lnTo>
                    <a:pt x="11200" y="14975"/>
                  </a:lnTo>
                  <a:lnTo>
                    <a:pt x="10564" y="14806"/>
                  </a:lnTo>
                  <a:lnTo>
                    <a:pt x="9970" y="14594"/>
                  </a:lnTo>
                  <a:lnTo>
                    <a:pt x="9376" y="14297"/>
                  </a:lnTo>
                  <a:lnTo>
                    <a:pt x="8824" y="14000"/>
                  </a:lnTo>
                  <a:lnTo>
                    <a:pt x="8315" y="13618"/>
                  </a:lnTo>
                  <a:lnTo>
                    <a:pt x="7849" y="13236"/>
                  </a:lnTo>
                  <a:lnTo>
                    <a:pt x="7424" y="12812"/>
                  </a:lnTo>
                  <a:lnTo>
                    <a:pt x="7043" y="12303"/>
                  </a:lnTo>
                  <a:lnTo>
                    <a:pt x="6703" y="11794"/>
                  </a:lnTo>
                  <a:lnTo>
                    <a:pt x="6449" y="11242"/>
                  </a:lnTo>
                  <a:lnTo>
                    <a:pt x="6279" y="10691"/>
                  </a:lnTo>
                  <a:lnTo>
                    <a:pt x="6152" y="10055"/>
                  </a:lnTo>
                  <a:lnTo>
                    <a:pt x="6109" y="9418"/>
                  </a:lnTo>
                  <a:lnTo>
                    <a:pt x="6152" y="8782"/>
                  </a:lnTo>
                  <a:lnTo>
                    <a:pt x="6322" y="8103"/>
                  </a:lnTo>
                  <a:lnTo>
                    <a:pt x="6534" y="7382"/>
                  </a:lnTo>
                  <a:lnTo>
                    <a:pt x="6788" y="6831"/>
                  </a:lnTo>
                  <a:lnTo>
                    <a:pt x="7043" y="6322"/>
                  </a:lnTo>
                  <a:lnTo>
                    <a:pt x="7382" y="5812"/>
                  </a:lnTo>
                  <a:lnTo>
                    <a:pt x="7721" y="5346"/>
                  </a:lnTo>
                  <a:lnTo>
                    <a:pt x="8103" y="4879"/>
                  </a:lnTo>
                  <a:lnTo>
                    <a:pt x="8570" y="4455"/>
                  </a:lnTo>
                  <a:lnTo>
                    <a:pt x="8994" y="4073"/>
                  </a:lnTo>
                  <a:lnTo>
                    <a:pt x="9503" y="3691"/>
                  </a:lnTo>
                  <a:lnTo>
                    <a:pt x="10012" y="3352"/>
                  </a:lnTo>
                  <a:lnTo>
                    <a:pt x="10521" y="3013"/>
                  </a:lnTo>
                  <a:lnTo>
                    <a:pt x="11073" y="2716"/>
                  </a:lnTo>
                  <a:lnTo>
                    <a:pt x="11667" y="2461"/>
                  </a:lnTo>
                  <a:lnTo>
                    <a:pt x="12261" y="2207"/>
                  </a:lnTo>
                  <a:lnTo>
                    <a:pt x="12854" y="1995"/>
                  </a:lnTo>
                  <a:lnTo>
                    <a:pt x="13448" y="1782"/>
                  </a:lnTo>
                  <a:lnTo>
                    <a:pt x="14042" y="1613"/>
                  </a:lnTo>
                  <a:lnTo>
                    <a:pt x="13067" y="1019"/>
                  </a:lnTo>
                  <a:lnTo>
                    <a:pt x="12557" y="722"/>
                  </a:lnTo>
                  <a:lnTo>
                    <a:pt x="12006" y="467"/>
                  </a:lnTo>
                  <a:lnTo>
                    <a:pt x="11455" y="255"/>
                  </a:lnTo>
                  <a:lnTo>
                    <a:pt x="10903" y="86"/>
                  </a:lnTo>
                  <a:lnTo>
                    <a:pt x="10352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1"/>
            <p:cNvSpPr/>
            <p:nvPr/>
          </p:nvSpPr>
          <p:spPr>
            <a:xfrm>
              <a:off x="5377450" y="2418950"/>
              <a:ext cx="53050" cy="25475"/>
            </a:xfrm>
            <a:custGeom>
              <a:rect b="b" l="l" r="r" t="t"/>
              <a:pathLst>
                <a:path extrusionOk="0" h="1019" w="2122">
                  <a:moveTo>
                    <a:pt x="1740" y="0"/>
                  </a:moveTo>
                  <a:lnTo>
                    <a:pt x="1655" y="43"/>
                  </a:lnTo>
                  <a:lnTo>
                    <a:pt x="1570" y="170"/>
                  </a:lnTo>
                  <a:lnTo>
                    <a:pt x="1443" y="297"/>
                  </a:lnTo>
                  <a:lnTo>
                    <a:pt x="1316" y="382"/>
                  </a:lnTo>
                  <a:lnTo>
                    <a:pt x="1146" y="467"/>
                  </a:lnTo>
                  <a:lnTo>
                    <a:pt x="637" y="467"/>
                  </a:lnTo>
                  <a:lnTo>
                    <a:pt x="510" y="382"/>
                  </a:lnTo>
                  <a:lnTo>
                    <a:pt x="340" y="297"/>
                  </a:lnTo>
                  <a:lnTo>
                    <a:pt x="298" y="255"/>
                  </a:lnTo>
                  <a:lnTo>
                    <a:pt x="86" y="255"/>
                  </a:lnTo>
                  <a:lnTo>
                    <a:pt x="1" y="382"/>
                  </a:lnTo>
                  <a:lnTo>
                    <a:pt x="1" y="425"/>
                  </a:lnTo>
                  <a:lnTo>
                    <a:pt x="43" y="509"/>
                  </a:lnTo>
                  <a:lnTo>
                    <a:pt x="255" y="764"/>
                  </a:lnTo>
                  <a:lnTo>
                    <a:pt x="510" y="934"/>
                  </a:lnTo>
                  <a:lnTo>
                    <a:pt x="764" y="1018"/>
                  </a:lnTo>
                  <a:lnTo>
                    <a:pt x="1061" y="1018"/>
                  </a:lnTo>
                  <a:lnTo>
                    <a:pt x="1358" y="976"/>
                  </a:lnTo>
                  <a:lnTo>
                    <a:pt x="1613" y="849"/>
                  </a:lnTo>
                  <a:lnTo>
                    <a:pt x="1867" y="679"/>
                  </a:lnTo>
                  <a:lnTo>
                    <a:pt x="2079" y="467"/>
                  </a:lnTo>
                  <a:lnTo>
                    <a:pt x="2122" y="340"/>
                  </a:lnTo>
                  <a:lnTo>
                    <a:pt x="2079" y="212"/>
                  </a:lnTo>
                  <a:lnTo>
                    <a:pt x="2037" y="128"/>
                  </a:lnTo>
                  <a:lnTo>
                    <a:pt x="1952" y="43"/>
                  </a:lnTo>
                  <a:lnTo>
                    <a:pt x="186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1"/>
            <p:cNvSpPr/>
            <p:nvPr/>
          </p:nvSpPr>
          <p:spPr>
            <a:xfrm>
              <a:off x="5401850" y="2365925"/>
              <a:ext cx="49875" cy="26525"/>
            </a:xfrm>
            <a:custGeom>
              <a:rect b="b" l="l" r="r" t="t"/>
              <a:pathLst>
                <a:path extrusionOk="0" h="1061" w="1995">
                  <a:moveTo>
                    <a:pt x="1061" y="0"/>
                  </a:moveTo>
                  <a:lnTo>
                    <a:pt x="764" y="43"/>
                  </a:lnTo>
                  <a:lnTo>
                    <a:pt x="509" y="170"/>
                  </a:lnTo>
                  <a:lnTo>
                    <a:pt x="255" y="340"/>
                  </a:lnTo>
                  <a:lnTo>
                    <a:pt x="85" y="594"/>
                  </a:lnTo>
                  <a:lnTo>
                    <a:pt x="0" y="891"/>
                  </a:lnTo>
                  <a:lnTo>
                    <a:pt x="0" y="1018"/>
                  </a:lnTo>
                  <a:lnTo>
                    <a:pt x="85" y="1061"/>
                  </a:lnTo>
                  <a:lnTo>
                    <a:pt x="213" y="1061"/>
                  </a:lnTo>
                  <a:lnTo>
                    <a:pt x="255" y="976"/>
                  </a:lnTo>
                  <a:lnTo>
                    <a:pt x="340" y="806"/>
                  </a:lnTo>
                  <a:lnTo>
                    <a:pt x="467" y="679"/>
                  </a:lnTo>
                  <a:lnTo>
                    <a:pt x="637" y="552"/>
                  </a:lnTo>
                  <a:lnTo>
                    <a:pt x="806" y="509"/>
                  </a:lnTo>
                  <a:lnTo>
                    <a:pt x="976" y="467"/>
                  </a:lnTo>
                  <a:lnTo>
                    <a:pt x="1146" y="467"/>
                  </a:lnTo>
                  <a:lnTo>
                    <a:pt x="1315" y="552"/>
                  </a:lnTo>
                  <a:lnTo>
                    <a:pt x="1485" y="679"/>
                  </a:lnTo>
                  <a:lnTo>
                    <a:pt x="1570" y="721"/>
                  </a:lnTo>
                  <a:lnTo>
                    <a:pt x="1697" y="764"/>
                  </a:lnTo>
                  <a:lnTo>
                    <a:pt x="1782" y="721"/>
                  </a:lnTo>
                  <a:lnTo>
                    <a:pt x="1867" y="637"/>
                  </a:lnTo>
                  <a:lnTo>
                    <a:pt x="1952" y="552"/>
                  </a:lnTo>
                  <a:lnTo>
                    <a:pt x="1994" y="467"/>
                  </a:lnTo>
                  <a:lnTo>
                    <a:pt x="1952" y="382"/>
                  </a:lnTo>
                  <a:lnTo>
                    <a:pt x="1909" y="255"/>
                  </a:lnTo>
                  <a:lnTo>
                    <a:pt x="1655" y="128"/>
                  </a:lnTo>
                  <a:lnTo>
                    <a:pt x="1358" y="43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1"/>
            <p:cNvSpPr/>
            <p:nvPr/>
          </p:nvSpPr>
          <p:spPr>
            <a:xfrm>
              <a:off x="5473975" y="2296975"/>
              <a:ext cx="26525" cy="54125"/>
            </a:xfrm>
            <a:custGeom>
              <a:rect b="b" l="l" r="r" t="t"/>
              <a:pathLst>
                <a:path extrusionOk="0" h="2165" w="1061">
                  <a:moveTo>
                    <a:pt x="297" y="1"/>
                  </a:moveTo>
                  <a:lnTo>
                    <a:pt x="170" y="43"/>
                  </a:lnTo>
                  <a:lnTo>
                    <a:pt x="85" y="128"/>
                  </a:lnTo>
                  <a:lnTo>
                    <a:pt x="42" y="213"/>
                  </a:lnTo>
                  <a:lnTo>
                    <a:pt x="0" y="298"/>
                  </a:lnTo>
                  <a:lnTo>
                    <a:pt x="42" y="425"/>
                  </a:lnTo>
                  <a:lnTo>
                    <a:pt x="127" y="510"/>
                  </a:lnTo>
                  <a:lnTo>
                    <a:pt x="255" y="680"/>
                  </a:lnTo>
                  <a:lnTo>
                    <a:pt x="339" y="807"/>
                  </a:lnTo>
                  <a:lnTo>
                    <a:pt x="424" y="977"/>
                  </a:lnTo>
                  <a:lnTo>
                    <a:pt x="467" y="1146"/>
                  </a:lnTo>
                  <a:lnTo>
                    <a:pt x="467" y="1274"/>
                  </a:lnTo>
                  <a:lnTo>
                    <a:pt x="424" y="1443"/>
                  </a:lnTo>
                  <a:lnTo>
                    <a:pt x="339" y="1613"/>
                  </a:lnTo>
                  <a:lnTo>
                    <a:pt x="255" y="1783"/>
                  </a:lnTo>
                  <a:lnTo>
                    <a:pt x="212" y="1867"/>
                  </a:lnTo>
                  <a:lnTo>
                    <a:pt x="212" y="1952"/>
                  </a:lnTo>
                  <a:lnTo>
                    <a:pt x="255" y="2080"/>
                  </a:lnTo>
                  <a:lnTo>
                    <a:pt x="382" y="2164"/>
                  </a:lnTo>
                  <a:lnTo>
                    <a:pt x="467" y="2164"/>
                  </a:lnTo>
                  <a:lnTo>
                    <a:pt x="552" y="2122"/>
                  </a:lnTo>
                  <a:lnTo>
                    <a:pt x="764" y="1910"/>
                  </a:lnTo>
                  <a:lnTo>
                    <a:pt x="933" y="1655"/>
                  </a:lnTo>
                  <a:lnTo>
                    <a:pt x="1018" y="1358"/>
                  </a:lnTo>
                  <a:lnTo>
                    <a:pt x="1061" y="1061"/>
                  </a:lnTo>
                  <a:lnTo>
                    <a:pt x="1018" y="765"/>
                  </a:lnTo>
                  <a:lnTo>
                    <a:pt x="933" y="468"/>
                  </a:lnTo>
                  <a:lnTo>
                    <a:pt x="764" y="21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1"/>
            <p:cNvSpPr/>
            <p:nvPr/>
          </p:nvSpPr>
          <p:spPr>
            <a:xfrm>
              <a:off x="5183375" y="2358500"/>
              <a:ext cx="56225" cy="50925"/>
            </a:xfrm>
            <a:custGeom>
              <a:rect b="b" l="l" r="r" t="t"/>
              <a:pathLst>
                <a:path extrusionOk="0" h="2037" w="2249">
                  <a:moveTo>
                    <a:pt x="1825" y="0"/>
                  </a:moveTo>
                  <a:lnTo>
                    <a:pt x="1740" y="85"/>
                  </a:lnTo>
                  <a:lnTo>
                    <a:pt x="1655" y="170"/>
                  </a:lnTo>
                  <a:lnTo>
                    <a:pt x="1401" y="594"/>
                  </a:lnTo>
                  <a:lnTo>
                    <a:pt x="1273" y="806"/>
                  </a:lnTo>
                  <a:lnTo>
                    <a:pt x="1146" y="976"/>
                  </a:lnTo>
                  <a:lnTo>
                    <a:pt x="976" y="1146"/>
                  </a:lnTo>
                  <a:lnTo>
                    <a:pt x="764" y="1273"/>
                  </a:lnTo>
                  <a:lnTo>
                    <a:pt x="510" y="1358"/>
                  </a:lnTo>
                  <a:lnTo>
                    <a:pt x="255" y="1400"/>
                  </a:lnTo>
                  <a:lnTo>
                    <a:pt x="128" y="1443"/>
                  </a:lnTo>
                  <a:lnTo>
                    <a:pt x="43" y="1528"/>
                  </a:lnTo>
                  <a:lnTo>
                    <a:pt x="1" y="1655"/>
                  </a:lnTo>
                  <a:lnTo>
                    <a:pt x="43" y="1740"/>
                  </a:lnTo>
                  <a:lnTo>
                    <a:pt x="85" y="1867"/>
                  </a:lnTo>
                  <a:lnTo>
                    <a:pt x="170" y="1952"/>
                  </a:lnTo>
                  <a:lnTo>
                    <a:pt x="255" y="1994"/>
                  </a:lnTo>
                  <a:lnTo>
                    <a:pt x="382" y="2037"/>
                  </a:lnTo>
                  <a:lnTo>
                    <a:pt x="722" y="1952"/>
                  </a:lnTo>
                  <a:lnTo>
                    <a:pt x="1019" y="1824"/>
                  </a:lnTo>
                  <a:lnTo>
                    <a:pt x="1316" y="1697"/>
                  </a:lnTo>
                  <a:lnTo>
                    <a:pt x="1613" y="1485"/>
                  </a:lnTo>
                  <a:lnTo>
                    <a:pt x="1867" y="1231"/>
                  </a:lnTo>
                  <a:lnTo>
                    <a:pt x="2037" y="934"/>
                  </a:lnTo>
                  <a:lnTo>
                    <a:pt x="2164" y="637"/>
                  </a:lnTo>
                  <a:lnTo>
                    <a:pt x="2249" y="297"/>
                  </a:lnTo>
                  <a:lnTo>
                    <a:pt x="2207" y="212"/>
                  </a:lnTo>
                  <a:lnTo>
                    <a:pt x="2164" y="128"/>
                  </a:lnTo>
                  <a:lnTo>
                    <a:pt x="2079" y="43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1"/>
            <p:cNvSpPr/>
            <p:nvPr/>
          </p:nvSpPr>
          <p:spPr>
            <a:xfrm>
              <a:off x="4551300" y="1957625"/>
              <a:ext cx="1070100" cy="674525"/>
            </a:xfrm>
            <a:custGeom>
              <a:rect b="b" l="l" r="r" t="t"/>
              <a:pathLst>
                <a:path extrusionOk="0" h="26981" w="42804">
                  <a:moveTo>
                    <a:pt x="25708" y="0"/>
                  </a:moveTo>
                  <a:lnTo>
                    <a:pt x="25496" y="43"/>
                  </a:lnTo>
                  <a:lnTo>
                    <a:pt x="25284" y="85"/>
                  </a:lnTo>
                  <a:lnTo>
                    <a:pt x="24817" y="212"/>
                  </a:lnTo>
                  <a:lnTo>
                    <a:pt x="24350" y="467"/>
                  </a:lnTo>
                  <a:lnTo>
                    <a:pt x="23841" y="849"/>
                  </a:lnTo>
                  <a:lnTo>
                    <a:pt x="23375" y="1230"/>
                  </a:lnTo>
                  <a:lnTo>
                    <a:pt x="22866" y="1697"/>
                  </a:lnTo>
                  <a:lnTo>
                    <a:pt x="21932" y="2588"/>
                  </a:lnTo>
                  <a:lnTo>
                    <a:pt x="21126" y="3394"/>
                  </a:lnTo>
                  <a:lnTo>
                    <a:pt x="20320" y="4157"/>
                  </a:lnTo>
                  <a:lnTo>
                    <a:pt x="19811" y="3733"/>
                  </a:lnTo>
                  <a:lnTo>
                    <a:pt x="19217" y="3394"/>
                  </a:lnTo>
                  <a:lnTo>
                    <a:pt x="18623" y="3139"/>
                  </a:lnTo>
                  <a:lnTo>
                    <a:pt x="17987" y="2927"/>
                  </a:lnTo>
                  <a:lnTo>
                    <a:pt x="17308" y="2842"/>
                  </a:lnTo>
                  <a:lnTo>
                    <a:pt x="16630" y="2800"/>
                  </a:lnTo>
                  <a:lnTo>
                    <a:pt x="15951" y="2842"/>
                  </a:lnTo>
                  <a:lnTo>
                    <a:pt x="15230" y="2970"/>
                  </a:lnTo>
                  <a:lnTo>
                    <a:pt x="14678" y="3139"/>
                  </a:lnTo>
                  <a:lnTo>
                    <a:pt x="14169" y="3351"/>
                  </a:lnTo>
                  <a:lnTo>
                    <a:pt x="13703" y="3648"/>
                  </a:lnTo>
                  <a:lnTo>
                    <a:pt x="13236" y="3945"/>
                  </a:lnTo>
                  <a:lnTo>
                    <a:pt x="12812" y="4285"/>
                  </a:lnTo>
                  <a:lnTo>
                    <a:pt x="12430" y="4709"/>
                  </a:lnTo>
                  <a:lnTo>
                    <a:pt x="12091" y="5133"/>
                  </a:lnTo>
                  <a:lnTo>
                    <a:pt x="11794" y="5600"/>
                  </a:lnTo>
                  <a:lnTo>
                    <a:pt x="11624" y="6066"/>
                  </a:lnTo>
                  <a:lnTo>
                    <a:pt x="11454" y="6660"/>
                  </a:lnTo>
                  <a:lnTo>
                    <a:pt x="11157" y="8018"/>
                  </a:lnTo>
                  <a:lnTo>
                    <a:pt x="10860" y="9502"/>
                  </a:lnTo>
                  <a:lnTo>
                    <a:pt x="10691" y="10266"/>
                  </a:lnTo>
                  <a:lnTo>
                    <a:pt x="10479" y="10987"/>
                  </a:lnTo>
                  <a:lnTo>
                    <a:pt x="10224" y="11666"/>
                  </a:lnTo>
                  <a:lnTo>
                    <a:pt x="9927" y="12302"/>
                  </a:lnTo>
                  <a:lnTo>
                    <a:pt x="9757" y="12557"/>
                  </a:lnTo>
                  <a:lnTo>
                    <a:pt x="9588" y="12811"/>
                  </a:lnTo>
                  <a:lnTo>
                    <a:pt x="9376" y="13023"/>
                  </a:lnTo>
                  <a:lnTo>
                    <a:pt x="9164" y="13193"/>
                  </a:lnTo>
                  <a:lnTo>
                    <a:pt x="8909" y="13320"/>
                  </a:lnTo>
                  <a:lnTo>
                    <a:pt x="8654" y="13448"/>
                  </a:lnTo>
                  <a:lnTo>
                    <a:pt x="8358" y="13533"/>
                  </a:lnTo>
                  <a:lnTo>
                    <a:pt x="7721" y="13533"/>
                  </a:lnTo>
                  <a:lnTo>
                    <a:pt x="7382" y="13448"/>
                  </a:lnTo>
                  <a:lnTo>
                    <a:pt x="7000" y="13363"/>
                  </a:lnTo>
                  <a:lnTo>
                    <a:pt x="6618" y="13151"/>
                  </a:lnTo>
                  <a:lnTo>
                    <a:pt x="6576" y="13151"/>
                  </a:lnTo>
                  <a:lnTo>
                    <a:pt x="6830" y="12769"/>
                  </a:lnTo>
                  <a:lnTo>
                    <a:pt x="7085" y="12345"/>
                  </a:lnTo>
                  <a:lnTo>
                    <a:pt x="7297" y="11921"/>
                  </a:lnTo>
                  <a:lnTo>
                    <a:pt x="7509" y="11496"/>
                  </a:lnTo>
                  <a:lnTo>
                    <a:pt x="7509" y="11411"/>
                  </a:lnTo>
                  <a:lnTo>
                    <a:pt x="7509" y="11327"/>
                  </a:lnTo>
                  <a:lnTo>
                    <a:pt x="7467" y="11242"/>
                  </a:lnTo>
                  <a:lnTo>
                    <a:pt x="7424" y="11157"/>
                  </a:lnTo>
                  <a:lnTo>
                    <a:pt x="6533" y="10436"/>
                  </a:lnTo>
                  <a:lnTo>
                    <a:pt x="5685" y="9715"/>
                  </a:lnTo>
                  <a:lnTo>
                    <a:pt x="4879" y="8909"/>
                  </a:lnTo>
                  <a:lnTo>
                    <a:pt x="4158" y="8060"/>
                  </a:lnTo>
                  <a:lnTo>
                    <a:pt x="4073" y="8018"/>
                  </a:lnTo>
                  <a:lnTo>
                    <a:pt x="3903" y="8018"/>
                  </a:lnTo>
                  <a:lnTo>
                    <a:pt x="3861" y="8060"/>
                  </a:lnTo>
                  <a:lnTo>
                    <a:pt x="1103" y="11242"/>
                  </a:lnTo>
                  <a:lnTo>
                    <a:pt x="764" y="11581"/>
                  </a:lnTo>
                  <a:lnTo>
                    <a:pt x="382" y="12048"/>
                  </a:lnTo>
                  <a:lnTo>
                    <a:pt x="213" y="12260"/>
                  </a:lnTo>
                  <a:lnTo>
                    <a:pt x="85" y="12514"/>
                  </a:lnTo>
                  <a:lnTo>
                    <a:pt x="1" y="12769"/>
                  </a:lnTo>
                  <a:lnTo>
                    <a:pt x="1" y="12981"/>
                  </a:lnTo>
                  <a:lnTo>
                    <a:pt x="85" y="13193"/>
                  </a:lnTo>
                  <a:lnTo>
                    <a:pt x="255" y="13405"/>
                  </a:lnTo>
                  <a:lnTo>
                    <a:pt x="467" y="13575"/>
                  </a:lnTo>
                  <a:lnTo>
                    <a:pt x="722" y="13702"/>
                  </a:lnTo>
                  <a:lnTo>
                    <a:pt x="1231" y="13914"/>
                  </a:lnTo>
                  <a:lnTo>
                    <a:pt x="1697" y="14084"/>
                  </a:lnTo>
                  <a:lnTo>
                    <a:pt x="2419" y="14381"/>
                  </a:lnTo>
                  <a:lnTo>
                    <a:pt x="3182" y="14635"/>
                  </a:lnTo>
                  <a:lnTo>
                    <a:pt x="3988" y="14805"/>
                  </a:lnTo>
                  <a:lnTo>
                    <a:pt x="4752" y="14932"/>
                  </a:lnTo>
                  <a:lnTo>
                    <a:pt x="4879" y="14890"/>
                  </a:lnTo>
                  <a:lnTo>
                    <a:pt x="4921" y="14805"/>
                  </a:lnTo>
                  <a:lnTo>
                    <a:pt x="4879" y="14720"/>
                  </a:lnTo>
                  <a:lnTo>
                    <a:pt x="4794" y="14635"/>
                  </a:lnTo>
                  <a:lnTo>
                    <a:pt x="3946" y="14423"/>
                  </a:lnTo>
                  <a:lnTo>
                    <a:pt x="3097" y="14211"/>
                  </a:lnTo>
                  <a:lnTo>
                    <a:pt x="2037" y="13872"/>
                  </a:lnTo>
                  <a:lnTo>
                    <a:pt x="1485" y="13660"/>
                  </a:lnTo>
                  <a:lnTo>
                    <a:pt x="1273" y="13533"/>
                  </a:lnTo>
                  <a:lnTo>
                    <a:pt x="1103" y="13363"/>
                  </a:lnTo>
                  <a:lnTo>
                    <a:pt x="849" y="13278"/>
                  </a:lnTo>
                  <a:lnTo>
                    <a:pt x="722" y="13236"/>
                  </a:lnTo>
                  <a:lnTo>
                    <a:pt x="679" y="13151"/>
                  </a:lnTo>
                  <a:lnTo>
                    <a:pt x="679" y="13023"/>
                  </a:lnTo>
                  <a:lnTo>
                    <a:pt x="679" y="12939"/>
                  </a:lnTo>
                  <a:lnTo>
                    <a:pt x="807" y="12642"/>
                  </a:lnTo>
                  <a:lnTo>
                    <a:pt x="849" y="12387"/>
                  </a:lnTo>
                  <a:lnTo>
                    <a:pt x="891" y="12133"/>
                  </a:lnTo>
                  <a:lnTo>
                    <a:pt x="1061" y="11921"/>
                  </a:lnTo>
                  <a:lnTo>
                    <a:pt x="1231" y="11751"/>
                  </a:lnTo>
                  <a:lnTo>
                    <a:pt x="1528" y="11369"/>
                  </a:lnTo>
                  <a:lnTo>
                    <a:pt x="1867" y="10987"/>
                  </a:lnTo>
                  <a:lnTo>
                    <a:pt x="2546" y="10266"/>
                  </a:lnTo>
                  <a:lnTo>
                    <a:pt x="3140" y="9418"/>
                  </a:lnTo>
                  <a:lnTo>
                    <a:pt x="3521" y="8951"/>
                  </a:lnTo>
                  <a:lnTo>
                    <a:pt x="3691" y="8824"/>
                  </a:lnTo>
                  <a:lnTo>
                    <a:pt x="3818" y="8739"/>
                  </a:lnTo>
                  <a:lnTo>
                    <a:pt x="3988" y="8739"/>
                  </a:lnTo>
                  <a:lnTo>
                    <a:pt x="4115" y="8781"/>
                  </a:lnTo>
                  <a:lnTo>
                    <a:pt x="4243" y="8824"/>
                  </a:lnTo>
                  <a:lnTo>
                    <a:pt x="4327" y="8909"/>
                  </a:lnTo>
                  <a:lnTo>
                    <a:pt x="4540" y="9121"/>
                  </a:lnTo>
                  <a:lnTo>
                    <a:pt x="4752" y="9375"/>
                  </a:lnTo>
                  <a:lnTo>
                    <a:pt x="5303" y="9927"/>
                  </a:lnTo>
                  <a:lnTo>
                    <a:pt x="5897" y="10436"/>
                  </a:lnTo>
                  <a:lnTo>
                    <a:pt x="6491" y="10945"/>
                  </a:lnTo>
                  <a:lnTo>
                    <a:pt x="7085" y="11411"/>
                  </a:lnTo>
                  <a:lnTo>
                    <a:pt x="6661" y="12260"/>
                  </a:lnTo>
                  <a:lnTo>
                    <a:pt x="6152" y="13066"/>
                  </a:lnTo>
                  <a:lnTo>
                    <a:pt x="5600" y="13872"/>
                  </a:lnTo>
                  <a:lnTo>
                    <a:pt x="4964" y="14593"/>
                  </a:lnTo>
                  <a:lnTo>
                    <a:pt x="4921" y="14678"/>
                  </a:lnTo>
                  <a:lnTo>
                    <a:pt x="4964" y="14763"/>
                  </a:lnTo>
                  <a:lnTo>
                    <a:pt x="5006" y="14805"/>
                  </a:lnTo>
                  <a:lnTo>
                    <a:pt x="5091" y="14763"/>
                  </a:lnTo>
                  <a:lnTo>
                    <a:pt x="5473" y="14423"/>
                  </a:lnTo>
                  <a:lnTo>
                    <a:pt x="5812" y="14084"/>
                  </a:lnTo>
                  <a:lnTo>
                    <a:pt x="6109" y="13745"/>
                  </a:lnTo>
                  <a:lnTo>
                    <a:pt x="6406" y="13363"/>
                  </a:lnTo>
                  <a:lnTo>
                    <a:pt x="6449" y="13405"/>
                  </a:lnTo>
                  <a:lnTo>
                    <a:pt x="6958" y="13660"/>
                  </a:lnTo>
                  <a:lnTo>
                    <a:pt x="7467" y="13787"/>
                  </a:lnTo>
                  <a:lnTo>
                    <a:pt x="7933" y="13787"/>
                  </a:lnTo>
                  <a:lnTo>
                    <a:pt x="8358" y="13745"/>
                  </a:lnTo>
                  <a:lnTo>
                    <a:pt x="8739" y="13617"/>
                  </a:lnTo>
                  <a:lnTo>
                    <a:pt x="9121" y="13405"/>
                  </a:lnTo>
                  <a:lnTo>
                    <a:pt x="9460" y="13108"/>
                  </a:lnTo>
                  <a:lnTo>
                    <a:pt x="9757" y="12769"/>
                  </a:lnTo>
                  <a:lnTo>
                    <a:pt x="10054" y="12387"/>
                  </a:lnTo>
                  <a:lnTo>
                    <a:pt x="10309" y="12005"/>
                  </a:lnTo>
                  <a:lnTo>
                    <a:pt x="10563" y="11581"/>
                  </a:lnTo>
                  <a:lnTo>
                    <a:pt x="10733" y="11115"/>
                  </a:lnTo>
                  <a:lnTo>
                    <a:pt x="10903" y="10648"/>
                  </a:lnTo>
                  <a:lnTo>
                    <a:pt x="11072" y="10181"/>
                  </a:lnTo>
                  <a:lnTo>
                    <a:pt x="11242" y="9290"/>
                  </a:lnTo>
                  <a:lnTo>
                    <a:pt x="11454" y="8272"/>
                  </a:lnTo>
                  <a:lnTo>
                    <a:pt x="11709" y="7297"/>
                  </a:lnTo>
                  <a:lnTo>
                    <a:pt x="11836" y="6788"/>
                  </a:lnTo>
                  <a:lnTo>
                    <a:pt x="12006" y="6363"/>
                  </a:lnTo>
                  <a:lnTo>
                    <a:pt x="12218" y="5897"/>
                  </a:lnTo>
                  <a:lnTo>
                    <a:pt x="12430" y="5472"/>
                  </a:lnTo>
                  <a:lnTo>
                    <a:pt x="12684" y="5091"/>
                  </a:lnTo>
                  <a:lnTo>
                    <a:pt x="12939" y="4709"/>
                  </a:lnTo>
                  <a:lnTo>
                    <a:pt x="13278" y="4370"/>
                  </a:lnTo>
                  <a:lnTo>
                    <a:pt x="13618" y="4073"/>
                  </a:lnTo>
                  <a:lnTo>
                    <a:pt x="14042" y="3818"/>
                  </a:lnTo>
                  <a:lnTo>
                    <a:pt x="14509" y="3564"/>
                  </a:lnTo>
                  <a:lnTo>
                    <a:pt x="15018" y="3351"/>
                  </a:lnTo>
                  <a:lnTo>
                    <a:pt x="15569" y="3224"/>
                  </a:lnTo>
                  <a:lnTo>
                    <a:pt x="16205" y="3097"/>
                  </a:lnTo>
                  <a:lnTo>
                    <a:pt x="16842" y="3097"/>
                  </a:lnTo>
                  <a:lnTo>
                    <a:pt x="17436" y="3139"/>
                  </a:lnTo>
                  <a:lnTo>
                    <a:pt x="18030" y="3267"/>
                  </a:lnTo>
                  <a:lnTo>
                    <a:pt x="18581" y="3436"/>
                  </a:lnTo>
                  <a:lnTo>
                    <a:pt x="19133" y="3691"/>
                  </a:lnTo>
                  <a:lnTo>
                    <a:pt x="19642" y="3988"/>
                  </a:lnTo>
                  <a:lnTo>
                    <a:pt x="20151" y="4327"/>
                  </a:lnTo>
                  <a:lnTo>
                    <a:pt x="18199" y="6236"/>
                  </a:lnTo>
                  <a:lnTo>
                    <a:pt x="16290" y="8145"/>
                  </a:lnTo>
                  <a:lnTo>
                    <a:pt x="16248" y="8230"/>
                  </a:lnTo>
                  <a:lnTo>
                    <a:pt x="16248" y="8315"/>
                  </a:lnTo>
                  <a:lnTo>
                    <a:pt x="16248" y="8400"/>
                  </a:lnTo>
                  <a:lnTo>
                    <a:pt x="16290" y="8484"/>
                  </a:lnTo>
                  <a:lnTo>
                    <a:pt x="16375" y="8527"/>
                  </a:lnTo>
                  <a:lnTo>
                    <a:pt x="16502" y="8527"/>
                  </a:lnTo>
                  <a:lnTo>
                    <a:pt x="16587" y="8484"/>
                  </a:lnTo>
                  <a:lnTo>
                    <a:pt x="18539" y="6533"/>
                  </a:lnTo>
                  <a:lnTo>
                    <a:pt x="20490" y="4624"/>
                  </a:lnTo>
                  <a:lnTo>
                    <a:pt x="20872" y="4963"/>
                  </a:lnTo>
                  <a:lnTo>
                    <a:pt x="21169" y="5303"/>
                  </a:lnTo>
                  <a:lnTo>
                    <a:pt x="21466" y="5685"/>
                  </a:lnTo>
                  <a:lnTo>
                    <a:pt x="21763" y="6066"/>
                  </a:lnTo>
                  <a:lnTo>
                    <a:pt x="21678" y="6151"/>
                  </a:lnTo>
                  <a:lnTo>
                    <a:pt x="21169" y="6618"/>
                  </a:lnTo>
                  <a:lnTo>
                    <a:pt x="20617" y="7042"/>
                  </a:lnTo>
                  <a:lnTo>
                    <a:pt x="20278" y="7297"/>
                  </a:lnTo>
                  <a:lnTo>
                    <a:pt x="20151" y="7339"/>
                  </a:lnTo>
                  <a:lnTo>
                    <a:pt x="19939" y="7339"/>
                  </a:lnTo>
                  <a:lnTo>
                    <a:pt x="19811" y="7254"/>
                  </a:lnTo>
                  <a:lnTo>
                    <a:pt x="19514" y="6957"/>
                  </a:lnTo>
                  <a:lnTo>
                    <a:pt x="19429" y="6957"/>
                  </a:lnTo>
                  <a:lnTo>
                    <a:pt x="19387" y="6915"/>
                  </a:lnTo>
                  <a:lnTo>
                    <a:pt x="19302" y="6957"/>
                  </a:lnTo>
                  <a:lnTo>
                    <a:pt x="19260" y="7084"/>
                  </a:lnTo>
                  <a:lnTo>
                    <a:pt x="19260" y="7127"/>
                  </a:lnTo>
                  <a:lnTo>
                    <a:pt x="19302" y="7169"/>
                  </a:lnTo>
                  <a:lnTo>
                    <a:pt x="19939" y="7933"/>
                  </a:lnTo>
                  <a:lnTo>
                    <a:pt x="20023" y="7975"/>
                  </a:lnTo>
                  <a:lnTo>
                    <a:pt x="20151" y="7975"/>
                  </a:lnTo>
                  <a:lnTo>
                    <a:pt x="20235" y="7933"/>
                  </a:lnTo>
                  <a:lnTo>
                    <a:pt x="21975" y="6448"/>
                  </a:lnTo>
                  <a:lnTo>
                    <a:pt x="22314" y="7042"/>
                  </a:lnTo>
                  <a:lnTo>
                    <a:pt x="22569" y="7636"/>
                  </a:lnTo>
                  <a:lnTo>
                    <a:pt x="22611" y="7678"/>
                  </a:lnTo>
                  <a:lnTo>
                    <a:pt x="22653" y="7678"/>
                  </a:lnTo>
                  <a:lnTo>
                    <a:pt x="22696" y="7636"/>
                  </a:lnTo>
                  <a:lnTo>
                    <a:pt x="22696" y="7594"/>
                  </a:lnTo>
                  <a:lnTo>
                    <a:pt x="22441" y="6915"/>
                  </a:lnTo>
                  <a:lnTo>
                    <a:pt x="22144" y="6321"/>
                  </a:lnTo>
                  <a:lnTo>
                    <a:pt x="22653" y="5897"/>
                  </a:lnTo>
                  <a:lnTo>
                    <a:pt x="23587" y="5176"/>
                  </a:lnTo>
                  <a:lnTo>
                    <a:pt x="23799" y="4963"/>
                  </a:lnTo>
                  <a:lnTo>
                    <a:pt x="24011" y="4751"/>
                  </a:lnTo>
                  <a:lnTo>
                    <a:pt x="24181" y="4497"/>
                  </a:lnTo>
                  <a:lnTo>
                    <a:pt x="24308" y="4285"/>
                  </a:lnTo>
                  <a:lnTo>
                    <a:pt x="24393" y="4030"/>
                  </a:lnTo>
                  <a:lnTo>
                    <a:pt x="24393" y="3776"/>
                  </a:lnTo>
                  <a:lnTo>
                    <a:pt x="24350" y="3564"/>
                  </a:lnTo>
                  <a:lnTo>
                    <a:pt x="24266" y="3351"/>
                  </a:lnTo>
                  <a:lnTo>
                    <a:pt x="24096" y="3224"/>
                  </a:lnTo>
                  <a:lnTo>
                    <a:pt x="23926" y="3097"/>
                  </a:lnTo>
                  <a:lnTo>
                    <a:pt x="23714" y="3054"/>
                  </a:lnTo>
                  <a:lnTo>
                    <a:pt x="23459" y="3097"/>
                  </a:lnTo>
                  <a:lnTo>
                    <a:pt x="23375" y="3139"/>
                  </a:lnTo>
                  <a:lnTo>
                    <a:pt x="23332" y="3182"/>
                  </a:lnTo>
                  <a:lnTo>
                    <a:pt x="23290" y="3267"/>
                  </a:lnTo>
                  <a:lnTo>
                    <a:pt x="23290" y="3351"/>
                  </a:lnTo>
                  <a:lnTo>
                    <a:pt x="23332" y="3394"/>
                  </a:lnTo>
                  <a:lnTo>
                    <a:pt x="23375" y="3479"/>
                  </a:lnTo>
                  <a:lnTo>
                    <a:pt x="23544" y="3479"/>
                  </a:lnTo>
                  <a:lnTo>
                    <a:pt x="23714" y="3860"/>
                  </a:lnTo>
                  <a:lnTo>
                    <a:pt x="23714" y="4030"/>
                  </a:lnTo>
                  <a:lnTo>
                    <a:pt x="23714" y="4200"/>
                  </a:lnTo>
                  <a:lnTo>
                    <a:pt x="23672" y="4327"/>
                  </a:lnTo>
                  <a:lnTo>
                    <a:pt x="23629" y="4454"/>
                  </a:lnTo>
                  <a:lnTo>
                    <a:pt x="23502" y="4582"/>
                  </a:lnTo>
                  <a:lnTo>
                    <a:pt x="23375" y="4666"/>
                  </a:lnTo>
                  <a:lnTo>
                    <a:pt x="22696" y="5260"/>
                  </a:lnTo>
                  <a:lnTo>
                    <a:pt x="21932" y="5939"/>
                  </a:lnTo>
                  <a:lnTo>
                    <a:pt x="21635" y="5515"/>
                  </a:lnTo>
                  <a:lnTo>
                    <a:pt x="21338" y="5133"/>
                  </a:lnTo>
                  <a:lnTo>
                    <a:pt x="21041" y="4794"/>
                  </a:lnTo>
                  <a:lnTo>
                    <a:pt x="20702" y="4454"/>
                  </a:lnTo>
                  <a:lnTo>
                    <a:pt x="22738" y="2630"/>
                  </a:lnTo>
                  <a:lnTo>
                    <a:pt x="23672" y="1739"/>
                  </a:lnTo>
                  <a:lnTo>
                    <a:pt x="24181" y="1273"/>
                  </a:lnTo>
                  <a:lnTo>
                    <a:pt x="24435" y="1103"/>
                  </a:lnTo>
                  <a:lnTo>
                    <a:pt x="24647" y="976"/>
                  </a:lnTo>
                  <a:lnTo>
                    <a:pt x="25029" y="891"/>
                  </a:lnTo>
                  <a:lnTo>
                    <a:pt x="25368" y="849"/>
                  </a:lnTo>
                  <a:lnTo>
                    <a:pt x="26090" y="849"/>
                  </a:lnTo>
                  <a:lnTo>
                    <a:pt x="26471" y="933"/>
                  </a:lnTo>
                  <a:lnTo>
                    <a:pt x="26811" y="1018"/>
                  </a:lnTo>
                  <a:lnTo>
                    <a:pt x="27447" y="1315"/>
                  </a:lnTo>
                  <a:lnTo>
                    <a:pt x="27914" y="1527"/>
                  </a:lnTo>
                  <a:lnTo>
                    <a:pt x="28380" y="1782"/>
                  </a:lnTo>
                  <a:lnTo>
                    <a:pt x="29271" y="2291"/>
                  </a:lnTo>
                  <a:lnTo>
                    <a:pt x="30968" y="3436"/>
                  </a:lnTo>
                  <a:lnTo>
                    <a:pt x="32707" y="4539"/>
                  </a:lnTo>
                  <a:lnTo>
                    <a:pt x="34447" y="5685"/>
                  </a:lnTo>
                  <a:lnTo>
                    <a:pt x="36143" y="6872"/>
                  </a:lnTo>
                  <a:lnTo>
                    <a:pt x="37798" y="8060"/>
                  </a:lnTo>
                  <a:lnTo>
                    <a:pt x="38731" y="8696"/>
                  </a:lnTo>
                  <a:lnTo>
                    <a:pt x="39792" y="9418"/>
                  </a:lnTo>
                  <a:lnTo>
                    <a:pt x="40301" y="9757"/>
                  </a:lnTo>
                  <a:lnTo>
                    <a:pt x="40767" y="10139"/>
                  </a:lnTo>
                  <a:lnTo>
                    <a:pt x="41192" y="10521"/>
                  </a:lnTo>
                  <a:lnTo>
                    <a:pt x="41573" y="10945"/>
                  </a:lnTo>
                  <a:lnTo>
                    <a:pt x="41828" y="11369"/>
                  </a:lnTo>
                  <a:lnTo>
                    <a:pt x="41998" y="11751"/>
                  </a:lnTo>
                  <a:lnTo>
                    <a:pt x="42082" y="12175"/>
                  </a:lnTo>
                  <a:lnTo>
                    <a:pt x="42125" y="12557"/>
                  </a:lnTo>
                  <a:lnTo>
                    <a:pt x="42125" y="12981"/>
                  </a:lnTo>
                  <a:lnTo>
                    <a:pt x="42040" y="13363"/>
                  </a:lnTo>
                  <a:lnTo>
                    <a:pt x="41913" y="13787"/>
                  </a:lnTo>
                  <a:lnTo>
                    <a:pt x="41743" y="14169"/>
                  </a:lnTo>
                  <a:lnTo>
                    <a:pt x="41573" y="14551"/>
                  </a:lnTo>
                  <a:lnTo>
                    <a:pt x="41361" y="14890"/>
                  </a:lnTo>
                  <a:lnTo>
                    <a:pt x="40852" y="15611"/>
                  </a:lnTo>
                  <a:lnTo>
                    <a:pt x="39877" y="16926"/>
                  </a:lnTo>
                  <a:lnTo>
                    <a:pt x="39198" y="17775"/>
                  </a:lnTo>
                  <a:lnTo>
                    <a:pt x="38519" y="18623"/>
                  </a:lnTo>
                  <a:lnTo>
                    <a:pt x="37798" y="19429"/>
                  </a:lnTo>
                  <a:lnTo>
                    <a:pt x="37077" y="20235"/>
                  </a:lnTo>
                  <a:lnTo>
                    <a:pt x="36313" y="20999"/>
                  </a:lnTo>
                  <a:lnTo>
                    <a:pt x="35550" y="21762"/>
                  </a:lnTo>
                  <a:lnTo>
                    <a:pt x="34744" y="22483"/>
                  </a:lnTo>
                  <a:lnTo>
                    <a:pt x="33895" y="23205"/>
                  </a:lnTo>
                  <a:lnTo>
                    <a:pt x="33089" y="23883"/>
                  </a:lnTo>
                  <a:lnTo>
                    <a:pt x="32241" y="24562"/>
                  </a:lnTo>
                  <a:lnTo>
                    <a:pt x="31350" y="25241"/>
                  </a:lnTo>
                  <a:lnTo>
                    <a:pt x="30926" y="25495"/>
                  </a:lnTo>
                  <a:lnTo>
                    <a:pt x="30459" y="25792"/>
                  </a:lnTo>
                  <a:lnTo>
                    <a:pt x="29992" y="26047"/>
                  </a:lnTo>
                  <a:lnTo>
                    <a:pt x="29441" y="26301"/>
                  </a:lnTo>
                  <a:lnTo>
                    <a:pt x="29186" y="26386"/>
                  </a:lnTo>
                  <a:lnTo>
                    <a:pt x="28889" y="26471"/>
                  </a:lnTo>
                  <a:lnTo>
                    <a:pt x="28635" y="26513"/>
                  </a:lnTo>
                  <a:lnTo>
                    <a:pt x="28380" y="26471"/>
                  </a:lnTo>
                  <a:lnTo>
                    <a:pt x="28168" y="26429"/>
                  </a:lnTo>
                  <a:lnTo>
                    <a:pt x="27956" y="26344"/>
                  </a:lnTo>
                  <a:lnTo>
                    <a:pt x="27490" y="26089"/>
                  </a:lnTo>
                  <a:lnTo>
                    <a:pt x="27065" y="25707"/>
                  </a:lnTo>
                  <a:lnTo>
                    <a:pt x="26684" y="25326"/>
                  </a:lnTo>
                  <a:lnTo>
                    <a:pt x="26302" y="24901"/>
                  </a:lnTo>
                  <a:lnTo>
                    <a:pt x="25920" y="24435"/>
                  </a:lnTo>
                  <a:lnTo>
                    <a:pt x="25368" y="23629"/>
                  </a:lnTo>
                  <a:lnTo>
                    <a:pt x="24266" y="21762"/>
                  </a:lnTo>
                  <a:lnTo>
                    <a:pt x="23163" y="19896"/>
                  </a:lnTo>
                  <a:lnTo>
                    <a:pt x="20999" y="16120"/>
                  </a:lnTo>
                  <a:lnTo>
                    <a:pt x="18836" y="12345"/>
                  </a:lnTo>
                  <a:lnTo>
                    <a:pt x="16587" y="8612"/>
                  </a:lnTo>
                  <a:lnTo>
                    <a:pt x="16545" y="8569"/>
                  </a:lnTo>
                  <a:lnTo>
                    <a:pt x="16502" y="8527"/>
                  </a:lnTo>
                  <a:lnTo>
                    <a:pt x="16418" y="8569"/>
                  </a:lnTo>
                  <a:lnTo>
                    <a:pt x="16333" y="8654"/>
                  </a:lnTo>
                  <a:lnTo>
                    <a:pt x="16333" y="8696"/>
                  </a:lnTo>
                  <a:lnTo>
                    <a:pt x="16333" y="8781"/>
                  </a:lnTo>
                  <a:lnTo>
                    <a:pt x="17054" y="10181"/>
                  </a:lnTo>
                  <a:lnTo>
                    <a:pt x="17817" y="11581"/>
                  </a:lnTo>
                  <a:lnTo>
                    <a:pt x="19345" y="14339"/>
                  </a:lnTo>
                  <a:lnTo>
                    <a:pt x="20957" y="17096"/>
                  </a:lnTo>
                  <a:lnTo>
                    <a:pt x="22569" y="19853"/>
                  </a:lnTo>
                  <a:lnTo>
                    <a:pt x="24096" y="22399"/>
                  </a:lnTo>
                  <a:lnTo>
                    <a:pt x="24859" y="23671"/>
                  </a:lnTo>
                  <a:lnTo>
                    <a:pt x="25623" y="24901"/>
                  </a:lnTo>
                  <a:lnTo>
                    <a:pt x="26090" y="25580"/>
                  </a:lnTo>
                  <a:lnTo>
                    <a:pt x="26302" y="25877"/>
                  </a:lnTo>
                  <a:lnTo>
                    <a:pt x="26556" y="26174"/>
                  </a:lnTo>
                  <a:lnTo>
                    <a:pt x="26853" y="26429"/>
                  </a:lnTo>
                  <a:lnTo>
                    <a:pt x="27150" y="26641"/>
                  </a:lnTo>
                  <a:lnTo>
                    <a:pt x="27490" y="26810"/>
                  </a:lnTo>
                  <a:lnTo>
                    <a:pt x="27871" y="26895"/>
                  </a:lnTo>
                  <a:lnTo>
                    <a:pt x="28296" y="26980"/>
                  </a:lnTo>
                  <a:lnTo>
                    <a:pt x="28720" y="26980"/>
                  </a:lnTo>
                  <a:lnTo>
                    <a:pt x="29144" y="26895"/>
                  </a:lnTo>
                  <a:lnTo>
                    <a:pt x="29526" y="26810"/>
                  </a:lnTo>
                  <a:lnTo>
                    <a:pt x="29950" y="26641"/>
                  </a:lnTo>
                  <a:lnTo>
                    <a:pt x="30374" y="26471"/>
                  </a:lnTo>
                  <a:lnTo>
                    <a:pt x="30756" y="26259"/>
                  </a:lnTo>
                  <a:lnTo>
                    <a:pt x="31180" y="26004"/>
                  </a:lnTo>
                  <a:lnTo>
                    <a:pt x="31944" y="25495"/>
                  </a:lnTo>
                  <a:lnTo>
                    <a:pt x="32665" y="24901"/>
                  </a:lnTo>
                  <a:lnTo>
                    <a:pt x="33938" y="23841"/>
                  </a:lnTo>
                  <a:lnTo>
                    <a:pt x="34998" y="22908"/>
                  </a:lnTo>
                  <a:lnTo>
                    <a:pt x="36059" y="21974"/>
                  </a:lnTo>
                  <a:lnTo>
                    <a:pt x="37034" y="20956"/>
                  </a:lnTo>
                  <a:lnTo>
                    <a:pt x="38010" y="19938"/>
                  </a:lnTo>
                  <a:lnTo>
                    <a:pt x="38901" y="18920"/>
                  </a:lnTo>
                  <a:lnTo>
                    <a:pt x="39792" y="17817"/>
                  </a:lnTo>
                  <a:lnTo>
                    <a:pt x="40640" y="16714"/>
                  </a:lnTo>
                  <a:lnTo>
                    <a:pt x="41446" y="15569"/>
                  </a:lnTo>
                  <a:lnTo>
                    <a:pt x="41955" y="14763"/>
                  </a:lnTo>
                  <a:lnTo>
                    <a:pt x="42379" y="14042"/>
                  </a:lnTo>
                  <a:lnTo>
                    <a:pt x="42549" y="13702"/>
                  </a:lnTo>
                  <a:lnTo>
                    <a:pt x="42676" y="13363"/>
                  </a:lnTo>
                  <a:lnTo>
                    <a:pt x="42761" y="13066"/>
                  </a:lnTo>
                  <a:lnTo>
                    <a:pt x="42804" y="12727"/>
                  </a:lnTo>
                  <a:lnTo>
                    <a:pt x="42804" y="12430"/>
                  </a:lnTo>
                  <a:lnTo>
                    <a:pt x="42761" y="12090"/>
                  </a:lnTo>
                  <a:lnTo>
                    <a:pt x="42676" y="11793"/>
                  </a:lnTo>
                  <a:lnTo>
                    <a:pt x="42507" y="11454"/>
                  </a:lnTo>
                  <a:lnTo>
                    <a:pt x="42295" y="11157"/>
                  </a:lnTo>
                  <a:lnTo>
                    <a:pt x="42040" y="10818"/>
                  </a:lnTo>
                  <a:lnTo>
                    <a:pt x="41743" y="10478"/>
                  </a:lnTo>
                  <a:lnTo>
                    <a:pt x="41361" y="10139"/>
                  </a:lnTo>
                  <a:lnTo>
                    <a:pt x="40216" y="9206"/>
                  </a:lnTo>
                  <a:lnTo>
                    <a:pt x="39113" y="8357"/>
                  </a:lnTo>
                  <a:lnTo>
                    <a:pt x="37925" y="7466"/>
                  </a:lnTo>
                  <a:lnTo>
                    <a:pt x="36737" y="6660"/>
                  </a:lnTo>
                  <a:lnTo>
                    <a:pt x="34362" y="5048"/>
                  </a:lnTo>
                  <a:lnTo>
                    <a:pt x="31944" y="3479"/>
                  </a:lnTo>
                  <a:lnTo>
                    <a:pt x="30671" y="2588"/>
                  </a:lnTo>
                  <a:lnTo>
                    <a:pt x="29314" y="1697"/>
                  </a:lnTo>
                  <a:lnTo>
                    <a:pt x="28635" y="1273"/>
                  </a:lnTo>
                  <a:lnTo>
                    <a:pt x="27956" y="849"/>
                  </a:lnTo>
                  <a:lnTo>
                    <a:pt x="27277" y="509"/>
                  </a:lnTo>
                  <a:lnTo>
                    <a:pt x="26556" y="212"/>
                  </a:lnTo>
                  <a:lnTo>
                    <a:pt x="26090" y="85"/>
                  </a:lnTo>
                  <a:lnTo>
                    <a:pt x="25708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1"/>
            <p:cNvSpPr/>
            <p:nvPr/>
          </p:nvSpPr>
          <p:spPr>
            <a:xfrm>
              <a:off x="4597975" y="2280025"/>
              <a:ext cx="57275" cy="22300"/>
            </a:xfrm>
            <a:custGeom>
              <a:rect b="b" l="l" r="r" t="t"/>
              <a:pathLst>
                <a:path extrusionOk="0" h="892" w="2291">
                  <a:moveTo>
                    <a:pt x="85" y="0"/>
                  </a:moveTo>
                  <a:lnTo>
                    <a:pt x="0" y="43"/>
                  </a:lnTo>
                  <a:lnTo>
                    <a:pt x="0" y="127"/>
                  </a:lnTo>
                  <a:lnTo>
                    <a:pt x="42" y="170"/>
                  </a:lnTo>
                  <a:lnTo>
                    <a:pt x="509" y="509"/>
                  </a:lnTo>
                  <a:lnTo>
                    <a:pt x="764" y="637"/>
                  </a:lnTo>
                  <a:lnTo>
                    <a:pt x="1061" y="764"/>
                  </a:lnTo>
                  <a:lnTo>
                    <a:pt x="1358" y="849"/>
                  </a:lnTo>
                  <a:lnTo>
                    <a:pt x="1612" y="891"/>
                  </a:lnTo>
                  <a:lnTo>
                    <a:pt x="1909" y="891"/>
                  </a:lnTo>
                  <a:lnTo>
                    <a:pt x="2206" y="849"/>
                  </a:lnTo>
                  <a:lnTo>
                    <a:pt x="2291" y="849"/>
                  </a:lnTo>
                  <a:lnTo>
                    <a:pt x="2291" y="764"/>
                  </a:lnTo>
                  <a:lnTo>
                    <a:pt x="2248" y="721"/>
                  </a:lnTo>
                  <a:lnTo>
                    <a:pt x="2206" y="679"/>
                  </a:lnTo>
                  <a:lnTo>
                    <a:pt x="1654" y="594"/>
                  </a:lnTo>
                  <a:lnTo>
                    <a:pt x="1103" y="509"/>
                  </a:lnTo>
                  <a:lnTo>
                    <a:pt x="636" y="297"/>
                  </a:lnTo>
                  <a:lnTo>
                    <a:pt x="382" y="17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1"/>
            <p:cNvSpPr/>
            <p:nvPr/>
          </p:nvSpPr>
          <p:spPr>
            <a:xfrm>
              <a:off x="4623425" y="2269400"/>
              <a:ext cx="39250" cy="14875"/>
            </a:xfrm>
            <a:custGeom>
              <a:rect b="b" l="l" r="r" t="t"/>
              <a:pathLst>
                <a:path extrusionOk="0" h="595" w="1570">
                  <a:moveTo>
                    <a:pt x="0" y="1"/>
                  </a:moveTo>
                  <a:lnTo>
                    <a:pt x="0" y="43"/>
                  </a:lnTo>
                  <a:lnTo>
                    <a:pt x="43" y="128"/>
                  </a:lnTo>
                  <a:lnTo>
                    <a:pt x="340" y="340"/>
                  </a:lnTo>
                  <a:lnTo>
                    <a:pt x="679" y="510"/>
                  </a:lnTo>
                  <a:lnTo>
                    <a:pt x="1061" y="595"/>
                  </a:lnTo>
                  <a:lnTo>
                    <a:pt x="1442" y="595"/>
                  </a:lnTo>
                  <a:lnTo>
                    <a:pt x="1527" y="552"/>
                  </a:lnTo>
                  <a:lnTo>
                    <a:pt x="1570" y="468"/>
                  </a:lnTo>
                  <a:lnTo>
                    <a:pt x="1527" y="383"/>
                  </a:lnTo>
                  <a:lnTo>
                    <a:pt x="1442" y="340"/>
                  </a:lnTo>
                  <a:lnTo>
                    <a:pt x="1103" y="298"/>
                  </a:lnTo>
                  <a:lnTo>
                    <a:pt x="764" y="256"/>
                  </a:lnTo>
                  <a:lnTo>
                    <a:pt x="424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1"/>
            <p:cNvSpPr/>
            <p:nvPr/>
          </p:nvSpPr>
          <p:spPr>
            <a:xfrm>
              <a:off x="5298975" y="2109275"/>
              <a:ext cx="46700" cy="19100"/>
            </a:xfrm>
            <a:custGeom>
              <a:rect b="b" l="l" r="r" t="t"/>
              <a:pathLst>
                <a:path extrusionOk="0" h="764" w="1868">
                  <a:moveTo>
                    <a:pt x="1316" y="0"/>
                  </a:moveTo>
                  <a:lnTo>
                    <a:pt x="1061" y="43"/>
                  </a:lnTo>
                  <a:lnTo>
                    <a:pt x="849" y="85"/>
                  </a:lnTo>
                  <a:lnTo>
                    <a:pt x="594" y="170"/>
                  </a:lnTo>
                  <a:lnTo>
                    <a:pt x="382" y="297"/>
                  </a:lnTo>
                  <a:lnTo>
                    <a:pt x="213" y="467"/>
                  </a:lnTo>
                  <a:lnTo>
                    <a:pt x="43" y="594"/>
                  </a:lnTo>
                  <a:lnTo>
                    <a:pt x="1" y="679"/>
                  </a:lnTo>
                  <a:lnTo>
                    <a:pt x="43" y="722"/>
                  </a:lnTo>
                  <a:lnTo>
                    <a:pt x="85" y="764"/>
                  </a:lnTo>
                  <a:lnTo>
                    <a:pt x="128" y="722"/>
                  </a:lnTo>
                  <a:lnTo>
                    <a:pt x="297" y="594"/>
                  </a:lnTo>
                  <a:lnTo>
                    <a:pt x="467" y="467"/>
                  </a:lnTo>
                  <a:lnTo>
                    <a:pt x="679" y="382"/>
                  </a:lnTo>
                  <a:lnTo>
                    <a:pt x="849" y="340"/>
                  </a:lnTo>
                  <a:lnTo>
                    <a:pt x="1273" y="340"/>
                  </a:lnTo>
                  <a:lnTo>
                    <a:pt x="1655" y="382"/>
                  </a:lnTo>
                  <a:lnTo>
                    <a:pt x="1782" y="382"/>
                  </a:lnTo>
                  <a:lnTo>
                    <a:pt x="1867" y="297"/>
                  </a:lnTo>
                  <a:lnTo>
                    <a:pt x="1867" y="212"/>
                  </a:lnTo>
                  <a:lnTo>
                    <a:pt x="1782" y="128"/>
                  </a:lnTo>
                  <a:lnTo>
                    <a:pt x="1570" y="43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1"/>
            <p:cNvSpPr/>
            <p:nvPr/>
          </p:nvSpPr>
          <p:spPr>
            <a:xfrm>
              <a:off x="5304275" y="2080650"/>
              <a:ext cx="41400" cy="16975"/>
            </a:xfrm>
            <a:custGeom>
              <a:rect b="b" l="l" r="r" t="t"/>
              <a:pathLst>
                <a:path extrusionOk="0" h="679" w="1656">
                  <a:moveTo>
                    <a:pt x="1146" y="0"/>
                  </a:moveTo>
                  <a:lnTo>
                    <a:pt x="934" y="42"/>
                  </a:lnTo>
                  <a:lnTo>
                    <a:pt x="722" y="42"/>
                  </a:lnTo>
                  <a:lnTo>
                    <a:pt x="552" y="127"/>
                  </a:lnTo>
                  <a:lnTo>
                    <a:pt x="340" y="212"/>
                  </a:lnTo>
                  <a:lnTo>
                    <a:pt x="170" y="339"/>
                  </a:lnTo>
                  <a:lnTo>
                    <a:pt x="43" y="467"/>
                  </a:lnTo>
                  <a:lnTo>
                    <a:pt x="1" y="551"/>
                  </a:lnTo>
                  <a:lnTo>
                    <a:pt x="43" y="636"/>
                  </a:lnTo>
                  <a:lnTo>
                    <a:pt x="128" y="679"/>
                  </a:lnTo>
                  <a:lnTo>
                    <a:pt x="213" y="636"/>
                  </a:lnTo>
                  <a:lnTo>
                    <a:pt x="510" y="467"/>
                  </a:lnTo>
                  <a:lnTo>
                    <a:pt x="807" y="339"/>
                  </a:lnTo>
                  <a:lnTo>
                    <a:pt x="1104" y="339"/>
                  </a:lnTo>
                  <a:lnTo>
                    <a:pt x="1443" y="382"/>
                  </a:lnTo>
                  <a:lnTo>
                    <a:pt x="1570" y="382"/>
                  </a:lnTo>
                  <a:lnTo>
                    <a:pt x="1655" y="297"/>
                  </a:lnTo>
                  <a:lnTo>
                    <a:pt x="1613" y="170"/>
                  </a:lnTo>
                  <a:lnTo>
                    <a:pt x="1613" y="127"/>
                  </a:lnTo>
                  <a:lnTo>
                    <a:pt x="1528" y="85"/>
                  </a:lnTo>
                  <a:lnTo>
                    <a:pt x="1358" y="42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6" name="Google Shape;1136;p31"/>
          <p:cNvGrpSpPr/>
          <p:nvPr/>
        </p:nvGrpSpPr>
        <p:grpSpPr>
          <a:xfrm>
            <a:off x="2217704" y="4308286"/>
            <a:ext cx="4465181" cy="1968055"/>
            <a:chOff x="1406961" y="-1212504"/>
            <a:chExt cx="6086670" cy="2682735"/>
          </a:xfrm>
        </p:grpSpPr>
        <p:sp>
          <p:nvSpPr>
            <p:cNvPr id="1137" name="Google Shape;1137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1" name="Google Shape;1141;p31"/>
          <p:cNvGrpSpPr/>
          <p:nvPr/>
        </p:nvGrpSpPr>
        <p:grpSpPr>
          <a:xfrm rot="-2898405">
            <a:off x="956559" y="4595956"/>
            <a:ext cx="387999" cy="171013"/>
            <a:chOff x="1406961" y="-1212504"/>
            <a:chExt cx="6086670" cy="2682735"/>
          </a:xfrm>
        </p:grpSpPr>
        <p:sp>
          <p:nvSpPr>
            <p:cNvPr id="1142" name="Google Shape;1142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6" name="Google Shape;1146;p31"/>
          <p:cNvGrpSpPr/>
          <p:nvPr/>
        </p:nvGrpSpPr>
        <p:grpSpPr>
          <a:xfrm rot="2555258">
            <a:off x="255809" y="297720"/>
            <a:ext cx="388558" cy="171259"/>
            <a:chOff x="1406961" y="-1212504"/>
            <a:chExt cx="6086670" cy="2682735"/>
          </a:xfrm>
        </p:grpSpPr>
        <p:sp>
          <p:nvSpPr>
            <p:cNvPr id="1147" name="Google Shape;1147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1" name="Google Shape;1151;p31"/>
          <p:cNvGrpSpPr/>
          <p:nvPr/>
        </p:nvGrpSpPr>
        <p:grpSpPr>
          <a:xfrm flipH="1" rot="2898405">
            <a:off x="8430999" y="4595956"/>
            <a:ext cx="387999" cy="171013"/>
            <a:chOff x="1406961" y="-1212504"/>
            <a:chExt cx="6086670" cy="2682735"/>
          </a:xfrm>
        </p:grpSpPr>
        <p:sp>
          <p:nvSpPr>
            <p:cNvPr id="1152" name="Google Shape;1152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6" name="Google Shape;1156;p31"/>
          <p:cNvGrpSpPr/>
          <p:nvPr/>
        </p:nvGrpSpPr>
        <p:grpSpPr>
          <a:xfrm flipH="1" rot="-2555258">
            <a:off x="8478027" y="922445"/>
            <a:ext cx="388558" cy="171259"/>
            <a:chOff x="1406961" y="-1212504"/>
            <a:chExt cx="6086670" cy="2682735"/>
          </a:xfrm>
        </p:grpSpPr>
        <p:sp>
          <p:nvSpPr>
            <p:cNvPr id="1157" name="Google Shape;1157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b="1" sz="28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b="1" sz="28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b="1" sz="28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b="1" sz="28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b="1" sz="28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b="1" sz="28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b="1" sz="28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b="1" sz="28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b="1" sz="28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●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○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■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●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○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■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●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○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 SemiBold"/>
              <a:buChar char="■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hyperlink" Target="http://drive.google.com/file/d/19F1XXpa9mXWuFB8YcZ9-H0A88iWBJ5nN/view" TargetMode="External"/><Relationship Id="rId5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6.png"/><Relationship Id="rId7" Type="http://schemas.openxmlformats.org/officeDocument/2006/relationships/image" Target="../media/image5.png"/><Relationship Id="rId8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32"/>
          <p:cNvSpPr/>
          <p:nvPr/>
        </p:nvSpPr>
        <p:spPr>
          <a:xfrm>
            <a:off x="2490025" y="1669225"/>
            <a:ext cx="3936206" cy="1657618"/>
          </a:xfrm>
          <a:custGeom>
            <a:rect b="b" l="l" r="r" t="t"/>
            <a:pathLst>
              <a:path extrusionOk="0" h="160195" w="285750">
                <a:moveTo>
                  <a:pt x="121555" y="0"/>
                </a:moveTo>
                <a:lnTo>
                  <a:pt x="121555" y="0"/>
                </a:lnTo>
                <a:lnTo>
                  <a:pt x="117894" y="225"/>
                </a:lnTo>
                <a:lnTo>
                  <a:pt x="114120" y="507"/>
                </a:lnTo>
                <a:lnTo>
                  <a:pt x="110289" y="1014"/>
                </a:lnTo>
                <a:lnTo>
                  <a:pt x="106403" y="1577"/>
                </a:lnTo>
                <a:lnTo>
                  <a:pt x="102404" y="2309"/>
                </a:lnTo>
                <a:lnTo>
                  <a:pt x="98404" y="3154"/>
                </a:lnTo>
                <a:lnTo>
                  <a:pt x="94292" y="4112"/>
                </a:lnTo>
                <a:lnTo>
                  <a:pt x="90237" y="5182"/>
                </a:lnTo>
                <a:lnTo>
                  <a:pt x="86069" y="6365"/>
                </a:lnTo>
                <a:lnTo>
                  <a:pt x="81957" y="7661"/>
                </a:lnTo>
                <a:lnTo>
                  <a:pt x="77788" y="9125"/>
                </a:lnTo>
                <a:lnTo>
                  <a:pt x="73677" y="10646"/>
                </a:lnTo>
                <a:lnTo>
                  <a:pt x="69508" y="12279"/>
                </a:lnTo>
                <a:lnTo>
                  <a:pt x="65396" y="14026"/>
                </a:lnTo>
                <a:lnTo>
                  <a:pt x="61341" y="15828"/>
                </a:lnTo>
                <a:lnTo>
                  <a:pt x="57342" y="17799"/>
                </a:lnTo>
                <a:lnTo>
                  <a:pt x="53342" y="19827"/>
                </a:lnTo>
                <a:lnTo>
                  <a:pt x="49456" y="21968"/>
                </a:lnTo>
                <a:lnTo>
                  <a:pt x="45625" y="24164"/>
                </a:lnTo>
                <a:lnTo>
                  <a:pt x="41851" y="26530"/>
                </a:lnTo>
                <a:lnTo>
                  <a:pt x="38190" y="28896"/>
                </a:lnTo>
                <a:lnTo>
                  <a:pt x="34641" y="31374"/>
                </a:lnTo>
                <a:lnTo>
                  <a:pt x="31206" y="33965"/>
                </a:lnTo>
                <a:lnTo>
                  <a:pt x="29516" y="35261"/>
                </a:lnTo>
                <a:lnTo>
                  <a:pt x="27882" y="36613"/>
                </a:lnTo>
                <a:lnTo>
                  <a:pt x="26249" y="37965"/>
                </a:lnTo>
                <a:lnTo>
                  <a:pt x="24671" y="39316"/>
                </a:lnTo>
                <a:lnTo>
                  <a:pt x="23094" y="40725"/>
                </a:lnTo>
                <a:lnTo>
                  <a:pt x="21630" y="42133"/>
                </a:lnTo>
                <a:lnTo>
                  <a:pt x="20109" y="43597"/>
                </a:lnTo>
                <a:lnTo>
                  <a:pt x="18701" y="45006"/>
                </a:lnTo>
                <a:lnTo>
                  <a:pt x="17293" y="46470"/>
                </a:lnTo>
                <a:lnTo>
                  <a:pt x="15941" y="47991"/>
                </a:lnTo>
                <a:lnTo>
                  <a:pt x="14645" y="49455"/>
                </a:lnTo>
                <a:lnTo>
                  <a:pt x="13406" y="50976"/>
                </a:lnTo>
                <a:lnTo>
                  <a:pt x="12167" y="52497"/>
                </a:lnTo>
                <a:lnTo>
                  <a:pt x="10984" y="54074"/>
                </a:lnTo>
                <a:lnTo>
                  <a:pt x="9857" y="55595"/>
                </a:lnTo>
                <a:lnTo>
                  <a:pt x="8787" y="57172"/>
                </a:lnTo>
                <a:lnTo>
                  <a:pt x="7717" y="58806"/>
                </a:lnTo>
                <a:lnTo>
                  <a:pt x="6759" y="60383"/>
                </a:lnTo>
                <a:lnTo>
                  <a:pt x="6759" y="60383"/>
                </a:lnTo>
                <a:lnTo>
                  <a:pt x="5802" y="62129"/>
                </a:lnTo>
                <a:lnTo>
                  <a:pt x="4901" y="63819"/>
                </a:lnTo>
                <a:lnTo>
                  <a:pt x="4056" y="65509"/>
                </a:lnTo>
                <a:lnTo>
                  <a:pt x="3323" y="67199"/>
                </a:lnTo>
                <a:lnTo>
                  <a:pt x="2704" y="68888"/>
                </a:lnTo>
                <a:lnTo>
                  <a:pt x="2084" y="70578"/>
                </a:lnTo>
                <a:lnTo>
                  <a:pt x="1577" y="72268"/>
                </a:lnTo>
                <a:lnTo>
                  <a:pt x="1127" y="73901"/>
                </a:lnTo>
                <a:lnTo>
                  <a:pt x="789" y="75535"/>
                </a:lnTo>
                <a:lnTo>
                  <a:pt x="507" y="77168"/>
                </a:lnTo>
                <a:lnTo>
                  <a:pt x="282" y="78802"/>
                </a:lnTo>
                <a:lnTo>
                  <a:pt x="113" y="80379"/>
                </a:lnTo>
                <a:lnTo>
                  <a:pt x="56" y="82013"/>
                </a:lnTo>
                <a:lnTo>
                  <a:pt x="0" y="83590"/>
                </a:lnTo>
                <a:lnTo>
                  <a:pt x="56" y="85167"/>
                </a:lnTo>
                <a:lnTo>
                  <a:pt x="169" y="86688"/>
                </a:lnTo>
                <a:lnTo>
                  <a:pt x="338" y="88265"/>
                </a:lnTo>
                <a:lnTo>
                  <a:pt x="563" y="89786"/>
                </a:lnTo>
                <a:lnTo>
                  <a:pt x="845" y="91307"/>
                </a:lnTo>
                <a:lnTo>
                  <a:pt x="1183" y="92827"/>
                </a:lnTo>
                <a:lnTo>
                  <a:pt x="1577" y="94292"/>
                </a:lnTo>
                <a:lnTo>
                  <a:pt x="2028" y="95757"/>
                </a:lnTo>
                <a:lnTo>
                  <a:pt x="2535" y="97221"/>
                </a:lnTo>
                <a:lnTo>
                  <a:pt x="3098" y="98686"/>
                </a:lnTo>
                <a:lnTo>
                  <a:pt x="3718" y="100094"/>
                </a:lnTo>
                <a:lnTo>
                  <a:pt x="4394" y="101502"/>
                </a:lnTo>
                <a:lnTo>
                  <a:pt x="5069" y="102910"/>
                </a:lnTo>
                <a:lnTo>
                  <a:pt x="5858" y="104318"/>
                </a:lnTo>
                <a:lnTo>
                  <a:pt x="6647" y="105670"/>
                </a:lnTo>
                <a:lnTo>
                  <a:pt x="7492" y="107022"/>
                </a:lnTo>
                <a:lnTo>
                  <a:pt x="8393" y="108374"/>
                </a:lnTo>
                <a:lnTo>
                  <a:pt x="9294" y="109669"/>
                </a:lnTo>
                <a:lnTo>
                  <a:pt x="10252" y="110965"/>
                </a:lnTo>
                <a:lnTo>
                  <a:pt x="11266" y="112260"/>
                </a:lnTo>
                <a:lnTo>
                  <a:pt x="12279" y="113500"/>
                </a:lnTo>
                <a:lnTo>
                  <a:pt x="13350" y="114739"/>
                </a:lnTo>
                <a:lnTo>
                  <a:pt x="14476" y="115978"/>
                </a:lnTo>
                <a:lnTo>
                  <a:pt x="15603" y="117161"/>
                </a:lnTo>
                <a:lnTo>
                  <a:pt x="16786" y="118344"/>
                </a:lnTo>
                <a:lnTo>
                  <a:pt x="17969" y="119527"/>
                </a:lnTo>
                <a:lnTo>
                  <a:pt x="20447" y="121780"/>
                </a:lnTo>
                <a:lnTo>
                  <a:pt x="23038" y="123977"/>
                </a:lnTo>
                <a:lnTo>
                  <a:pt x="25742" y="126117"/>
                </a:lnTo>
                <a:lnTo>
                  <a:pt x="28502" y="128145"/>
                </a:lnTo>
                <a:lnTo>
                  <a:pt x="31318" y="130060"/>
                </a:lnTo>
                <a:lnTo>
                  <a:pt x="34247" y="131919"/>
                </a:lnTo>
                <a:lnTo>
                  <a:pt x="37176" y="133665"/>
                </a:lnTo>
                <a:lnTo>
                  <a:pt x="40162" y="135355"/>
                </a:lnTo>
                <a:lnTo>
                  <a:pt x="43147" y="136875"/>
                </a:lnTo>
                <a:lnTo>
                  <a:pt x="46132" y="138340"/>
                </a:lnTo>
                <a:lnTo>
                  <a:pt x="49174" y="139748"/>
                </a:lnTo>
                <a:lnTo>
                  <a:pt x="52216" y="140987"/>
                </a:lnTo>
                <a:lnTo>
                  <a:pt x="52216" y="140987"/>
                </a:lnTo>
                <a:lnTo>
                  <a:pt x="56666" y="142734"/>
                </a:lnTo>
                <a:lnTo>
                  <a:pt x="61284" y="144423"/>
                </a:lnTo>
                <a:lnTo>
                  <a:pt x="65903" y="146057"/>
                </a:lnTo>
                <a:lnTo>
                  <a:pt x="70635" y="147578"/>
                </a:lnTo>
                <a:lnTo>
                  <a:pt x="75366" y="149042"/>
                </a:lnTo>
                <a:lnTo>
                  <a:pt x="80211" y="150450"/>
                </a:lnTo>
                <a:lnTo>
                  <a:pt x="85111" y="151746"/>
                </a:lnTo>
                <a:lnTo>
                  <a:pt x="90068" y="152929"/>
                </a:lnTo>
                <a:lnTo>
                  <a:pt x="95025" y="154112"/>
                </a:lnTo>
                <a:lnTo>
                  <a:pt x="100038" y="155126"/>
                </a:lnTo>
                <a:lnTo>
                  <a:pt x="105107" y="156083"/>
                </a:lnTo>
                <a:lnTo>
                  <a:pt x="110177" y="156928"/>
                </a:lnTo>
                <a:lnTo>
                  <a:pt x="115246" y="157717"/>
                </a:lnTo>
                <a:lnTo>
                  <a:pt x="120372" y="158393"/>
                </a:lnTo>
                <a:lnTo>
                  <a:pt x="125498" y="158956"/>
                </a:lnTo>
                <a:lnTo>
                  <a:pt x="130680" y="159406"/>
                </a:lnTo>
                <a:lnTo>
                  <a:pt x="135806" y="159744"/>
                </a:lnTo>
                <a:lnTo>
                  <a:pt x="140932" y="160026"/>
                </a:lnTo>
                <a:lnTo>
                  <a:pt x="146114" y="160139"/>
                </a:lnTo>
                <a:lnTo>
                  <a:pt x="151240" y="160195"/>
                </a:lnTo>
                <a:lnTo>
                  <a:pt x="156365" y="160082"/>
                </a:lnTo>
                <a:lnTo>
                  <a:pt x="161435" y="159913"/>
                </a:lnTo>
                <a:lnTo>
                  <a:pt x="166504" y="159575"/>
                </a:lnTo>
                <a:lnTo>
                  <a:pt x="171574" y="159181"/>
                </a:lnTo>
                <a:lnTo>
                  <a:pt x="176587" y="158618"/>
                </a:lnTo>
                <a:lnTo>
                  <a:pt x="181544" y="157886"/>
                </a:lnTo>
                <a:lnTo>
                  <a:pt x="184022" y="157491"/>
                </a:lnTo>
                <a:lnTo>
                  <a:pt x="186501" y="157097"/>
                </a:lnTo>
                <a:lnTo>
                  <a:pt x="188923" y="156646"/>
                </a:lnTo>
                <a:lnTo>
                  <a:pt x="191345" y="156139"/>
                </a:lnTo>
                <a:lnTo>
                  <a:pt x="193767" y="155632"/>
                </a:lnTo>
                <a:lnTo>
                  <a:pt x="196189" y="155069"/>
                </a:lnTo>
                <a:lnTo>
                  <a:pt x="198555" y="154506"/>
                </a:lnTo>
                <a:lnTo>
                  <a:pt x="200977" y="153830"/>
                </a:lnTo>
                <a:lnTo>
                  <a:pt x="203343" y="153210"/>
                </a:lnTo>
                <a:lnTo>
                  <a:pt x="205652" y="152478"/>
                </a:lnTo>
                <a:lnTo>
                  <a:pt x="208018" y="151802"/>
                </a:lnTo>
                <a:lnTo>
                  <a:pt x="210327" y="151014"/>
                </a:lnTo>
                <a:lnTo>
                  <a:pt x="210327" y="151014"/>
                </a:lnTo>
                <a:lnTo>
                  <a:pt x="213651" y="149831"/>
                </a:lnTo>
                <a:lnTo>
                  <a:pt x="217143" y="148592"/>
                </a:lnTo>
                <a:lnTo>
                  <a:pt x="220748" y="147296"/>
                </a:lnTo>
                <a:lnTo>
                  <a:pt x="224409" y="145888"/>
                </a:lnTo>
                <a:lnTo>
                  <a:pt x="228127" y="144423"/>
                </a:lnTo>
                <a:lnTo>
                  <a:pt x="231844" y="142903"/>
                </a:lnTo>
                <a:lnTo>
                  <a:pt x="235618" y="141269"/>
                </a:lnTo>
                <a:lnTo>
                  <a:pt x="239392" y="139523"/>
                </a:lnTo>
                <a:lnTo>
                  <a:pt x="243110" y="137720"/>
                </a:lnTo>
                <a:lnTo>
                  <a:pt x="246828" y="135862"/>
                </a:lnTo>
                <a:lnTo>
                  <a:pt x="250489" y="133890"/>
                </a:lnTo>
                <a:lnTo>
                  <a:pt x="254038" y="131806"/>
                </a:lnTo>
                <a:lnTo>
                  <a:pt x="257530" y="129666"/>
                </a:lnTo>
                <a:lnTo>
                  <a:pt x="259220" y="128539"/>
                </a:lnTo>
                <a:lnTo>
                  <a:pt x="260853" y="127412"/>
                </a:lnTo>
                <a:lnTo>
                  <a:pt x="262487" y="126230"/>
                </a:lnTo>
                <a:lnTo>
                  <a:pt x="264120" y="125047"/>
                </a:lnTo>
                <a:lnTo>
                  <a:pt x="265641" y="123864"/>
                </a:lnTo>
                <a:lnTo>
                  <a:pt x="267162" y="122625"/>
                </a:lnTo>
                <a:lnTo>
                  <a:pt x="268683" y="121385"/>
                </a:lnTo>
                <a:lnTo>
                  <a:pt x="270091" y="120090"/>
                </a:lnTo>
                <a:lnTo>
                  <a:pt x="271499" y="118794"/>
                </a:lnTo>
                <a:lnTo>
                  <a:pt x="272795" y="117443"/>
                </a:lnTo>
                <a:lnTo>
                  <a:pt x="274090" y="116091"/>
                </a:lnTo>
                <a:lnTo>
                  <a:pt x="275329" y="114739"/>
                </a:lnTo>
                <a:lnTo>
                  <a:pt x="276512" y="113331"/>
                </a:lnTo>
                <a:lnTo>
                  <a:pt x="277639" y="111866"/>
                </a:lnTo>
                <a:lnTo>
                  <a:pt x="278653" y="110402"/>
                </a:lnTo>
                <a:lnTo>
                  <a:pt x="279667" y="108937"/>
                </a:lnTo>
                <a:lnTo>
                  <a:pt x="280624" y="107416"/>
                </a:lnTo>
                <a:lnTo>
                  <a:pt x="281469" y="105895"/>
                </a:lnTo>
                <a:lnTo>
                  <a:pt x="282258" y="104318"/>
                </a:lnTo>
                <a:lnTo>
                  <a:pt x="282934" y="102741"/>
                </a:lnTo>
                <a:lnTo>
                  <a:pt x="283610" y="101164"/>
                </a:lnTo>
                <a:lnTo>
                  <a:pt x="284173" y="99474"/>
                </a:lnTo>
                <a:lnTo>
                  <a:pt x="284623" y="97841"/>
                </a:lnTo>
                <a:lnTo>
                  <a:pt x="285018" y="96151"/>
                </a:lnTo>
                <a:lnTo>
                  <a:pt x="285356" y="94405"/>
                </a:lnTo>
                <a:lnTo>
                  <a:pt x="285581" y="92659"/>
                </a:lnTo>
                <a:lnTo>
                  <a:pt x="285750" y="90856"/>
                </a:lnTo>
                <a:lnTo>
                  <a:pt x="285750" y="89054"/>
                </a:lnTo>
                <a:lnTo>
                  <a:pt x="285750" y="87251"/>
                </a:lnTo>
                <a:lnTo>
                  <a:pt x="285581" y="85392"/>
                </a:lnTo>
                <a:lnTo>
                  <a:pt x="285356" y="83477"/>
                </a:lnTo>
                <a:lnTo>
                  <a:pt x="285018" y="81562"/>
                </a:lnTo>
                <a:lnTo>
                  <a:pt x="284567" y="79591"/>
                </a:lnTo>
                <a:lnTo>
                  <a:pt x="284004" y="77619"/>
                </a:lnTo>
                <a:lnTo>
                  <a:pt x="283384" y="75648"/>
                </a:lnTo>
                <a:lnTo>
                  <a:pt x="282596" y="73620"/>
                </a:lnTo>
                <a:lnTo>
                  <a:pt x="281751" y="71536"/>
                </a:lnTo>
                <a:lnTo>
                  <a:pt x="280737" y="69452"/>
                </a:lnTo>
                <a:lnTo>
                  <a:pt x="280737" y="69452"/>
                </a:lnTo>
                <a:lnTo>
                  <a:pt x="279554" y="67142"/>
                </a:lnTo>
                <a:lnTo>
                  <a:pt x="278258" y="64889"/>
                </a:lnTo>
                <a:lnTo>
                  <a:pt x="276907" y="62692"/>
                </a:lnTo>
                <a:lnTo>
                  <a:pt x="275442" y="60496"/>
                </a:lnTo>
                <a:lnTo>
                  <a:pt x="273921" y="58355"/>
                </a:lnTo>
                <a:lnTo>
                  <a:pt x="272288" y="56271"/>
                </a:lnTo>
                <a:lnTo>
                  <a:pt x="270654" y="54243"/>
                </a:lnTo>
                <a:lnTo>
                  <a:pt x="268908" y="52215"/>
                </a:lnTo>
                <a:lnTo>
                  <a:pt x="267049" y="50244"/>
                </a:lnTo>
                <a:lnTo>
                  <a:pt x="265190" y="48329"/>
                </a:lnTo>
                <a:lnTo>
                  <a:pt x="263219" y="46470"/>
                </a:lnTo>
                <a:lnTo>
                  <a:pt x="261191" y="44611"/>
                </a:lnTo>
                <a:lnTo>
                  <a:pt x="259107" y="42809"/>
                </a:lnTo>
                <a:lnTo>
                  <a:pt x="256967" y="41063"/>
                </a:lnTo>
                <a:lnTo>
                  <a:pt x="254770" y="39316"/>
                </a:lnTo>
                <a:lnTo>
                  <a:pt x="252517" y="37627"/>
                </a:lnTo>
                <a:lnTo>
                  <a:pt x="250207" y="35993"/>
                </a:lnTo>
                <a:lnTo>
                  <a:pt x="247842" y="34416"/>
                </a:lnTo>
                <a:lnTo>
                  <a:pt x="245476" y="32839"/>
                </a:lnTo>
                <a:lnTo>
                  <a:pt x="242997" y="31318"/>
                </a:lnTo>
                <a:lnTo>
                  <a:pt x="240519" y="29797"/>
                </a:lnTo>
                <a:lnTo>
                  <a:pt x="237984" y="28389"/>
                </a:lnTo>
                <a:lnTo>
                  <a:pt x="235393" y="26981"/>
                </a:lnTo>
                <a:lnTo>
                  <a:pt x="232746" y="25573"/>
                </a:lnTo>
                <a:lnTo>
                  <a:pt x="230098" y="24221"/>
                </a:lnTo>
                <a:lnTo>
                  <a:pt x="227395" y="22925"/>
                </a:lnTo>
                <a:lnTo>
                  <a:pt x="224691" y="21686"/>
                </a:lnTo>
                <a:lnTo>
                  <a:pt x="221931" y="20447"/>
                </a:lnTo>
                <a:lnTo>
                  <a:pt x="219171" y="19264"/>
                </a:lnTo>
                <a:lnTo>
                  <a:pt x="216354" y="18137"/>
                </a:lnTo>
                <a:lnTo>
                  <a:pt x="213538" y="17011"/>
                </a:lnTo>
                <a:lnTo>
                  <a:pt x="210722" y="15941"/>
                </a:lnTo>
                <a:lnTo>
                  <a:pt x="207849" y="14927"/>
                </a:lnTo>
                <a:lnTo>
                  <a:pt x="204920" y="13913"/>
                </a:lnTo>
                <a:lnTo>
                  <a:pt x="202047" y="12955"/>
                </a:lnTo>
                <a:lnTo>
                  <a:pt x="199118" y="11998"/>
                </a:lnTo>
                <a:lnTo>
                  <a:pt x="196245" y="11096"/>
                </a:lnTo>
                <a:lnTo>
                  <a:pt x="193316" y="10252"/>
                </a:lnTo>
                <a:lnTo>
                  <a:pt x="190387" y="9463"/>
                </a:lnTo>
                <a:lnTo>
                  <a:pt x="187458" y="8674"/>
                </a:lnTo>
                <a:lnTo>
                  <a:pt x="184473" y="7886"/>
                </a:lnTo>
                <a:lnTo>
                  <a:pt x="181544" y="7210"/>
                </a:lnTo>
                <a:lnTo>
                  <a:pt x="175686" y="5858"/>
                </a:lnTo>
                <a:lnTo>
                  <a:pt x="169884" y="4675"/>
                </a:lnTo>
                <a:lnTo>
                  <a:pt x="164082" y="3605"/>
                </a:lnTo>
                <a:lnTo>
                  <a:pt x="158393" y="2704"/>
                </a:lnTo>
                <a:lnTo>
                  <a:pt x="152704" y="1915"/>
                </a:lnTo>
                <a:lnTo>
                  <a:pt x="147184" y="1296"/>
                </a:lnTo>
                <a:lnTo>
                  <a:pt x="141777" y="789"/>
                </a:lnTo>
                <a:lnTo>
                  <a:pt x="136482" y="394"/>
                </a:lnTo>
                <a:lnTo>
                  <a:pt x="131300" y="113"/>
                </a:lnTo>
                <a:lnTo>
                  <a:pt x="126343" y="0"/>
                </a:lnTo>
                <a:lnTo>
                  <a:pt x="121555" y="0"/>
                </a:lnTo>
                <a:lnTo>
                  <a:pt x="1215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32"/>
          <p:cNvSpPr txBox="1"/>
          <p:nvPr>
            <p:ph type="ctrTitle"/>
          </p:nvPr>
        </p:nvSpPr>
        <p:spPr>
          <a:xfrm>
            <a:off x="1177625" y="1954175"/>
            <a:ext cx="7092000" cy="13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Robo Matcha : A Reliable , Human-Independent Matcha System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67" name="Google Shape;1167;p32"/>
          <p:cNvSpPr txBox="1"/>
          <p:nvPr>
            <p:ph idx="1" type="subTitle"/>
          </p:nvPr>
        </p:nvSpPr>
        <p:spPr>
          <a:xfrm>
            <a:off x="1748925" y="3697975"/>
            <a:ext cx="564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Presented By</a:t>
            </a:r>
            <a:br>
              <a:rPr lang="en">
                <a:solidFill>
                  <a:srgbClr val="38761D"/>
                </a:solidFill>
                <a:latin typeface="Outfit SemiBold"/>
                <a:ea typeface="Outfit SemiBold"/>
                <a:cs typeface="Outfit SemiBold"/>
                <a:sym typeface="Outfit SemiBold"/>
              </a:rPr>
            </a:br>
            <a:r>
              <a:rPr lang="en">
                <a:solidFill>
                  <a:srgbClr val="38761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Aarti G , Kritika S, Nivrithi V , Pragya C and Yashaswini M</a:t>
            </a:r>
            <a:endParaRPr>
              <a:solidFill>
                <a:srgbClr val="38761D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grpSp>
        <p:nvGrpSpPr>
          <p:cNvPr id="1168" name="Google Shape;1168;p32"/>
          <p:cNvGrpSpPr/>
          <p:nvPr/>
        </p:nvGrpSpPr>
        <p:grpSpPr>
          <a:xfrm>
            <a:off x="3909032" y="793657"/>
            <a:ext cx="1258516" cy="921351"/>
            <a:chOff x="2096150" y="3477525"/>
            <a:chExt cx="1828175" cy="1751950"/>
          </a:xfrm>
        </p:grpSpPr>
        <p:sp>
          <p:nvSpPr>
            <p:cNvPr id="1169" name="Google Shape;1169;p32"/>
            <p:cNvSpPr/>
            <p:nvPr/>
          </p:nvSpPr>
          <p:spPr>
            <a:xfrm>
              <a:off x="2096150" y="3877150"/>
              <a:ext cx="1828175" cy="1352325"/>
            </a:xfrm>
            <a:custGeom>
              <a:rect b="b" l="l" r="r" t="t"/>
              <a:pathLst>
                <a:path extrusionOk="0" h="54093" w="73127">
                  <a:moveTo>
                    <a:pt x="0" y="0"/>
                  </a:moveTo>
                  <a:lnTo>
                    <a:pt x="206" y="1483"/>
                  </a:lnTo>
                  <a:lnTo>
                    <a:pt x="412" y="3172"/>
                  </a:lnTo>
                  <a:lnTo>
                    <a:pt x="783" y="5479"/>
                  </a:lnTo>
                  <a:lnTo>
                    <a:pt x="1319" y="8281"/>
                  </a:lnTo>
                  <a:lnTo>
                    <a:pt x="1978" y="11453"/>
                  </a:lnTo>
                  <a:lnTo>
                    <a:pt x="2390" y="13225"/>
                  </a:lnTo>
                  <a:lnTo>
                    <a:pt x="2802" y="15037"/>
                  </a:lnTo>
                  <a:lnTo>
                    <a:pt x="3296" y="16932"/>
                  </a:lnTo>
                  <a:lnTo>
                    <a:pt x="3832" y="18869"/>
                  </a:lnTo>
                  <a:lnTo>
                    <a:pt x="4450" y="20887"/>
                  </a:lnTo>
                  <a:lnTo>
                    <a:pt x="5109" y="22906"/>
                  </a:lnTo>
                  <a:lnTo>
                    <a:pt x="5809" y="25007"/>
                  </a:lnTo>
                  <a:lnTo>
                    <a:pt x="6551" y="27108"/>
                  </a:lnTo>
                  <a:lnTo>
                    <a:pt x="7375" y="29251"/>
                  </a:lnTo>
                  <a:lnTo>
                    <a:pt x="8281" y="31393"/>
                  </a:lnTo>
                  <a:lnTo>
                    <a:pt x="9229" y="33535"/>
                  </a:lnTo>
                  <a:lnTo>
                    <a:pt x="10259" y="35636"/>
                  </a:lnTo>
                  <a:lnTo>
                    <a:pt x="11330" y="37737"/>
                  </a:lnTo>
                  <a:lnTo>
                    <a:pt x="12525" y="39838"/>
                  </a:lnTo>
                  <a:lnTo>
                    <a:pt x="13761" y="41898"/>
                  </a:lnTo>
                  <a:lnTo>
                    <a:pt x="15038" y="43876"/>
                  </a:lnTo>
                  <a:lnTo>
                    <a:pt x="16438" y="45853"/>
                  </a:lnTo>
                  <a:lnTo>
                    <a:pt x="17180" y="46801"/>
                  </a:lnTo>
                  <a:lnTo>
                    <a:pt x="17922" y="47707"/>
                  </a:lnTo>
                  <a:lnTo>
                    <a:pt x="18663" y="48655"/>
                  </a:lnTo>
                  <a:lnTo>
                    <a:pt x="19446" y="49520"/>
                  </a:lnTo>
                  <a:lnTo>
                    <a:pt x="20270" y="50426"/>
                  </a:lnTo>
                  <a:lnTo>
                    <a:pt x="21094" y="51250"/>
                  </a:lnTo>
                  <a:lnTo>
                    <a:pt x="21217" y="51415"/>
                  </a:lnTo>
                  <a:lnTo>
                    <a:pt x="21341" y="51580"/>
                  </a:lnTo>
                  <a:lnTo>
                    <a:pt x="21753" y="51827"/>
                  </a:lnTo>
                  <a:lnTo>
                    <a:pt x="22247" y="52116"/>
                  </a:lnTo>
                  <a:lnTo>
                    <a:pt x="22907" y="52363"/>
                  </a:lnTo>
                  <a:lnTo>
                    <a:pt x="23689" y="52610"/>
                  </a:lnTo>
                  <a:lnTo>
                    <a:pt x="24554" y="52857"/>
                  </a:lnTo>
                  <a:lnTo>
                    <a:pt x="25543" y="53063"/>
                  </a:lnTo>
                  <a:lnTo>
                    <a:pt x="26614" y="53269"/>
                  </a:lnTo>
                  <a:lnTo>
                    <a:pt x="27809" y="53434"/>
                  </a:lnTo>
                  <a:lnTo>
                    <a:pt x="29045" y="53599"/>
                  </a:lnTo>
                  <a:lnTo>
                    <a:pt x="30405" y="53763"/>
                  </a:lnTo>
                  <a:lnTo>
                    <a:pt x="31805" y="53846"/>
                  </a:lnTo>
                  <a:lnTo>
                    <a:pt x="33247" y="53969"/>
                  </a:lnTo>
                  <a:lnTo>
                    <a:pt x="34772" y="54011"/>
                  </a:lnTo>
                  <a:lnTo>
                    <a:pt x="36337" y="54052"/>
                  </a:lnTo>
                  <a:lnTo>
                    <a:pt x="37985" y="54093"/>
                  </a:lnTo>
                  <a:lnTo>
                    <a:pt x="39509" y="54052"/>
                  </a:lnTo>
                  <a:lnTo>
                    <a:pt x="41034" y="54011"/>
                  </a:lnTo>
                  <a:lnTo>
                    <a:pt x="42517" y="53969"/>
                  </a:lnTo>
                  <a:lnTo>
                    <a:pt x="43959" y="53887"/>
                  </a:lnTo>
                  <a:lnTo>
                    <a:pt x="45318" y="53763"/>
                  </a:lnTo>
                  <a:lnTo>
                    <a:pt x="46595" y="53640"/>
                  </a:lnTo>
                  <a:lnTo>
                    <a:pt x="47831" y="53475"/>
                  </a:lnTo>
                  <a:lnTo>
                    <a:pt x="48985" y="53310"/>
                  </a:lnTo>
                  <a:lnTo>
                    <a:pt x="50056" y="53145"/>
                  </a:lnTo>
                  <a:lnTo>
                    <a:pt x="51045" y="52939"/>
                  </a:lnTo>
                  <a:lnTo>
                    <a:pt x="51910" y="52733"/>
                  </a:lnTo>
                  <a:lnTo>
                    <a:pt x="52693" y="52486"/>
                  </a:lnTo>
                  <a:lnTo>
                    <a:pt x="53393" y="52239"/>
                  </a:lnTo>
                  <a:lnTo>
                    <a:pt x="53929" y="51992"/>
                  </a:lnTo>
                  <a:lnTo>
                    <a:pt x="54382" y="51704"/>
                  </a:lnTo>
                  <a:lnTo>
                    <a:pt x="54711" y="51456"/>
                  </a:lnTo>
                  <a:lnTo>
                    <a:pt x="55371" y="50715"/>
                  </a:lnTo>
                  <a:lnTo>
                    <a:pt x="56153" y="49808"/>
                  </a:lnTo>
                  <a:lnTo>
                    <a:pt x="57183" y="48490"/>
                  </a:lnTo>
                  <a:lnTo>
                    <a:pt x="58419" y="46801"/>
                  </a:lnTo>
                  <a:lnTo>
                    <a:pt x="59078" y="45812"/>
                  </a:lnTo>
                  <a:lnTo>
                    <a:pt x="59779" y="44700"/>
                  </a:lnTo>
                  <a:lnTo>
                    <a:pt x="60520" y="43505"/>
                  </a:lnTo>
                  <a:lnTo>
                    <a:pt x="61262" y="42187"/>
                  </a:lnTo>
                  <a:lnTo>
                    <a:pt x="62045" y="40786"/>
                  </a:lnTo>
                  <a:lnTo>
                    <a:pt x="62827" y="39303"/>
                  </a:lnTo>
                  <a:lnTo>
                    <a:pt x="63610" y="37655"/>
                  </a:lnTo>
                  <a:lnTo>
                    <a:pt x="64434" y="35966"/>
                  </a:lnTo>
                  <a:lnTo>
                    <a:pt x="65217" y="34112"/>
                  </a:lnTo>
                  <a:lnTo>
                    <a:pt x="66041" y="32176"/>
                  </a:lnTo>
                  <a:lnTo>
                    <a:pt x="66824" y="30116"/>
                  </a:lnTo>
                  <a:lnTo>
                    <a:pt x="67565" y="27973"/>
                  </a:lnTo>
                  <a:lnTo>
                    <a:pt x="68307" y="25708"/>
                  </a:lnTo>
                  <a:lnTo>
                    <a:pt x="69007" y="23318"/>
                  </a:lnTo>
                  <a:lnTo>
                    <a:pt x="69708" y="20805"/>
                  </a:lnTo>
                  <a:lnTo>
                    <a:pt x="70367" y="18168"/>
                  </a:lnTo>
                  <a:lnTo>
                    <a:pt x="70943" y="15449"/>
                  </a:lnTo>
                  <a:lnTo>
                    <a:pt x="71520" y="12607"/>
                  </a:lnTo>
                  <a:lnTo>
                    <a:pt x="72015" y="9640"/>
                  </a:lnTo>
                  <a:lnTo>
                    <a:pt x="72427" y="6551"/>
                  </a:lnTo>
                  <a:lnTo>
                    <a:pt x="72839" y="3337"/>
                  </a:lnTo>
                  <a:lnTo>
                    <a:pt x="73127" y="0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2"/>
            <p:cNvSpPr/>
            <p:nvPr/>
          </p:nvSpPr>
          <p:spPr>
            <a:xfrm>
              <a:off x="2096150" y="3877150"/>
              <a:ext cx="1828175" cy="1352325"/>
            </a:xfrm>
            <a:custGeom>
              <a:rect b="b" l="l" r="r" t="t"/>
              <a:pathLst>
                <a:path extrusionOk="0" fill="none" h="54093" w="73127">
                  <a:moveTo>
                    <a:pt x="73127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06" y="1483"/>
                  </a:lnTo>
                  <a:lnTo>
                    <a:pt x="412" y="3172"/>
                  </a:lnTo>
                  <a:lnTo>
                    <a:pt x="783" y="5479"/>
                  </a:lnTo>
                  <a:lnTo>
                    <a:pt x="1319" y="8281"/>
                  </a:lnTo>
                  <a:lnTo>
                    <a:pt x="1978" y="11453"/>
                  </a:lnTo>
                  <a:lnTo>
                    <a:pt x="2390" y="13225"/>
                  </a:lnTo>
                  <a:lnTo>
                    <a:pt x="2802" y="15037"/>
                  </a:lnTo>
                  <a:lnTo>
                    <a:pt x="3296" y="16932"/>
                  </a:lnTo>
                  <a:lnTo>
                    <a:pt x="3832" y="18869"/>
                  </a:lnTo>
                  <a:lnTo>
                    <a:pt x="4450" y="20887"/>
                  </a:lnTo>
                  <a:lnTo>
                    <a:pt x="5109" y="22906"/>
                  </a:lnTo>
                  <a:lnTo>
                    <a:pt x="5809" y="25007"/>
                  </a:lnTo>
                  <a:lnTo>
                    <a:pt x="6551" y="27108"/>
                  </a:lnTo>
                  <a:lnTo>
                    <a:pt x="7375" y="29251"/>
                  </a:lnTo>
                  <a:lnTo>
                    <a:pt x="8281" y="31393"/>
                  </a:lnTo>
                  <a:lnTo>
                    <a:pt x="9229" y="33535"/>
                  </a:lnTo>
                  <a:lnTo>
                    <a:pt x="10259" y="35636"/>
                  </a:lnTo>
                  <a:lnTo>
                    <a:pt x="11330" y="37737"/>
                  </a:lnTo>
                  <a:lnTo>
                    <a:pt x="12525" y="39838"/>
                  </a:lnTo>
                  <a:lnTo>
                    <a:pt x="13761" y="41898"/>
                  </a:lnTo>
                  <a:lnTo>
                    <a:pt x="15038" y="43876"/>
                  </a:lnTo>
                  <a:lnTo>
                    <a:pt x="16438" y="45853"/>
                  </a:lnTo>
                  <a:lnTo>
                    <a:pt x="17180" y="46801"/>
                  </a:lnTo>
                  <a:lnTo>
                    <a:pt x="17922" y="47707"/>
                  </a:lnTo>
                  <a:lnTo>
                    <a:pt x="18663" y="48655"/>
                  </a:lnTo>
                  <a:lnTo>
                    <a:pt x="19446" y="49520"/>
                  </a:lnTo>
                  <a:lnTo>
                    <a:pt x="20270" y="50426"/>
                  </a:lnTo>
                  <a:lnTo>
                    <a:pt x="21094" y="51250"/>
                  </a:lnTo>
                  <a:lnTo>
                    <a:pt x="21094" y="51250"/>
                  </a:lnTo>
                  <a:lnTo>
                    <a:pt x="21217" y="51415"/>
                  </a:lnTo>
                  <a:lnTo>
                    <a:pt x="21341" y="51580"/>
                  </a:lnTo>
                  <a:lnTo>
                    <a:pt x="21753" y="51827"/>
                  </a:lnTo>
                  <a:lnTo>
                    <a:pt x="22247" y="52116"/>
                  </a:lnTo>
                  <a:lnTo>
                    <a:pt x="22907" y="52363"/>
                  </a:lnTo>
                  <a:lnTo>
                    <a:pt x="23689" y="52610"/>
                  </a:lnTo>
                  <a:lnTo>
                    <a:pt x="24554" y="52857"/>
                  </a:lnTo>
                  <a:lnTo>
                    <a:pt x="25543" y="53063"/>
                  </a:lnTo>
                  <a:lnTo>
                    <a:pt x="26614" y="53269"/>
                  </a:lnTo>
                  <a:lnTo>
                    <a:pt x="27809" y="53434"/>
                  </a:lnTo>
                  <a:lnTo>
                    <a:pt x="29045" y="53599"/>
                  </a:lnTo>
                  <a:lnTo>
                    <a:pt x="30405" y="53763"/>
                  </a:lnTo>
                  <a:lnTo>
                    <a:pt x="31805" y="53846"/>
                  </a:lnTo>
                  <a:lnTo>
                    <a:pt x="33247" y="53969"/>
                  </a:lnTo>
                  <a:lnTo>
                    <a:pt x="34772" y="54011"/>
                  </a:lnTo>
                  <a:lnTo>
                    <a:pt x="36337" y="54052"/>
                  </a:lnTo>
                  <a:lnTo>
                    <a:pt x="37985" y="54093"/>
                  </a:lnTo>
                  <a:lnTo>
                    <a:pt x="37985" y="54093"/>
                  </a:lnTo>
                  <a:lnTo>
                    <a:pt x="39509" y="54052"/>
                  </a:lnTo>
                  <a:lnTo>
                    <a:pt x="41034" y="54011"/>
                  </a:lnTo>
                  <a:lnTo>
                    <a:pt x="42517" y="53969"/>
                  </a:lnTo>
                  <a:lnTo>
                    <a:pt x="43959" y="53887"/>
                  </a:lnTo>
                  <a:lnTo>
                    <a:pt x="45318" y="53763"/>
                  </a:lnTo>
                  <a:lnTo>
                    <a:pt x="46595" y="53640"/>
                  </a:lnTo>
                  <a:lnTo>
                    <a:pt x="47831" y="53475"/>
                  </a:lnTo>
                  <a:lnTo>
                    <a:pt x="48985" y="53310"/>
                  </a:lnTo>
                  <a:lnTo>
                    <a:pt x="50056" y="53145"/>
                  </a:lnTo>
                  <a:lnTo>
                    <a:pt x="51045" y="52939"/>
                  </a:lnTo>
                  <a:lnTo>
                    <a:pt x="51910" y="52733"/>
                  </a:lnTo>
                  <a:lnTo>
                    <a:pt x="52693" y="52486"/>
                  </a:lnTo>
                  <a:lnTo>
                    <a:pt x="53393" y="52239"/>
                  </a:lnTo>
                  <a:lnTo>
                    <a:pt x="53929" y="51992"/>
                  </a:lnTo>
                  <a:lnTo>
                    <a:pt x="54382" y="51704"/>
                  </a:lnTo>
                  <a:lnTo>
                    <a:pt x="54711" y="51456"/>
                  </a:lnTo>
                  <a:lnTo>
                    <a:pt x="54711" y="51456"/>
                  </a:lnTo>
                  <a:lnTo>
                    <a:pt x="54711" y="51456"/>
                  </a:lnTo>
                  <a:lnTo>
                    <a:pt x="55371" y="50715"/>
                  </a:lnTo>
                  <a:lnTo>
                    <a:pt x="56153" y="49808"/>
                  </a:lnTo>
                  <a:lnTo>
                    <a:pt x="57183" y="48490"/>
                  </a:lnTo>
                  <a:lnTo>
                    <a:pt x="58419" y="46801"/>
                  </a:lnTo>
                  <a:lnTo>
                    <a:pt x="59078" y="45812"/>
                  </a:lnTo>
                  <a:lnTo>
                    <a:pt x="59779" y="44700"/>
                  </a:lnTo>
                  <a:lnTo>
                    <a:pt x="60520" y="43505"/>
                  </a:lnTo>
                  <a:lnTo>
                    <a:pt x="61262" y="42187"/>
                  </a:lnTo>
                  <a:lnTo>
                    <a:pt x="62045" y="40786"/>
                  </a:lnTo>
                  <a:lnTo>
                    <a:pt x="62827" y="39303"/>
                  </a:lnTo>
                  <a:lnTo>
                    <a:pt x="63610" y="37655"/>
                  </a:lnTo>
                  <a:lnTo>
                    <a:pt x="64434" y="35966"/>
                  </a:lnTo>
                  <a:lnTo>
                    <a:pt x="65217" y="34112"/>
                  </a:lnTo>
                  <a:lnTo>
                    <a:pt x="66041" y="32176"/>
                  </a:lnTo>
                  <a:lnTo>
                    <a:pt x="66824" y="30116"/>
                  </a:lnTo>
                  <a:lnTo>
                    <a:pt x="67565" y="27973"/>
                  </a:lnTo>
                  <a:lnTo>
                    <a:pt x="68307" y="25708"/>
                  </a:lnTo>
                  <a:lnTo>
                    <a:pt x="69007" y="23318"/>
                  </a:lnTo>
                  <a:lnTo>
                    <a:pt x="69708" y="20805"/>
                  </a:lnTo>
                  <a:lnTo>
                    <a:pt x="70367" y="18168"/>
                  </a:lnTo>
                  <a:lnTo>
                    <a:pt x="70943" y="15449"/>
                  </a:lnTo>
                  <a:lnTo>
                    <a:pt x="71520" y="12607"/>
                  </a:lnTo>
                  <a:lnTo>
                    <a:pt x="72015" y="9640"/>
                  </a:lnTo>
                  <a:lnTo>
                    <a:pt x="72427" y="6551"/>
                  </a:lnTo>
                  <a:lnTo>
                    <a:pt x="72839" y="3337"/>
                  </a:lnTo>
                  <a:lnTo>
                    <a:pt x="7312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2"/>
            <p:cNvSpPr/>
            <p:nvPr/>
          </p:nvSpPr>
          <p:spPr>
            <a:xfrm>
              <a:off x="2458700" y="4023400"/>
              <a:ext cx="1450200" cy="1206075"/>
            </a:xfrm>
            <a:custGeom>
              <a:rect b="b" l="l" r="r" t="t"/>
              <a:pathLst>
                <a:path extrusionOk="0" h="48243" w="58008">
                  <a:moveTo>
                    <a:pt x="58007" y="0"/>
                  </a:moveTo>
                  <a:lnTo>
                    <a:pt x="57348" y="1112"/>
                  </a:lnTo>
                  <a:lnTo>
                    <a:pt x="56689" y="2184"/>
                  </a:lnTo>
                  <a:lnTo>
                    <a:pt x="55288" y="4326"/>
                  </a:lnTo>
                  <a:lnTo>
                    <a:pt x="53887" y="6427"/>
                  </a:lnTo>
                  <a:lnTo>
                    <a:pt x="52486" y="8569"/>
                  </a:lnTo>
                  <a:lnTo>
                    <a:pt x="50962" y="11000"/>
                  </a:lnTo>
                  <a:lnTo>
                    <a:pt x="49438" y="13431"/>
                  </a:lnTo>
                  <a:lnTo>
                    <a:pt x="48655" y="14625"/>
                  </a:lnTo>
                  <a:lnTo>
                    <a:pt x="47831" y="15820"/>
                  </a:lnTo>
                  <a:lnTo>
                    <a:pt x="47007" y="17015"/>
                  </a:lnTo>
                  <a:lnTo>
                    <a:pt x="46183" y="18168"/>
                  </a:lnTo>
                  <a:lnTo>
                    <a:pt x="45318" y="19240"/>
                  </a:lnTo>
                  <a:lnTo>
                    <a:pt x="44453" y="20270"/>
                  </a:lnTo>
                  <a:lnTo>
                    <a:pt x="43588" y="21300"/>
                  </a:lnTo>
                  <a:lnTo>
                    <a:pt x="42681" y="22288"/>
                  </a:lnTo>
                  <a:lnTo>
                    <a:pt x="41775" y="23236"/>
                  </a:lnTo>
                  <a:lnTo>
                    <a:pt x="40827" y="24183"/>
                  </a:lnTo>
                  <a:lnTo>
                    <a:pt x="39839" y="25090"/>
                  </a:lnTo>
                  <a:lnTo>
                    <a:pt x="38891" y="25996"/>
                  </a:lnTo>
                  <a:lnTo>
                    <a:pt x="36872" y="27726"/>
                  </a:lnTo>
                  <a:lnTo>
                    <a:pt x="34812" y="29416"/>
                  </a:lnTo>
                  <a:lnTo>
                    <a:pt x="32670" y="31063"/>
                  </a:lnTo>
                  <a:lnTo>
                    <a:pt x="30528" y="32670"/>
                  </a:lnTo>
                  <a:lnTo>
                    <a:pt x="29416" y="33412"/>
                  </a:lnTo>
                  <a:lnTo>
                    <a:pt x="28262" y="34112"/>
                  </a:lnTo>
                  <a:lnTo>
                    <a:pt x="27108" y="34730"/>
                  </a:lnTo>
                  <a:lnTo>
                    <a:pt x="25914" y="35266"/>
                  </a:lnTo>
                  <a:lnTo>
                    <a:pt x="24719" y="35801"/>
                  </a:lnTo>
                  <a:lnTo>
                    <a:pt x="23442" y="36213"/>
                  </a:lnTo>
                  <a:lnTo>
                    <a:pt x="22206" y="36625"/>
                  </a:lnTo>
                  <a:lnTo>
                    <a:pt x="20929" y="36955"/>
                  </a:lnTo>
                  <a:lnTo>
                    <a:pt x="19610" y="37284"/>
                  </a:lnTo>
                  <a:lnTo>
                    <a:pt x="18333" y="37532"/>
                  </a:lnTo>
                  <a:lnTo>
                    <a:pt x="17015" y="37779"/>
                  </a:lnTo>
                  <a:lnTo>
                    <a:pt x="15697" y="37944"/>
                  </a:lnTo>
                  <a:lnTo>
                    <a:pt x="14378" y="38108"/>
                  </a:lnTo>
                  <a:lnTo>
                    <a:pt x="13060" y="38232"/>
                  </a:lnTo>
                  <a:lnTo>
                    <a:pt x="10423" y="38438"/>
                  </a:lnTo>
                  <a:lnTo>
                    <a:pt x="9228" y="38479"/>
                  </a:lnTo>
                  <a:lnTo>
                    <a:pt x="7993" y="38479"/>
                  </a:lnTo>
                  <a:lnTo>
                    <a:pt x="6715" y="38438"/>
                  </a:lnTo>
                  <a:lnTo>
                    <a:pt x="5397" y="38314"/>
                  </a:lnTo>
                  <a:lnTo>
                    <a:pt x="4038" y="38108"/>
                  </a:lnTo>
                  <a:lnTo>
                    <a:pt x="2678" y="37902"/>
                  </a:lnTo>
                  <a:lnTo>
                    <a:pt x="1318" y="37573"/>
                  </a:lnTo>
                  <a:lnTo>
                    <a:pt x="0" y="37202"/>
                  </a:lnTo>
                  <a:lnTo>
                    <a:pt x="742" y="38314"/>
                  </a:lnTo>
                  <a:lnTo>
                    <a:pt x="1524" y="39385"/>
                  </a:lnTo>
                  <a:lnTo>
                    <a:pt x="2307" y="40457"/>
                  </a:lnTo>
                  <a:lnTo>
                    <a:pt x="3090" y="41487"/>
                  </a:lnTo>
                  <a:lnTo>
                    <a:pt x="3955" y="42516"/>
                  </a:lnTo>
                  <a:lnTo>
                    <a:pt x="4779" y="43505"/>
                  </a:lnTo>
                  <a:lnTo>
                    <a:pt x="5685" y="44494"/>
                  </a:lnTo>
                  <a:lnTo>
                    <a:pt x="6592" y="45400"/>
                  </a:lnTo>
                  <a:lnTo>
                    <a:pt x="6715" y="45565"/>
                  </a:lnTo>
                  <a:lnTo>
                    <a:pt x="6839" y="45730"/>
                  </a:lnTo>
                  <a:lnTo>
                    <a:pt x="7251" y="45977"/>
                  </a:lnTo>
                  <a:lnTo>
                    <a:pt x="7745" y="46266"/>
                  </a:lnTo>
                  <a:lnTo>
                    <a:pt x="8405" y="46513"/>
                  </a:lnTo>
                  <a:lnTo>
                    <a:pt x="9187" y="46760"/>
                  </a:lnTo>
                  <a:lnTo>
                    <a:pt x="10052" y="47007"/>
                  </a:lnTo>
                  <a:lnTo>
                    <a:pt x="11041" y="47213"/>
                  </a:lnTo>
                  <a:lnTo>
                    <a:pt x="12112" y="47419"/>
                  </a:lnTo>
                  <a:lnTo>
                    <a:pt x="13307" y="47584"/>
                  </a:lnTo>
                  <a:lnTo>
                    <a:pt x="14543" y="47749"/>
                  </a:lnTo>
                  <a:lnTo>
                    <a:pt x="15903" y="47913"/>
                  </a:lnTo>
                  <a:lnTo>
                    <a:pt x="17303" y="47996"/>
                  </a:lnTo>
                  <a:lnTo>
                    <a:pt x="18745" y="48119"/>
                  </a:lnTo>
                  <a:lnTo>
                    <a:pt x="20270" y="48161"/>
                  </a:lnTo>
                  <a:lnTo>
                    <a:pt x="21835" y="48202"/>
                  </a:lnTo>
                  <a:lnTo>
                    <a:pt x="23483" y="48243"/>
                  </a:lnTo>
                  <a:lnTo>
                    <a:pt x="25007" y="48202"/>
                  </a:lnTo>
                  <a:lnTo>
                    <a:pt x="26532" y="48161"/>
                  </a:lnTo>
                  <a:lnTo>
                    <a:pt x="28015" y="48119"/>
                  </a:lnTo>
                  <a:lnTo>
                    <a:pt x="29457" y="48037"/>
                  </a:lnTo>
                  <a:lnTo>
                    <a:pt x="30816" y="47913"/>
                  </a:lnTo>
                  <a:lnTo>
                    <a:pt x="32093" y="47790"/>
                  </a:lnTo>
                  <a:lnTo>
                    <a:pt x="33329" y="47625"/>
                  </a:lnTo>
                  <a:lnTo>
                    <a:pt x="34483" y="47460"/>
                  </a:lnTo>
                  <a:lnTo>
                    <a:pt x="35554" y="47295"/>
                  </a:lnTo>
                  <a:lnTo>
                    <a:pt x="36543" y="47089"/>
                  </a:lnTo>
                  <a:lnTo>
                    <a:pt x="37408" y="46883"/>
                  </a:lnTo>
                  <a:lnTo>
                    <a:pt x="38191" y="46636"/>
                  </a:lnTo>
                  <a:lnTo>
                    <a:pt x="38891" y="46389"/>
                  </a:lnTo>
                  <a:lnTo>
                    <a:pt x="39427" y="46142"/>
                  </a:lnTo>
                  <a:lnTo>
                    <a:pt x="39880" y="45854"/>
                  </a:lnTo>
                  <a:lnTo>
                    <a:pt x="40209" y="45606"/>
                  </a:lnTo>
                  <a:lnTo>
                    <a:pt x="40827" y="44947"/>
                  </a:lnTo>
                  <a:lnTo>
                    <a:pt x="41528" y="44123"/>
                  </a:lnTo>
                  <a:lnTo>
                    <a:pt x="42434" y="42970"/>
                  </a:lnTo>
                  <a:lnTo>
                    <a:pt x="43546" y="41445"/>
                  </a:lnTo>
                  <a:lnTo>
                    <a:pt x="44782" y="39591"/>
                  </a:lnTo>
                  <a:lnTo>
                    <a:pt x="45483" y="38520"/>
                  </a:lnTo>
                  <a:lnTo>
                    <a:pt x="46183" y="37367"/>
                  </a:lnTo>
                  <a:lnTo>
                    <a:pt x="46884" y="36131"/>
                  </a:lnTo>
                  <a:lnTo>
                    <a:pt x="47625" y="34771"/>
                  </a:lnTo>
                  <a:lnTo>
                    <a:pt x="48367" y="33329"/>
                  </a:lnTo>
                  <a:lnTo>
                    <a:pt x="49108" y="31805"/>
                  </a:lnTo>
                  <a:lnTo>
                    <a:pt x="49891" y="30198"/>
                  </a:lnTo>
                  <a:lnTo>
                    <a:pt x="50633" y="28468"/>
                  </a:lnTo>
                  <a:lnTo>
                    <a:pt x="51374" y="26655"/>
                  </a:lnTo>
                  <a:lnTo>
                    <a:pt x="52116" y="24760"/>
                  </a:lnTo>
                  <a:lnTo>
                    <a:pt x="52857" y="22741"/>
                  </a:lnTo>
                  <a:lnTo>
                    <a:pt x="53558" y="20599"/>
                  </a:lnTo>
                  <a:lnTo>
                    <a:pt x="54217" y="18416"/>
                  </a:lnTo>
                  <a:lnTo>
                    <a:pt x="54876" y="16067"/>
                  </a:lnTo>
                  <a:lnTo>
                    <a:pt x="55494" y="13678"/>
                  </a:lnTo>
                  <a:lnTo>
                    <a:pt x="56112" y="11165"/>
                  </a:lnTo>
                  <a:lnTo>
                    <a:pt x="56647" y="8528"/>
                  </a:lnTo>
                  <a:lnTo>
                    <a:pt x="57142" y="5809"/>
                  </a:lnTo>
                  <a:lnTo>
                    <a:pt x="57595" y="2966"/>
                  </a:lnTo>
                  <a:lnTo>
                    <a:pt x="58007" y="0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2"/>
            <p:cNvSpPr/>
            <p:nvPr/>
          </p:nvSpPr>
          <p:spPr>
            <a:xfrm>
              <a:off x="2458700" y="4023400"/>
              <a:ext cx="1450200" cy="1206075"/>
            </a:xfrm>
            <a:custGeom>
              <a:rect b="b" l="l" r="r" t="t"/>
              <a:pathLst>
                <a:path extrusionOk="0" fill="none" h="48243" w="58008">
                  <a:moveTo>
                    <a:pt x="52486" y="8569"/>
                  </a:moveTo>
                  <a:lnTo>
                    <a:pt x="52486" y="8569"/>
                  </a:lnTo>
                  <a:lnTo>
                    <a:pt x="50962" y="11000"/>
                  </a:lnTo>
                  <a:lnTo>
                    <a:pt x="49438" y="13431"/>
                  </a:lnTo>
                  <a:lnTo>
                    <a:pt x="48655" y="14625"/>
                  </a:lnTo>
                  <a:lnTo>
                    <a:pt x="47831" y="15820"/>
                  </a:lnTo>
                  <a:lnTo>
                    <a:pt x="47007" y="17015"/>
                  </a:lnTo>
                  <a:lnTo>
                    <a:pt x="46183" y="18168"/>
                  </a:lnTo>
                  <a:lnTo>
                    <a:pt x="46183" y="18168"/>
                  </a:lnTo>
                  <a:lnTo>
                    <a:pt x="45318" y="19240"/>
                  </a:lnTo>
                  <a:lnTo>
                    <a:pt x="44453" y="20270"/>
                  </a:lnTo>
                  <a:lnTo>
                    <a:pt x="43588" y="21300"/>
                  </a:lnTo>
                  <a:lnTo>
                    <a:pt x="42681" y="22288"/>
                  </a:lnTo>
                  <a:lnTo>
                    <a:pt x="41775" y="23236"/>
                  </a:lnTo>
                  <a:lnTo>
                    <a:pt x="40827" y="24183"/>
                  </a:lnTo>
                  <a:lnTo>
                    <a:pt x="39839" y="25090"/>
                  </a:lnTo>
                  <a:lnTo>
                    <a:pt x="38891" y="25996"/>
                  </a:lnTo>
                  <a:lnTo>
                    <a:pt x="36872" y="27726"/>
                  </a:lnTo>
                  <a:lnTo>
                    <a:pt x="34812" y="29416"/>
                  </a:lnTo>
                  <a:lnTo>
                    <a:pt x="32670" y="31063"/>
                  </a:lnTo>
                  <a:lnTo>
                    <a:pt x="30528" y="32670"/>
                  </a:lnTo>
                  <a:lnTo>
                    <a:pt x="30528" y="32670"/>
                  </a:lnTo>
                  <a:lnTo>
                    <a:pt x="29416" y="33412"/>
                  </a:lnTo>
                  <a:lnTo>
                    <a:pt x="28262" y="34112"/>
                  </a:lnTo>
                  <a:lnTo>
                    <a:pt x="27108" y="34730"/>
                  </a:lnTo>
                  <a:lnTo>
                    <a:pt x="25914" y="35266"/>
                  </a:lnTo>
                  <a:lnTo>
                    <a:pt x="24719" y="35801"/>
                  </a:lnTo>
                  <a:lnTo>
                    <a:pt x="23442" y="36213"/>
                  </a:lnTo>
                  <a:lnTo>
                    <a:pt x="22206" y="36625"/>
                  </a:lnTo>
                  <a:lnTo>
                    <a:pt x="20929" y="36955"/>
                  </a:lnTo>
                  <a:lnTo>
                    <a:pt x="19610" y="37284"/>
                  </a:lnTo>
                  <a:lnTo>
                    <a:pt x="18333" y="37532"/>
                  </a:lnTo>
                  <a:lnTo>
                    <a:pt x="17015" y="37779"/>
                  </a:lnTo>
                  <a:lnTo>
                    <a:pt x="15697" y="37944"/>
                  </a:lnTo>
                  <a:lnTo>
                    <a:pt x="14378" y="38108"/>
                  </a:lnTo>
                  <a:lnTo>
                    <a:pt x="13060" y="38232"/>
                  </a:lnTo>
                  <a:lnTo>
                    <a:pt x="10423" y="38438"/>
                  </a:lnTo>
                  <a:lnTo>
                    <a:pt x="10423" y="38438"/>
                  </a:lnTo>
                  <a:lnTo>
                    <a:pt x="9228" y="38479"/>
                  </a:lnTo>
                  <a:lnTo>
                    <a:pt x="7993" y="38479"/>
                  </a:lnTo>
                  <a:lnTo>
                    <a:pt x="6715" y="38438"/>
                  </a:lnTo>
                  <a:lnTo>
                    <a:pt x="5397" y="38314"/>
                  </a:lnTo>
                  <a:lnTo>
                    <a:pt x="4038" y="38108"/>
                  </a:lnTo>
                  <a:lnTo>
                    <a:pt x="2678" y="37902"/>
                  </a:lnTo>
                  <a:lnTo>
                    <a:pt x="1318" y="37573"/>
                  </a:lnTo>
                  <a:lnTo>
                    <a:pt x="0" y="37202"/>
                  </a:lnTo>
                  <a:lnTo>
                    <a:pt x="0" y="37202"/>
                  </a:lnTo>
                  <a:lnTo>
                    <a:pt x="742" y="38314"/>
                  </a:lnTo>
                  <a:lnTo>
                    <a:pt x="1524" y="39385"/>
                  </a:lnTo>
                  <a:lnTo>
                    <a:pt x="2307" y="40457"/>
                  </a:lnTo>
                  <a:lnTo>
                    <a:pt x="3090" y="41487"/>
                  </a:lnTo>
                  <a:lnTo>
                    <a:pt x="3955" y="42516"/>
                  </a:lnTo>
                  <a:lnTo>
                    <a:pt x="4779" y="43505"/>
                  </a:lnTo>
                  <a:lnTo>
                    <a:pt x="5685" y="44494"/>
                  </a:lnTo>
                  <a:lnTo>
                    <a:pt x="6592" y="45400"/>
                  </a:lnTo>
                  <a:lnTo>
                    <a:pt x="6592" y="45400"/>
                  </a:lnTo>
                  <a:lnTo>
                    <a:pt x="6715" y="45565"/>
                  </a:lnTo>
                  <a:lnTo>
                    <a:pt x="6839" y="45730"/>
                  </a:lnTo>
                  <a:lnTo>
                    <a:pt x="7251" y="45977"/>
                  </a:lnTo>
                  <a:lnTo>
                    <a:pt x="7745" y="46266"/>
                  </a:lnTo>
                  <a:lnTo>
                    <a:pt x="8405" y="46513"/>
                  </a:lnTo>
                  <a:lnTo>
                    <a:pt x="9187" y="46760"/>
                  </a:lnTo>
                  <a:lnTo>
                    <a:pt x="10052" y="47007"/>
                  </a:lnTo>
                  <a:lnTo>
                    <a:pt x="11041" y="47213"/>
                  </a:lnTo>
                  <a:lnTo>
                    <a:pt x="12112" y="47419"/>
                  </a:lnTo>
                  <a:lnTo>
                    <a:pt x="13307" y="47584"/>
                  </a:lnTo>
                  <a:lnTo>
                    <a:pt x="14543" y="47749"/>
                  </a:lnTo>
                  <a:lnTo>
                    <a:pt x="15903" y="47913"/>
                  </a:lnTo>
                  <a:lnTo>
                    <a:pt x="17303" y="47996"/>
                  </a:lnTo>
                  <a:lnTo>
                    <a:pt x="18745" y="48119"/>
                  </a:lnTo>
                  <a:lnTo>
                    <a:pt x="20270" y="48161"/>
                  </a:lnTo>
                  <a:lnTo>
                    <a:pt x="21835" y="48202"/>
                  </a:lnTo>
                  <a:lnTo>
                    <a:pt x="23483" y="48243"/>
                  </a:lnTo>
                  <a:lnTo>
                    <a:pt x="23483" y="48243"/>
                  </a:lnTo>
                  <a:lnTo>
                    <a:pt x="25007" y="48202"/>
                  </a:lnTo>
                  <a:lnTo>
                    <a:pt x="26532" y="48161"/>
                  </a:lnTo>
                  <a:lnTo>
                    <a:pt x="28015" y="48119"/>
                  </a:lnTo>
                  <a:lnTo>
                    <a:pt x="29457" y="48037"/>
                  </a:lnTo>
                  <a:lnTo>
                    <a:pt x="30816" y="47913"/>
                  </a:lnTo>
                  <a:lnTo>
                    <a:pt x="32093" y="47790"/>
                  </a:lnTo>
                  <a:lnTo>
                    <a:pt x="33329" y="47625"/>
                  </a:lnTo>
                  <a:lnTo>
                    <a:pt x="34483" y="47460"/>
                  </a:lnTo>
                  <a:lnTo>
                    <a:pt x="35554" y="47295"/>
                  </a:lnTo>
                  <a:lnTo>
                    <a:pt x="36543" y="47089"/>
                  </a:lnTo>
                  <a:lnTo>
                    <a:pt x="37408" y="46883"/>
                  </a:lnTo>
                  <a:lnTo>
                    <a:pt x="38191" y="46636"/>
                  </a:lnTo>
                  <a:lnTo>
                    <a:pt x="38891" y="46389"/>
                  </a:lnTo>
                  <a:lnTo>
                    <a:pt x="39427" y="46142"/>
                  </a:lnTo>
                  <a:lnTo>
                    <a:pt x="39880" y="45854"/>
                  </a:lnTo>
                  <a:lnTo>
                    <a:pt x="40209" y="45606"/>
                  </a:lnTo>
                  <a:lnTo>
                    <a:pt x="40209" y="45606"/>
                  </a:lnTo>
                  <a:lnTo>
                    <a:pt x="40209" y="45606"/>
                  </a:lnTo>
                  <a:lnTo>
                    <a:pt x="40827" y="44947"/>
                  </a:lnTo>
                  <a:lnTo>
                    <a:pt x="41528" y="44123"/>
                  </a:lnTo>
                  <a:lnTo>
                    <a:pt x="42434" y="42970"/>
                  </a:lnTo>
                  <a:lnTo>
                    <a:pt x="43546" y="41445"/>
                  </a:lnTo>
                  <a:lnTo>
                    <a:pt x="44782" y="39591"/>
                  </a:lnTo>
                  <a:lnTo>
                    <a:pt x="45483" y="38520"/>
                  </a:lnTo>
                  <a:lnTo>
                    <a:pt x="46183" y="37367"/>
                  </a:lnTo>
                  <a:lnTo>
                    <a:pt x="46884" y="36131"/>
                  </a:lnTo>
                  <a:lnTo>
                    <a:pt x="47625" y="34771"/>
                  </a:lnTo>
                  <a:lnTo>
                    <a:pt x="48367" y="33329"/>
                  </a:lnTo>
                  <a:lnTo>
                    <a:pt x="49108" y="31805"/>
                  </a:lnTo>
                  <a:lnTo>
                    <a:pt x="49891" y="30198"/>
                  </a:lnTo>
                  <a:lnTo>
                    <a:pt x="50633" y="28468"/>
                  </a:lnTo>
                  <a:lnTo>
                    <a:pt x="51374" y="26655"/>
                  </a:lnTo>
                  <a:lnTo>
                    <a:pt x="52116" y="24760"/>
                  </a:lnTo>
                  <a:lnTo>
                    <a:pt x="52857" y="22741"/>
                  </a:lnTo>
                  <a:lnTo>
                    <a:pt x="53558" y="20599"/>
                  </a:lnTo>
                  <a:lnTo>
                    <a:pt x="54217" y="18416"/>
                  </a:lnTo>
                  <a:lnTo>
                    <a:pt x="54876" y="16067"/>
                  </a:lnTo>
                  <a:lnTo>
                    <a:pt x="55494" y="13678"/>
                  </a:lnTo>
                  <a:lnTo>
                    <a:pt x="56112" y="11165"/>
                  </a:lnTo>
                  <a:lnTo>
                    <a:pt x="56647" y="8528"/>
                  </a:lnTo>
                  <a:lnTo>
                    <a:pt x="57142" y="5809"/>
                  </a:lnTo>
                  <a:lnTo>
                    <a:pt x="57595" y="2966"/>
                  </a:lnTo>
                  <a:lnTo>
                    <a:pt x="58007" y="0"/>
                  </a:lnTo>
                  <a:lnTo>
                    <a:pt x="58007" y="0"/>
                  </a:lnTo>
                  <a:lnTo>
                    <a:pt x="57348" y="1112"/>
                  </a:lnTo>
                  <a:lnTo>
                    <a:pt x="56689" y="2184"/>
                  </a:lnTo>
                  <a:lnTo>
                    <a:pt x="55288" y="4326"/>
                  </a:lnTo>
                  <a:lnTo>
                    <a:pt x="53887" y="6427"/>
                  </a:lnTo>
                  <a:lnTo>
                    <a:pt x="52486" y="85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2"/>
            <p:cNvSpPr/>
            <p:nvPr/>
          </p:nvSpPr>
          <p:spPr>
            <a:xfrm>
              <a:off x="2096150" y="3477525"/>
              <a:ext cx="1828175" cy="642700"/>
            </a:xfrm>
            <a:custGeom>
              <a:rect b="b" l="l" r="r" t="t"/>
              <a:pathLst>
                <a:path extrusionOk="0" h="25708" w="73127">
                  <a:moveTo>
                    <a:pt x="34689" y="0"/>
                  </a:moveTo>
                  <a:lnTo>
                    <a:pt x="32835" y="83"/>
                  </a:lnTo>
                  <a:lnTo>
                    <a:pt x="31023" y="165"/>
                  </a:lnTo>
                  <a:lnTo>
                    <a:pt x="29210" y="289"/>
                  </a:lnTo>
                  <a:lnTo>
                    <a:pt x="27438" y="495"/>
                  </a:lnTo>
                  <a:lnTo>
                    <a:pt x="25708" y="701"/>
                  </a:lnTo>
                  <a:lnTo>
                    <a:pt x="24019" y="948"/>
                  </a:lnTo>
                  <a:lnTo>
                    <a:pt x="22330" y="1236"/>
                  </a:lnTo>
                  <a:lnTo>
                    <a:pt x="20723" y="1566"/>
                  </a:lnTo>
                  <a:lnTo>
                    <a:pt x="19157" y="1895"/>
                  </a:lnTo>
                  <a:lnTo>
                    <a:pt x="17633" y="2307"/>
                  </a:lnTo>
                  <a:lnTo>
                    <a:pt x="16150" y="2719"/>
                  </a:lnTo>
                  <a:lnTo>
                    <a:pt x="14708" y="3172"/>
                  </a:lnTo>
                  <a:lnTo>
                    <a:pt x="13307" y="3626"/>
                  </a:lnTo>
                  <a:lnTo>
                    <a:pt x="11989" y="4161"/>
                  </a:lnTo>
                  <a:lnTo>
                    <a:pt x="10712" y="4656"/>
                  </a:lnTo>
                  <a:lnTo>
                    <a:pt x="9517" y="5232"/>
                  </a:lnTo>
                  <a:lnTo>
                    <a:pt x="8364" y="5809"/>
                  </a:lnTo>
                  <a:lnTo>
                    <a:pt x="7292" y="6427"/>
                  </a:lnTo>
                  <a:lnTo>
                    <a:pt x="6262" y="7045"/>
                  </a:lnTo>
                  <a:lnTo>
                    <a:pt x="5315" y="7704"/>
                  </a:lnTo>
                  <a:lnTo>
                    <a:pt x="4450" y="8363"/>
                  </a:lnTo>
                  <a:lnTo>
                    <a:pt x="3626" y="9064"/>
                  </a:lnTo>
                  <a:lnTo>
                    <a:pt x="2884" y="9764"/>
                  </a:lnTo>
                  <a:lnTo>
                    <a:pt x="2225" y="10506"/>
                  </a:lnTo>
                  <a:lnTo>
                    <a:pt x="1648" y="11247"/>
                  </a:lnTo>
                  <a:lnTo>
                    <a:pt x="1154" y="11989"/>
                  </a:lnTo>
                  <a:lnTo>
                    <a:pt x="783" y="12772"/>
                  </a:lnTo>
                  <a:lnTo>
                    <a:pt x="454" y="13554"/>
                  </a:lnTo>
                  <a:lnTo>
                    <a:pt x="206" y="14337"/>
                  </a:lnTo>
                  <a:lnTo>
                    <a:pt x="83" y="15161"/>
                  </a:lnTo>
                  <a:lnTo>
                    <a:pt x="0" y="15985"/>
                  </a:lnTo>
                  <a:lnTo>
                    <a:pt x="42" y="16685"/>
                  </a:lnTo>
                  <a:lnTo>
                    <a:pt x="165" y="17345"/>
                  </a:lnTo>
                  <a:lnTo>
                    <a:pt x="330" y="18004"/>
                  </a:lnTo>
                  <a:lnTo>
                    <a:pt x="536" y="18663"/>
                  </a:lnTo>
                  <a:lnTo>
                    <a:pt x="824" y="19322"/>
                  </a:lnTo>
                  <a:lnTo>
                    <a:pt x="1154" y="19981"/>
                  </a:lnTo>
                  <a:lnTo>
                    <a:pt x="1566" y="20599"/>
                  </a:lnTo>
                  <a:lnTo>
                    <a:pt x="2019" y="21217"/>
                  </a:lnTo>
                  <a:lnTo>
                    <a:pt x="2513" y="21835"/>
                  </a:lnTo>
                  <a:lnTo>
                    <a:pt x="3090" y="22412"/>
                  </a:lnTo>
                  <a:lnTo>
                    <a:pt x="3708" y="22989"/>
                  </a:lnTo>
                  <a:lnTo>
                    <a:pt x="4409" y="23565"/>
                  </a:lnTo>
                  <a:lnTo>
                    <a:pt x="5109" y="24142"/>
                  </a:lnTo>
                  <a:lnTo>
                    <a:pt x="5892" y="24678"/>
                  </a:lnTo>
                  <a:lnTo>
                    <a:pt x="6716" y="25213"/>
                  </a:lnTo>
                  <a:lnTo>
                    <a:pt x="7540" y="25708"/>
                  </a:lnTo>
                  <a:lnTo>
                    <a:pt x="7540" y="25708"/>
                  </a:lnTo>
                  <a:lnTo>
                    <a:pt x="7292" y="25255"/>
                  </a:lnTo>
                  <a:lnTo>
                    <a:pt x="7045" y="24801"/>
                  </a:lnTo>
                  <a:lnTo>
                    <a:pt x="6839" y="24348"/>
                  </a:lnTo>
                  <a:lnTo>
                    <a:pt x="6674" y="23895"/>
                  </a:lnTo>
                  <a:lnTo>
                    <a:pt x="6510" y="23401"/>
                  </a:lnTo>
                  <a:lnTo>
                    <a:pt x="6427" y="22947"/>
                  </a:lnTo>
                  <a:lnTo>
                    <a:pt x="6386" y="22453"/>
                  </a:lnTo>
                  <a:lnTo>
                    <a:pt x="6345" y="21959"/>
                  </a:lnTo>
                  <a:lnTo>
                    <a:pt x="6386" y="21300"/>
                  </a:lnTo>
                  <a:lnTo>
                    <a:pt x="6510" y="20599"/>
                  </a:lnTo>
                  <a:lnTo>
                    <a:pt x="6716" y="19899"/>
                  </a:lnTo>
                  <a:lnTo>
                    <a:pt x="6963" y="19240"/>
                  </a:lnTo>
                  <a:lnTo>
                    <a:pt x="7334" y="18581"/>
                  </a:lnTo>
                  <a:lnTo>
                    <a:pt x="7746" y="17963"/>
                  </a:lnTo>
                  <a:lnTo>
                    <a:pt x="8240" y="17345"/>
                  </a:lnTo>
                  <a:lnTo>
                    <a:pt x="8776" y="16727"/>
                  </a:lnTo>
                  <a:lnTo>
                    <a:pt x="9394" y="16109"/>
                  </a:lnTo>
                  <a:lnTo>
                    <a:pt x="10053" y="15532"/>
                  </a:lnTo>
                  <a:lnTo>
                    <a:pt x="10835" y="14955"/>
                  </a:lnTo>
                  <a:lnTo>
                    <a:pt x="11618" y="14420"/>
                  </a:lnTo>
                  <a:lnTo>
                    <a:pt x="12483" y="13884"/>
                  </a:lnTo>
                  <a:lnTo>
                    <a:pt x="13390" y="13390"/>
                  </a:lnTo>
                  <a:lnTo>
                    <a:pt x="14379" y="12895"/>
                  </a:lnTo>
                  <a:lnTo>
                    <a:pt x="15367" y="12442"/>
                  </a:lnTo>
                  <a:lnTo>
                    <a:pt x="16438" y="11989"/>
                  </a:lnTo>
                  <a:lnTo>
                    <a:pt x="17592" y="11536"/>
                  </a:lnTo>
                  <a:lnTo>
                    <a:pt x="18746" y="11165"/>
                  </a:lnTo>
                  <a:lnTo>
                    <a:pt x="19940" y="10753"/>
                  </a:lnTo>
                  <a:lnTo>
                    <a:pt x="21217" y="10423"/>
                  </a:lnTo>
                  <a:lnTo>
                    <a:pt x="22495" y="10094"/>
                  </a:lnTo>
                  <a:lnTo>
                    <a:pt x="23813" y="9805"/>
                  </a:lnTo>
                  <a:lnTo>
                    <a:pt x="25172" y="9517"/>
                  </a:lnTo>
                  <a:lnTo>
                    <a:pt x="26614" y="9270"/>
                  </a:lnTo>
                  <a:lnTo>
                    <a:pt x="28015" y="9064"/>
                  </a:lnTo>
                  <a:lnTo>
                    <a:pt x="29498" y="8899"/>
                  </a:lnTo>
                  <a:lnTo>
                    <a:pt x="30981" y="8734"/>
                  </a:lnTo>
                  <a:lnTo>
                    <a:pt x="32506" y="8611"/>
                  </a:lnTo>
                  <a:lnTo>
                    <a:pt x="34030" y="8528"/>
                  </a:lnTo>
                  <a:lnTo>
                    <a:pt x="35596" y="8487"/>
                  </a:lnTo>
                  <a:lnTo>
                    <a:pt x="37202" y="8446"/>
                  </a:lnTo>
                  <a:lnTo>
                    <a:pt x="38809" y="8487"/>
                  </a:lnTo>
                  <a:lnTo>
                    <a:pt x="40375" y="8528"/>
                  </a:lnTo>
                  <a:lnTo>
                    <a:pt x="41899" y="8611"/>
                  </a:lnTo>
                  <a:lnTo>
                    <a:pt x="43423" y="8734"/>
                  </a:lnTo>
                  <a:lnTo>
                    <a:pt x="44906" y="8899"/>
                  </a:lnTo>
                  <a:lnTo>
                    <a:pt x="46389" y="9064"/>
                  </a:lnTo>
                  <a:lnTo>
                    <a:pt x="47831" y="9270"/>
                  </a:lnTo>
                  <a:lnTo>
                    <a:pt x="49232" y="9517"/>
                  </a:lnTo>
                  <a:lnTo>
                    <a:pt x="50592" y="9805"/>
                  </a:lnTo>
                  <a:lnTo>
                    <a:pt x="51910" y="10094"/>
                  </a:lnTo>
                  <a:lnTo>
                    <a:pt x="53187" y="10423"/>
                  </a:lnTo>
                  <a:lnTo>
                    <a:pt x="54464" y="10753"/>
                  </a:lnTo>
                  <a:lnTo>
                    <a:pt x="55659" y="11165"/>
                  </a:lnTo>
                  <a:lnTo>
                    <a:pt x="56813" y="11536"/>
                  </a:lnTo>
                  <a:lnTo>
                    <a:pt x="57966" y="11989"/>
                  </a:lnTo>
                  <a:lnTo>
                    <a:pt x="59037" y="12442"/>
                  </a:lnTo>
                  <a:lnTo>
                    <a:pt x="60026" y="12895"/>
                  </a:lnTo>
                  <a:lnTo>
                    <a:pt x="61015" y="13390"/>
                  </a:lnTo>
                  <a:lnTo>
                    <a:pt x="61921" y="13884"/>
                  </a:lnTo>
                  <a:lnTo>
                    <a:pt x="62786" y="14420"/>
                  </a:lnTo>
                  <a:lnTo>
                    <a:pt x="63569" y="14955"/>
                  </a:lnTo>
                  <a:lnTo>
                    <a:pt x="64352" y="15532"/>
                  </a:lnTo>
                  <a:lnTo>
                    <a:pt x="65011" y="16109"/>
                  </a:lnTo>
                  <a:lnTo>
                    <a:pt x="65629" y="16727"/>
                  </a:lnTo>
                  <a:lnTo>
                    <a:pt x="66165" y="17345"/>
                  </a:lnTo>
                  <a:lnTo>
                    <a:pt x="66659" y="17963"/>
                  </a:lnTo>
                  <a:lnTo>
                    <a:pt x="67071" y="18581"/>
                  </a:lnTo>
                  <a:lnTo>
                    <a:pt x="67442" y="19240"/>
                  </a:lnTo>
                  <a:lnTo>
                    <a:pt x="67689" y="19899"/>
                  </a:lnTo>
                  <a:lnTo>
                    <a:pt x="67895" y="20599"/>
                  </a:lnTo>
                  <a:lnTo>
                    <a:pt x="68018" y="21300"/>
                  </a:lnTo>
                  <a:lnTo>
                    <a:pt x="68060" y="21959"/>
                  </a:lnTo>
                  <a:lnTo>
                    <a:pt x="68018" y="22618"/>
                  </a:lnTo>
                  <a:lnTo>
                    <a:pt x="67895" y="23277"/>
                  </a:lnTo>
                  <a:lnTo>
                    <a:pt x="67730" y="23895"/>
                  </a:lnTo>
                  <a:lnTo>
                    <a:pt x="67483" y="24513"/>
                  </a:lnTo>
                  <a:lnTo>
                    <a:pt x="68142" y="24060"/>
                  </a:lnTo>
                  <a:lnTo>
                    <a:pt x="68760" y="23565"/>
                  </a:lnTo>
                  <a:lnTo>
                    <a:pt x="69337" y="23071"/>
                  </a:lnTo>
                  <a:lnTo>
                    <a:pt x="69872" y="22577"/>
                  </a:lnTo>
                  <a:lnTo>
                    <a:pt x="70367" y="22082"/>
                  </a:lnTo>
                  <a:lnTo>
                    <a:pt x="70861" y="21547"/>
                  </a:lnTo>
                  <a:lnTo>
                    <a:pt x="71273" y="21052"/>
                  </a:lnTo>
                  <a:lnTo>
                    <a:pt x="71644" y="20517"/>
                  </a:lnTo>
                  <a:lnTo>
                    <a:pt x="71973" y="19981"/>
                  </a:lnTo>
                  <a:lnTo>
                    <a:pt x="72303" y="19404"/>
                  </a:lnTo>
                  <a:lnTo>
                    <a:pt x="72550" y="18869"/>
                  </a:lnTo>
                  <a:lnTo>
                    <a:pt x="72756" y="18292"/>
                  </a:lnTo>
                  <a:lnTo>
                    <a:pt x="72921" y="17715"/>
                  </a:lnTo>
                  <a:lnTo>
                    <a:pt x="73045" y="17139"/>
                  </a:lnTo>
                  <a:lnTo>
                    <a:pt x="73086" y="16562"/>
                  </a:lnTo>
                  <a:lnTo>
                    <a:pt x="73127" y="15985"/>
                  </a:lnTo>
                  <a:lnTo>
                    <a:pt x="73086" y="15161"/>
                  </a:lnTo>
                  <a:lnTo>
                    <a:pt x="72921" y="14337"/>
                  </a:lnTo>
                  <a:lnTo>
                    <a:pt x="72715" y="13554"/>
                  </a:lnTo>
                  <a:lnTo>
                    <a:pt x="72385" y="12772"/>
                  </a:lnTo>
                  <a:lnTo>
                    <a:pt x="71973" y="11989"/>
                  </a:lnTo>
                  <a:lnTo>
                    <a:pt x="71479" y="11247"/>
                  </a:lnTo>
                  <a:lnTo>
                    <a:pt x="70902" y="10506"/>
                  </a:lnTo>
                  <a:lnTo>
                    <a:pt x="70243" y="9764"/>
                  </a:lnTo>
                  <a:lnTo>
                    <a:pt x="69543" y="9064"/>
                  </a:lnTo>
                  <a:lnTo>
                    <a:pt x="68719" y="8363"/>
                  </a:lnTo>
                  <a:lnTo>
                    <a:pt x="67854" y="7704"/>
                  </a:lnTo>
                  <a:lnTo>
                    <a:pt x="66865" y="7045"/>
                  </a:lnTo>
                  <a:lnTo>
                    <a:pt x="65876" y="6427"/>
                  </a:lnTo>
                  <a:lnTo>
                    <a:pt x="64764" y="5809"/>
                  </a:lnTo>
                  <a:lnTo>
                    <a:pt x="63651" y="5232"/>
                  </a:lnTo>
                  <a:lnTo>
                    <a:pt x="62415" y="4656"/>
                  </a:lnTo>
                  <a:lnTo>
                    <a:pt x="61138" y="4161"/>
                  </a:lnTo>
                  <a:lnTo>
                    <a:pt x="59820" y="3626"/>
                  </a:lnTo>
                  <a:lnTo>
                    <a:pt x="58460" y="3172"/>
                  </a:lnTo>
                  <a:lnTo>
                    <a:pt x="57019" y="2719"/>
                  </a:lnTo>
                  <a:lnTo>
                    <a:pt x="55535" y="2307"/>
                  </a:lnTo>
                  <a:lnTo>
                    <a:pt x="54011" y="1895"/>
                  </a:lnTo>
                  <a:lnTo>
                    <a:pt x="52404" y="1566"/>
                  </a:lnTo>
                  <a:lnTo>
                    <a:pt x="50798" y="1236"/>
                  </a:lnTo>
                  <a:lnTo>
                    <a:pt x="49150" y="948"/>
                  </a:lnTo>
                  <a:lnTo>
                    <a:pt x="47461" y="701"/>
                  </a:lnTo>
                  <a:lnTo>
                    <a:pt x="45689" y="495"/>
                  </a:lnTo>
                  <a:lnTo>
                    <a:pt x="43959" y="289"/>
                  </a:lnTo>
                  <a:lnTo>
                    <a:pt x="42146" y="165"/>
                  </a:lnTo>
                  <a:lnTo>
                    <a:pt x="40292" y="83"/>
                  </a:lnTo>
                  <a:lnTo>
                    <a:pt x="38438" y="0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2"/>
            <p:cNvSpPr/>
            <p:nvPr/>
          </p:nvSpPr>
          <p:spPr>
            <a:xfrm>
              <a:off x="2096150" y="3477525"/>
              <a:ext cx="1828175" cy="642700"/>
            </a:xfrm>
            <a:custGeom>
              <a:rect b="b" l="l" r="r" t="t"/>
              <a:pathLst>
                <a:path extrusionOk="0" fill="none" h="25708" w="73127">
                  <a:moveTo>
                    <a:pt x="73127" y="15985"/>
                  </a:moveTo>
                  <a:lnTo>
                    <a:pt x="73127" y="15985"/>
                  </a:lnTo>
                  <a:lnTo>
                    <a:pt x="73086" y="15161"/>
                  </a:lnTo>
                  <a:lnTo>
                    <a:pt x="72921" y="14337"/>
                  </a:lnTo>
                  <a:lnTo>
                    <a:pt x="72715" y="13554"/>
                  </a:lnTo>
                  <a:lnTo>
                    <a:pt x="72385" y="12772"/>
                  </a:lnTo>
                  <a:lnTo>
                    <a:pt x="71973" y="11989"/>
                  </a:lnTo>
                  <a:lnTo>
                    <a:pt x="71479" y="11247"/>
                  </a:lnTo>
                  <a:lnTo>
                    <a:pt x="70902" y="10506"/>
                  </a:lnTo>
                  <a:lnTo>
                    <a:pt x="70243" y="9764"/>
                  </a:lnTo>
                  <a:lnTo>
                    <a:pt x="69543" y="9064"/>
                  </a:lnTo>
                  <a:lnTo>
                    <a:pt x="68719" y="8363"/>
                  </a:lnTo>
                  <a:lnTo>
                    <a:pt x="67854" y="7704"/>
                  </a:lnTo>
                  <a:lnTo>
                    <a:pt x="66865" y="7045"/>
                  </a:lnTo>
                  <a:lnTo>
                    <a:pt x="65876" y="6427"/>
                  </a:lnTo>
                  <a:lnTo>
                    <a:pt x="64764" y="5809"/>
                  </a:lnTo>
                  <a:lnTo>
                    <a:pt x="63651" y="5232"/>
                  </a:lnTo>
                  <a:lnTo>
                    <a:pt x="62415" y="4656"/>
                  </a:lnTo>
                  <a:lnTo>
                    <a:pt x="61138" y="4161"/>
                  </a:lnTo>
                  <a:lnTo>
                    <a:pt x="59820" y="3626"/>
                  </a:lnTo>
                  <a:lnTo>
                    <a:pt x="58460" y="3172"/>
                  </a:lnTo>
                  <a:lnTo>
                    <a:pt x="57019" y="2719"/>
                  </a:lnTo>
                  <a:lnTo>
                    <a:pt x="55535" y="2307"/>
                  </a:lnTo>
                  <a:lnTo>
                    <a:pt x="54011" y="1895"/>
                  </a:lnTo>
                  <a:lnTo>
                    <a:pt x="52404" y="1566"/>
                  </a:lnTo>
                  <a:lnTo>
                    <a:pt x="50798" y="1236"/>
                  </a:lnTo>
                  <a:lnTo>
                    <a:pt x="49150" y="948"/>
                  </a:lnTo>
                  <a:lnTo>
                    <a:pt x="47461" y="701"/>
                  </a:lnTo>
                  <a:lnTo>
                    <a:pt x="45689" y="495"/>
                  </a:lnTo>
                  <a:lnTo>
                    <a:pt x="43959" y="289"/>
                  </a:lnTo>
                  <a:lnTo>
                    <a:pt x="42146" y="165"/>
                  </a:lnTo>
                  <a:lnTo>
                    <a:pt x="40292" y="83"/>
                  </a:lnTo>
                  <a:lnTo>
                    <a:pt x="38438" y="0"/>
                  </a:lnTo>
                  <a:lnTo>
                    <a:pt x="36584" y="0"/>
                  </a:lnTo>
                  <a:lnTo>
                    <a:pt x="36584" y="0"/>
                  </a:lnTo>
                  <a:lnTo>
                    <a:pt x="34689" y="0"/>
                  </a:lnTo>
                  <a:lnTo>
                    <a:pt x="32835" y="83"/>
                  </a:lnTo>
                  <a:lnTo>
                    <a:pt x="31023" y="165"/>
                  </a:lnTo>
                  <a:lnTo>
                    <a:pt x="29210" y="289"/>
                  </a:lnTo>
                  <a:lnTo>
                    <a:pt x="27438" y="495"/>
                  </a:lnTo>
                  <a:lnTo>
                    <a:pt x="25708" y="701"/>
                  </a:lnTo>
                  <a:lnTo>
                    <a:pt x="24019" y="948"/>
                  </a:lnTo>
                  <a:lnTo>
                    <a:pt x="22330" y="1236"/>
                  </a:lnTo>
                  <a:lnTo>
                    <a:pt x="20723" y="1566"/>
                  </a:lnTo>
                  <a:lnTo>
                    <a:pt x="19157" y="1895"/>
                  </a:lnTo>
                  <a:lnTo>
                    <a:pt x="17633" y="2307"/>
                  </a:lnTo>
                  <a:lnTo>
                    <a:pt x="16150" y="2719"/>
                  </a:lnTo>
                  <a:lnTo>
                    <a:pt x="14708" y="3172"/>
                  </a:lnTo>
                  <a:lnTo>
                    <a:pt x="13307" y="3626"/>
                  </a:lnTo>
                  <a:lnTo>
                    <a:pt x="11989" y="4161"/>
                  </a:lnTo>
                  <a:lnTo>
                    <a:pt x="10712" y="4656"/>
                  </a:lnTo>
                  <a:lnTo>
                    <a:pt x="9517" y="5232"/>
                  </a:lnTo>
                  <a:lnTo>
                    <a:pt x="8364" y="5809"/>
                  </a:lnTo>
                  <a:lnTo>
                    <a:pt x="7292" y="6427"/>
                  </a:lnTo>
                  <a:lnTo>
                    <a:pt x="6262" y="7045"/>
                  </a:lnTo>
                  <a:lnTo>
                    <a:pt x="5315" y="7704"/>
                  </a:lnTo>
                  <a:lnTo>
                    <a:pt x="4450" y="8363"/>
                  </a:lnTo>
                  <a:lnTo>
                    <a:pt x="3626" y="9064"/>
                  </a:lnTo>
                  <a:lnTo>
                    <a:pt x="2884" y="9764"/>
                  </a:lnTo>
                  <a:lnTo>
                    <a:pt x="2225" y="10506"/>
                  </a:lnTo>
                  <a:lnTo>
                    <a:pt x="1648" y="11247"/>
                  </a:lnTo>
                  <a:lnTo>
                    <a:pt x="1154" y="11989"/>
                  </a:lnTo>
                  <a:lnTo>
                    <a:pt x="783" y="12772"/>
                  </a:lnTo>
                  <a:lnTo>
                    <a:pt x="454" y="13554"/>
                  </a:lnTo>
                  <a:lnTo>
                    <a:pt x="206" y="14337"/>
                  </a:lnTo>
                  <a:lnTo>
                    <a:pt x="83" y="15161"/>
                  </a:lnTo>
                  <a:lnTo>
                    <a:pt x="0" y="15985"/>
                  </a:lnTo>
                  <a:lnTo>
                    <a:pt x="0" y="15985"/>
                  </a:lnTo>
                  <a:lnTo>
                    <a:pt x="42" y="16685"/>
                  </a:lnTo>
                  <a:lnTo>
                    <a:pt x="165" y="17345"/>
                  </a:lnTo>
                  <a:lnTo>
                    <a:pt x="330" y="18004"/>
                  </a:lnTo>
                  <a:lnTo>
                    <a:pt x="536" y="18663"/>
                  </a:lnTo>
                  <a:lnTo>
                    <a:pt x="824" y="19322"/>
                  </a:lnTo>
                  <a:lnTo>
                    <a:pt x="1154" y="19981"/>
                  </a:lnTo>
                  <a:lnTo>
                    <a:pt x="1566" y="20599"/>
                  </a:lnTo>
                  <a:lnTo>
                    <a:pt x="2019" y="21217"/>
                  </a:lnTo>
                  <a:lnTo>
                    <a:pt x="2513" y="21835"/>
                  </a:lnTo>
                  <a:lnTo>
                    <a:pt x="3090" y="22412"/>
                  </a:lnTo>
                  <a:lnTo>
                    <a:pt x="3708" y="22989"/>
                  </a:lnTo>
                  <a:lnTo>
                    <a:pt x="4409" y="23565"/>
                  </a:lnTo>
                  <a:lnTo>
                    <a:pt x="5109" y="24142"/>
                  </a:lnTo>
                  <a:lnTo>
                    <a:pt x="5892" y="24678"/>
                  </a:lnTo>
                  <a:lnTo>
                    <a:pt x="6716" y="25213"/>
                  </a:lnTo>
                  <a:lnTo>
                    <a:pt x="7540" y="25708"/>
                  </a:lnTo>
                  <a:lnTo>
                    <a:pt x="7540" y="25708"/>
                  </a:lnTo>
                  <a:lnTo>
                    <a:pt x="7292" y="25255"/>
                  </a:lnTo>
                  <a:lnTo>
                    <a:pt x="7045" y="24801"/>
                  </a:lnTo>
                  <a:lnTo>
                    <a:pt x="6839" y="24348"/>
                  </a:lnTo>
                  <a:lnTo>
                    <a:pt x="6674" y="23895"/>
                  </a:lnTo>
                  <a:lnTo>
                    <a:pt x="6510" y="23401"/>
                  </a:lnTo>
                  <a:lnTo>
                    <a:pt x="6427" y="22947"/>
                  </a:lnTo>
                  <a:lnTo>
                    <a:pt x="6386" y="22453"/>
                  </a:lnTo>
                  <a:lnTo>
                    <a:pt x="6345" y="21959"/>
                  </a:lnTo>
                  <a:lnTo>
                    <a:pt x="6345" y="21959"/>
                  </a:lnTo>
                  <a:lnTo>
                    <a:pt x="6386" y="21300"/>
                  </a:lnTo>
                  <a:lnTo>
                    <a:pt x="6510" y="20599"/>
                  </a:lnTo>
                  <a:lnTo>
                    <a:pt x="6716" y="19899"/>
                  </a:lnTo>
                  <a:lnTo>
                    <a:pt x="6963" y="19240"/>
                  </a:lnTo>
                  <a:lnTo>
                    <a:pt x="7334" y="18581"/>
                  </a:lnTo>
                  <a:lnTo>
                    <a:pt x="7746" y="17963"/>
                  </a:lnTo>
                  <a:lnTo>
                    <a:pt x="8240" y="17345"/>
                  </a:lnTo>
                  <a:lnTo>
                    <a:pt x="8776" y="16727"/>
                  </a:lnTo>
                  <a:lnTo>
                    <a:pt x="9394" y="16109"/>
                  </a:lnTo>
                  <a:lnTo>
                    <a:pt x="10053" y="15532"/>
                  </a:lnTo>
                  <a:lnTo>
                    <a:pt x="10835" y="14955"/>
                  </a:lnTo>
                  <a:lnTo>
                    <a:pt x="11618" y="14420"/>
                  </a:lnTo>
                  <a:lnTo>
                    <a:pt x="12483" y="13884"/>
                  </a:lnTo>
                  <a:lnTo>
                    <a:pt x="13390" y="13390"/>
                  </a:lnTo>
                  <a:lnTo>
                    <a:pt x="14379" y="12895"/>
                  </a:lnTo>
                  <a:lnTo>
                    <a:pt x="15367" y="12442"/>
                  </a:lnTo>
                  <a:lnTo>
                    <a:pt x="16438" y="11989"/>
                  </a:lnTo>
                  <a:lnTo>
                    <a:pt x="17592" y="11536"/>
                  </a:lnTo>
                  <a:lnTo>
                    <a:pt x="18746" y="11165"/>
                  </a:lnTo>
                  <a:lnTo>
                    <a:pt x="19940" y="10753"/>
                  </a:lnTo>
                  <a:lnTo>
                    <a:pt x="21217" y="10423"/>
                  </a:lnTo>
                  <a:lnTo>
                    <a:pt x="22495" y="10094"/>
                  </a:lnTo>
                  <a:lnTo>
                    <a:pt x="23813" y="9805"/>
                  </a:lnTo>
                  <a:lnTo>
                    <a:pt x="25172" y="9517"/>
                  </a:lnTo>
                  <a:lnTo>
                    <a:pt x="26614" y="9270"/>
                  </a:lnTo>
                  <a:lnTo>
                    <a:pt x="28015" y="9064"/>
                  </a:lnTo>
                  <a:lnTo>
                    <a:pt x="29498" y="8899"/>
                  </a:lnTo>
                  <a:lnTo>
                    <a:pt x="30981" y="8734"/>
                  </a:lnTo>
                  <a:lnTo>
                    <a:pt x="32506" y="8611"/>
                  </a:lnTo>
                  <a:lnTo>
                    <a:pt x="34030" y="8528"/>
                  </a:lnTo>
                  <a:lnTo>
                    <a:pt x="35596" y="8487"/>
                  </a:lnTo>
                  <a:lnTo>
                    <a:pt x="37202" y="8446"/>
                  </a:lnTo>
                  <a:lnTo>
                    <a:pt x="37202" y="8446"/>
                  </a:lnTo>
                  <a:lnTo>
                    <a:pt x="38809" y="8487"/>
                  </a:lnTo>
                  <a:lnTo>
                    <a:pt x="40375" y="8528"/>
                  </a:lnTo>
                  <a:lnTo>
                    <a:pt x="41899" y="8611"/>
                  </a:lnTo>
                  <a:lnTo>
                    <a:pt x="43423" y="8734"/>
                  </a:lnTo>
                  <a:lnTo>
                    <a:pt x="44906" y="8899"/>
                  </a:lnTo>
                  <a:lnTo>
                    <a:pt x="46389" y="9064"/>
                  </a:lnTo>
                  <a:lnTo>
                    <a:pt x="47831" y="9270"/>
                  </a:lnTo>
                  <a:lnTo>
                    <a:pt x="49232" y="9517"/>
                  </a:lnTo>
                  <a:lnTo>
                    <a:pt x="50592" y="9805"/>
                  </a:lnTo>
                  <a:lnTo>
                    <a:pt x="51910" y="10094"/>
                  </a:lnTo>
                  <a:lnTo>
                    <a:pt x="53187" y="10423"/>
                  </a:lnTo>
                  <a:lnTo>
                    <a:pt x="54464" y="10753"/>
                  </a:lnTo>
                  <a:lnTo>
                    <a:pt x="55659" y="11165"/>
                  </a:lnTo>
                  <a:lnTo>
                    <a:pt x="56813" y="11536"/>
                  </a:lnTo>
                  <a:lnTo>
                    <a:pt x="57966" y="11989"/>
                  </a:lnTo>
                  <a:lnTo>
                    <a:pt x="59037" y="12442"/>
                  </a:lnTo>
                  <a:lnTo>
                    <a:pt x="60026" y="12895"/>
                  </a:lnTo>
                  <a:lnTo>
                    <a:pt x="61015" y="13390"/>
                  </a:lnTo>
                  <a:lnTo>
                    <a:pt x="61921" y="13884"/>
                  </a:lnTo>
                  <a:lnTo>
                    <a:pt x="62786" y="14420"/>
                  </a:lnTo>
                  <a:lnTo>
                    <a:pt x="63569" y="14955"/>
                  </a:lnTo>
                  <a:lnTo>
                    <a:pt x="64352" y="15532"/>
                  </a:lnTo>
                  <a:lnTo>
                    <a:pt x="65011" y="16109"/>
                  </a:lnTo>
                  <a:lnTo>
                    <a:pt x="65629" y="16727"/>
                  </a:lnTo>
                  <a:lnTo>
                    <a:pt x="66165" y="17345"/>
                  </a:lnTo>
                  <a:lnTo>
                    <a:pt x="66659" y="17963"/>
                  </a:lnTo>
                  <a:lnTo>
                    <a:pt x="67071" y="18581"/>
                  </a:lnTo>
                  <a:lnTo>
                    <a:pt x="67442" y="19240"/>
                  </a:lnTo>
                  <a:lnTo>
                    <a:pt x="67689" y="19899"/>
                  </a:lnTo>
                  <a:lnTo>
                    <a:pt x="67895" y="20599"/>
                  </a:lnTo>
                  <a:lnTo>
                    <a:pt x="68018" y="21300"/>
                  </a:lnTo>
                  <a:lnTo>
                    <a:pt x="68060" y="21959"/>
                  </a:lnTo>
                  <a:lnTo>
                    <a:pt x="68060" y="21959"/>
                  </a:lnTo>
                  <a:lnTo>
                    <a:pt x="68018" y="22618"/>
                  </a:lnTo>
                  <a:lnTo>
                    <a:pt x="67895" y="23277"/>
                  </a:lnTo>
                  <a:lnTo>
                    <a:pt x="67730" y="23895"/>
                  </a:lnTo>
                  <a:lnTo>
                    <a:pt x="67483" y="24513"/>
                  </a:lnTo>
                  <a:lnTo>
                    <a:pt x="67483" y="24513"/>
                  </a:lnTo>
                  <a:lnTo>
                    <a:pt x="68142" y="24060"/>
                  </a:lnTo>
                  <a:lnTo>
                    <a:pt x="68760" y="23565"/>
                  </a:lnTo>
                  <a:lnTo>
                    <a:pt x="69337" y="23071"/>
                  </a:lnTo>
                  <a:lnTo>
                    <a:pt x="69872" y="22577"/>
                  </a:lnTo>
                  <a:lnTo>
                    <a:pt x="70367" y="22082"/>
                  </a:lnTo>
                  <a:lnTo>
                    <a:pt x="70861" y="21547"/>
                  </a:lnTo>
                  <a:lnTo>
                    <a:pt x="71273" y="21052"/>
                  </a:lnTo>
                  <a:lnTo>
                    <a:pt x="71644" y="20517"/>
                  </a:lnTo>
                  <a:lnTo>
                    <a:pt x="71973" y="19981"/>
                  </a:lnTo>
                  <a:lnTo>
                    <a:pt x="72303" y="19404"/>
                  </a:lnTo>
                  <a:lnTo>
                    <a:pt x="72550" y="18869"/>
                  </a:lnTo>
                  <a:lnTo>
                    <a:pt x="72756" y="18292"/>
                  </a:lnTo>
                  <a:lnTo>
                    <a:pt x="72921" y="17715"/>
                  </a:lnTo>
                  <a:lnTo>
                    <a:pt x="73045" y="17139"/>
                  </a:lnTo>
                  <a:lnTo>
                    <a:pt x="73086" y="16562"/>
                  </a:lnTo>
                  <a:lnTo>
                    <a:pt x="73127" y="1598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2"/>
            <p:cNvSpPr/>
            <p:nvPr/>
          </p:nvSpPr>
          <p:spPr>
            <a:xfrm>
              <a:off x="2693525" y="4516725"/>
              <a:ext cx="887850" cy="111275"/>
            </a:xfrm>
            <a:custGeom>
              <a:rect b="b" l="l" r="r" t="t"/>
              <a:pathLst>
                <a:path extrusionOk="0" h="4451" w="35514">
                  <a:moveTo>
                    <a:pt x="35513" y="1"/>
                  </a:moveTo>
                  <a:lnTo>
                    <a:pt x="34112" y="537"/>
                  </a:lnTo>
                  <a:lnTo>
                    <a:pt x="32670" y="990"/>
                  </a:lnTo>
                  <a:lnTo>
                    <a:pt x="31270" y="1443"/>
                  </a:lnTo>
                  <a:lnTo>
                    <a:pt x="29828" y="1814"/>
                  </a:lnTo>
                  <a:lnTo>
                    <a:pt x="28427" y="2184"/>
                  </a:lnTo>
                  <a:lnTo>
                    <a:pt x="27026" y="2473"/>
                  </a:lnTo>
                  <a:lnTo>
                    <a:pt x="25584" y="2761"/>
                  </a:lnTo>
                  <a:lnTo>
                    <a:pt x="24184" y="3008"/>
                  </a:lnTo>
                  <a:lnTo>
                    <a:pt x="22783" y="3214"/>
                  </a:lnTo>
                  <a:lnTo>
                    <a:pt x="21423" y="3420"/>
                  </a:lnTo>
                  <a:lnTo>
                    <a:pt x="20023" y="3544"/>
                  </a:lnTo>
                  <a:lnTo>
                    <a:pt x="18663" y="3668"/>
                  </a:lnTo>
                  <a:lnTo>
                    <a:pt x="17303" y="3750"/>
                  </a:lnTo>
                  <a:lnTo>
                    <a:pt x="15944" y="3832"/>
                  </a:lnTo>
                  <a:lnTo>
                    <a:pt x="14584" y="3874"/>
                  </a:lnTo>
                  <a:lnTo>
                    <a:pt x="11577" y="3874"/>
                  </a:lnTo>
                  <a:lnTo>
                    <a:pt x="9888" y="3791"/>
                  </a:lnTo>
                  <a:lnTo>
                    <a:pt x="8240" y="3709"/>
                  </a:lnTo>
                  <a:lnTo>
                    <a:pt x="6633" y="3585"/>
                  </a:lnTo>
                  <a:lnTo>
                    <a:pt x="5068" y="3420"/>
                  </a:lnTo>
                  <a:lnTo>
                    <a:pt x="3502" y="3256"/>
                  </a:lnTo>
                  <a:lnTo>
                    <a:pt x="1978" y="3050"/>
                  </a:lnTo>
                  <a:lnTo>
                    <a:pt x="536" y="2802"/>
                  </a:lnTo>
                  <a:lnTo>
                    <a:pt x="0" y="3338"/>
                  </a:lnTo>
                  <a:lnTo>
                    <a:pt x="1525" y="3585"/>
                  </a:lnTo>
                  <a:lnTo>
                    <a:pt x="3090" y="3791"/>
                  </a:lnTo>
                  <a:lnTo>
                    <a:pt x="4697" y="3997"/>
                  </a:lnTo>
                  <a:lnTo>
                    <a:pt x="6345" y="4162"/>
                  </a:lnTo>
                  <a:lnTo>
                    <a:pt x="8034" y="4286"/>
                  </a:lnTo>
                  <a:lnTo>
                    <a:pt x="9764" y="4368"/>
                  </a:lnTo>
                  <a:lnTo>
                    <a:pt x="11495" y="4450"/>
                  </a:lnTo>
                  <a:lnTo>
                    <a:pt x="13266" y="4450"/>
                  </a:lnTo>
                  <a:lnTo>
                    <a:pt x="15862" y="4409"/>
                  </a:lnTo>
                  <a:lnTo>
                    <a:pt x="17139" y="4368"/>
                  </a:lnTo>
                  <a:lnTo>
                    <a:pt x="18457" y="4286"/>
                  </a:lnTo>
                  <a:lnTo>
                    <a:pt x="19775" y="4162"/>
                  </a:lnTo>
                  <a:lnTo>
                    <a:pt x="21135" y="4038"/>
                  </a:lnTo>
                  <a:lnTo>
                    <a:pt x="22453" y="3874"/>
                  </a:lnTo>
                  <a:lnTo>
                    <a:pt x="23813" y="3668"/>
                  </a:lnTo>
                  <a:lnTo>
                    <a:pt x="25172" y="3462"/>
                  </a:lnTo>
                  <a:lnTo>
                    <a:pt x="26532" y="3173"/>
                  </a:lnTo>
                  <a:lnTo>
                    <a:pt x="27891" y="2885"/>
                  </a:lnTo>
                  <a:lnTo>
                    <a:pt x="29251" y="2555"/>
                  </a:lnTo>
                  <a:lnTo>
                    <a:pt x="30652" y="2226"/>
                  </a:lnTo>
                  <a:lnTo>
                    <a:pt x="32011" y="1814"/>
                  </a:lnTo>
                  <a:lnTo>
                    <a:pt x="33371" y="1402"/>
                  </a:lnTo>
                  <a:lnTo>
                    <a:pt x="34771" y="907"/>
                  </a:lnTo>
                  <a:lnTo>
                    <a:pt x="35513" y="1"/>
                  </a:lnTo>
                  <a:close/>
                </a:path>
              </a:pathLst>
            </a:custGeom>
            <a:solidFill>
              <a:srgbClr val="C18B73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2"/>
            <p:cNvSpPr/>
            <p:nvPr/>
          </p:nvSpPr>
          <p:spPr>
            <a:xfrm>
              <a:off x="2693525" y="4516725"/>
              <a:ext cx="887850" cy="111275"/>
            </a:xfrm>
            <a:custGeom>
              <a:rect b="b" l="l" r="r" t="t"/>
              <a:pathLst>
                <a:path extrusionOk="0" fill="none" h="4451" w="35514">
                  <a:moveTo>
                    <a:pt x="35513" y="1"/>
                  </a:moveTo>
                  <a:lnTo>
                    <a:pt x="35513" y="1"/>
                  </a:lnTo>
                  <a:lnTo>
                    <a:pt x="34112" y="537"/>
                  </a:lnTo>
                  <a:lnTo>
                    <a:pt x="32670" y="990"/>
                  </a:lnTo>
                  <a:lnTo>
                    <a:pt x="31270" y="1443"/>
                  </a:lnTo>
                  <a:lnTo>
                    <a:pt x="29828" y="1814"/>
                  </a:lnTo>
                  <a:lnTo>
                    <a:pt x="28427" y="2184"/>
                  </a:lnTo>
                  <a:lnTo>
                    <a:pt x="27026" y="2473"/>
                  </a:lnTo>
                  <a:lnTo>
                    <a:pt x="25584" y="2761"/>
                  </a:lnTo>
                  <a:lnTo>
                    <a:pt x="24184" y="3008"/>
                  </a:lnTo>
                  <a:lnTo>
                    <a:pt x="22783" y="3214"/>
                  </a:lnTo>
                  <a:lnTo>
                    <a:pt x="21423" y="3420"/>
                  </a:lnTo>
                  <a:lnTo>
                    <a:pt x="20023" y="3544"/>
                  </a:lnTo>
                  <a:lnTo>
                    <a:pt x="18663" y="3668"/>
                  </a:lnTo>
                  <a:lnTo>
                    <a:pt x="17303" y="3750"/>
                  </a:lnTo>
                  <a:lnTo>
                    <a:pt x="15944" y="3832"/>
                  </a:lnTo>
                  <a:lnTo>
                    <a:pt x="14584" y="3874"/>
                  </a:lnTo>
                  <a:lnTo>
                    <a:pt x="13266" y="3874"/>
                  </a:lnTo>
                  <a:lnTo>
                    <a:pt x="13266" y="3874"/>
                  </a:lnTo>
                  <a:lnTo>
                    <a:pt x="11577" y="3874"/>
                  </a:lnTo>
                  <a:lnTo>
                    <a:pt x="9888" y="3791"/>
                  </a:lnTo>
                  <a:lnTo>
                    <a:pt x="8240" y="3709"/>
                  </a:lnTo>
                  <a:lnTo>
                    <a:pt x="6633" y="3585"/>
                  </a:lnTo>
                  <a:lnTo>
                    <a:pt x="5068" y="3420"/>
                  </a:lnTo>
                  <a:lnTo>
                    <a:pt x="3502" y="3256"/>
                  </a:lnTo>
                  <a:lnTo>
                    <a:pt x="1978" y="3050"/>
                  </a:lnTo>
                  <a:lnTo>
                    <a:pt x="536" y="2802"/>
                  </a:lnTo>
                  <a:lnTo>
                    <a:pt x="536" y="2802"/>
                  </a:lnTo>
                  <a:lnTo>
                    <a:pt x="0" y="3338"/>
                  </a:lnTo>
                  <a:lnTo>
                    <a:pt x="0" y="3338"/>
                  </a:lnTo>
                  <a:lnTo>
                    <a:pt x="1525" y="3585"/>
                  </a:lnTo>
                  <a:lnTo>
                    <a:pt x="3090" y="3791"/>
                  </a:lnTo>
                  <a:lnTo>
                    <a:pt x="4697" y="3997"/>
                  </a:lnTo>
                  <a:lnTo>
                    <a:pt x="6345" y="4162"/>
                  </a:lnTo>
                  <a:lnTo>
                    <a:pt x="8034" y="4286"/>
                  </a:lnTo>
                  <a:lnTo>
                    <a:pt x="9764" y="4368"/>
                  </a:lnTo>
                  <a:lnTo>
                    <a:pt x="11495" y="4450"/>
                  </a:lnTo>
                  <a:lnTo>
                    <a:pt x="13266" y="4450"/>
                  </a:lnTo>
                  <a:lnTo>
                    <a:pt x="13266" y="4450"/>
                  </a:lnTo>
                  <a:lnTo>
                    <a:pt x="15862" y="4409"/>
                  </a:lnTo>
                  <a:lnTo>
                    <a:pt x="17139" y="4368"/>
                  </a:lnTo>
                  <a:lnTo>
                    <a:pt x="18457" y="4286"/>
                  </a:lnTo>
                  <a:lnTo>
                    <a:pt x="19775" y="4162"/>
                  </a:lnTo>
                  <a:lnTo>
                    <a:pt x="21135" y="4038"/>
                  </a:lnTo>
                  <a:lnTo>
                    <a:pt x="22453" y="3874"/>
                  </a:lnTo>
                  <a:lnTo>
                    <a:pt x="23813" y="3668"/>
                  </a:lnTo>
                  <a:lnTo>
                    <a:pt x="25172" y="3462"/>
                  </a:lnTo>
                  <a:lnTo>
                    <a:pt x="26532" y="3173"/>
                  </a:lnTo>
                  <a:lnTo>
                    <a:pt x="27891" y="2885"/>
                  </a:lnTo>
                  <a:lnTo>
                    <a:pt x="29251" y="2555"/>
                  </a:lnTo>
                  <a:lnTo>
                    <a:pt x="30652" y="2226"/>
                  </a:lnTo>
                  <a:lnTo>
                    <a:pt x="32011" y="1814"/>
                  </a:lnTo>
                  <a:lnTo>
                    <a:pt x="33371" y="1402"/>
                  </a:lnTo>
                  <a:lnTo>
                    <a:pt x="34771" y="907"/>
                  </a:lnTo>
                  <a:lnTo>
                    <a:pt x="34771" y="907"/>
                  </a:lnTo>
                  <a:lnTo>
                    <a:pt x="3551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2"/>
            <p:cNvSpPr/>
            <p:nvPr/>
          </p:nvSpPr>
          <p:spPr>
            <a:xfrm>
              <a:off x="3562800" y="4416825"/>
              <a:ext cx="238975" cy="122600"/>
            </a:xfrm>
            <a:custGeom>
              <a:rect b="b" l="l" r="r" t="t"/>
              <a:pathLst>
                <a:path extrusionOk="0" h="4904" w="9559">
                  <a:moveTo>
                    <a:pt x="9229" y="1"/>
                  </a:moveTo>
                  <a:lnTo>
                    <a:pt x="8199" y="578"/>
                  </a:lnTo>
                  <a:lnTo>
                    <a:pt x="7128" y="1154"/>
                  </a:lnTo>
                  <a:lnTo>
                    <a:pt x="6057" y="1690"/>
                  </a:lnTo>
                  <a:lnTo>
                    <a:pt x="5027" y="2225"/>
                  </a:lnTo>
                  <a:lnTo>
                    <a:pt x="2884" y="3173"/>
                  </a:lnTo>
                  <a:lnTo>
                    <a:pt x="742" y="3997"/>
                  </a:lnTo>
                  <a:lnTo>
                    <a:pt x="0" y="4903"/>
                  </a:lnTo>
                  <a:lnTo>
                    <a:pt x="1195" y="4491"/>
                  </a:lnTo>
                  <a:lnTo>
                    <a:pt x="2390" y="3997"/>
                  </a:lnTo>
                  <a:lnTo>
                    <a:pt x="3585" y="3503"/>
                  </a:lnTo>
                  <a:lnTo>
                    <a:pt x="4779" y="2967"/>
                  </a:lnTo>
                  <a:lnTo>
                    <a:pt x="5974" y="2390"/>
                  </a:lnTo>
                  <a:lnTo>
                    <a:pt x="7169" y="1813"/>
                  </a:lnTo>
                  <a:lnTo>
                    <a:pt x="8364" y="1154"/>
                  </a:lnTo>
                  <a:lnTo>
                    <a:pt x="9558" y="495"/>
                  </a:lnTo>
                  <a:lnTo>
                    <a:pt x="9229" y="1"/>
                  </a:lnTo>
                  <a:close/>
                </a:path>
              </a:pathLst>
            </a:custGeom>
            <a:solidFill>
              <a:srgbClr val="B38373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2"/>
            <p:cNvSpPr/>
            <p:nvPr/>
          </p:nvSpPr>
          <p:spPr>
            <a:xfrm>
              <a:off x="3562800" y="4416825"/>
              <a:ext cx="238975" cy="122600"/>
            </a:xfrm>
            <a:custGeom>
              <a:rect b="b" l="l" r="r" t="t"/>
              <a:pathLst>
                <a:path extrusionOk="0" fill="none" h="4904" w="9559">
                  <a:moveTo>
                    <a:pt x="9229" y="1"/>
                  </a:moveTo>
                  <a:lnTo>
                    <a:pt x="9229" y="1"/>
                  </a:lnTo>
                  <a:lnTo>
                    <a:pt x="8199" y="578"/>
                  </a:lnTo>
                  <a:lnTo>
                    <a:pt x="7128" y="1154"/>
                  </a:lnTo>
                  <a:lnTo>
                    <a:pt x="6057" y="1690"/>
                  </a:lnTo>
                  <a:lnTo>
                    <a:pt x="5027" y="2225"/>
                  </a:lnTo>
                  <a:lnTo>
                    <a:pt x="2884" y="3173"/>
                  </a:lnTo>
                  <a:lnTo>
                    <a:pt x="742" y="3997"/>
                  </a:lnTo>
                  <a:lnTo>
                    <a:pt x="742" y="3997"/>
                  </a:lnTo>
                  <a:lnTo>
                    <a:pt x="0" y="4903"/>
                  </a:lnTo>
                  <a:lnTo>
                    <a:pt x="0" y="4903"/>
                  </a:lnTo>
                  <a:lnTo>
                    <a:pt x="1195" y="4491"/>
                  </a:lnTo>
                  <a:lnTo>
                    <a:pt x="2390" y="3997"/>
                  </a:lnTo>
                  <a:lnTo>
                    <a:pt x="3585" y="3503"/>
                  </a:lnTo>
                  <a:lnTo>
                    <a:pt x="4779" y="2967"/>
                  </a:lnTo>
                  <a:lnTo>
                    <a:pt x="5974" y="2390"/>
                  </a:lnTo>
                  <a:lnTo>
                    <a:pt x="7169" y="1813"/>
                  </a:lnTo>
                  <a:lnTo>
                    <a:pt x="8364" y="1154"/>
                  </a:lnTo>
                  <a:lnTo>
                    <a:pt x="9558" y="495"/>
                  </a:lnTo>
                  <a:lnTo>
                    <a:pt x="922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2"/>
            <p:cNvSpPr/>
            <p:nvPr/>
          </p:nvSpPr>
          <p:spPr>
            <a:xfrm>
              <a:off x="2234150" y="4455975"/>
              <a:ext cx="151450" cy="69025"/>
            </a:xfrm>
            <a:custGeom>
              <a:rect b="b" l="l" r="r" t="t"/>
              <a:pathLst>
                <a:path extrusionOk="0" h="2761" w="6058">
                  <a:moveTo>
                    <a:pt x="248" y="0"/>
                  </a:moveTo>
                  <a:lnTo>
                    <a:pt x="1" y="536"/>
                  </a:lnTo>
                  <a:lnTo>
                    <a:pt x="495" y="742"/>
                  </a:lnTo>
                  <a:lnTo>
                    <a:pt x="1690" y="1236"/>
                  </a:lnTo>
                  <a:lnTo>
                    <a:pt x="3544" y="1937"/>
                  </a:lnTo>
                  <a:lnTo>
                    <a:pt x="6057" y="2761"/>
                  </a:lnTo>
                  <a:lnTo>
                    <a:pt x="6057" y="2761"/>
                  </a:lnTo>
                  <a:lnTo>
                    <a:pt x="5769" y="2060"/>
                  </a:lnTo>
                  <a:lnTo>
                    <a:pt x="3503" y="1277"/>
                  </a:lnTo>
                  <a:lnTo>
                    <a:pt x="1772" y="618"/>
                  </a:lnTo>
                  <a:lnTo>
                    <a:pt x="701" y="165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rgbClr val="C18B73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2"/>
            <p:cNvSpPr/>
            <p:nvPr/>
          </p:nvSpPr>
          <p:spPr>
            <a:xfrm>
              <a:off x="2234150" y="4455975"/>
              <a:ext cx="151450" cy="69025"/>
            </a:xfrm>
            <a:custGeom>
              <a:rect b="b" l="l" r="r" t="t"/>
              <a:pathLst>
                <a:path extrusionOk="0" fill="none" h="2761" w="6058">
                  <a:moveTo>
                    <a:pt x="248" y="0"/>
                  </a:moveTo>
                  <a:lnTo>
                    <a:pt x="1" y="536"/>
                  </a:lnTo>
                  <a:lnTo>
                    <a:pt x="1" y="536"/>
                  </a:lnTo>
                  <a:lnTo>
                    <a:pt x="495" y="742"/>
                  </a:lnTo>
                  <a:lnTo>
                    <a:pt x="1690" y="1236"/>
                  </a:lnTo>
                  <a:lnTo>
                    <a:pt x="3544" y="1937"/>
                  </a:lnTo>
                  <a:lnTo>
                    <a:pt x="6057" y="2761"/>
                  </a:lnTo>
                  <a:lnTo>
                    <a:pt x="5769" y="2060"/>
                  </a:lnTo>
                  <a:lnTo>
                    <a:pt x="5769" y="2060"/>
                  </a:lnTo>
                  <a:lnTo>
                    <a:pt x="3503" y="1277"/>
                  </a:lnTo>
                  <a:lnTo>
                    <a:pt x="1772" y="618"/>
                  </a:lnTo>
                  <a:lnTo>
                    <a:pt x="701" y="165"/>
                  </a:lnTo>
                  <a:lnTo>
                    <a:pt x="24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2"/>
            <p:cNvSpPr/>
            <p:nvPr/>
          </p:nvSpPr>
          <p:spPr>
            <a:xfrm>
              <a:off x="2575075" y="4748475"/>
              <a:ext cx="707600" cy="79325"/>
            </a:xfrm>
            <a:custGeom>
              <a:rect b="b" l="l" r="r" t="t"/>
              <a:pathLst>
                <a:path extrusionOk="0" h="3173" w="28304">
                  <a:moveTo>
                    <a:pt x="248" y="1"/>
                  </a:moveTo>
                  <a:lnTo>
                    <a:pt x="0" y="536"/>
                  </a:lnTo>
                  <a:lnTo>
                    <a:pt x="1978" y="1072"/>
                  </a:lnTo>
                  <a:lnTo>
                    <a:pt x="4079" y="1525"/>
                  </a:lnTo>
                  <a:lnTo>
                    <a:pt x="6263" y="1978"/>
                  </a:lnTo>
                  <a:lnTo>
                    <a:pt x="8611" y="2390"/>
                  </a:lnTo>
                  <a:lnTo>
                    <a:pt x="11042" y="2720"/>
                  </a:lnTo>
                  <a:lnTo>
                    <a:pt x="13555" y="2967"/>
                  </a:lnTo>
                  <a:lnTo>
                    <a:pt x="14873" y="3049"/>
                  </a:lnTo>
                  <a:lnTo>
                    <a:pt x="16150" y="3132"/>
                  </a:lnTo>
                  <a:lnTo>
                    <a:pt x="17510" y="3173"/>
                  </a:lnTo>
                  <a:lnTo>
                    <a:pt x="18828" y="3173"/>
                  </a:lnTo>
                  <a:lnTo>
                    <a:pt x="20929" y="3132"/>
                  </a:lnTo>
                  <a:lnTo>
                    <a:pt x="23030" y="3049"/>
                  </a:lnTo>
                  <a:lnTo>
                    <a:pt x="25173" y="2843"/>
                  </a:lnTo>
                  <a:lnTo>
                    <a:pt x="27315" y="2596"/>
                  </a:lnTo>
                  <a:lnTo>
                    <a:pt x="28304" y="1813"/>
                  </a:lnTo>
                  <a:lnTo>
                    <a:pt x="27109" y="2019"/>
                  </a:lnTo>
                  <a:lnTo>
                    <a:pt x="25914" y="2184"/>
                  </a:lnTo>
                  <a:lnTo>
                    <a:pt x="24719" y="2308"/>
                  </a:lnTo>
                  <a:lnTo>
                    <a:pt x="23525" y="2390"/>
                  </a:lnTo>
                  <a:lnTo>
                    <a:pt x="21176" y="2555"/>
                  </a:lnTo>
                  <a:lnTo>
                    <a:pt x="18828" y="2596"/>
                  </a:lnTo>
                  <a:lnTo>
                    <a:pt x="17510" y="2555"/>
                  </a:lnTo>
                  <a:lnTo>
                    <a:pt x="16191" y="2514"/>
                  </a:lnTo>
                  <a:lnTo>
                    <a:pt x="14914" y="2472"/>
                  </a:lnTo>
                  <a:lnTo>
                    <a:pt x="13637" y="2390"/>
                  </a:lnTo>
                  <a:lnTo>
                    <a:pt x="11165" y="2143"/>
                  </a:lnTo>
                  <a:lnTo>
                    <a:pt x="8776" y="1813"/>
                  </a:lnTo>
                  <a:lnTo>
                    <a:pt x="6469" y="1442"/>
                  </a:lnTo>
                  <a:lnTo>
                    <a:pt x="4285" y="989"/>
                  </a:lnTo>
                  <a:lnTo>
                    <a:pt x="2225" y="536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C18B73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2"/>
            <p:cNvSpPr/>
            <p:nvPr/>
          </p:nvSpPr>
          <p:spPr>
            <a:xfrm>
              <a:off x="2575075" y="4748475"/>
              <a:ext cx="707600" cy="79325"/>
            </a:xfrm>
            <a:custGeom>
              <a:rect b="b" l="l" r="r" t="t"/>
              <a:pathLst>
                <a:path extrusionOk="0" fill="none" h="3173" w="28304">
                  <a:moveTo>
                    <a:pt x="248" y="1"/>
                  </a:moveTo>
                  <a:lnTo>
                    <a:pt x="248" y="1"/>
                  </a:lnTo>
                  <a:lnTo>
                    <a:pt x="0" y="536"/>
                  </a:lnTo>
                  <a:lnTo>
                    <a:pt x="0" y="536"/>
                  </a:lnTo>
                  <a:lnTo>
                    <a:pt x="1978" y="1072"/>
                  </a:lnTo>
                  <a:lnTo>
                    <a:pt x="4079" y="1525"/>
                  </a:lnTo>
                  <a:lnTo>
                    <a:pt x="6263" y="1978"/>
                  </a:lnTo>
                  <a:lnTo>
                    <a:pt x="8611" y="2390"/>
                  </a:lnTo>
                  <a:lnTo>
                    <a:pt x="11042" y="2720"/>
                  </a:lnTo>
                  <a:lnTo>
                    <a:pt x="13555" y="2967"/>
                  </a:lnTo>
                  <a:lnTo>
                    <a:pt x="14873" y="3049"/>
                  </a:lnTo>
                  <a:lnTo>
                    <a:pt x="16150" y="3132"/>
                  </a:lnTo>
                  <a:lnTo>
                    <a:pt x="17510" y="3173"/>
                  </a:lnTo>
                  <a:lnTo>
                    <a:pt x="18828" y="3173"/>
                  </a:lnTo>
                  <a:lnTo>
                    <a:pt x="18828" y="3173"/>
                  </a:lnTo>
                  <a:lnTo>
                    <a:pt x="20929" y="3132"/>
                  </a:lnTo>
                  <a:lnTo>
                    <a:pt x="23030" y="3049"/>
                  </a:lnTo>
                  <a:lnTo>
                    <a:pt x="25173" y="2843"/>
                  </a:lnTo>
                  <a:lnTo>
                    <a:pt x="27315" y="2596"/>
                  </a:lnTo>
                  <a:lnTo>
                    <a:pt x="27315" y="2596"/>
                  </a:lnTo>
                  <a:lnTo>
                    <a:pt x="28304" y="1813"/>
                  </a:lnTo>
                  <a:lnTo>
                    <a:pt x="28304" y="1813"/>
                  </a:lnTo>
                  <a:lnTo>
                    <a:pt x="27109" y="2019"/>
                  </a:lnTo>
                  <a:lnTo>
                    <a:pt x="25914" y="2184"/>
                  </a:lnTo>
                  <a:lnTo>
                    <a:pt x="24719" y="2308"/>
                  </a:lnTo>
                  <a:lnTo>
                    <a:pt x="23525" y="2390"/>
                  </a:lnTo>
                  <a:lnTo>
                    <a:pt x="21176" y="2555"/>
                  </a:lnTo>
                  <a:lnTo>
                    <a:pt x="18828" y="2596"/>
                  </a:lnTo>
                  <a:lnTo>
                    <a:pt x="18828" y="2596"/>
                  </a:lnTo>
                  <a:lnTo>
                    <a:pt x="17510" y="2555"/>
                  </a:lnTo>
                  <a:lnTo>
                    <a:pt x="16191" y="2514"/>
                  </a:lnTo>
                  <a:lnTo>
                    <a:pt x="14914" y="2472"/>
                  </a:lnTo>
                  <a:lnTo>
                    <a:pt x="13637" y="2390"/>
                  </a:lnTo>
                  <a:lnTo>
                    <a:pt x="11165" y="2143"/>
                  </a:lnTo>
                  <a:lnTo>
                    <a:pt x="8776" y="1813"/>
                  </a:lnTo>
                  <a:lnTo>
                    <a:pt x="6469" y="1442"/>
                  </a:lnTo>
                  <a:lnTo>
                    <a:pt x="4285" y="989"/>
                  </a:lnTo>
                  <a:lnTo>
                    <a:pt x="2225" y="536"/>
                  </a:lnTo>
                  <a:lnTo>
                    <a:pt x="24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2"/>
            <p:cNvSpPr/>
            <p:nvPr/>
          </p:nvSpPr>
          <p:spPr>
            <a:xfrm>
              <a:off x="3257925" y="4615600"/>
              <a:ext cx="507800" cy="197775"/>
            </a:xfrm>
            <a:custGeom>
              <a:rect b="b" l="l" r="r" t="t"/>
              <a:pathLst>
                <a:path extrusionOk="0" h="7911" w="20312">
                  <a:moveTo>
                    <a:pt x="20023" y="1"/>
                  </a:moveTo>
                  <a:lnTo>
                    <a:pt x="18828" y="743"/>
                  </a:lnTo>
                  <a:lnTo>
                    <a:pt x="17634" y="1402"/>
                  </a:lnTo>
                  <a:lnTo>
                    <a:pt x="16480" y="2061"/>
                  </a:lnTo>
                  <a:lnTo>
                    <a:pt x="15285" y="2638"/>
                  </a:lnTo>
                  <a:lnTo>
                    <a:pt x="14091" y="3214"/>
                  </a:lnTo>
                  <a:lnTo>
                    <a:pt x="12896" y="3709"/>
                  </a:lnTo>
                  <a:lnTo>
                    <a:pt x="11701" y="4203"/>
                  </a:lnTo>
                  <a:lnTo>
                    <a:pt x="10506" y="4656"/>
                  </a:lnTo>
                  <a:lnTo>
                    <a:pt x="9312" y="5068"/>
                  </a:lnTo>
                  <a:lnTo>
                    <a:pt x="8117" y="5480"/>
                  </a:lnTo>
                  <a:lnTo>
                    <a:pt x="6922" y="5810"/>
                  </a:lnTo>
                  <a:lnTo>
                    <a:pt x="5727" y="6140"/>
                  </a:lnTo>
                  <a:lnTo>
                    <a:pt x="4533" y="6428"/>
                  </a:lnTo>
                  <a:lnTo>
                    <a:pt x="3379" y="6716"/>
                  </a:lnTo>
                  <a:lnTo>
                    <a:pt x="2184" y="6922"/>
                  </a:lnTo>
                  <a:lnTo>
                    <a:pt x="990" y="7128"/>
                  </a:lnTo>
                  <a:lnTo>
                    <a:pt x="1" y="7911"/>
                  </a:lnTo>
                  <a:lnTo>
                    <a:pt x="1" y="7911"/>
                  </a:lnTo>
                  <a:lnTo>
                    <a:pt x="1278" y="7705"/>
                  </a:lnTo>
                  <a:lnTo>
                    <a:pt x="2514" y="7458"/>
                  </a:lnTo>
                  <a:lnTo>
                    <a:pt x="3791" y="7211"/>
                  </a:lnTo>
                  <a:lnTo>
                    <a:pt x="5068" y="6922"/>
                  </a:lnTo>
                  <a:lnTo>
                    <a:pt x="6345" y="6593"/>
                  </a:lnTo>
                  <a:lnTo>
                    <a:pt x="7622" y="6263"/>
                  </a:lnTo>
                  <a:lnTo>
                    <a:pt x="8900" y="5851"/>
                  </a:lnTo>
                  <a:lnTo>
                    <a:pt x="10177" y="5439"/>
                  </a:lnTo>
                  <a:lnTo>
                    <a:pt x="11454" y="4945"/>
                  </a:lnTo>
                  <a:lnTo>
                    <a:pt x="12731" y="4450"/>
                  </a:lnTo>
                  <a:lnTo>
                    <a:pt x="13967" y="3915"/>
                  </a:lnTo>
                  <a:lnTo>
                    <a:pt x="15244" y="3297"/>
                  </a:lnTo>
                  <a:lnTo>
                    <a:pt x="16521" y="2679"/>
                  </a:lnTo>
                  <a:lnTo>
                    <a:pt x="17798" y="2020"/>
                  </a:lnTo>
                  <a:lnTo>
                    <a:pt x="19076" y="1278"/>
                  </a:lnTo>
                  <a:lnTo>
                    <a:pt x="20311" y="495"/>
                  </a:lnTo>
                  <a:lnTo>
                    <a:pt x="20023" y="1"/>
                  </a:lnTo>
                  <a:close/>
                </a:path>
              </a:pathLst>
            </a:custGeom>
            <a:solidFill>
              <a:srgbClr val="B38373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2"/>
            <p:cNvSpPr/>
            <p:nvPr/>
          </p:nvSpPr>
          <p:spPr>
            <a:xfrm>
              <a:off x="3257925" y="4615600"/>
              <a:ext cx="507800" cy="197775"/>
            </a:xfrm>
            <a:custGeom>
              <a:rect b="b" l="l" r="r" t="t"/>
              <a:pathLst>
                <a:path extrusionOk="0" fill="none" h="7911" w="20312">
                  <a:moveTo>
                    <a:pt x="20023" y="1"/>
                  </a:moveTo>
                  <a:lnTo>
                    <a:pt x="20023" y="1"/>
                  </a:lnTo>
                  <a:lnTo>
                    <a:pt x="18828" y="743"/>
                  </a:lnTo>
                  <a:lnTo>
                    <a:pt x="17634" y="1402"/>
                  </a:lnTo>
                  <a:lnTo>
                    <a:pt x="16480" y="2061"/>
                  </a:lnTo>
                  <a:lnTo>
                    <a:pt x="15285" y="2638"/>
                  </a:lnTo>
                  <a:lnTo>
                    <a:pt x="14091" y="3214"/>
                  </a:lnTo>
                  <a:lnTo>
                    <a:pt x="12896" y="3709"/>
                  </a:lnTo>
                  <a:lnTo>
                    <a:pt x="11701" y="4203"/>
                  </a:lnTo>
                  <a:lnTo>
                    <a:pt x="10506" y="4656"/>
                  </a:lnTo>
                  <a:lnTo>
                    <a:pt x="9312" y="5068"/>
                  </a:lnTo>
                  <a:lnTo>
                    <a:pt x="8117" y="5480"/>
                  </a:lnTo>
                  <a:lnTo>
                    <a:pt x="6922" y="5810"/>
                  </a:lnTo>
                  <a:lnTo>
                    <a:pt x="5727" y="6140"/>
                  </a:lnTo>
                  <a:lnTo>
                    <a:pt x="4533" y="6428"/>
                  </a:lnTo>
                  <a:lnTo>
                    <a:pt x="3379" y="6716"/>
                  </a:lnTo>
                  <a:lnTo>
                    <a:pt x="2184" y="6922"/>
                  </a:lnTo>
                  <a:lnTo>
                    <a:pt x="990" y="7128"/>
                  </a:lnTo>
                  <a:lnTo>
                    <a:pt x="990" y="7128"/>
                  </a:lnTo>
                  <a:lnTo>
                    <a:pt x="1" y="7911"/>
                  </a:lnTo>
                  <a:lnTo>
                    <a:pt x="1" y="7911"/>
                  </a:lnTo>
                  <a:lnTo>
                    <a:pt x="1278" y="7705"/>
                  </a:lnTo>
                  <a:lnTo>
                    <a:pt x="2514" y="7458"/>
                  </a:lnTo>
                  <a:lnTo>
                    <a:pt x="3791" y="7211"/>
                  </a:lnTo>
                  <a:lnTo>
                    <a:pt x="5068" y="6922"/>
                  </a:lnTo>
                  <a:lnTo>
                    <a:pt x="6345" y="6593"/>
                  </a:lnTo>
                  <a:lnTo>
                    <a:pt x="7622" y="6263"/>
                  </a:lnTo>
                  <a:lnTo>
                    <a:pt x="8900" y="5851"/>
                  </a:lnTo>
                  <a:lnTo>
                    <a:pt x="10177" y="5439"/>
                  </a:lnTo>
                  <a:lnTo>
                    <a:pt x="11454" y="4945"/>
                  </a:lnTo>
                  <a:lnTo>
                    <a:pt x="12731" y="4450"/>
                  </a:lnTo>
                  <a:lnTo>
                    <a:pt x="13967" y="3915"/>
                  </a:lnTo>
                  <a:lnTo>
                    <a:pt x="15244" y="3297"/>
                  </a:lnTo>
                  <a:lnTo>
                    <a:pt x="16521" y="2679"/>
                  </a:lnTo>
                  <a:lnTo>
                    <a:pt x="17798" y="2020"/>
                  </a:lnTo>
                  <a:lnTo>
                    <a:pt x="19076" y="1278"/>
                  </a:lnTo>
                  <a:lnTo>
                    <a:pt x="20311" y="495"/>
                  </a:lnTo>
                  <a:lnTo>
                    <a:pt x="2002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2"/>
            <p:cNvSpPr/>
            <p:nvPr/>
          </p:nvSpPr>
          <p:spPr>
            <a:xfrm>
              <a:off x="2312425" y="4655775"/>
              <a:ext cx="156600" cy="74175"/>
            </a:xfrm>
            <a:custGeom>
              <a:rect b="b" l="l" r="r" t="t"/>
              <a:pathLst>
                <a:path extrusionOk="0" h="2967" w="6264">
                  <a:moveTo>
                    <a:pt x="289" y="1"/>
                  </a:moveTo>
                  <a:lnTo>
                    <a:pt x="1" y="536"/>
                  </a:lnTo>
                  <a:lnTo>
                    <a:pt x="495" y="742"/>
                  </a:lnTo>
                  <a:lnTo>
                    <a:pt x="1731" y="1278"/>
                  </a:lnTo>
                  <a:lnTo>
                    <a:pt x="3668" y="2061"/>
                  </a:lnTo>
                  <a:lnTo>
                    <a:pt x="4904" y="2514"/>
                  </a:lnTo>
                  <a:lnTo>
                    <a:pt x="6263" y="2967"/>
                  </a:lnTo>
                  <a:lnTo>
                    <a:pt x="5975" y="2267"/>
                  </a:lnTo>
                  <a:lnTo>
                    <a:pt x="4739" y="1813"/>
                  </a:lnTo>
                  <a:lnTo>
                    <a:pt x="3626" y="1401"/>
                  </a:lnTo>
                  <a:lnTo>
                    <a:pt x="1855" y="701"/>
                  </a:lnTo>
                  <a:lnTo>
                    <a:pt x="701" y="207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C18B73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2"/>
            <p:cNvSpPr/>
            <p:nvPr/>
          </p:nvSpPr>
          <p:spPr>
            <a:xfrm>
              <a:off x="2312425" y="4655775"/>
              <a:ext cx="156600" cy="74175"/>
            </a:xfrm>
            <a:custGeom>
              <a:rect b="b" l="l" r="r" t="t"/>
              <a:pathLst>
                <a:path extrusionOk="0" fill="none" h="2967" w="6264">
                  <a:moveTo>
                    <a:pt x="289" y="1"/>
                  </a:moveTo>
                  <a:lnTo>
                    <a:pt x="1" y="536"/>
                  </a:lnTo>
                  <a:lnTo>
                    <a:pt x="1" y="536"/>
                  </a:lnTo>
                  <a:lnTo>
                    <a:pt x="495" y="742"/>
                  </a:lnTo>
                  <a:lnTo>
                    <a:pt x="1731" y="1278"/>
                  </a:lnTo>
                  <a:lnTo>
                    <a:pt x="3668" y="2061"/>
                  </a:lnTo>
                  <a:lnTo>
                    <a:pt x="4904" y="2514"/>
                  </a:lnTo>
                  <a:lnTo>
                    <a:pt x="6263" y="2967"/>
                  </a:lnTo>
                  <a:lnTo>
                    <a:pt x="5975" y="2267"/>
                  </a:lnTo>
                  <a:lnTo>
                    <a:pt x="5975" y="2267"/>
                  </a:lnTo>
                  <a:lnTo>
                    <a:pt x="4739" y="1813"/>
                  </a:lnTo>
                  <a:lnTo>
                    <a:pt x="3626" y="1401"/>
                  </a:lnTo>
                  <a:lnTo>
                    <a:pt x="1855" y="701"/>
                  </a:lnTo>
                  <a:lnTo>
                    <a:pt x="701" y="207"/>
                  </a:lnTo>
                  <a:lnTo>
                    <a:pt x="28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2"/>
            <p:cNvSpPr/>
            <p:nvPr/>
          </p:nvSpPr>
          <p:spPr>
            <a:xfrm>
              <a:off x="2404100" y="4826750"/>
              <a:ext cx="1283350" cy="49475"/>
            </a:xfrm>
            <a:custGeom>
              <a:rect b="b" l="l" r="r" t="t"/>
              <a:pathLst>
                <a:path extrusionOk="0" h="1979" w="51334">
                  <a:moveTo>
                    <a:pt x="51169" y="1"/>
                  </a:moveTo>
                  <a:lnTo>
                    <a:pt x="50921" y="495"/>
                  </a:lnTo>
                  <a:lnTo>
                    <a:pt x="50921" y="495"/>
                  </a:lnTo>
                  <a:lnTo>
                    <a:pt x="51333" y="248"/>
                  </a:lnTo>
                  <a:lnTo>
                    <a:pt x="51169" y="1"/>
                  </a:lnTo>
                  <a:close/>
                  <a:moveTo>
                    <a:pt x="83" y="1690"/>
                  </a:moveTo>
                  <a:lnTo>
                    <a:pt x="1" y="1854"/>
                  </a:lnTo>
                  <a:lnTo>
                    <a:pt x="248" y="1978"/>
                  </a:lnTo>
                  <a:lnTo>
                    <a:pt x="83" y="16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2"/>
            <p:cNvSpPr/>
            <p:nvPr/>
          </p:nvSpPr>
          <p:spPr>
            <a:xfrm>
              <a:off x="2404100" y="4868975"/>
              <a:ext cx="6200" cy="7250"/>
            </a:xfrm>
            <a:custGeom>
              <a:rect b="b" l="l" r="r" t="t"/>
              <a:pathLst>
                <a:path extrusionOk="0" fill="none" h="290" w="248">
                  <a:moveTo>
                    <a:pt x="83" y="1"/>
                  </a:moveTo>
                  <a:lnTo>
                    <a:pt x="1" y="165"/>
                  </a:lnTo>
                  <a:lnTo>
                    <a:pt x="1" y="165"/>
                  </a:lnTo>
                  <a:lnTo>
                    <a:pt x="248" y="289"/>
                  </a:lnTo>
                  <a:lnTo>
                    <a:pt x="248" y="289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2"/>
            <p:cNvSpPr/>
            <p:nvPr/>
          </p:nvSpPr>
          <p:spPr>
            <a:xfrm>
              <a:off x="3677125" y="4826750"/>
              <a:ext cx="10325" cy="12375"/>
            </a:xfrm>
            <a:custGeom>
              <a:rect b="b" l="l" r="r" t="t"/>
              <a:pathLst>
                <a:path extrusionOk="0" fill="none" h="495" w="413">
                  <a:moveTo>
                    <a:pt x="248" y="1"/>
                  </a:moveTo>
                  <a:lnTo>
                    <a:pt x="248" y="1"/>
                  </a:lnTo>
                  <a:lnTo>
                    <a:pt x="0" y="495"/>
                  </a:lnTo>
                  <a:lnTo>
                    <a:pt x="0" y="495"/>
                  </a:lnTo>
                  <a:lnTo>
                    <a:pt x="412" y="248"/>
                  </a:lnTo>
                  <a:lnTo>
                    <a:pt x="24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2"/>
            <p:cNvSpPr/>
            <p:nvPr/>
          </p:nvSpPr>
          <p:spPr>
            <a:xfrm>
              <a:off x="2406150" y="4825725"/>
              <a:ext cx="1277175" cy="154525"/>
            </a:xfrm>
            <a:custGeom>
              <a:rect b="b" l="l" r="r" t="t"/>
              <a:pathLst>
                <a:path extrusionOk="0" h="6181" w="51087">
                  <a:moveTo>
                    <a:pt x="51087" y="0"/>
                  </a:moveTo>
                  <a:lnTo>
                    <a:pt x="50839" y="536"/>
                  </a:lnTo>
                  <a:lnTo>
                    <a:pt x="51087" y="42"/>
                  </a:lnTo>
                  <a:lnTo>
                    <a:pt x="51087" y="0"/>
                  </a:lnTo>
                  <a:close/>
                  <a:moveTo>
                    <a:pt x="207" y="1360"/>
                  </a:moveTo>
                  <a:lnTo>
                    <a:pt x="1" y="1731"/>
                  </a:lnTo>
                  <a:lnTo>
                    <a:pt x="166" y="2019"/>
                  </a:lnTo>
                  <a:lnTo>
                    <a:pt x="825" y="2266"/>
                  </a:lnTo>
                  <a:lnTo>
                    <a:pt x="1855" y="2678"/>
                  </a:lnTo>
                  <a:lnTo>
                    <a:pt x="3256" y="3214"/>
                  </a:lnTo>
                  <a:lnTo>
                    <a:pt x="4986" y="3791"/>
                  </a:lnTo>
                  <a:lnTo>
                    <a:pt x="7005" y="4409"/>
                  </a:lnTo>
                  <a:lnTo>
                    <a:pt x="9312" y="5068"/>
                  </a:lnTo>
                  <a:lnTo>
                    <a:pt x="10589" y="5356"/>
                  </a:lnTo>
                  <a:lnTo>
                    <a:pt x="11907" y="5645"/>
                  </a:lnTo>
                  <a:lnTo>
                    <a:pt x="13267" y="5933"/>
                  </a:lnTo>
                  <a:lnTo>
                    <a:pt x="14709" y="6180"/>
                  </a:lnTo>
                  <a:lnTo>
                    <a:pt x="17016" y="5974"/>
                  </a:lnTo>
                  <a:lnTo>
                    <a:pt x="15203" y="5686"/>
                  </a:lnTo>
                  <a:lnTo>
                    <a:pt x="13514" y="5356"/>
                  </a:lnTo>
                  <a:lnTo>
                    <a:pt x="11825" y="5027"/>
                  </a:lnTo>
                  <a:lnTo>
                    <a:pt x="10259" y="4697"/>
                  </a:lnTo>
                  <a:lnTo>
                    <a:pt x="8817" y="4326"/>
                  </a:lnTo>
                  <a:lnTo>
                    <a:pt x="7417" y="3914"/>
                  </a:lnTo>
                  <a:lnTo>
                    <a:pt x="6140" y="3543"/>
                  </a:lnTo>
                  <a:lnTo>
                    <a:pt x="4986" y="3173"/>
                  </a:lnTo>
                  <a:lnTo>
                    <a:pt x="3008" y="2472"/>
                  </a:lnTo>
                  <a:lnTo>
                    <a:pt x="1484" y="1937"/>
                  </a:lnTo>
                  <a:lnTo>
                    <a:pt x="537" y="1525"/>
                  </a:lnTo>
                  <a:lnTo>
                    <a:pt x="207" y="1360"/>
                  </a:lnTo>
                  <a:close/>
                </a:path>
              </a:pathLst>
            </a:custGeom>
            <a:solidFill>
              <a:srgbClr val="C18B73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2"/>
            <p:cNvSpPr/>
            <p:nvPr/>
          </p:nvSpPr>
          <p:spPr>
            <a:xfrm>
              <a:off x="2406150" y="4859700"/>
              <a:ext cx="425400" cy="120550"/>
            </a:xfrm>
            <a:custGeom>
              <a:rect b="b" l="l" r="r" t="t"/>
              <a:pathLst>
                <a:path extrusionOk="0" fill="none" h="4822" w="17016">
                  <a:moveTo>
                    <a:pt x="207" y="1"/>
                  </a:moveTo>
                  <a:lnTo>
                    <a:pt x="1" y="372"/>
                  </a:lnTo>
                  <a:lnTo>
                    <a:pt x="1" y="372"/>
                  </a:lnTo>
                  <a:lnTo>
                    <a:pt x="166" y="660"/>
                  </a:lnTo>
                  <a:lnTo>
                    <a:pt x="166" y="660"/>
                  </a:lnTo>
                  <a:lnTo>
                    <a:pt x="825" y="907"/>
                  </a:lnTo>
                  <a:lnTo>
                    <a:pt x="1855" y="1319"/>
                  </a:lnTo>
                  <a:lnTo>
                    <a:pt x="3256" y="1855"/>
                  </a:lnTo>
                  <a:lnTo>
                    <a:pt x="4986" y="2432"/>
                  </a:lnTo>
                  <a:lnTo>
                    <a:pt x="7005" y="3050"/>
                  </a:lnTo>
                  <a:lnTo>
                    <a:pt x="9312" y="3709"/>
                  </a:lnTo>
                  <a:lnTo>
                    <a:pt x="10589" y="3997"/>
                  </a:lnTo>
                  <a:lnTo>
                    <a:pt x="11907" y="4286"/>
                  </a:lnTo>
                  <a:lnTo>
                    <a:pt x="13267" y="4574"/>
                  </a:lnTo>
                  <a:lnTo>
                    <a:pt x="14709" y="4821"/>
                  </a:lnTo>
                  <a:lnTo>
                    <a:pt x="14709" y="4821"/>
                  </a:lnTo>
                  <a:lnTo>
                    <a:pt x="17016" y="4615"/>
                  </a:lnTo>
                  <a:lnTo>
                    <a:pt x="17016" y="4615"/>
                  </a:lnTo>
                  <a:lnTo>
                    <a:pt x="15203" y="4327"/>
                  </a:lnTo>
                  <a:lnTo>
                    <a:pt x="13514" y="3997"/>
                  </a:lnTo>
                  <a:lnTo>
                    <a:pt x="11825" y="3668"/>
                  </a:lnTo>
                  <a:lnTo>
                    <a:pt x="10259" y="3338"/>
                  </a:lnTo>
                  <a:lnTo>
                    <a:pt x="8817" y="2967"/>
                  </a:lnTo>
                  <a:lnTo>
                    <a:pt x="7417" y="2555"/>
                  </a:lnTo>
                  <a:lnTo>
                    <a:pt x="6140" y="2184"/>
                  </a:lnTo>
                  <a:lnTo>
                    <a:pt x="4986" y="1814"/>
                  </a:lnTo>
                  <a:lnTo>
                    <a:pt x="3008" y="1113"/>
                  </a:lnTo>
                  <a:lnTo>
                    <a:pt x="1484" y="578"/>
                  </a:lnTo>
                  <a:lnTo>
                    <a:pt x="537" y="166"/>
                  </a:lnTo>
                  <a:lnTo>
                    <a:pt x="20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2"/>
            <p:cNvSpPr/>
            <p:nvPr/>
          </p:nvSpPr>
          <p:spPr>
            <a:xfrm>
              <a:off x="3677125" y="4825725"/>
              <a:ext cx="6200" cy="13400"/>
            </a:xfrm>
            <a:custGeom>
              <a:rect b="b" l="l" r="r" t="t"/>
              <a:pathLst>
                <a:path extrusionOk="0" fill="none" h="536" w="248">
                  <a:moveTo>
                    <a:pt x="248" y="0"/>
                  </a:moveTo>
                  <a:lnTo>
                    <a:pt x="248" y="0"/>
                  </a:lnTo>
                  <a:lnTo>
                    <a:pt x="0" y="536"/>
                  </a:lnTo>
                  <a:lnTo>
                    <a:pt x="0" y="536"/>
                  </a:lnTo>
                  <a:lnTo>
                    <a:pt x="0" y="536"/>
                  </a:lnTo>
                  <a:lnTo>
                    <a:pt x="0" y="536"/>
                  </a:lnTo>
                  <a:lnTo>
                    <a:pt x="248" y="42"/>
                  </a:lnTo>
                  <a:lnTo>
                    <a:pt x="24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2"/>
            <p:cNvSpPr/>
            <p:nvPr/>
          </p:nvSpPr>
          <p:spPr>
            <a:xfrm>
              <a:off x="2773850" y="4820575"/>
              <a:ext cx="909475" cy="183350"/>
            </a:xfrm>
            <a:custGeom>
              <a:rect b="b" l="l" r="r" t="t"/>
              <a:pathLst>
                <a:path extrusionOk="0" h="7334" w="36379">
                  <a:moveTo>
                    <a:pt x="36214" y="0"/>
                  </a:moveTo>
                  <a:lnTo>
                    <a:pt x="34648" y="907"/>
                  </a:lnTo>
                  <a:lnTo>
                    <a:pt x="33042" y="1772"/>
                  </a:lnTo>
                  <a:lnTo>
                    <a:pt x="31435" y="2513"/>
                  </a:lnTo>
                  <a:lnTo>
                    <a:pt x="29787" y="3214"/>
                  </a:lnTo>
                  <a:lnTo>
                    <a:pt x="28180" y="3832"/>
                  </a:lnTo>
                  <a:lnTo>
                    <a:pt x="26573" y="4367"/>
                  </a:lnTo>
                  <a:lnTo>
                    <a:pt x="24967" y="4862"/>
                  </a:lnTo>
                  <a:lnTo>
                    <a:pt x="23319" y="5315"/>
                  </a:lnTo>
                  <a:lnTo>
                    <a:pt x="21712" y="5645"/>
                  </a:lnTo>
                  <a:lnTo>
                    <a:pt x="20147" y="5974"/>
                  </a:lnTo>
                  <a:lnTo>
                    <a:pt x="18540" y="6221"/>
                  </a:lnTo>
                  <a:lnTo>
                    <a:pt x="16974" y="6427"/>
                  </a:lnTo>
                  <a:lnTo>
                    <a:pt x="15409" y="6551"/>
                  </a:lnTo>
                  <a:lnTo>
                    <a:pt x="13843" y="6674"/>
                  </a:lnTo>
                  <a:lnTo>
                    <a:pt x="12319" y="6757"/>
                  </a:lnTo>
                  <a:lnTo>
                    <a:pt x="10795" y="6757"/>
                  </a:lnTo>
                  <a:lnTo>
                    <a:pt x="8611" y="6716"/>
                  </a:lnTo>
                  <a:lnTo>
                    <a:pt x="6428" y="6592"/>
                  </a:lnTo>
                  <a:lnTo>
                    <a:pt x="4327" y="6427"/>
                  </a:lnTo>
                  <a:lnTo>
                    <a:pt x="2308" y="6180"/>
                  </a:lnTo>
                  <a:lnTo>
                    <a:pt x="1" y="6386"/>
                  </a:lnTo>
                  <a:lnTo>
                    <a:pt x="2514" y="6798"/>
                  </a:lnTo>
                  <a:lnTo>
                    <a:pt x="3832" y="6963"/>
                  </a:lnTo>
                  <a:lnTo>
                    <a:pt x="5192" y="7086"/>
                  </a:lnTo>
                  <a:lnTo>
                    <a:pt x="6551" y="7210"/>
                  </a:lnTo>
                  <a:lnTo>
                    <a:pt x="7952" y="7292"/>
                  </a:lnTo>
                  <a:lnTo>
                    <a:pt x="9353" y="7334"/>
                  </a:lnTo>
                  <a:lnTo>
                    <a:pt x="12319" y="7334"/>
                  </a:lnTo>
                  <a:lnTo>
                    <a:pt x="13843" y="7251"/>
                  </a:lnTo>
                  <a:lnTo>
                    <a:pt x="15368" y="7169"/>
                  </a:lnTo>
                  <a:lnTo>
                    <a:pt x="16933" y="7004"/>
                  </a:lnTo>
                  <a:lnTo>
                    <a:pt x="18499" y="6839"/>
                  </a:lnTo>
                  <a:lnTo>
                    <a:pt x="20064" y="6592"/>
                  </a:lnTo>
                  <a:lnTo>
                    <a:pt x="21671" y="6262"/>
                  </a:lnTo>
                  <a:lnTo>
                    <a:pt x="23278" y="5933"/>
                  </a:lnTo>
                  <a:lnTo>
                    <a:pt x="24884" y="5521"/>
                  </a:lnTo>
                  <a:lnTo>
                    <a:pt x="26491" y="5027"/>
                  </a:lnTo>
                  <a:lnTo>
                    <a:pt x="28098" y="4491"/>
                  </a:lnTo>
                  <a:lnTo>
                    <a:pt x="29705" y="3873"/>
                  </a:lnTo>
                  <a:lnTo>
                    <a:pt x="31311" y="3214"/>
                  </a:lnTo>
                  <a:lnTo>
                    <a:pt x="32918" y="2472"/>
                  </a:lnTo>
                  <a:lnTo>
                    <a:pt x="34525" y="1648"/>
                  </a:lnTo>
                  <a:lnTo>
                    <a:pt x="36131" y="742"/>
                  </a:lnTo>
                  <a:lnTo>
                    <a:pt x="36379" y="206"/>
                  </a:lnTo>
                  <a:lnTo>
                    <a:pt x="36214" y="0"/>
                  </a:lnTo>
                  <a:close/>
                </a:path>
              </a:pathLst>
            </a:custGeom>
            <a:solidFill>
              <a:srgbClr val="B38373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2"/>
            <p:cNvSpPr/>
            <p:nvPr/>
          </p:nvSpPr>
          <p:spPr>
            <a:xfrm>
              <a:off x="2773850" y="4820575"/>
              <a:ext cx="909475" cy="183350"/>
            </a:xfrm>
            <a:custGeom>
              <a:rect b="b" l="l" r="r" t="t"/>
              <a:pathLst>
                <a:path extrusionOk="0" fill="none" h="7334" w="36379">
                  <a:moveTo>
                    <a:pt x="36214" y="0"/>
                  </a:moveTo>
                  <a:lnTo>
                    <a:pt x="36214" y="0"/>
                  </a:lnTo>
                  <a:lnTo>
                    <a:pt x="34648" y="907"/>
                  </a:lnTo>
                  <a:lnTo>
                    <a:pt x="33042" y="1772"/>
                  </a:lnTo>
                  <a:lnTo>
                    <a:pt x="31435" y="2513"/>
                  </a:lnTo>
                  <a:lnTo>
                    <a:pt x="29787" y="3214"/>
                  </a:lnTo>
                  <a:lnTo>
                    <a:pt x="28180" y="3832"/>
                  </a:lnTo>
                  <a:lnTo>
                    <a:pt x="26573" y="4367"/>
                  </a:lnTo>
                  <a:lnTo>
                    <a:pt x="24967" y="4862"/>
                  </a:lnTo>
                  <a:lnTo>
                    <a:pt x="23319" y="5315"/>
                  </a:lnTo>
                  <a:lnTo>
                    <a:pt x="21712" y="5645"/>
                  </a:lnTo>
                  <a:lnTo>
                    <a:pt x="20147" y="5974"/>
                  </a:lnTo>
                  <a:lnTo>
                    <a:pt x="18540" y="6221"/>
                  </a:lnTo>
                  <a:lnTo>
                    <a:pt x="16974" y="6427"/>
                  </a:lnTo>
                  <a:lnTo>
                    <a:pt x="15409" y="6551"/>
                  </a:lnTo>
                  <a:lnTo>
                    <a:pt x="13843" y="6674"/>
                  </a:lnTo>
                  <a:lnTo>
                    <a:pt x="12319" y="6757"/>
                  </a:lnTo>
                  <a:lnTo>
                    <a:pt x="10795" y="6757"/>
                  </a:lnTo>
                  <a:lnTo>
                    <a:pt x="10795" y="6757"/>
                  </a:lnTo>
                  <a:lnTo>
                    <a:pt x="8611" y="6716"/>
                  </a:lnTo>
                  <a:lnTo>
                    <a:pt x="6428" y="6592"/>
                  </a:lnTo>
                  <a:lnTo>
                    <a:pt x="4327" y="6427"/>
                  </a:lnTo>
                  <a:lnTo>
                    <a:pt x="2308" y="6180"/>
                  </a:lnTo>
                  <a:lnTo>
                    <a:pt x="2308" y="6180"/>
                  </a:lnTo>
                  <a:lnTo>
                    <a:pt x="1" y="6386"/>
                  </a:lnTo>
                  <a:lnTo>
                    <a:pt x="1" y="6386"/>
                  </a:lnTo>
                  <a:lnTo>
                    <a:pt x="2514" y="6798"/>
                  </a:lnTo>
                  <a:lnTo>
                    <a:pt x="3832" y="6963"/>
                  </a:lnTo>
                  <a:lnTo>
                    <a:pt x="5192" y="7086"/>
                  </a:lnTo>
                  <a:lnTo>
                    <a:pt x="6551" y="7210"/>
                  </a:lnTo>
                  <a:lnTo>
                    <a:pt x="7952" y="7292"/>
                  </a:lnTo>
                  <a:lnTo>
                    <a:pt x="9353" y="7334"/>
                  </a:lnTo>
                  <a:lnTo>
                    <a:pt x="10836" y="7334"/>
                  </a:lnTo>
                  <a:lnTo>
                    <a:pt x="10836" y="7334"/>
                  </a:lnTo>
                  <a:lnTo>
                    <a:pt x="12319" y="7334"/>
                  </a:lnTo>
                  <a:lnTo>
                    <a:pt x="13843" y="7251"/>
                  </a:lnTo>
                  <a:lnTo>
                    <a:pt x="15368" y="7169"/>
                  </a:lnTo>
                  <a:lnTo>
                    <a:pt x="16933" y="7004"/>
                  </a:lnTo>
                  <a:lnTo>
                    <a:pt x="18499" y="6839"/>
                  </a:lnTo>
                  <a:lnTo>
                    <a:pt x="20064" y="6592"/>
                  </a:lnTo>
                  <a:lnTo>
                    <a:pt x="21671" y="6262"/>
                  </a:lnTo>
                  <a:lnTo>
                    <a:pt x="23278" y="5933"/>
                  </a:lnTo>
                  <a:lnTo>
                    <a:pt x="24884" y="5521"/>
                  </a:lnTo>
                  <a:lnTo>
                    <a:pt x="26491" y="5027"/>
                  </a:lnTo>
                  <a:lnTo>
                    <a:pt x="28098" y="4491"/>
                  </a:lnTo>
                  <a:lnTo>
                    <a:pt x="29705" y="3873"/>
                  </a:lnTo>
                  <a:lnTo>
                    <a:pt x="31311" y="3214"/>
                  </a:lnTo>
                  <a:lnTo>
                    <a:pt x="32918" y="2472"/>
                  </a:lnTo>
                  <a:lnTo>
                    <a:pt x="34525" y="1648"/>
                  </a:lnTo>
                  <a:lnTo>
                    <a:pt x="36131" y="742"/>
                  </a:lnTo>
                  <a:lnTo>
                    <a:pt x="36131" y="742"/>
                  </a:lnTo>
                  <a:lnTo>
                    <a:pt x="36379" y="206"/>
                  </a:lnTo>
                  <a:lnTo>
                    <a:pt x="362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2"/>
            <p:cNvSpPr/>
            <p:nvPr/>
          </p:nvSpPr>
          <p:spPr>
            <a:xfrm>
              <a:off x="2314500" y="4310750"/>
              <a:ext cx="551050" cy="512925"/>
            </a:xfrm>
            <a:custGeom>
              <a:rect b="b" l="l" r="r" t="t"/>
              <a:pathLst>
                <a:path extrusionOk="0" h="20517" w="22042">
                  <a:moveTo>
                    <a:pt x="1195" y="0"/>
                  </a:moveTo>
                  <a:lnTo>
                    <a:pt x="907" y="42"/>
                  </a:lnTo>
                  <a:lnTo>
                    <a:pt x="618" y="165"/>
                  </a:lnTo>
                  <a:lnTo>
                    <a:pt x="412" y="330"/>
                  </a:lnTo>
                  <a:lnTo>
                    <a:pt x="206" y="536"/>
                  </a:lnTo>
                  <a:lnTo>
                    <a:pt x="42" y="783"/>
                  </a:lnTo>
                  <a:lnTo>
                    <a:pt x="0" y="1113"/>
                  </a:lnTo>
                  <a:lnTo>
                    <a:pt x="0" y="1401"/>
                  </a:lnTo>
                  <a:lnTo>
                    <a:pt x="83" y="1731"/>
                  </a:lnTo>
                  <a:lnTo>
                    <a:pt x="2555" y="7869"/>
                  </a:lnTo>
                  <a:lnTo>
                    <a:pt x="3832" y="8281"/>
                  </a:lnTo>
                  <a:lnTo>
                    <a:pt x="5233" y="8693"/>
                  </a:lnTo>
                  <a:lnTo>
                    <a:pt x="6757" y="9105"/>
                  </a:lnTo>
                  <a:lnTo>
                    <a:pt x="8364" y="9558"/>
                  </a:lnTo>
                  <a:lnTo>
                    <a:pt x="10053" y="9970"/>
                  </a:lnTo>
                  <a:lnTo>
                    <a:pt x="11824" y="10341"/>
                  </a:lnTo>
                  <a:lnTo>
                    <a:pt x="13719" y="10712"/>
                  </a:lnTo>
                  <a:lnTo>
                    <a:pt x="15697" y="11041"/>
                  </a:lnTo>
                  <a:lnTo>
                    <a:pt x="16438" y="10382"/>
                  </a:lnTo>
                  <a:lnTo>
                    <a:pt x="17180" y="9723"/>
                  </a:lnTo>
                  <a:lnTo>
                    <a:pt x="17922" y="9105"/>
                  </a:lnTo>
                  <a:lnTo>
                    <a:pt x="18663" y="8528"/>
                  </a:lnTo>
                  <a:lnTo>
                    <a:pt x="20105" y="7498"/>
                  </a:lnTo>
                  <a:lnTo>
                    <a:pt x="21465" y="6633"/>
                  </a:lnTo>
                  <a:lnTo>
                    <a:pt x="21629" y="6510"/>
                  </a:lnTo>
                  <a:lnTo>
                    <a:pt x="21794" y="6345"/>
                  </a:lnTo>
                  <a:lnTo>
                    <a:pt x="21877" y="6180"/>
                  </a:lnTo>
                  <a:lnTo>
                    <a:pt x="21959" y="6015"/>
                  </a:lnTo>
                  <a:lnTo>
                    <a:pt x="22041" y="5809"/>
                  </a:lnTo>
                  <a:lnTo>
                    <a:pt x="22041" y="5645"/>
                  </a:lnTo>
                  <a:lnTo>
                    <a:pt x="22041" y="5439"/>
                  </a:lnTo>
                  <a:lnTo>
                    <a:pt x="22000" y="5274"/>
                  </a:lnTo>
                  <a:lnTo>
                    <a:pt x="21959" y="5068"/>
                  </a:lnTo>
                  <a:lnTo>
                    <a:pt x="21877" y="4903"/>
                  </a:lnTo>
                  <a:lnTo>
                    <a:pt x="21753" y="4779"/>
                  </a:lnTo>
                  <a:lnTo>
                    <a:pt x="21629" y="4615"/>
                  </a:lnTo>
                  <a:lnTo>
                    <a:pt x="21465" y="4491"/>
                  </a:lnTo>
                  <a:lnTo>
                    <a:pt x="21300" y="4409"/>
                  </a:lnTo>
                  <a:lnTo>
                    <a:pt x="21094" y="4367"/>
                  </a:lnTo>
                  <a:lnTo>
                    <a:pt x="20888" y="4326"/>
                  </a:lnTo>
                  <a:lnTo>
                    <a:pt x="19157" y="4161"/>
                  </a:lnTo>
                  <a:lnTo>
                    <a:pt x="17468" y="3997"/>
                  </a:lnTo>
                  <a:lnTo>
                    <a:pt x="15862" y="3791"/>
                  </a:lnTo>
                  <a:lnTo>
                    <a:pt x="14337" y="3543"/>
                  </a:lnTo>
                  <a:lnTo>
                    <a:pt x="12895" y="3296"/>
                  </a:lnTo>
                  <a:lnTo>
                    <a:pt x="11495" y="3049"/>
                  </a:lnTo>
                  <a:lnTo>
                    <a:pt x="10176" y="2761"/>
                  </a:lnTo>
                  <a:lnTo>
                    <a:pt x="8982" y="2472"/>
                  </a:lnTo>
                  <a:lnTo>
                    <a:pt x="7787" y="2184"/>
                  </a:lnTo>
                  <a:lnTo>
                    <a:pt x="6716" y="1895"/>
                  </a:lnTo>
                  <a:lnTo>
                    <a:pt x="4779" y="1278"/>
                  </a:lnTo>
                  <a:lnTo>
                    <a:pt x="3090" y="660"/>
                  </a:lnTo>
                  <a:lnTo>
                    <a:pt x="1689" y="124"/>
                  </a:lnTo>
                  <a:lnTo>
                    <a:pt x="1442" y="42"/>
                  </a:lnTo>
                  <a:lnTo>
                    <a:pt x="1195" y="0"/>
                  </a:lnTo>
                  <a:close/>
                  <a:moveTo>
                    <a:pt x="2843" y="8570"/>
                  </a:moveTo>
                  <a:lnTo>
                    <a:pt x="5892" y="16068"/>
                  </a:lnTo>
                  <a:lnTo>
                    <a:pt x="8158" y="16809"/>
                  </a:lnTo>
                  <a:lnTo>
                    <a:pt x="10671" y="17510"/>
                  </a:lnTo>
                  <a:lnTo>
                    <a:pt x="11165" y="16686"/>
                  </a:lnTo>
                  <a:lnTo>
                    <a:pt x="11659" y="15862"/>
                  </a:lnTo>
                  <a:lnTo>
                    <a:pt x="12195" y="15079"/>
                  </a:lnTo>
                  <a:lnTo>
                    <a:pt x="12731" y="14337"/>
                  </a:lnTo>
                  <a:lnTo>
                    <a:pt x="13307" y="13596"/>
                  </a:lnTo>
                  <a:lnTo>
                    <a:pt x="13925" y="12895"/>
                  </a:lnTo>
                  <a:lnTo>
                    <a:pt x="14543" y="12236"/>
                  </a:lnTo>
                  <a:lnTo>
                    <a:pt x="15161" y="11577"/>
                  </a:lnTo>
                  <a:lnTo>
                    <a:pt x="13349" y="11247"/>
                  </a:lnTo>
                  <a:lnTo>
                    <a:pt x="11618" y="10877"/>
                  </a:lnTo>
                  <a:lnTo>
                    <a:pt x="9929" y="10547"/>
                  </a:lnTo>
                  <a:lnTo>
                    <a:pt x="8322" y="10135"/>
                  </a:lnTo>
                  <a:lnTo>
                    <a:pt x="6839" y="9764"/>
                  </a:lnTo>
                  <a:lnTo>
                    <a:pt x="5397" y="9352"/>
                  </a:lnTo>
                  <a:lnTo>
                    <a:pt x="2843" y="8570"/>
                  </a:lnTo>
                  <a:close/>
                  <a:moveTo>
                    <a:pt x="6180" y="16768"/>
                  </a:moveTo>
                  <a:lnTo>
                    <a:pt x="7375" y="19734"/>
                  </a:lnTo>
                  <a:lnTo>
                    <a:pt x="7498" y="19899"/>
                  </a:lnTo>
                  <a:lnTo>
                    <a:pt x="7581" y="20064"/>
                  </a:lnTo>
                  <a:lnTo>
                    <a:pt x="7746" y="20187"/>
                  </a:lnTo>
                  <a:lnTo>
                    <a:pt x="7869" y="20311"/>
                  </a:lnTo>
                  <a:lnTo>
                    <a:pt x="8034" y="20393"/>
                  </a:lnTo>
                  <a:lnTo>
                    <a:pt x="8199" y="20476"/>
                  </a:lnTo>
                  <a:lnTo>
                    <a:pt x="8528" y="20517"/>
                  </a:lnTo>
                  <a:lnTo>
                    <a:pt x="8734" y="20476"/>
                  </a:lnTo>
                  <a:lnTo>
                    <a:pt x="8899" y="20435"/>
                  </a:lnTo>
                  <a:lnTo>
                    <a:pt x="9064" y="20393"/>
                  </a:lnTo>
                  <a:lnTo>
                    <a:pt x="9229" y="20311"/>
                  </a:lnTo>
                  <a:lnTo>
                    <a:pt x="9394" y="20187"/>
                  </a:lnTo>
                  <a:lnTo>
                    <a:pt x="9517" y="20023"/>
                  </a:lnTo>
                  <a:lnTo>
                    <a:pt x="9641" y="19858"/>
                  </a:lnTo>
                  <a:lnTo>
                    <a:pt x="9723" y="19693"/>
                  </a:lnTo>
                  <a:lnTo>
                    <a:pt x="10053" y="18869"/>
                  </a:lnTo>
                  <a:lnTo>
                    <a:pt x="10423" y="18045"/>
                  </a:lnTo>
                  <a:lnTo>
                    <a:pt x="8199" y="17427"/>
                  </a:lnTo>
                  <a:lnTo>
                    <a:pt x="6180" y="16768"/>
                  </a:lnTo>
                  <a:close/>
                </a:path>
              </a:pathLst>
            </a:custGeom>
            <a:solidFill>
              <a:srgbClr val="963A12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2"/>
            <p:cNvSpPr/>
            <p:nvPr/>
          </p:nvSpPr>
          <p:spPr>
            <a:xfrm>
              <a:off x="2469000" y="4729925"/>
              <a:ext cx="106100" cy="93750"/>
            </a:xfrm>
            <a:custGeom>
              <a:rect b="b" l="l" r="r" t="t"/>
              <a:pathLst>
                <a:path extrusionOk="0" fill="none" h="3750" w="4244">
                  <a:moveTo>
                    <a:pt x="0" y="1"/>
                  </a:moveTo>
                  <a:lnTo>
                    <a:pt x="1195" y="2967"/>
                  </a:lnTo>
                  <a:lnTo>
                    <a:pt x="1195" y="2967"/>
                  </a:lnTo>
                  <a:lnTo>
                    <a:pt x="1318" y="3132"/>
                  </a:lnTo>
                  <a:lnTo>
                    <a:pt x="1401" y="3297"/>
                  </a:lnTo>
                  <a:lnTo>
                    <a:pt x="1566" y="3420"/>
                  </a:lnTo>
                  <a:lnTo>
                    <a:pt x="1689" y="3544"/>
                  </a:lnTo>
                  <a:lnTo>
                    <a:pt x="1854" y="3626"/>
                  </a:lnTo>
                  <a:lnTo>
                    <a:pt x="2019" y="3709"/>
                  </a:lnTo>
                  <a:lnTo>
                    <a:pt x="2348" y="3750"/>
                  </a:lnTo>
                  <a:lnTo>
                    <a:pt x="2348" y="3750"/>
                  </a:lnTo>
                  <a:lnTo>
                    <a:pt x="2554" y="3709"/>
                  </a:lnTo>
                  <a:lnTo>
                    <a:pt x="2719" y="3668"/>
                  </a:lnTo>
                  <a:lnTo>
                    <a:pt x="2884" y="3626"/>
                  </a:lnTo>
                  <a:lnTo>
                    <a:pt x="3049" y="3544"/>
                  </a:lnTo>
                  <a:lnTo>
                    <a:pt x="3214" y="3420"/>
                  </a:lnTo>
                  <a:lnTo>
                    <a:pt x="3337" y="3256"/>
                  </a:lnTo>
                  <a:lnTo>
                    <a:pt x="3461" y="3091"/>
                  </a:lnTo>
                  <a:lnTo>
                    <a:pt x="3543" y="2926"/>
                  </a:lnTo>
                  <a:lnTo>
                    <a:pt x="3543" y="2926"/>
                  </a:lnTo>
                  <a:lnTo>
                    <a:pt x="3873" y="2102"/>
                  </a:lnTo>
                  <a:lnTo>
                    <a:pt x="4243" y="1278"/>
                  </a:lnTo>
                  <a:lnTo>
                    <a:pt x="4243" y="1278"/>
                  </a:lnTo>
                  <a:lnTo>
                    <a:pt x="2019" y="660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2"/>
            <p:cNvSpPr/>
            <p:nvPr/>
          </p:nvSpPr>
          <p:spPr>
            <a:xfrm>
              <a:off x="2385575" y="4524975"/>
              <a:ext cx="307975" cy="223525"/>
            </a:xfrm>
            <a:custGeom>
              <a:rect b="b" l="l" r="r" t="t"/>
              <a:pathLst>
                <a:path extrusionOk="0" fill="none" h="8941" w="12319">
                  <a:moveTo>
                    <a:pt x="0" y="1"/>
                  </a:moveTo>
                  <a:lnTo>
                    <a:pt x="3049" y="7499"/>
                  </a:lnTo>
                  <a:lnTo>
                    <a:pt x="3049" y="7499"/>
                  </a:lnTo>
                  <a:lnTo>
                    <a:pt x="5315" y="8240"/>
                  </a:lnTo>
                  <a:lnTo>
                    <a:pt x="7828" y="8941"/>
                  </a:lnTo>
                  <a:lnTo>
                    <a:pt x="7828" y="8941"/>
                  </a:lnTo>
                  <a:lnTo>
                    <a:pt x="8322" y="8117"/>
                  </a:lnTo>
                  <a:lnTo>
                    <a:pt x="8816" y="7293"/>
                  </a:lnTo>
                  <a:lnTo>
                    <a:pt x="9352" y="6510"/>
                  </a:lnTo>
                  <a:lnTo>
                    <a:pt x="9888" y="5768"/>
                  </a:lnTo>
                  <a:lnTo>
                    <a:pt x="10464" y="5027"/>
                  </a:lnTo>
                  <a:lnTo>
                    <a:pt x="11082" y="4326"/>
                  </a:lnTo>
                  <a:lnTo>
                    <a:pt x="11700" y="3667"/>
                  </a:lnTo>
                  <a:lnTo>
                    <a:pt x="12318" y="3008"/>
                  </a:lnTo>
                  <a:lnTo>
                    <a:pt x="12318" y="3008"/>
                  </a:lnTo>
                  <a:lnTo>
                    <a:pt x="10506" y="2678"/>
                  </a:lnTo>
                  <a:lnTo>
                    <a:pt x="8775" y="2308"/>
                  </a:lnTo>
                  <a:lnTo>
                    <a:pt x="7086" y="1978"/>
                  </a:lnTo>
                  <a:lnTo>
                    <a:pt x="5479" y="1566"/>
                  </a:lnTo>
                  <a:lnTo>
                    <a:pt x="3996" y="1195"/>
                  </a:lnTo>
                  <a:lnTo>
                    <a:pt x="2554" y="78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2"/>
            <p:cNvSpPr/>
            <p:nvPr/>
          </p:nvSpPr>
          <p:spPr>
            <a:xfrm>
              <a:off x="2314500" y="4310750"/>
              <a:ext cx="551050" cy="276050"/>
            </a:xfrm>
            <a:custGeom>
              <a:rect b="b" l="l" r="r" t="t"/>
              <a:pathLst>
                <a:path extrusionOk="0" fill="none" h="11042" w="22042">
                  <a:moveTo>
                    <a:pt x="1195" y="0"/>
                  </a:moveTo>
                  <a:lnTo>
                    <a:pt x="1195" y="0"/>
                  </a:lnTo>
                  <a:lnTo>
                    <a:pt x="907" y="42"/>
                  </a:lnTo>
                  <a:lnTo>
                    <a:pt x="618" y="165"/>
                  </a:lnTo>
                  <a:lnTo>
                    <a:pt x="412" y="330"/>
                  </a:lnTo>
                  <a:lnTo>
                    <a:pt x="206" y="536"/>
                  </a:lnTo>
                  <a:lnTo>
                    <a:pt x="42" y="783"/>
                  </a:lnTo>
                  <a:lnTo>
                    <a:pt x="0" y="1113"/>
                  </a:lnTo>
                  <a:lnTo>
                    <a:pt x="0" y="1401"/>
                  </a:lnTo>
                  <a:lnTo>
                    <a:pt x="83" y="1731"/>
                  </a:lnTo>
                  <a:lnTo>
                    <a:pt x="2555" y="7869"/>
                  </a:lnTo>
                  <a:lnTo>
                    <a:pt x="2555" y="7869"/>
                  </a:lnTo>
                  <a:lnTo>
                    <a:pt x="3832" y="8281"/>
                  </a:lnTo>
                  <a:lnTo>
                    <a:pt x="5233" y="8693"/>
                  </a:lnTo>
                  <a:lnTo>
                    <a:pt x="6757" y="9105"/>
                  </a:lnTo>
                  <a:lnTo>
                    <a:pt x="8364" y="9558"/>
                  </a:lnTo>
                  <a:lnTo>
                    <a:pt x="10053" y="9970"/>
                  </a:lnTo>
                  <a:lnTo>
                    <a:pt x="11824" y="10341"/>
                  </a:lnTo>
                  <a:lnTo>
                    <a:pt x="13719" y="10712"/>
                  </a:lnTo>
                  <a:lnTo>
                    <a:pt x="15697" y="11041"/>
                  </a:lnTo>
                  <a:lnTo>
                    <a:pt x="15697" y="11041"/>
                  </a:lnTo>
                  <a:lnTo>
                    <a:pt x="16438" y="10382"/>
                  </a:lnTo>
                  <a:lnTo>
                    <a:pt x="17180" y="9723"/>
                  </a:lnTo>
                  <a:lnTo>
                    <a:pt x="17922" y="9105"/>
                  </a:lnTo>
                  <a:lnTo>
                    <a:pt x="18663" y="8528"/>
                  </a:lnTo>
                  <a:lnTo>
                    <a:pt x="20105" y="7498"/>
                  </a:lnTo>
                  <a:lnTo>
                    <a:pt x="21465" y="6633"/>
                  </a:lnTo>
                  <a:lnTo>
                    <a:pt x="21465" y="6633"/>
                  </a:lnTo>
                  <a:lnTo>
                    <a:pt x="21629" y="6510"/>
                  </a:lnTo>
                  <a:lnTo>
                    <a:pt x="21794" y="6345"/>
                  </a:lnTo>
                  <a:lnTo>
                    <a:pt x="21877" y="6180"/>
                  </a:lnTo>
                  <a:lnTo>
                    <a:pt x="21959" y="6015"/>
                  </a:lnTo>
                  <a:lnTo>
                    <a:pt x="22041" y="5809"/>
                  </a:lnTo>
                  <a:lnTo>
                    <a:pt x="22041" y="5645"/>
                  </a:lnTo>
                  <a:lnTo>
                    <a:pt x="22041" y="5439"/>
                  </a:lnTo>
                  <a:lnTo>
                    <a:pt x="22000" y="5274"/>
                  </a:lnTo>
                  <a:lnTo>
                    <a:pt x="21959" y="5068"/>
                  </a:lnTo>
                  <a:lnTo>
                    <a:pt x="21877" y="4903"/>
                  </a:lnTo>
                  <a:lnTo>
                    <a:pt x="21753" y="4779"/>
                  </a:lnTo>
                  <a:lnTo>
                    <a:pt x="21629" y="4615"/>
                  </a:lnTo>
                  <a:lnTo>
                    <a:pt x="21465" y="4491"/>
                  </a:lnTo>
                  <a:lnTo>
                    <a:pt x="21300" y="4409"/>
                  </a:lnTo>
                  <a:lnTo>
                    <a:pt x="21094" y="4367"/>
                  </a:lnTo>
                  <a:lnTo>
                    <a:pt x="20888" y="4326"/>
                  </a:lnTo>
                  <a:lnTo>
                    <a:pt x="20888" y="4326"/>
                  </a:lnTo>
                  <a:lnTo>
                    <a:pt x="19157" y="4161"/>
                  </a:lnTo>
                  <a:lnTo>
                    <a:pt x="17468" y="3997"/>
                  </a:lnTo>
                  <a:lnTo>
                    <a:pt x="15862" y="3791"/>
                  </a:lnTo>
                  <a:lnTo>
                    <a:pt x="14337" y="3543"/>
                  </a:lnTo>
                  <a:lnTo>
                    <a:pt x="12895" y="3296"/>
                  </a:lnTo>
                  <a:lnTo>
                    <a:pt x="11495" y="3049"/>
                  </a:lnTo>
                  <a:lnTo>
                    <a:pt x="10176" y="2761"/>
                  </a:lnTo>
                  <a:lnTo>
                    <a:pt x="8982" y="2472"/>
                  </a:lnTo>
                  <a:lnTo>
                    <a:pt x="7787" y="2184"/>
                  </a:lnTo>
                  <a:lnTo>
                    <a:pt x="6716" y="1895"/>
                  </a:lnTo>
                  <a:lnTo>
                    <a:pt x="4779" y="1278"/>
                  </a:lnTo>
                  <a:lnTo>
                    <a:pt x="3090" y="660"/>
                  </a:lnTo>
                  <a:lnTo>
                    <a:pt x="1689" y="124"/>
                  </a:lnTo>
                  <a:lnTo>
                    <a:pt x="1689" y="124"/>
                  </a:lnTo>
                  <a:lnTo>
                    <a:pt x="1442" y="42"/>
                  </a:lnTo>
                  <a:lnTo>
                    <a:pt x="119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2"/>
            <p:cNvSpPr/>
            <p:nvPr/>
          </p:nvSpPr>
          <p:spPr>
            <a:xfrm>
              <a:off x="2378350" y="4507475"/>
              <a:ext cx="328575" cy="92725"/>
            </a:xfrm>
            <a:custGeom>
              <a:rect b="b" l="l" r="r" t="t"/>
              <a:pathLst>
                <a:path extrusionOk="0" h="3709" w="13143">
                  <a:moveTo>
                    <a:pt x="1" y="0"/>
                  </a:moveTo>
                  <a:lnTo>
                    <a:pt x="289" y="701"/>
                  </a:lnTo>
                  <a:lnTo>
                    <a:pt x="2843" y="1483"/>
                  </a:lnTo>
                  <a:lnTo>
                    <a:pt x="4285" y="1895"/>
                  </a:lnTo>
                  <a:lnTo>
                    <a:pt x="5768" y="2266"/>
                  </a:lnTo>
                  <a:lnTo>
                    <a:pt x="7375" y="2678"/>
                  </a:lnTo>
                  <a:lnTo>
                    <a:pt x="9064" y="3008"/>
                  </a:lnTo>
                  <a:lnTo>
                    <a:pt x="10795" y="3378"/>
                  </a:lnTo>
                  <a:lnTo>
                    <a:pt x="12607" y="3708"/>
                  </a:lnTo>
                  <a:lnTo>
                    <a:pt x="13143" y="3172"/>
                  </a:lnTo>
                  <a:lnTo>
                    <a:pt x="11165" y="2843"/>
                  </a:lnTo>
                  <a:lnTo>
                    <a:pt x="9270" y="2472"/>
                  </a:lnTo>
                  <a:lnTo>
                    <a:pt x="7499" y="2101"/>
                  </a:lnTo>
                  <a:lnTo>
                    <a:pt x="5810" y="1689"/>
                  </a:lnTo>
                  <a:lnTo>
                    <a:pt x="4203" y="1236"/>
                  </a:lnTo>
                  <a:lnTo>
                    <a:pt x="2679" y="824"/>
                  </a:lnTo>
                  <a:lnTo>
                    <a:pt x="1278" y="4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5937D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2"/>
            <p:cNvSpPr/>
            <p:nvPr/>
          </p:nvSpPr>
          <p:spPr>
            <a:xfrm>
              <a:off x="2378350" y="4507475"/>
              <a:ext cx="328575" cy="92725"/>
            </a:xfrm>
            <a:custGeom>
              <a:rect b="b" l="l" r="r" t="t"/>
              <a:pathLst>
                <a:path extrusionOk="0" fill="none" h="3709" w="13143">
                  <a:moveTo>
                    <a:pt x="1" y="0"/>
                  </a:moveTo>
                  <a:lnTo>
                    <a:pt x="289" y="701"/>
                  </a:lnTo>
                  <a:lnTo>
                    <a:pt x="289" y="701"/>
                  </a:lnTo>
                  <a:lnTo>
                    <a:pt x="2843" y="1483"/>
                  </a:lnTo>
                  <a:lnTo>
                    <a:pt x="4285" y="1895"/>
                  </a:lnTo>
                  <a:lnTo>
                    <a:pt x="5768" y="2266"/>
                  </a:lnTo>
                  <a:lnTo>
                    <a:pt x="7375" y="2678"/>
                  </a:lnTo>
                  <a:lnTo>
                    <a:pt x="9064" y="3008"/>
                  </a:lnTo>
                  <a:lnTo>
                    <a:pt x="10795" y="3378"/>
                  </a:lnTo>
                  <a:lnTo>
                    <a:pt x="12607" y="3708"/>
                  </a:lnTo>
                  <a:lnTo>
                    <a:pt x="12607" y="3708"/>
                  </a:lnTo>
                  <a:lnTo>
                    <a:pt x="13143" y="3172"/>
                  </a:lnTo>
                  <a:lnTo>
                    <a:pt x="13143" y="3172"/>
                  </a:lnTo>
                  <a:lnTo>
                    <a:pt x="11165" y="2843"/>
                  </a:lnTo>
                  <a:lnTo>
                    <a:pt x="9270" y="2472"/>
                  </a:lnTo>
                  <a:lnTo>
                    <a:pt x="7499" y="2101"/>
                  </a:lnTo>
                  <a:lnTo>
                    <a:pt x="5810" y="1689"/>
                  </a:lnTo>
                  <a:lnTo>
                    <a:pt x="4203" y="1236"/>
                  </a:lnTo>
                  <a:lnTo>
                    <a:pt x="2679" y="824"/>
                  </a:lnTo>
                  <a:lnTo>
                    <a:pt x="1278" y="412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2"/>
            <p:cNvSpPr/>
            <p:nvPr/>
          </p:nvSpPr>
          <p:spPr>
            <a:xfrm>
              <a:off x="2461775" y="4712425"/>
              <a:ext cx="119500" cy="49475"/>
            </a:xfrm>
            <a:custGeom>
              <a:rect b="b" l="l" r="r" t="t"/>
              <a:pathLst>
                <a:path extrusionOk="0" h="1979" w="4780">
                  <a:moveTo>
                    <a:pt x="1" y="1"/>
                  </a:moveTo>
                  <a:lnTo>
                    <a:pt x="289" y="701"/>
                  </a:lnTo>
                  <a:lnTo>
                    <a:pt x="2308" y="1360"/>
                  </a:lnTo>
                  <a:lnTo>
                    <a:pt x="4532" y="1978"/>
                  </a:lnTo>
                  <a:lnTo>
                    <a:pt x="4780" y="1443"/>
                  </a:lnTo>
                  <a:lnTo>
                    <a:pt x="2267" y="7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5937D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2"/>
            <p:cNvSpPr/>
            <p:nvPr/>
          </p:nvSpPr>
          <p:spPr>
            <a:xfrm>
              <a:off x="2461775" y="4712425"/>
              <a:ext cx="119500" cy="49475"/>
            </a:xfrm>
            <a:custGeom>
              <a:rect b="b" l="l" r="r" t="t"/>
              <a:pathLst>
                <a:path extrusionOk="0" fill="none" h="1979" w="4780">
                  <a:moveTo>
                    <a:pt x="1" y="1"/>
                  </a:moveTo>
                  <a:lnTo>
                    <a:pt x="289" y="701"/>
                  </a:lnTo>
                  <a:lnTo>
                    <a:pt x="289" y="701"/>
                  </a:lnTo>
                  <a:lnTo>
                    <a:pt x="2308" y="1360"/>
                  </a:lnTo>
                  <a:lnTo>
                    <a:pt x="4532" y="1978"/>
                  </a:lnTo>
                  <a:lnTo>
                    <a:pt x="4532" y="1978"/>
                  </a:lnTo>
                  <a:lnTo>
                    <a:pt x="4780" y="1443"/>
                  </a:lnTo>
                  <a:lnTo>
                    <a:pt x="4780" y="1443"/>
                  </a:lnTo>
                  <a:lnTo>
                    <a:pt x="2267" y="74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2"/>
            <p:cNvSpPr/>
            <p:nvPr/>
          </p:nvSpPr>
          <p:spPr>
            <a:xfrm>
              <a:off x="2254750" y="3688650"/>
              <a:ext cx="1542900" cy="589175"/>
            </a:xfrm>
            <a:custGeom>
              <a:rect b="b" l="l" r="r" t="t"/>
              <a:pathLst>
                <a:path extrusionOk="0" h="23567" w="61716">
                  <a:moveTo>
                    <a:pt x="30858" y="1"/>
                  </a:moveTo>
                  <a:lnTo>
                    <a:pt x="29252" y="42"/>
                  </a:lnTo>
                  <a:lnTo>
                    <a:pt x="27686" y="83"/>
                  </a:lnTo>
                  <a:lnTo>
                    <a:pt x="26162" y="166"/>
                  </a:lnTo>
                  <a:lnTo>
                    <a:pt x="24637" y="289"/>
                  </a:lnTo>
                  <a:lnTo>
                    <a:pt x="23154" y="454"/>
                  </a:lnTo>
                  <a:lnTo>
                    <a:pt x="21671" y="619"/>
                  </a:lnTo>
                  <a:lnTo>
                    <a:pt x="20270" y="825"/>
                  </a:lnTo>
                  <a:lnTo>
                    <a:pt x="18828" y="1072"/>
                  </a:lnTo>
                  <a:lnTo>
                    <a:pt x="17469" y="1360"/>
                  </a:lnTo>
                  <a:lnTo>
                    <a:pt x="16151" y="1649"/>
                  </a:lnTo>
                  <a:lnTo>
                    <a:pt x="14873" y="1978"/>
                  </a:lnTo>
                  <a:lnTo>
                    <a:pt x="13596" y="2308"/>
                  </a:lnTo>
                  <a:lnTo>
                    <a:pt x="12402" y="2720"/>
                  </a:lnTo>
                  <a:lnTo>
                    <a:pt x="11248" y="3091"/>
                  </a:lnTo>
                  <a:lnTo>
                    <a:pt x="10094" y="3544"/>
                  </a:lnTo>
                  <a:lnTo>
                    <a:pt x="9023" y="3997"/>
                  </a:lnTo>
                  <a:lnTo>
                    <a:pt x="8035" y="4450"/>
                  </a:lnTo>
                  <a:lnTo>
                    <a:pt x="7046" y="4945"/>
                  </a:lnTo>
                  <a:lnTo>
                    <a:pt x="6139" y="5439"/>
                  </a:lnTo>
                  <a:lnTo>
                    <a:pt x="5274" y="5975"/>
                  </a:lnTo>
                  <a:lnTo>
                    <a:pt x="4491" y="6510"/>
                  </a:lnTo>
                  <a:lnTo>
                    <a:pt x="3709" y="7087"/>
                  </a:lnTo>
                  <a:lnTo>
                    <a:pt x="3050" y="7664"/>
                  </a:lnTo>
                  <a:lnTo>
                    <a:pt x="2432" y="8282"/>
                  </a:lnTo>
                  <a:lnTo>
                    <a:pt x="1896" y="8900"/>
                  </a:lnTo>
                  <a:lnTo>
                    <a:pt x="1402" y="9518"/>
                  </a:lnTo>
                  <a:lnTo>
                    <a:pt x="990" y="10136"/>
                  </a:lnTo>
                  <a:lnTo>
                    <a:pt x="619" y="10795"/>
                  </a:lnTo>
                  <a:lnTo>
                    <a:pt x="372" y="11454"/>
                  </a:lnTo>
                  <a:lnTo>
                    <a:pt x="166" y="12154"/>
                  </a:lnTo>
                  <a:lnTo>
                    <a:pt x="42" y="12855"/>
                  </a:lnTo>
                  <a:lnTo>
                    <a:pt x="1" y="13514"/>
                  </a:lnTo>
                  <a:lnTo>
                    <a:pt x="42" y="14008"/>
                  </a:lnTo>
                  <a:lnTo>
                    <a:pt x="83" y="14502"/>
                  </a:lnTo>
                  <a:lnTo>
                    <a:pt x="166" y="14956"/>
                  </a:lnTo>
                  <a:lnTo>
                    <a:pt x="330" y="15450"/>
                  </a:lnTo>
                  <a:lnTo>
                    <a:pt x="495" y="15903"/>
                  </a:lnTo>
                  <a:lnTo>
                    <a:pt x="701" y="16356"/>
                  </a:lnTo>
                  <a:lnTo>
                    <a:pt x="948" y="16810"/>
                  </a:lnTo>
                  <a:lnTo>
                    <a:pt x="1196" y="17263"/>
                  </a:lnTo>
                  <a:lnTo>
                    <a:pt x="2514" y="17963"/>
                  </a:lnTo>
                  <a:lnTo>
                    <a:pt x="3915" y="18622"/>
                  </a:lnTo>
                  <a:lnTo>
                    <a:pt x="5357" y="19281"/>
                  </a:lnTo>
                  <a:lnTo>
                    <a:pt x="6922" y="19858"/>
                  </a:lnTo>
                  <a:lnTo>
                    <a:pt x="8529" y="20435"/>
                  </a:lnTo>
                  <a:lnTo>
                    <a:pt x="10218" y="20929"/>
                  </a:lnTo>
                  <a:lnTo>
                    <a:pt x="11990" y="21424"/>
                  </a:lnTo>
                  <a:lnTo>
                    <a:pt x="13802" y="21836"/>
                  </a:lnTo>
                  <a:lnTo>
                    <a:pt x="15656" y="22248"/>
                  </a:lnTo>
                  <a:lnTo>
                    <a:pt x="17634" y="22577"/>
                  </a:lnTo>
                  <a:lnTo>
                    <a:pt x="19611" y="22866"/>
                  </a:lnTo>
                  <a:lnTo>
                    <a:pt x="21630" y="23113"/>
                  </a:lnTo>
                  <a:lnTo>
                    <a:pt x="23731" y="23319"/>
                  </a:lnTo>
                  <a:lnTo>
                    <a:pt x="25873" y="23442"/>
                  </a:lnTo>
                  <a:lnTo>
                    <a:pt x="28016" y="23525"/>
                  </a:lnTo>
                  <a:lnTo>
                    <a:pt x="30240" y="23566"/>
                  </a:lnTo>
                  <a:lnTo>
                    <a:pt x="32671" y="23525"/>
                  </a:lnTo>
                  <a:lnTo>
                    <a:pt x="35019" y="23401"/>
                  </a:lnTo>
                  <a:lnTo>
                    <a:pt x="37368" y="23236"/>
                  </a:lnTo>
                  <a:lnTo>
                    <a:pt x="39633" y="23030"/>
                  </a:lnTo>
                  <a:lnTo>
                    <a:pt x="41858" y="22742"/>
                  </a:lnTo>
                  <a:lnTo>
                    <a:pt x="44042" y="22371"/>
                  </a:lnTo>
                  <a:lnTo>
                    <a:pt x="46143" y="21959"/>
                  </a:lnTo>
                  <a:lnTo>
                    <a:pt x="48161" y="21506"/>
                  </a:lnTo>
                  <a:lnTo>
                    <a:pt x="50098" y="20971"/>
                  </a:lnTo>
                  <a:lnTo>
                    <a:pt x="51952" y="20394"/>
                  </a:lnTo>
                  <a:lnTo>
                    <a:pt x="53723" y="19817"/>
                  </a:lnTo>
                  <a:lnTo>
                    <a:pt x="55412" y="19117"/>
                  </a:lnTo>
                  <a:lnTo>
                    <a:pt x="57019" y="18416"/>
                  </a:lnTo>
                  <a:lnTo>
                    <a:pt x="58502" y="17675"/>
                  </a:lnTo>
                  <a:lnTo>
                    <a:pt x="59903" y="16892"/>
                  </a:lnTo>
                  <a:lnTo>
                    <a:pt x="61139" y="16068"/>
                  </a:lnTo>
                  <a:lnTo>
                    <a:pt x="61386" y="15450"/>
                  </a:lnTo>
                  <a:lnTo>
                    <a:pt x="61551" y="14832"/>
                  </a:lnTo>
                  <a:lnTo>
                    <a:pt x="61674" y="14173"/>
                  </a:lnTo>
                  <a:lnTo>
                    <a:pt x="61716" y="13514"/>
                  </a:lnTo>
                  <a:lnTo>
                    <a:pt x="61674" y="12855"/>
                  </a:lnTo>
                  <a:lnTo>
                    <a:pt x="61551" y="12154"/>
                  </a:lnTo>
                  <a:lnTo>
                    <a:pt x="61345" y="11454"/>
                  </a:lnTo>
                  <a:lnTo>
                    <a:pt x="61098" y="10795"/>
                  </a:lnTo>
                  <a:lnTo>
                    <a:pt x="60727" y="10136"/>
                  </a:lnTo>
                  <a:lnTo>
                    <a:pt x="60315" y="9518"/>
                  </a:lnTo>
                  <a:lnTo>
                    <a:pt x="59821" y="8900"/>
                  </a:lnTo>
                  <a:lnTo>
                    <a:pt x="59285" y="8282"/>
                  </a:lnTo>
                  <a:lnTo>
                    <a:pt x="58667" y="7664"/>
                  </a:lnTo>
                  <a:lnTo>
                    <a:pt x="58008" y="7087"/>
                  </a:lnTo>
                  <a:lnTo>
                    <a:pt x="57225" y="6510"/>
                  </a:lnTo>
                  <a:lnTo>
                    <a:pt x="56442" y="5975"/>
                  </a:lnTo>
                  <a:lnTo>
                    <a:pt x="55577" y="5439"/>
                  </a:lnTo>
                  <a:lnTo>
                    <a:pt x="54671" y="4945"/>
                  </a:lnTo>
                  <a:lnTo>
                    <a:pt x="53682" y="4450"/>
                  </a:lnTo>
                  <a:lnTo>
                    <a:pt x="52693" y="3997"/>
                  </a:lnTo>
                  <a:lnTo>
                    <a:pt x="51622" y="3544"/>
                  </a:lnTo>
                  <a:lnTo>
                    <a:pt x="50469" y="3091"/>
                  </a:lnTo>
                  <a:lnTo>
                    <a:pt x="49315" y="2720"/>
                  </a:lnTo>
                  <a:lnTo>
                    <a:pt x="48120" y="2308"/>
                  </a:lnTo>
                  <a:lnTo>
                    <a:pt x="46843" y="1978"/>
                  </a:lnTo>
                  <a:lnTo>
                    <a:pt x="45566" y="1649"/>
                  </a:lnTo>
                  <a:lnTo>
                    <a:pt x="44248" y="1360"/>
                  </a:lnTo>
                  <a:lnTo>
                    <a:pt x="42888" y="1072"/>
                  </a:lnTo>
                  <a:lnTo>
                    <a:pt x="41487" y="825"/>
                  </a:lnTo>
                  <a:lnTo>
                    <a:pt x="40045" y="619"/>
                  </a:lnTo>
                  <a:lnTo>
                    <a:pt x="38562" y="454"/>
                  </a:lnTo>
                  <a:lnTo>
                    <a:pt x="37079" y="289"/>
                  </a:lnTo>
                  <a:lnTo>
                    <a:pt x="35555" y="166"/>
                  </a:lnTo>
                  <a:lnTo>
                    <a:pt x="34031" y="83"/>
                  </a:lnTo>
                  <a:lnTo>
                    <a:pt x="32465" y="42"/>
                  </a:lnTo>
                  <a:lnTo>
                    <a:pt x="30858" y="1"/>
                  </a:lnTo>
                  <a:close/>
                </a:path>
              </a:pathLst>
            </a:custGeom>
            <a:solidFill>
              <a:srgbClr val="93BF36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2"/>
            <p:cNvSpPr/>
            <p:nvPr/>
          </p:nvSpPr>
          <p:spPr>
            <a:xfrm>
              <a:off x="2254750" y="3688650"/>
              <a:ext cx="1542900" cy="589175"/>
            </a:xfrm>
            <a:custGeom>
              <a:rect b="b" l="l" r="r" t="t"/>
              <a:pathLst>
                <a:path extrusionOk="0" fill="none" h="23567" w="61716">
                  <a:moveTo>
                    <a:pt x="30858" y="1"/>
                  </a:moveTo>
                  <a:lnTo>
                    <a:pt x="30858" y="1"/>
                  </a:lnTo>
                  <a:lnTo>
                    <a:pt x="29252" y="42"/>
                  </a:lnTo>
                  <a:lnTo>
                    <a:pt x="27686" y="83"/>
                  </a:lnTo>
                  <a:lnTo>
                    <a:pt x="26162" y="166"/>
                  </a:lnTo>
                  <a:lnTo>
                    <a:pt x="24637" y="289"/>
                  </a:lnTo>
                  <a:lnTo>
                    <a:pt x="23154" y="454"/>
                  </a:lnTo>
                  <a:lnTo>
                    <a:pt x="21671" y="619"/>
                  </a:lnTo>
                  <a:lnTo>
                    <a:pt x="20270" y="825"/>
                  </a:lnTo>
                  <a:lnTo>
                    <a:pt x="18828" y="1072"/>
                  </a:lnTo>
                  <a:lnTo>
                    <a:pt x="17469" y="1360"/>
                  </a:lnTo>
                  <a:lnTo>
                    <a:pt x="16151" y="1649"/>
                  </a:lnTo>
                  <a:lnTo>
                    <a:pt x="14873" y="1978"/>
                  </a:lnTo>
                  <a:lnTo>
                    <a:pt x="13596" y="2308"/>
                  </a:lnTo>
                  <a:lnTo>
                    <a:pt x="12402" y="2720"/>
                  </a:lnTo>
                  <a:lnTo>
                    <a:pt x="11248" y="3091"/>
                  </a:lnTo>
                  <a:lnTo>
                    <a:pt x="10094" y="3544"/>
                  </a:lnTo>
                  <a:lnTo>
                    <a:pt x="9023" y="3997"/>
                  </a:lnTo>
                  <a:lnTo>
                    <a:pt x="8035" y="4450"/>
                  </a:lnTo>
                  <a:lnTo>
                    <a:pt x="7046" y="4945"/>
                  </a:lnTo>
                  <a:lnTo>
                    <a:pt x="6139" y="5439"/>
                  </a:lnTo>
                  <a:lnTo>
                    <a:pt x="5274" y="5975"/>
                  </a:lnTo>
                  <a:lnTo>
                    <a:pt x="4491" y="6510"/>
                  </a:lnTo>
                  <a:lnTo>
                    <a:pt x="3709" y="7087"/>
                  </a:lnTo>
                  <a:lnTo>
                    <a:pt x="3050" y="7664"/>
                  </a:lnTo>
                  <a:lnTo>
                    <a:pt x="2432" y="8282"/>
                  </a:lnTo>
                  <a:lnTo>
                    <a:pt x="1896" y="8900"/>
                  </a:lnTo>
                  <a:lnTo>
                    <a:pt x="1402" y="9518"/>
                  </a:lnTo>
                  <a:lnTo>
                    <a:pt x="990" y="10136"/>
                  </a:lnTo>
                  <a:lnTo>
                    <a:pt x="619" y="10795"/>
                  </a:lnTo>
                  <a:lnTo>
                    <a:pt x="372" y="11454"/>
                  </a:lnTo>
                  <a:lnTo>
                    <a:pt x="166" y="12154"/>
                  </a:lnTo>
                  <a:lnTo>
                    <a:pt x="42" y="12855"/>
                  </a:lnTo>
                  <a:lnTo>
                    <a:pt x="1" y="13514"/>
                  </a:lnTo>
                  <a:lnTo>
                    <a:pt x="1" y="13514"/>
                  </a:lnTo>
                  <a:lnTo>
                    <a:pt x="42" y="14008"/>
                  </a:lnTo>
                  <a:lnTo>
                    <a:pt x="83" y="14502"/>
                  </a:lnTo>
                  <a:lnTo>
                    <a:pt x="166" y="14956"/>
                  </a:lnTo>
                  <a:lnTo>
                    <a:pt x="330" y="15450"/>
                  </a:lnTo>
                  <a:lnTo>
                    <a:pt x="495" y="15903"/>
                  </a:lnTo>
                  <a:lnTo>
                    <a:pt x="701" y="16356"/>
                  </a:lnTo>
                  <a:lnTo>
                    <a:pt x="948" y="16810"/>
                  </a:lnTo>
                  <a:lnTo>
                    <a:pt x="1196" y="17263"/>
                  </a:lnTo>
                  <a:lnTo>
                    <a:pt x="1196" y="17263"/>
                  </a:lnTo>
                  <a:lnTo>
                    <a:pt x="2514" y="17963"/>
                  </a:lnTo>
                  <a:lnTo>
                    <a:pt x="3915" y="18622"/>
                  </a:lnTo>
                  <a:lnTo>
                    <a:pt x="5357" y="19281"/>
                  </a:lnTo>
                  <a:lnTo>
                    <a:pt x="6922" y="19858"/>
                  </a:lnTo>
                  <a:lnTo>
                    <a:pt x="8529" y="20435"/>
                  </a:lnTo>
                  <a:lnTo>
                    <a:pt x="10218" y="20929"/>
                  </a:lnTo>
                  <a:lnTo>
                    <a:pt x="11990" y="21424"/>
                  </a:lnTo>
                  <a:lnTo>
                    <a:pt x="13802" y="21836"/>
                  </a:lnTo>
                  <a:lnTo>
                    <a:pt x="15656" y="22248"/>
                  </a:lnTo>
                  <a:lnTo>
                    <a:pt x="17634" y="22577"/>
                  </a:lnTo>
                  <a:lnTo>
                    <a:pt x="19611" y="22866"/>
                  </a:lnTo>
                  <a:lnTo>
                    <a:pt x="21630" y="23113"/>
                  </a:lnTo>
                  <a:lnTo>
                    <a:pt x="23731" y="23319"/>
                  </a:lnTo>
                  <a:lnTo>
                    <a:pt x="25873" y="23442"/>
                  </a:lnTo>
                  <a:lnTo>
                    <a:pt x="28016" y="23525"/>
                  </a:lnTo>
                  <a:lnTo>
                    <a:pt x="30240" y="23566"/>
                  </a:lnTo>
                  <a:lnTo>
                    <a:pt x="30240" y="23566"/>
                  </a:lnTo>
                  <a:lnTo>
                    <a:pt x="32671" y="23525"/>
                  </a:lnTo>
                  <a:lnTo>
                    <a:pt x="35019" y="23401"/>
                  </a:lnTo>
                  <a:lnTo>
                    <a:pt x="37368" y="23236"/>
                  </a:lnTo>
                  <a:lnTo>
                    <a:pt x="39633" y="23030"/>
                  </a:lnTo>
                  <a:lnTo>
                    <a:pt x="41858" y="22742"/>
                  </a:lnTo>
                  <a:lnTo>
                    <a:pt x="44042" y="22371"/>
                  </a:lnTo>
                  <a:lnTo>
                    <a:pt x="46143" y="21959"/>
                  </a:lnTo>
                  <a:lnTo>
                    <a:pt x="48161" y="21506"/>
                  </a:lnTo>
                  <a:lnTo>
                    <a:pt x="50098" y="20971"/>
                  </a:lnTo>
                  <a:lnTo>
                    <a:pt x="51952" y="20394"/>
                  </a:lnTo>
                  <a:lnTo>
                    <a:pt x="53723" y="19817"/>
                  </a:lnTo>
                  <a:lnTo>
                    <a:pt x="55412" y="19117"/>
                  </a:lnTo>
                  <a:lnTo>
                    <a:pt x="57019" y="18416"/>
                  </a:lnTo>
                  <a:lnTo>
                    <a:pt x="58502" y="17675"/>
                  </a:lnTo>
                  <a:lnTo>
                    <a:pt x="59903" y="16892"/>
                  </a:lnTo>
                  <a:lnTo>
                    <a:pt x="61139" y="16068"/>
                  </a:lnTo>
                  <a:lnTo>
                    <a:pt x="61139" y="16068"/>
                  </a:lnTo>
                  <a:lnTo>
                    <a:pt x="61386" y="15450"/>
                  </a:lnTo>
                  <a:lnTo>
                    <a:pt x="61551" y="14832"/>
                  </a:lnTo>
                  <a:lnTo>
                    <a:pt x="61674" y="14173"/>
                  </a:lnTo>
                  <a:lnTo>
                    <a:pt x="61716" y="13514"/>
                  </a:lnTo>
                  <a:lnTo>
                    <a:pt x="61716" y="13514"/>
                  </a:lnTo>
                  <a:lnTo>
                    <a:pt x="61674" y="12855"/>
                  </a:lnTo>
                  <a:lnTo>
                    <a:pt x="61551" y="12154"/>
                  </a:lnTo>
                  <a:lnTo>
                    <a:pt x="61345" y="11454"/>
                  </a:lnTo>
                  <a:lnTo>
                    <a:pt x="61098" y="10795"/>
                  </a:lnTo>
                  <a:lnTo>
                    <a:pt x="60727" y="10136"/>
                  </a:lnTo>
                  <a:lnTo>
                    <a:pt x="60315" y="9518"/>
                  </a:lnTo>
                  <a:lnTo>
                    <a:pt x="59821" y="8900"/>
                  </a:lnTo>
                  <a:lnTo>
                    <a:pt x="59285" y="8282"/>
                  </a:lnTo>
                  <a:lnTo>
                    <a:pt x="58667" y="7664"/>
                  </a:lnTo>
                  <a:lnTo>
                    <a:pt x="58008" y="7087"/>
                  </a:lnTo>
                  <a:lnTo>
                    <a:pt x="57225" y="6510"/>
                  </a:lnTo>
                  <a:lnTo>
                    <a:pt x="56442" y="5975"/>
                  </a:lnTo>
                  <a:lnTo>
                    <a:pt x="55577" y="5439"/>
                  </a:lnTo>
                  <a:lnTo>
                    <a:pt x="54671" y="4945"/>
                  </a:lnTo>
                  <a:lnTo>
                    <a:pt x="53682" y="4450"/>
                  </a:lnTo>
                  <a:lnTo>
                    <a:pt x="52693" y="3997"/>
                  </a:lnTo>
                  <a:lnTo>
                    <a:pt x="51622" y="3544"/>
                  </a:lnTo>
                  <a:lnTo>
                    <a:pt x="50469" y="3091"/>
                  </a:lnTo>
                  <a:lnTo>
                    <a:pt x="49315" y="2720"/>
                  </a:lnTo>
                  <a:lnTo>
                    <a:pt x="48120" y="2308"/>
                  </a:lnTo>
                  <a:lnTo>
                    <a:pt x="46843" y="1978"/>
                  </a:lnTo>
                  <a:lnTo>
                    <a:pt x="45566" y="1649"/>
                  </a:lnTo>
                  <a:lnTo>
                    <a:pt x="44248" y="1360"/>
                  </a:lnTo>
                  <a:lnTo>
                    <a:pt x="42888" y="1072"/>
                  </a:lnTo>
                  <a:lnTo>
                    <a:pt x="41487" y="825"/>
                  </a:lnTo>
                  <a:lnTo>
                    <a:pt x="40045" y="619"/>
                  </a:lnTo>
                  <a:lnTo>
                    <a:pt x="38562" y="454"/>
                  </a:lnTo>
                  <a:lnTo>
                    <a:pt x="37079" y="289"/>
                  </a:lnTo>
                  <a:lnTo>
                    <a:pt x="35555" y="166"/>
                  </a:lnTo>
                  <a:lnTo>
                    <a:pt x="34031" y="83"/>
                  </a:lnTo>
                  <a:lnTo>
                    <a:pt x="32465" y="42"/>
                  </a:lnTo>
                  <a:lnTo>
                    <a:pt x="3085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2"/>
            <p:cNvSpPr/>
            <p:nvPr/>
          </p:nvSpPr>
          <p:spPr>
            <a:xfrm>
              <a:off x="2256825" y="3748400"/>
              <a:ext cx="1540825" cy="529425"/>
            </a:xfrm>
            <a:custGeom>
              <a:rect b="b" l="l" r="r" t="t"/>
              <a:pathLst>
                <a:path extrusionOk="0" h="21177" w="61633">
                  <a:moveTo>
                    <a:pt x="48532" y="8940"/>
                  </a:moveTo>
                  <a:lnTo>
                    <a:pt x="48985" y="8981"/>
                  </a:lnTo>
                  <a:lnTo>
                    <a:pt x="49356" y="9064"/>
                  </a:lnTo>
                  <a:lnTo>
                    <a:pt x="49726" y="9187"/>
                  </a:lnTo>
                  <a:lnTo>
                    <a:pt x="50015" y="9352"/>
                  </a:lnTo>
                  <a:lnTo>
                    <a:pt x="50303" y="9558"/>
                  </a:lnTo>
                  <a:lnTo>
                    <a:pt x="50468" y="9805"/>
                  </a:lnTo>
                  <a:lnTo>
                    <a:pt x="50592" y="10053"/>
                  </a:lnTo>
                  <a:lnTo>
                    <a:pt x="50674" y="10300"/>
                  </a:lnTo>
                  <a:lnTo>
                    <a:pt x="50592" y="10588"/>
                  </a:lnTo>
                  <a:lnTo>
                    <a:pt x="50468" y="10835"/>
                  </a:lnTo>
                  <a:lnTo>
                    <a:pt x="50303" y="11083"/>
                  </a:lnTo>
                  <a:lnTo>
                    <a:pt x="50015" y="11289"/>
                  </a:lnTo>
                  <a:lnTo>
                    <a:pt x="49726" y="11453"/>
                  </a:lnTo>
                  <a:lnTo>
                    <a:pt x="49356" y="11577"/>
                  </a:lnTo>
                  <a:lnTo>
                    <a:pt x="48985" y="11659"/>
                  </a:lnTo>
                  <a:lnTo>
                    <a:pt x="48120" y="11659"/>
                  </a:lnTo>
                  <a:lnTo>
                    <a:pt x="47708" y="11577"/>
                  </a:lnTo>
                  <a:lnTo>
                    <a:pt x="47378" y="11453"/>
                  </a:lnTo>
                  <a:lnTo>
                    <a:pt x="47049" y="11289"/>
                  </a:lnTo>
                  <a:lnTo>
                    <a:pt x="46801" y="11083"/>
                  </a:lnTo>
                  <a:lnTo>
                    <a:pt x="46595" y="10835"/>
                  </a:lnTo>
                  <a:lnTo>
                    <a:pt x="46472" y="10588"/>
                  </a:lnTo>
                  <a:lnTo>
                    <a:pt x="46431" y="10300"/>
                  </a:lnTo>
                  <a:lnTo>
                    <a:pt x="46472" y="10053"/>
                  </a:lnTo>
                  <a:lnTo>
                    <a:pt x="46595" y="9805"/>
                  </a:lnTo>
                  <a:lnTo>
                    <a:pt x="46801" y="9558"/>
                  </a:lnTo>
                  <a:lnTo>
                    <a:pt x="47049" y="9352"/>
                  </a:lnTo>
                  <a:lnTo>
                    <a:pt x="47378" y="9187"/>
                  </a:lnTo>
                  <a:lnTo>
                    <a:pt x="47708" y="9064"/>
                  </a:lnTo>
                  <a:lnTo>
                    <a:pt x="48120" y="8981"/>
                  </a:lnTo>
                  <a:lnTo>
                    <a:pt x="48532" y="8940"/>
                  </a:lnTo>
                  <a:close/>
                  <a:moveTo>
                    <a:pt x="39344" y="12689"/>
                  </a:moveTo>
                  <a:lnTo>
                    <a:pt x="39592" y="12730"/>
                  </a:lnTo>
                  <a:lnTo>
                    <a:pt x="39839" y="12772"/>
                  </a:lnTo>
                  <a:lnTo>
                    <a:pt x="40045" y="12813"/>
                  </a:lnTo>
                  <a:lnTo>
                    <a:pt x="40210" y="12936"/>
                  </a:lnTo>
                  <a:lnTo>
                    <a:pt x="40374" y="13060"/>
                  </a:lnTo>
                  <a:lnTo>
                    <a:pt x="40457" y="13184"/>
                  </a:lnTo>
                  <a:lnTo>
                    <a:pt x="40539" y="13307"/>
                  </a:lnTo>
                  <a:lnTo>
                    <a:pt x="40580" y="13472"/>
                  </a:lnTo>
                  <a:lnTo>
                    <a:pt x="40539" y="13637"/>
                  </a:lnTo>
                  <a:lnTo>
                    <a:pt x="40457" y="13802"/>
                  </a:lnTo>
                  <a:lnTo>
                    <a:pt x="40374" y="13925"/>
                  </a:lnTo>
                  <a:lnTo>
                    <a:pt x="40210" y="14049"/>
                  </a:lnTo>
                  <a:lnTo>
                    <a:pt x="40045" y="14131"/>
                  </a:lnTo>
                  <a:lnTo>
                    <a:pt x="39839" y="14214"/>
                  </a:lnTo>
                  <a:lnTo>
                    <a:pt x="39592" y="14255"/>
                  </a:lnTo>
                  <a:lnTo>
                    <a:pt x="39097" y="14255"/>
                  </a:lnTo>
                  <a:lnTo>
                    <a:pt x="38891" y="14214"/>
                  </a:lnTo>
                  <a:lnTo>
                    <a:pt x="38685" y="14131"/>
                  </a:lnTo>
                  <a:lnTo>
                    <a:pt x="38520" y="14049"/>
                  </a:lnTo>
                  <a:lnTo>
                    <a:pt x="38356" y="13925"/>
                  </a:lnTo>
                  <a:lnTo>
                    <a:pt x="38232" y="13802"/>
                  </a:lnTo>
                  <a:lnTo>
                    <a:pt x="38191" y="13637"/>
                  </a:lnTo>
                  <a:lnTo>
                    <a:pt x="38150" y="13472"/>
                  </a:lnTo>
                  <a:lnTo>
                    <a:pt x="38191" y="13307"/>
                  </a:lnTo>
                  <a:lnTo>
                    <a:pt x="38232" y="13184"/>
                  </a:lnTo>
                  <a:lnTo>
                    <a:pt x="38356" y="13060"/>
                  </a:lnTo>
                  <a:lnTo>
                    <a:pt x="38520" y="12936"/>
                  </a:lnTo>
                  <a:lnTo>
                    <a:pt x="38685" y="12813"/>
                  </a:lnTo>
                  <a:lnTo>
                    <a:pt x="38891" y="12772"/>
                  </a:lnTo>
                  <a:lnTo>
                    <a:pt x="39097" y="12730"/>
                  </a:lnTo>
                  <a:lnTo>
                    <a:pt x="39344" y="12689"/>
                  </a:lnTo>
                  <a:close/>
                  <a:moveTo>
                    <a:pt x="48243" y="0"/>
                  </a:moveTo>
                  <a:lnTo>
                    <a:pt x="48614" y="907"/>
                  </a:lnTo>
                  <a:lnTo>
                    <a:pt x="48902" y="1731"/>
                  </a:lnTo>
                  <a:lnTo>
                    <a:pt x="49067" y="2555"/>
                  </a:lnTo>
                  <a:lnTo>
                    <a:pt x="49108" y="3337"/>
                  </a:lnTo>
                  <a:lnTo>
                    <a:pt x="49108" y="4079"/>
                  </a:lnTo>
                  <a:lnTo>
                    <a:pt x="48985" y="4779"/>
                  </a:lnTo>
                  <a:lnTo>
                    <a:pt x="48779" y="5480"/>
                  </a:lnTo>
                  <a:lnTo>
                    <a:pt x="48532" y="6098"/>
                  </a:lnTo>
                  <a:lnTo>
                    <a:pt x="48161" y="6716"/>
                  </a:lnTo>
                  <a:lnTo>
                    <a:pt x="47749" y="7292"/>
                  </a:lnTo>
                  <a:lnTo>
                    <a:pt x="47254" y="7869"/>
                  </a:lnTo>
                  <a:lnTo>
                    <a:pt x="46719" y="8363"/>
                  </a:lnTo>
                  <a:lnTo>
                    <a:pt x="46142" y="8858"/>
                  </a:lnTo>
                  <a:lnTo>
                    <a:pt x="45524" y="9311"/>
                  </a:lnTo>
                  <a:lnTo>
                    <a:pt x="44824" y="9764"/>
                  </a:lnTo>
                  <a:lnTo>
                    <a:pt x="44082" y="10176"/>
                  </a:lnTo>
                  <a:lnTo>
                    <a:pt x="43341" y="10547"/>
                  </a:lnTo>
                  <a:lnTo>
                    <a:pt x="42558" y="10918"/>
                  </a:lnTo>
                  <a:lnTo>
                    <a:pt x="41734" y="11247"/>
                  </a:lnTo>
                  <a:lnTo>
                    <a:pt x="40910" y="11577"/>
                  </a:lnTo>
                  <a:lnTo>
                    <a:pt x="39180" y="12112"/>
                  </a:lnTo>
                  <a:lnTo>
                    <a:pt x="37449" y="12607"/>
                  </a:lnTo>
                  <a:lnTo>
                    <a:pt x="35760" y="12978"/>
                  </a:lnTo>
                  <a:lnTo>
                    <a:pt x="34112" y="13307"/>
                  </a:lnTo>
                  <a:lnTo>
                    <a:pt x="32547" y="13596"/>
                  </a:lnTo>
                  <a:lnTo>
                    <a:pt x="31146" y="13802"/>
                  </a:lnTo>
                  <a:lnTo>
                    <a:pt x="31105" y="13884"/>
                  </a:lnTo>
                  <a:lnTo>
                    <a:pt x="31064" y="13966"/>
                  </a:lnTo>
                  <a:lnTo>
                    <a:pt x="30899" y="14131"/>
                  </a:lnTo>
                  <a:lnTo>
                    <a:pt x="30693" y="14214"/>
                  </a:lnTo>
                  <a:lnTo>
                    <a:pt x="30404" y="14255"/>
                  </a:lnTo>
                  <a:lnTo>
                    <a:pt x="30198" y="14255"/>
                  </a:lnTo>
                  <a:lnTo>
                    <a:pt x="29992" y="14172"/>
                  </a:lnTo>
                  <a:lnTo>
                    <a:pt x="29828" y="14090"/>
                  </a:lnTo>
                  <a:lnTo>
                    <a:pt x="29745" y="13966"/>
                  </a:lnTo>
                  <a:lnTo>
                    <a:pt x="27562" y="14172"/>
                  </a:lnTo>
                  <a:lnTo>
                    <a:pt x="25419" y="14337"/>
                  </a:lnTo>
                  <a:lnTo>
                    <a:pt x="23277" y="14420"/>
                  </a:lnTo>
                  <a:lnTo>
                    <a:pt x="21135" y="14420"/>
                  </a:lnTo>
                  <a:lnTo>
                    <a:pt x="18457" y="14378"/>
                  </a:lnTo>
                  <a:lnTo>
                    <a:pt x="15779" y="14255"/>
                  </a:lnTo>
                  <a:lnTo>
                    <a:pt x="13142" y="14049"/>
                  </a:lnTo>
                  <a:lnTo>
                    <a:pt x="10506" y="13802"/>
                  </a:lnTo>
                  <a:lnTo>
                    <a:pt x="7869" y="13431"/>
                  </a:lnTo>
                  <a:lnTo>
                    <a:pt x="5232" y="13060"/>
                  </a:lnTo>
                  <a:lnTo>
                    <a:pt x="2637" y="12607"/>
                  </a:lnTo>
                  <a:lnTo>
                    <a:pt x="0" y="12071"/>
                  </a:lnTo>
                  <a:lnTo>
                    <a:pt x="165" y="12813"/>
                  </a:lnTo>
                  <a:lnTo>
                    <a:pt x="412" y="13513"/>
                  </a:lnTo>
                  <a:lnTo>
                    <a:pt x="742" y="14214"/>
                  </a:lnTo>
                  <a:lnTo>
                    <a:pt x="1113" y="14873"/>
                  </a:lnTo>
                  <a:lnTo>
                    <a:pt x="2431" y="15573"/>
                  </a:lnTo>
                  <a:lnTo>
                    <a:pt x="3832" y="16232"/>
                  </a:lnTo>
                  <a:lnTo>
                    <a:pt x="5274" y="16891"/>
                  </a:lnTo>
                  <a:lnTo>
                    <a:pt x="6839" y="17468"/>
                  </a:lnTo>
                  <a:lnTo>
                    <a:pt x="8446" y="18045"/>
                  </a:lnTo>
                  <a:lnTo>
                    <a:pt x="10135" y="18539"/>
                  </a:lnTo>
                  <a:lnTo>
                    <a:pt x="11907" y="19034"/>
                  </a:lnTo>
                  <a:lnTo>
                    <a:pt x="13719" y="19446"/>
                  </a:lnTo>
                  <a:lnTo>
                    <a:pt x="15573" y="19858"/>
                  </a:lnTo>
                  <a:lnTo>
                    <a:pt x="17551" y="20187"/>
                  </a:lnTo>
                  <a:lnTo>
                    <a:pt x="19528" y="20476"/>
                  </a:lnTo>
                  <a:lnTo>
                    <a:pt x="21547" y="20723"/>
                  </a:lnTo>
                  <a:lnTo>
                    <a:pt x="23648" y="20929"/>
                  </a:lnTo>
                  <a:lnTo>
                    <a:pt x="25790" y="21052"/>
                  </a:lnTo>
                  <a:lnTo>
                    <a:pt x="27933" y="21135"/>
                  </a:lnTo>
                  <a:lnTo>
                    <a:pt x="30157" y="21176"/>
                  </a:lnTo>
                  <a:lnTo>
                    <a:pt x="32588" y="21135"/>
                  </a:lnTo>
                  <a:lnTo>
                    <a:pt x="34936" y="21011"/>
                  </a:lnTo>
                  <a:lnTo>
                    <a:pt x="37285" y="20846"/>
                  </a:lnTo>
                  <a:lnTo>
                    <a:pt x="39550" y="20640"/>
                  </a:lnTo>
                  <a:lnTo>
                    <a:pt x="41775" y="20352"/>
                  </a:lnTo>
                  <a:lnTo>
                    <a:pt x="43959" y="19981"/>
                  </a:lnTo>
                  <a:lnTo>
                    <a:pt x="46060" y="19569"/>
                  </a:lnTo>
                  <a:lnTo>
                    <a:pt x="48078" y="19116"/>
                  </a:lnTo>
                  <a:lnTo>
                    <a:pt x="50015" y="18581"/>
                  </a:lnTo>
                  <a:lnTo>
                    <a:pt x="51869" y="18004"/>
                  </a:lnTo>
                  <a:lnTo>
                    <a:pt x="53640" y="17427"/>
                  </a:lnTo>
                  <a:lnTo>
                    <a:pt x="55329" y="16727"/>
                  </a:lnTo>
                  <a:lnTo>
                    <a:pt x="56936" y="16026"/>
                  </a:lnTo>
                  <a:lnTo>
                    <a:pt x="58419" y="15285"/>
                  </a:lnTo>
                  <a:lnTo>
                    <a:pt x="59820" y="14502"/>
                  </a:lnTo>
                  <a:lnTo>
                    <a:pt x="61056" y="13678"/>
                  </a:lnTo>
                  <a:lnTo>
                    <a:pt x="61303" y="13060"/>
                  </a:lnTo>
                  <a:lnTo>
                    <a:pt x="61468" y="12442"/>
                  </a:lnTo>
                  <a:lnTo>
                    <a:pt x="61591" y="11783"/>
                  </a:lnTo>
                  <a:lnTo>
                    <a:pt x="61633" y="11124"/>
                  </a:lnTo>
                  <a:lnTo>
                    <a:pt x="61633" y="10712"/>
                  </a:lnTo>
                  <a:lnTo>
                    <a:pt x="61550" y="10300"/>
                  </a:lnTo>
                  <a:lnTo>
                    <a:pt x="61509" y="9847"/>
                  </a:lnTo>
                  <a:lnTo>
                    <a:pt x="61385" y="9435"/>
                  </a:lnTo>
                  <a:lnTo>
                    <a:pt x="61262" y="9023"/>
                  </a:lnTo>
                  <a:lnTo>
                    <a:pt x="61097" y="8611"/>
                  </a:lnTo>
                  <a:lnTo>
                    <a:pt x="60891" y="8199"/>
                  </a:lnTo>
                  <a:lnTo>
                    <a:pt x="60685" y="7787"/>
                  </a:lnTo>
                  <a:lnTo>
                    <a:pt x="60438" y="7416"/>
                  </a:lnTo>
                  <a:lnTo>
                    <a:pt x="60149" y="7004"/>
                  </a:lnTo>
                  <a:lnTo>
                    <a:pt x="59532" y="6221"/>
                  </a:lnTo>
                  <a:lnTo>
                    <a:pt x="58790" y="5480"/>
                  </a:lnTo>
                  <a:lnTo>
                    <a:pt x="57966" y="4738"/>
                  </a:lnTo>
                  <a:lnTo>
                    <a:pt x="57060" y="4038"/>
                  </a:lnTo>
                  <a:lnTo>
                    <a:pt x="56030" y="3379"/>
                  </a:lnTo>
                  <a:lnTo>
                    <a:pt x="54917" y="2719"/>
                  </a:lnTo>
                  <a:lnTo>
                    <a:pt x="53764" y="2143"/>
                  </a:lnTo>
                  <a:lnTo>
                    <a:pt x="52487" y="1525"/>
                  </a:lnTo>
                  <a:lnTo>
                    <a:pt x="51127" y="989"/>
                  </a:lnTo>
                  <a:lnTo>
                    <a:pt x="49726" y="495"/>
                  </a:lnTo>
                  <a:lnTo>
                    <a:pt x="48243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2"/>
            <p:cNvSpPr/>
            <p:nvPr/>
          </p:nvSpPr>
          <p:spPr>
            <a:xfrm>
              <a:off x="3210550" y="4065625"/>
              <a:ext cx="60800" cy="39150"/>
            </a:xfrm>
            <a:custGeom>
              <a:rect b="b" l="l" r="r" t="t"/>
              <a:pathLst>
                <a:path extrusionOk="0" fill="none" h="1566" w="2432">
                  <a:moveTo>
                    <a:pt x="1195" y="1566"/>
                  </a:moveTo>
                  <a:lnTo>
                    <a:pt x="1195" y="1566"/>
                  </a:lnTo>
                  <a:lnTo>
                    <a:pt x="948" y="1566"/>
                  </a:lnTo>
                  <a:lnTo>
                    <a:pt x="742" y="1525"/>
                  </a:lnTo>
                  <a:lnTo>
                    <a:pt x="536" y="1442"/>
                  </a:lnTo>
                  <a:lnTo>
                    <a:pt x="371" y="1360"/>
                  </a:lnTo>
                  <a:lnTo>
                    <a:pt x="207" y="1236"/>
                  </a:lnTo>
                  <a:lnTo>
                    <a:pt x="83" y="1113"/>
                  </a:lnTo>
                  <a:lnTo>
                    <a:pt x="42" y="948"/>
                  </a:lnTo>
                  <a:lnTo>
                    <a:pt x="1" y="783"/>
                  </a:lnTo>
                  <a:lnTo>
                    <a:pt x="1" y="783"/>
                  </a:lnTo>
                  <a:lnTo>
                    <a:pt x="42" y="618"/>
                  </a:lnTo>
                  <a:lnTo>
                    <a:pt x="83" y="495"/>
                  </a:lnTo>
                  <a:lnTo>
                    <a:pt x="207" y="371"/>
                  </a:lnTo>
                  <a:lnTo>
                    <a:pt x="371" y="247"/>
                  </a:lnTo>
                  <a:lnTo>
                    <a:pt x="536" y="124"/>
                  </a:lnTo>
                  <a:lnTo>
                    <a:pt x="742" y="83"/>
                  </a:lnTo>
                  <a:lnTo>
                    <a:pt x="948" y="41"/>
                  </a:lnTo>
                  <a:lnTo>
                    <a:pt x="1195" y="0"/>
                  </a:lnTo>
                  <a:lnTo>
                    <a:pt x="1195" y="0"/>
                  </a:lnTo>
                  <a:lnTo>
                    <a:pt x="1443" y="41"/>
                  </a:lnTo>
                  <a:lnTo>
                    <a:pt x="1690" y="83"/>
                  </a:lnTo>
                  <a:lnTo>
                    <a:pt x="1896" y="124"/>
                  </a:lnTo>
                  <a:lnTo>
                    <a:pt x="2061" y="247"/>
                  </a:lnTo>
                  <a:lnTo>
                    <a:pt x="2225" y="371"/>
                  </a:lnTo>
                  <a:lnTo>
                    <a:pt x="2308" y="495"/>
                  </a:lnTo>
                  <a:lnTo>
                    <a:pt x="2390" y="618"/>
                  </a:lnTo>
                  <a:lnTo>
                    <a:pt x="2431" y="783"/>
                  </a:lnTo>
                  <a:lnTo>
                    <a:pt x="2431" y="783"/>
                  </a:lnTo>
                  <a:lnTo>
                    <a:pt x="2390" y="948"/>
                  </a:lnTo>
                  <a:lnTo>
                    <a:pt x="2308" y="1113"/>
                  </a:lnTo>
                  <a:lnTo>
                    <a:pt x="2225" y="1236"/>
                  </a:lnTo>
                  <a:lnTo>
                    <a:pt x="2061" y="1360"/>
                  </a:lnTo>
                  <a:lnTo>
                    <a:pt x="1896" y="1442"/>
                  </a:lnTo>
                  <a:lnTo>
                    <a:pt x="1690" y="1525"/>
                  </a:lnTo>
                  <a:lnTo>
                    <a:pt x="1443" y="1566"/>
                  </a:lnTo>
                  <a:lnTo>
                    <a:pt x="1195" y="156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2"/>
            <p:cNvSpPr/>
            <p:nvPr/>
          </p:nvSpPr>
          <p:spPr>
            <a:xfrm>
              <a:off x="3417575" y="3971900"/>
              <a:ext cx="106100" cy="68000"/>
            </a:xfrm>
            <a:custGeom>
              <a:rect b="b" l="l" r="r" t="t"/>
              <a:pathLst>
                <a:path extrusionOk="0" fill="none" h="2720" w="4244">
                  <a:moveTo>
                    <a:pt x="2102" y="2719"/>
                  </a:moveTo>
                  <a:lnTo>
                    <a:pt x="2102" y="2719"/>
                  </a:lnTo>
                  <a:lnTo>
                    <a:pt x="1690" y="2719"/>
                  </a:lnTo>
                  <a:lnTo>
                    <a:pt x="1278" y="2637"/>
                  </a:lnTo>
                  <a:lnTo>
                    <a:pt x="948" y="2513"/>
                  </a:lnTo>
                  <a:lnTo>
                    <a:pt x="619" y="2349"/>
                  </a:lnTo>
                  <a:lnTo>
                    <a:pt x="371" y="2143"/>
                  </a:lnTo>
                  <a:lnTo>
                    <a:pt x="165" y="1895"/>
                  </a:lnTo>
                  <a:lnTo>
                    <a:pt x="42" y="1648"/>
                  </a:lnTo>
                  <a:lnTo>
                    <a:pt x="1" y="1360"/>
                  </a:lnTo>
                  <a:lnTo>
                    <a:pt x="1" y="1360"/>
                  </a:lnTo>
                  <a:lnTo>
                    <a:pt x="42" y="1113"/>
                  </a:lnTo>
                  <a:lnTo>
                    <a:pt x="165" y="865"/>
                  </a:lnTo>
                  <a:lnTo>
                    <a:pt x="371" y="618"/>
                  </a:lnTo>
                  <a:lnTo>
                    <a:pt x="619" y="412"/>
                  </a:lnTo>
                  <a:lnTo>
                    <a:pt x="948" y="247"/>
                  </a:lnTo>
                  <a:lnTo>
                    <a:pt x="1278" y="124"/>
                  </a:lnTo>
                  <a:lnTo>
                    <a:pt x="1690" y="41"/>
                  </a:lnTo>
                  <a:lnTo>
                    <a:pt x="2102" y="0"/>
                  </a:lnTo>
                  <a:lnTo>
                    <a:pt x="2102" y="0"/>
                  </a:lnTo>
                  <a:lnTo>
                    <a:pt x="2555" y="41"/>
                  </a:lnTo>
                  <a:lnTo>
                    <a:pt x="2926" y="124"/>
                  </a:lnTo>
                  <a:lnTo>
                    <a:pt x="3296" y="247"/>
                  </a:lnTo>
                  <a:lnTo>
                    <a:pt x="3585" y="412"/>
                  </a:lnTo>
                  <a:lnTo>
                    <a:pt x="3873" y="618"/>
                  </a:lnTo>
                  <a:lnTo>
                    <a:pt x="4038" y="865"/>
                  </a:lnTo>
                  <a:lnTo>
                    <a:pt x="4162" y="1113"/>
                  </a:lnTo>
                  <a:lnTo>
                    <a:pt x="4244" y="1360"/>
                  </a:lnTo>
                  <a:lnTo>
                    <a:pt x="4244" y="1360"/>
                  </a:lnTo>
                  <a:lnTo>
                    <a:pt x="4162" y="1648"/>
                  </a:lnTo>
                  <a:lnTo>
                    <a:pt x="4038" y="1895"/>
                  </a:lnTo>
                  <a:lnTo>
                    <a:pt x="3873" y="2143"/>
                  </a:lnTo>
                  <a:lnTo>
                    <a:pt x="3585" y="2349"/>
                  </a:lnTo>
                  <a:lnTo>
                    <a:pt x="3296" y="2513"/>
                  </a:lnTo>
                  <a:lnTo>
                    <a:pt x="2926" y="2637"/>
                  </a:lnTo>
                  <a:lnTo>
                    <a:pt x="2555" y="2719"/>
                  </a:lnTo>
                  <a:lnTo>
                    <a:pt x="2102" y="271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2"/>
            <p:cNvSpPr/>
            <p:nvPr/>
          </p:nvSpPr>
          <p:spPr>
            <a:xfrm>
              <a:off x="2256825" y="3748400"/>
              <a:ext cx="1540825" cy="529425"/>
            </a:xfrm>
            <a:custGeom>
              <a:rect b="b" l="l" r="r" t="t"/>
              <a:pathLst>
                <a:path extrusionOk="0" fill="none" h="21177" w="61633">
                  <a:moveTo>
                    <a:pt x="48243" y="0"/>
                  </a:moveTo>
                  <a:lnTo>
                    <a:pt x="48243" y="0"/>
                  </a:lnTo>
                  <a:lnTo>
                    <a:pt x="48614" y="907"/>
                  </a:lnTo>
                  <a:lnTo>
                    <a:pt x="48902" y="1731"/>
                  </a:lnTo>
                  <a:lnTo>
                    <a:pt x="49067" y="2555"/>
                  </a:lnTo>
                  <a:lnTo>
                    <a:pt x="49108" y="3337"/>
                  </a:lnTo>
                  <a:lnTo>
                    <a:pt x="49108" y="4079"/>
                  </a:lnTo>
                  <a:lnTo>
                    <a:pt x="48985" y="4779"/>
                  </a:lnTo>
                  <a:lnTo>
                    <a:pt x="48779" y="5480"/>
                  </a:lnTo>
                  <a:lnTo>
                    <a:pt x="48532" y="6098"/>
                  </a:lnTo>
                  <a:lnTo>
                    <a:pt x="48161" y="6716"/>
                  </a:lnTo>
                  <a:lnTo>
                    <a:pt x="47749" y="7292"/>
                  </a:lnTo>
                  <a:lnTo>
                    <a:pt x="47254" y="7869"/>
                  </a:lnTo>
                  <a:lnTo>
                    <a:pt x="46719" y="8363"/>
                  </a:lnTo>
                  <a:lnTo>
                    <a:pt x="46142" y="8858"/>
                  </a:lnTo>
                  <a:lnTo>
                    <a:pt x="45524" y="9311"/>
                  </a:lnTo>
                  <a:lnTo>
                    <a:pt x="44824" y="9764"/>
                  </a:lnTo>
                  <a:lnTo>
                    <a:pt x="44082" y="10176"/>
                  </a:lnTo>
                  <a:lnTo>
                    <a:pt x="43341" y="10547"/>
                  </a:lnTo>
                  <a:lnTo>
                    <a:pt x="42558" y="10918"/>
                  </a:lnTo>
                  <a:lnTo>
                    <a:pt x="41734" y="11247"/>
                  </a:lnTo>
                  <a:lnTo>
                    <a:pt x="40910" y="11577"/>
                  </a:lnTo>
                  <a:lnTo>
                    <a:pt x="39180" y="12112"/>
                  </a:lnTo>
                  <a:lnTo>
                    <a:pt x="37449" y="12607"/>
                  </a:lnTo>
                  <a:lnTo>
                    <a:pt x="35760" y="12978"/>
                  </a:lnTo>
                  <a:lnTo>
                    <a:pt x="34112" y="13307"/>
                  </a:lnTo>
                  <a:lnTo>
                    <a:pt x="32547" y="13596"/>
                  </a:lnTo>
                  <a:lnTo>
                    <a:pt x="31146" y="13802"/>
                  </a:lnTo>
                  <a:lnTo>
                    <a:pt x="31146" y="13802"/>
                  </a:lnTo>
                  <a:lnTo>
                    <a:pt x="31146" y="13802"/>
                  </a:lnTo>
                  <a:lnTo>
                    <a:pt x="31146" y="13802"/>
                  </a:lnTo>
                  <a:lnTo>
                    <a:pt x="31105" y="13884"/>
                  </a:lnTo>
                  <a:lnTo>
                    <a:pt x="31064" y="13966"/>
                  </a:lnTo>
                  <a:lnTo>
                    <a:pt x="30899" y="14131"/>
                  </a:lnTo>
                  <a:lnTo>
                    <a:pt x="30693" y="14214"/>
                  </a:lnTo>
                  <a:lnTo>
                    <a:pt x="30404" y="14255"/>
                  </a:lnTo>
                  <a:lnTo>
                    <a:pt x="30404" y="14255"/>
                  </a:lnTo>
                  <a:lnTo>
                    <a:pt x="30198" y="14255"/>
                  </a:lnTo>
                  <a:lnTo>
                    <a:pt x="29992" y="14172"/>
                  </a:lnTo>
                  <a:lnTo>
                    <a:pt x="29828" y="14090"/>
                  </a:lnTo>
                  <a:lnTo>
                    <a:pt x="29745" y="13966"/>
                  </a:lnTo>
                  <a:lnTo>
                    <a:pt x="29745" y="13966"/>
                  </a:lnTo>
                  <a:lnTo>
                    <a:pt x="27562" y="14172"/>
                  </a:lnTo>
                  <a:lnTo>
                    <a:pt x="25419" y="14337"/>
                  </a:lnTo>
                  <a:lnTo>
                    <a:pt x="23277" y="14420"/>
                  </a:lnTo>
                  <a:lnTo>
                    <a:pt x="21135" y="14420"/>
                  </a:lnTo>
                  <a:lnTo>
                    <a:pt x="21135" y="14420"/>
                  </a:lnTo>
                  <a:lnTo>
                    <a:pt x="18457" y="14378"/>
                  </a:lnTo>
                  <a:lnTo>
                    <a:pt x="15779" y="14255"/>
                  </a:lnTo>
                  <a:lnTo>
                    <a:pt x="13142" y="14049"/>
                  </a:lnTo>
                  <a:lnTo>
                    <a:pt x="10506" y="13802"/>
                  </a:lnTo>
                  <a:lnTo>
                    <a:pt x="7869" y="13431"/>
                  </a:lnTo>
                  <a:lnTo>
                    <a:pt x="5232" y="13060"/>
                  </a:lnTo>
                  <a:lnTo>
                    <a:pt x="2637" y="12607"/>
                  </a:lnTo>
                  <a:lnTo>
                    <a:pt x="0" y="12071"/>
                  </a:lnTo>
                  <a:lnTo>
                    <a:pt x="0" y="12071"/>
                  </a:lnTo>
                  <a:lnTo>
                    <a:pt x="165" y="12813"/>
                  </a:lnTo>
                  <a:lnTo>
                    <a:pt x="412" y="13513"/>
                  </a:lnTo>
                  <a:lnTo>
                    <a:pt x="742" y="14214"/>
                  </a:lnTo>
                  <a:lnTo>
                    <a:pt x="1113" y="14873"/>
                  </a:lnTo>
                  <a:lnTo>
                    <a:pt x="1113" y="14873"/>
                  </a:lnTo>
                  <a:lnTo>
                    <a:pt x="2431" y="15573"/>
                  </a:lnTo>
                  <a:lnTo>
                    <a:pt x="3832" y="16232"/>
                  </a:lnTo>
                  <a:lnTo>
                    <a:pt x="5274" y="16891"/>
                  </a:lnTo>
                  <a:lnTo>
                    <a:pt x="6839" y="17468"/>
                  </a:lnTo>
                  <a:lnTo>
                    <a:pt x="8446" y="18045"/>
                  </a:lnTo>
                  <a:lnTo>
                    <a:pt x="10135" y="18539"/>
                  </a:lnTo>
                  <a:lnTo>
                    <a:pt x="11907" y="19034"/>
                  </a:lnTo>
                  <a:lnTo>
                    <a:pt x="13719" y="19446"/>
                  </a:lnTo>
                  <a:lnTo>
                    <a:pt x="15573" y="19858"/>
                  </a:lnTo>
                  <a:lnTo>
                    <a:pt x="17551" y="20187"/>
                  </a:lnTo>
                  <a:lnTo>
                    <a:pt x="19528" y="20476"/>
                  </a:lnTo>
                  <a:lnTo>
                    <a:pt x="21547" y="20723"/>
                  </a:lnTo>
                  <a:lnTo>
                    <a:pt x="23648" y="20929"/>
                  </a:lnTo>
                  <a:lnTo>
                    <a:pt x="25790" y="21052"/>
                  </a:lnTo>
                  <a:lnTo>
                    <a:pt x="27933" y="21135"/>
                  </a:lnTo>
                  <a:lnTo>
                    <a:pt x="30157" y="21176"/>
                  </a:lnTo>
                  <a:lnTo>
                    <a:pt x="30157" y="21176"/>
                  </a:lnTo>
                  <a:lnTo>
                    <a:pt x="32588" y="21135"/>
                  </a:lnTo>
                  <a:lnTo>
                    <a:pt x="34936" y="21011"/>
                  </a:lnTo>
                  <a:lnTo>
                    <a:pt x="37285" y="20846"/>
                  </a:lnTo>
                  <a:lnTo>
                    <a:pt x="39550" y="20640"/>
                  </a:lnTo>
                  <a:lnTo>
                    <a:pt x="41775" y="20352"/>
                  </a:lnTo>
                  <a:lnTo>
                    <a:pt x="43959" y="19981"/>
                  </a:lnTo>
                  <a:lnTo>
                    <a:pt x="46060" y="19569"/>
                  </a:lnTo>
                  <a:lnTo>
                    <a:pt x="48078" y="19116"/>
                  </a:lnTo>
                  <a:lnTo>
                    <a:pt x="50015" y="18581"/>
                  </a:lnTo>
                  <a:lnTo>
                    <a:pt x="51869" y="18004"/>
                  </a:lnTo>
                  <a:lnTo>
                    <a:pt x="53640" y="17427"/>
                  </a:lnTo>
                  <a:lnTo>
                    <a:pt x="55329" y="16727"/>
                  </a:lnTo>
                  <a:lnTo>
                    <a:pt x="56936" y="16026"/>
                  </a:lnTo>
                  <a:lnTo>
                    <a:pt x="58419" y="15285"/>
                  </a:lnTo>
                  <a:lnTo>
                    <a:pt x="59820" y="14502"/>
                  </a:lnTo>
                  <a:lnTo>
                    <a:pt x="61056" y="13678"/>
                  </a:lnTo>
                  <a:lnTo>
                    <a:pt x="61056" y="13678"/>
                  </a:lnTo>
                  <a:lnTo>
                    <a:pt x="61303" y="13060"/>
                  </a:lnTo>
                  <a:lnTo>
                    <a:pt x="61468" y="12442"/>
                  </a:lnTo>
                  <a:lnTo>
                    <a:pt x="61591" y="11783"/>
                  </a:lnTo>
                  <a:lnTo>
                    <a:pt x="61633" y="11124"/>
                  </a:lnTo>
                  <a:lnTo>
                    <a:pt x="61633" y="11124"/>
                  </a:lnTo>
                  <a:lnTo>
                    <a:pt x="61633" y="10712"/>
                  </a:lnTo>
                  <a:lnTo>
                    <a:pt x="61550" y="10300"/>
                  </a:lnTo>
                  <a:lnTo>
                    <a:pt x="61509" y="9847"/>
                  </a:lnTo>
                  <a:lnTo>
                    <a:pt x="61385" y="9435"/>
                  </a:lnTo>
                  <a:lnTo>
                    <a:pt x="61262" y="9023"/>
                  </a:lnTo>
                  <a:lnTo>
                    <a:pt x="61097" y="8611"/>
                  </a:lnTo>
                  <a:lnTo>
                    <a:pt x="60891" y="8199"/>
                  </a:lnTo>
                  <a:lnTo>
                    <a:pt x="60685" y="7787"/>
                  </a:lnTo>
                  <a:lnTo>
                    <a:pt x="60438" y="7416"/>
                  </a:lnTo>
                  <a:lnTo>
                    <a:pt x="60149" y="7004"/>
                  </a:lnTo>
                  <a:lnTo>
                    <a:pt x="59532" y="6221"/>
                  </a:lnTo>
                  <a:lnTo>
                    <a:pt x="58790" y="5480"/>
                  </a:lnTo>
                  <a:lnTo>
                    <a:pt x="57966" y="4738"/>
                  </a:lnTo>
                  <a:lnTo>
                    <a:pt x="57060" y="4038"/>
                  </a:lnTo>
                  <a:lnTo>
                    <a:pt x="56030" y="3379"/>
                  </a:lnTo>
                  <a:lnTo>
                    <a:pt x="54917" y="2719"/>
                  </a:lnTo>
                  <a:lnTo>
                    <a:pt x="53764" y="2143"/>
                  </a:lnTo>
                  <a:lnTo>
                    <a:pt x="52487" y="1525"/>
                  </a:lnTo>
                  <a:lnTo>
                    <a:pt x="51127" y="989"/>
                  </a:lnTo>
                  <a:lnTo>
                    <a:pt x="49726" y="495"/>
                  </a:lnTo>
                  <a:lnTo>
                    <a:pt x="482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2"/>
            <p:cNvSpPr/>
            <p:nvPr/>
          </p:nvSpPr>
          <p:spPr>
            <a:xfrm>
              <a:off x="2512250" y="3957475"/>
              <a:ext cx="80350" cy="51525"/>
            </a:xfrm>
            <a:custGeom>
              <a:rect b="b" l="l" r="r" t="t"/>
              <a:pathLst>
                <a:path extrusionOk="0" h="2061" w="3214">
                  <a:moveTo>
                    <a:pt x="1278" y="0"/>
                  </a:moveTo>
                  <a:lnTo>
                    <a:pt x="989" y="83"/>
                  </a:lnTo>
                  <a:lnTo>
                    <a:pt x="701" y="165"/>
                  </a:lnTo>
                  <a:lnTo>
                    <a:pt x="495" y="289"/>
                  </a:lnTo>
                  <a:lnTo>
                    <a:pt x="289" y="454"/>
                  </a:lnTo>
                  <a:lnTo>
                    <a:pt x="165" y="618"/>
                  </a:lnTo>
                  <a:lnTo>
                    <a:pt x="42" y="824"/>
                  </a:lnTo>
                  <a:lnTo>
                    <a:pt x="0" y="1030"/>
                  </a:lnTo>
                  <a:lnTo>
                    <a:pt x="42" y="1236"/>
                  </a:lnTo>
                  <a:lnTo>
                    <a:pt x="165" y="1401"/>
                  </a:lnTo>
                  <a:lnTo>
                    <a:pt x="289" y="1607"/>
                  </a:lnTo>
                  <a:lnTo>
                    <a:pt x="495" y="1731"/>
                  </a:lnTo>
                  <a:lnTo>
                    <a:pt x="701" y="1854"/>
                  </a:lnTo>
                  <a:lnTo>
                    <a:pt x="989" y="1978"/>
                  </a:lnTo>
                  <a:lnTo>
                    <a:pt x="1278" y="2019"/>
                  </a:lnTo>
                  <a:lnTo>
                    <a:pt x="1607" y="2060"/>
                  </a:lnTo>
                  <a:lnTo>
                    <a:pt x="1937" y="2019"/>
                  </a:lnTo>
                  <a:lnTo>
                    <a:pt x="2225" y="1978"/>
                  </a:lnTo>
                  <a:lnTo>
                    <a:pt x="2513" y="1854"/>
                  </a:lnTo>
                  <a:lnTo>
                    <a:pt x="2719" y="1731"/>
                  </a:lnTo>
                  <a:lnTo>
                    <a:pt x="2925" y="1607"/>
                  </a:lnTo>
                  <a:lnTo>
                    <a:pt x="3090" y="1401"/>
                  </a:lnTo>
                  <a:lnTo>
                    <a:pt x="3173" y="1236"/>
                  </a:lnTo>
                  <a:lnTo>
                    <a:pt x="3214" y="1030"/>
                  </a:lnTo>
                  <a:lnTo>
                    <a:pt x="3173" y="824"/>
                  </a:lnTo>
                  <a:lnTo>
                    <a:pt x="3090" y="618"/>
                  </a:lnTo>
                  <a:lnTo>
                    <a:pt x="2925" y="454"/>
                  </a:lnTo>
                  <a:lnTo>
                    <a:pt x="2719" y="289"/>
                  </a:lnTo>
                  <a:lnTo>
                    <a:pt x="2513" y="165"/>
                  </a:lnTo>
                  <a:lnTo>
                    <a:pt x="2225" y="83"/>
                  </a:lnTo>
                  <a:lnTo>
                    <a:pt x="1937" y="0"/>
                  </a:lnTo>
                  <a:close/>
                </a:path>
              </a:pathLst>
            </a:custGeom>
            <a:solidFill>
              <a:srgbClr val="75A01E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2"/>
            <p:cNvSpPr/>
            <p:nvPr/>
          </p:nvSpPr>
          <p:spPr>
            <a:xfrm>
              <a:off x="2512250" y="3957475"/>
              <a:ext cx="80350" cy="51525"/>
            </a:xfrm>
            <a:custGeom>
              <a:rect b="b" l="l" r="r" t="t"/>
              <a:pathLst>
                <a:path extrusionOk="0" fill="none" h="2061" w="3214">
                  <a:moveTo>
                    <a:pt x="1607" y="0"/>
                  </a:moveTo>
                  <a:lnTo>
                    <a:pt x="1607" y="0"/>
                  </a:lnTo>
                  <a:lnTo>
                    <a:pt x="1278" y="0"/>
                  </a:lnTo>
                  <a:lnTo>
                    <a:pt x="989" y="83"/>
                  </a:lnTo>
                  <a:lnTo>
                    <a:pt x="701" y="165"/>
                  </a:lnTo>
                  <a:lnTo>
                    <a:pt x="495" y="289"/>
                  </a:lnTo>
                  <a:lnTo>
                    <a:pt x="289" y="454"/>
                  </a:lnTo>
                  <a:lnTo>
                    <a:pt x="165" y="618"/>
                  </a:lnTo>
                  <a:lnTo>
                    <a:pt x="42" y="824"/>
                  </a:lnTo>
                  <a:lnTo>
                    <a:pt x="0" y="1030"/>
                  </a:lnTo>
                  <a:lnTo>
                    <a:pt x="0" y="1030"/>
                  </a:lnTo>
                  <a:lnTo>
                    <a:pt x="42" y="1236"/>
                  </a:lnTo>
                  <a:lnTo>
                    <a:pt x="165" y="1401"/>
                  </a:lnTo>
                  <a:lnTo>
                    <a:pt x="289" y="1607"/>
                  </a:lnTo>
                  <a:lnTo>
                    <a:pt x="495" y="1731"/>
                  </a:lnTo>
                  <a:lnTo>
                    <a:pt x="701" y="1854"/>
                  </a:lnTo>
                  <a:lnTo>
                    <a:pt x="989" y="1978"/>
                  </a:lnTo>
                  <a:lnTo>
                    <a:pt x="1278" y="2019"/>
                  </a:lnTo>
                  <a:lnTo>
                    <a:pt x="1607" y="2060"/>
                  </a:lnTo>
                  <a:lnTo>
                    <a:pt x="1607" y="2060"/>
                  </a:lnTo>
                  <a:lnTo>
                    <a:pt x="1937" y="2019"/>
                  </a:lnTo>
                  <a:lnTo>
                    <a:pt x="2225" y="1978"/>
                  </a:lnTo>
                  <a:lnTo>
                    <a:pt x="2513" y="1854"/>
                  </a:lnTo>
                  <a:lnTo>
                    <a:pt x="2719" y="1731"/>
                  </a:lnTo>
                  <a:lnTo>
                    <a:pt x="2925" y="1607"/>
                  </a:lnTo>
                  <a:lnTo>
                    <a:pt x="3090" y="1401"/>
                  </a:lnTo>
                  <a:lnTo>
                    <a:pt x="3173" y="1236"/>
                  </a:lnTo>
                  <a:lnTo>
                    <a:pt x="3214" y="1030"/>
                  </a:lnTo>
                  <a:lnTo>
                    <a:pt x="3214" y="1030"/>
                  </a:lnTo>
                  <a:lnTo>
                    <a:pt x="3173" y="824"/>
                  </a:lnTo>
                  <a:lnTo>
                    <a:pt x="3090" y="618"/>
                  </a:lnTo>
                  <a:lnTo>
                    <a:pt x="2925" y="454"/>
                  </a:lnTo>
                  <a:lnTo>
                    <a:pt x="2719" y="289"/>
                  </a:lnTo>
                  <a:lnTo>
                    <a:pt x="2513" y="165"/>
                  </a:lnTo>
                  <a:lnTo>
                    <a:pt x="2225" y="83"/>
                  </a:lnTo>
                  <a:lnTo>
                    <a:pt x="1937" y="0"/>
                  </a:lnTo>
                  <a:lnTo>
                    <a:pt x="160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2"/>
            <p:cNvSpPr/>
            <p:nvPr/>
          </p:nvSpPr>
          <p:spPr>
            <a:xfrm>
              <a:off x="2800625" y="3901850"/>
              <a:ext cx="143200" cy="92725"/>
            </a:xfrm>
            <a:custGeom>
              <a:rect b="b" l="l" r="r" t="t"/>
              <a:pathLst>
                <a:path extrusionOk="0" h="3709" w="5728">
                  <a:moveTo>
                    <a:pt x="2885" y="1"/>
                  </a:moveTo>
                  <a:lnTo>
                    <a:pt x="2267" y="42"/>
                  </a:lnTo>
                  <a:lnTo>
                    <a:pt x="1731" y="166"/>
                  </a:lnTo>
                  <a:lnTo>
                    <a:pt x="1278" y="330"/>
                  </a:lnTo>
                  <a:lnTo>
                    <a:pt x="825" y="536"/>
                  </a:lnTo>
                  <a:lnTo>
                    <a:pt x="495" y="825"/>
                  </a:lnTo>
                  <a:lnTo>
                    <a:pt x="207" y="1154"/>
                  </a:lnTo>
                  <a:lnTo>
                    <a:pt x="124" y="1319"/>
                  </a:lnTo>
                  <a:lnTo>
                    <a:pt x="42" y="1484"/>
                  </a:lnTo>
                  <a:lnTo>
                    <a:pt x="1" y="1690"/>
                  </a:lnTo>
                  <a:lnTo>
                    <a:pt x="1" y="1855"/>
                  </a:lnTo>
                  <a:lnTo>
                    <a:pt x="1" y="2061"/>
                  </a:lnTo>
                  <a:lnTo>
                    <a:pt x="42" y="2225"/>
                  </a:lnTo>
                  <a:lnTo>
                    <a:pt x="124" y="2390"/>
                  </a:lnTo>
                  <a:lnTo>
                    <a:pt x="207" y="2596"/>
                  </a:lnTo>
                  <a:lnTo>
                    <a:pt x="495" y="2885"/>
                  </a:lnTo>
                  <a:lnTo>
                    <a:pt x="825" y="3173"/>
                  </a:lnTo>
                  <a:lnTo>
                    <a:pt x="1278" y="3379"/>
                  </a:lnTo>
                  <a:lnTo>
                    <a:pt x="1731" y="3544"/>
                  </a:lnTo>
                  <a:lnTo>
                    <a:pt x="2267" y="3667"/>
                  </a:lnTo>
                  <a:lnTo>
                    <a:pt x="2885" y="3709"/>
                  </a:lnTo>
                  <a:lnTo>
                    <a:pt x="3462" y="3667"/>
                  </a:lnTo>
                  <a:lnTo>
                    <a:pt x="3997" y="3544"/>
                  </a:lnTo>
                  <a:lnTo>
                    <a:pt x="4491" y="3379"/>
                  </a:lnTo>
                  <a:lnTo>
                    <a:pt x="4903" y="3173"/>
                  </a:lnTo>
                  <a:lnTo>
                    <a:pt x="5233" y="2885"/>
                  </a:lnTo>
                  <a:lnTo>
                    <a:pt x="5521" y="2596"/>
                  </a:lnTo>
                  <a:lnTo>
                    <a:pt x="5604" y="2390"/>
                  </a:lnTo>
                  <a:lnTo>
                    <a:pt x="5686" y="2225"/>
                  </a:lnTo>
                  <a:lnTo>
                    <a:pt x="5727" y="2061"/>
                  </a:lnTo>
                  <a:lnTo>
                    <a:pt x="5727" y="1855"/>
                  </a:lnTo>
                  <a:lnTo>
                    <a:pt x="5727" y="1690"/>
                  </a:lnTo>
                  <a:lnTo>
                    <a:pt x="5686" y="1484"/>
                  </a:lnTo>
                  <a:lnTo>
                    <a:pt x="5604" y="1319"/>
                  </a:lnTo>
                  <a:lnTo>
                    <a:pt x="5521" y="1154"/>
                  </a:lnTo>
                  <a:lnTo>
                    <a:pt x="5233" y="825"/>
                  </a:lnTo>
                  <a:lnTo>
                    <a:pt x="4903" y="536"/>
                  </a:lnTo>
                  <a:lnTo>
                    <a:pt x="4491" y="330"/>
                  </a:lnTo>
                  <a:lnTo>
                    <a:pt x="3997" y="166"/>
                  </a:lnTo>
                  <a:lnTo>
                    <a:pt x="3462" y="42"/>
                  </a:lnTo>
                  <a:lnTo>
                    <a:pt x="2885" y="1"/>
                  </a:lnTo>
                  <a:close/>
                </a:path>
              </a:pathLst>
            </a:custGeom>
            <a:solidFill>
              <a:srgbClr val="75A01E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2"/>
            <p:cNvSpPr/>
            <p:nvPr/>
          </p:nvSpPr>
          <p:spPr>
            <a:xfrm>
              <a:off x="2800625" y="3901850"/>
              <a:ext cx="143200" cy="92725"/>
            </a:xfrm>
            <a:custGeom>
              <a:rect b="b" l="l" r="r" t="t"/>
              <a:pathLst>
                <a:path extrusionOk="0" fill="none" h="3709" w="5728">
                  <a:moveTo>
                    <a:pt x="2885" y="1"/>
                  </a:moveTo>
                  <a:lnTo>
                    <a:pt x="2885" y="1"/>
                  </a:lnTo>
                  <a:lnTo>
                    <a:pt x="2267" y="42"/>
                  </a:lnTo>
                  <a:lnTo>
                    <a:pt x="1731" y="166"/>
                  </a:lnTo>
                  <a:lnTo>
                    <a:pt x="1278" y="330"/>
                  </a:lnTo>
                  <a:lnTo>
                    <a:pt x="825" y="536"/>
                  </a:lnTo>
                  <a:lnTo>
                    <a:pt x="495" y="825"/>
                  </a:lnTo>
                  <a:lnTo>
                    <a:pt x="207" y="1154"/>
                  </a:lnTo>
                  <a:lnTo>
                    <a:pt x="124" y="1319"/>
                  </a:lnTo>
                  <a:lnTo>
                    <a:pt x="42" y="1484"/>
                  </a:lnTo>
                  <a:lnTo>
                    <a:pt x="1" y="1690"/>
                  </a:lnTo>
                  <a:lnTo>
                    <a:pt x="1" y="1855"/>
                  </a:lnTo>
                  <a:lnTo>
                    <a:pt x="1" y="1855"/>
                  </a:lnTo>
                  <a:lnTo>
                    <a:pt x="1" y="2061"/>
                  </a:lnTo>
                  <a:lnTo>
                    <a:pt x="42" y="2225"/>
                  </a:lnTo>
                  <a:lnTo>
                    <a:pt x="124" y="2390"/>
                  </a:lnTo>
                  <a:lnTo>
                    <a:pt x="207" y="2596"/>
                  </a:lnTo>
                  <a:lnTo>
                    <a:pt x="495" y="2885"/>
                  </a:lnTo>
                  <a:lnTo>
                    <a:pt x="825" y="3173"/>
                  </a:lnTo>
                  <a:lnTo>
                    <a:pt x="1278" y="3379"/>
                  </a:lnTo>
                  <a:lnTo>
                    <a:pt x="1731" y="3544"/>
                  </a:lnTo>
                  <a:lnTo>
                    <a:pt x="2267" y="3667"/>
                  </a:lnTo>
                  <a:lnTo>
                    <a:pt x="2885" y="3709"/>
                  </a:lnTo>
                  <a:lnTo>
                    <a:pt x="2885" y="3709"/>
                  </a:lnTo>
                  <a:lnTo>
                    <a:pt x="3462" y="3667"/>
                  </a:lnTo>
                  <a:lnTo>
                    <a:pt x="3997" y="3544"/>
                  </a:lnTo>
                  <a:lnTo>
                    <a:pt x="4491" y="3379"/>
                  </a:lnTo>
                  <a:lnTo>
                    <a:pt x="4903" y="3173"/>
                  </a:lnTo>
                  <a:lnTo>
                    <a:pt x="5233" y="2885"/>
                  </a:lnTo>
                  <a:lnTo>
                    <a:pt x="5521" y="2596"/>
                  </a:lnTo>
                  <a:lnTo>
                    <a:pt x="5604" y="2390"/>
                  </a:lnTo>
                  <a:lnTo>
                    <a:pt x="5686" y="2225"/>
                  </a:lnTo>
                  <a:lnTo>
                    <a:pt x="5727" y="2061"/>
                  </a:lnTo>
                  <a:lnTo>
                    <a:pt x="5727" y="1855"/>
                  </a:lnTo>
                  <a:lnTo>
                    <a:pt x="5727" y="1855"/>
                  </a:lnTo>
                  <a:lnTo>
                    <a:pt x="5727" y="1690"/>
                  </a:lnTo>
                  <a:lnTo>
                    <a:pt x="5686" y="1484"/>
                  </a:lnTo>
                  <a:lnTo>
                    <a:pt x="5604" y="1319"/>
                  </a:lnTo>
                  <a:lnTo>
                    <a:pt x="5521" y="1154"/>
                  </a:lnTo>
                  <a:lnTo>
                    <a:pt x="5233" y="825"/>
                  </a:lnTo>
                  <a:lnTo>
                    <a:pt x="4903" y="536"/>
                  </a:lnTo>
                  <a:lnTo>
                    <a:pt x="4491" y="330"/>
                  </a:lnTo>
                  <a:lnTo>
                    <a:pt x="3997" y="166"/>
                  </a:lnTo>
                  <a:lnTo>
                    <a:pt x="3462" y="42"/>
                  </a:lnTo>
                  <a:lnTo>
                    <a:pt x="288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2"/>
            <p:cNvSpPr/>
            <p:nvPr/>
          </p:nvSpPr>
          <p:spPr>
            <a:xfrm>
              <a:off x="2720300" y="4018250"/>
              <a:ext cx="51525" cy="32975"/>
            </a:xfrm>
            <a:custGeom>
              <a:rect b="b" l="l" r="r" t="t"/>
              <a:pathLst>
                <a:path extrusionOk="0" h="1319" w="2061">
                  <a:moveTo>
                    <a:pt x="1030" y="0"/>
                  </a:moveTo>
                  <a:lnTo>
                    <a:pt x="824" y="41"/>
                  </a:lnTo>
                  <a:lnTo>
                    <a:pt x="618" y="41"/>
                  </a:lnTo>
                  <a:lnTo>
                    <a:pt x="454" y="124"/>
                  </a:lnTo>
                  <a:lnTo>
                    <a:pt x="289" y="206"/>
                  </a:lnTo>
                  <a:lnTo>
                    <a:pt x="165" y="289"/>
                  </a:lnTo>
                  <a:lnTo>
                    <a:pt x="83" y="412"/>
                  </a:lnTo>
                  <a:lnTo>
                    <a:pt x="0" y="536"/>
                  </a:lnTo>
                  <a:lnTo>
                    <a:pt x="0" y="659"/>
                  </a:lnTo>
                  <a:lnTo>
                    <a:pt x="0" y="783"/>
                  </a:lnTo>
                  <a:lnTo>
                    <a:pt x="83" y="948"/>
                  </a:lnTo>
                  <a:lnTo>
                    <a:pt x="165" y="1030"/>
                  </a:lnTo>
                  <a:lnTo>
                    <a:pt x="289" y="1154"/>
                  </a:lnTo>
                  <a:lnTo>
                    <a:pt x="454" y="1236"/>
                  </a:lnTo>
                  <a:lnTo>
                    <a:pt x="618" y="1277"/>
                  </a:lnTo>
                  <a:lnTo>
                    <a:pt x="824" y="1318"/>
                  </a:lnTo>
                  <a:lnTo>
                    <a:pt x="1236" y="1318"/>
                  </a:lnTo>
                  <a:lnTo>
                    <a:pt x="1401" y="1277"/>
                  </a:lnTo>
                  <a:lnTo>
                    <a:pt x="1607" y="1236"/>
                  </a:lnTo>
                  <a:lnTo>
                    <a:pt x="1731" y="1154"/>
                  </a:lnTo>
                  <a:lnTo>
                    <a:pt x="1854" y="1030"/>
                  </a:lnTo>
                  <a:lnTo>
                    <a:pt x="1978" y="948"/>
                  </a:lnTo>
                  <a:lnTo>
                    <a:pt x="2019" y="783"/>
                  </a:lnTo>
                  <a:lnTo>
                    <a:pt x="2060" y="659"/>
                  </a:lnTo>
                  <a:lnTo>
                    <a:pt x="2019" y="536"/>
                  </a:lnTo>
                  <a:lnTo>
                    <a:pt x="1978" y="412"/>
                  </a:lnTo>
                  <a:lnTo>
                    <a:pt x="1854" y="289"/>
                  </a:lnTo>
                  <a:lnTo>
                    <a:pt x="1731" y="206"/>
                  </a:lnTo>
                  <a:lnTo>
                    <a:pt x="1607" y="124"/>
                  </a:lnTo>
                  <a:lnTo>
                    <a:pt x="1401" y="41"/>
                  </a:lnTo>
                  <a:lnTo>
                    <a:pt x="1236" y="41"/>
                  </a:lnTo>
                  <a:lnTo>
                    <a:pt x="1030" y="0"/>
                  </a:lnTo>
                  <a:close/>
                </a:path>
              </a:pathLst>
            </a:custGeom>
            <a:solidFill>
              <a:srgbClr val="75A01E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2"/>
            <p:cNvSpPr/>
            <p:nvPr/>
          </p:nvSpPr>
          <p:spPr>
            <a:xfrm>
              <a:off x="2720300" y="4018250"/>
              <a:ext cx="51525" cy="32975"/>
            </a:xfrm>
            <a:custGeom>
              <a:rect b="b" l="l" r="r" t="t"/>
              <a:pathLst>
                <a:path extrusionOk="0" fill="none" h="1319" w="2061">
                  <a:moveTo>
                    <a:pt x="1030" y="0"/>
                  </a:moveTo>
                  <a:lnTo>
                    <a:pt x="1030" y="0"/>
                  </a:lnTo>
                  <a:lnTo>
                    <a:pt x="824" y="41"/>
                  </a:lnTo>
                  <a:lnTo>
                    <a:pt x="618" y="41"/>
                  </a:lnTo>
                  <a:lnTo>
                    <a:pt x="454" y="124"/>
                  </a:lnTo>
                  <a:lnTo>
                    <a:pt x="289" y="206"/>
                  </a:lnTo>
                  <a:lnTo>
                    <a:pt x="165" y="289"/>
                  </a:lnTo>
                  <a:lnTo>
                    <a:pt x="83" y="412"/>
                  </a:lnTo>
                  <a:lnTo>
                    <a:pt x="0" y="536"/>
                  </a:lnTo>
                  <a:lnTo>
                    <a:pt x="0" y="659"/>
                  </a:lnTo>
                  <a:lnTo>
                    <a:pt x="0" y="659"/>
                  </a:lnTo>
                  <a:lnTo>
                    <a:pt x="0" y="783"/>
                  </a:lnTo>
                  <a:lnTo>
                    <a:pt x="83" y="948"/>
                  </a:lnTo>
                  <a:lnTo>
                    <a:pt x="165" y="1030"/>
                  </a:lnTo>
                  <a:lnTo>
                    <a:pt x="289" y="1154"/>
                  </a:lnTo>
                  <a:lnTo>
                    <a:pt x="454" y="1236"/>
                  </a:lnTo>
                  <a:lnTo>
                    <a:pt x="618" y="1277"/>
                  </a:lnTo>
                  <a:lnTo>
                    <a:pt x="824" y="1318"/>
                  </a:lnTo>
                  <a:lnTo>
                    <a:pt x="1030" y="1318"/>
                  </a:lnTo>
                  <a:lnTo>
                    <a:pt x="1030" y="1318"/>
                  </a:lnTo>
                  <a:lnTo>
                    <a:pt x="1236" y="1318"/>
                  </a:lnTo>
                  <a:lnTo>
                    <a:pt x="1401" y="1277"/>
                  </a:lnTo>
                  <a:lnTo>
                    <a:pt x="1607" y="1236"/>
                  </a:lnTo>
                  <a:lnTo>
                    <a:pt x="1731" y="1154"/>
                  </a:lnTo>
                  <a:lnTo>
                    <a:pt x="1854" y="1030"/>
                  </a:lnTo>
                  <a:lnTo>
                    <a:pt x="1978" y="948"/>
                  </a:lnTo>
                  <a:lnTo>
                    <a:pt x="2019" y="783"/>
                  </a:lnTo>
                  <a:lnTo>
                    <a:pt x="2060" y="659"/>
                  </a:lnTo>
                  <a:lnTo>
                    <a:pt x="2060" y="659"/>
                  </a:lnTo>
                  <a:lnTo>
                    <a:pt x="2019" y="536"/>
                  </a:lnTo>
                  <a:lnTo>
                    <a:pt x="1978" y="412"/>
                  </a:lnTo>
                  <a:lnTo>
                    <a:pt x="1854" y="289"/>
                  </a:lnTo>
                  <a:lnTo>
                    <a:pt x="1731" y="206"/>
                  </a:lnTo>
                  <a:lnTo>
                    <a:pt x="1607" y="124"/>
                  </a:lnTo>
                  <a:lnTo>
                    <a:pt x="1401" y="41"/>
                  </a:lnTo>
                  <a:lnTo>
                    <a:pt x="1236" y="41"/>
                  </a:lnTo>
                  <a:lnTo>
                    <a:pt x="103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2"/>
            <p:cNvSpPr/>
            <p:nvPr/>
          </p:nvSpPr>
          <p:spPr>
            <a:xfrm>
              <a:off x="3161125" y="3957475"/>
              <a:ext cx="79325" cy="51525"/>
            </a:xfrm>
            <a:custGeom>
              <a:rect b="b" l="l" r="r" t="t"/>
              <a:pathLst>
                <a:path extrusionOk="0" h="2061" w="3173">
                  <a:moveTo>
                    <a:pt x="1277" y="0"/>
                  </a:moveTo>
                  <a:lnTo>
                    <a:pt x="989" y="83"/>
                  </a:lnTo>
                  <a:lnTo>
                    <a:pt x="701" y="165"/>
                  </a:lnTo>
                  <a:lnTo>
                    <a:pt x="495" y="289"/>
                  </a:lnTo>
                  <a:lnTo>
                    <a:pt x="289" y="454"/>
                  </a:lnTo>
                  <a:lnTo>
                    <a:pt x="124" y="618"/>
                  </a:lnTo>
                  <a:lnTo>
                    <a:pt x="41" y="824"/>
                  </a:lnTo>
                  <a:lnTo>
                    <a:pt x="0" y="1030"/>
                  </a:lnTo>
                  <a:lnTo>
                    <a:pt x="41" y="1236"/>
                  </a:lnTo>
                  <a:lnTo>
                    <a:pt x="124" y="1401"/>
                  </a:lnTo>
                  <a:lnTo>
                    <a:pt x="289" y="1607"/>
                  </a:lnTo>
                  <a:lnTo>
                    <a:pt x="495" y="1731"/>
                  </a:lnTo>
                  <a:lnTo>
                    <a:pt x="701" y="1854"/>
                  </a:lnTo>
                  <a:lnTo>
                    <a:pt x="989" y="1978"/>
                  </a:lnTo>
                  <a:lnTo>
                    <a:pt x="1277" y="2019"/>
                  </a:lnTo>
                  <a:lnTo>
                    <a:pt x="1607" y="2060"/>
                  </a:lnTo>
                  <a:lnTo>
                    <a:pt x="1937" y="2019"/>
                  </a:lnTo>
                  <a:lnTo>
                    <a:pt x="2225" y="1978"/>
                  </a:lnTo>
                  <a:lnTo>
                    <a:pt x="2472" y="1854"/>
                  </a:lnTo>
                  <a:lnTo>
                    <a:pt x="2719" y="1731"/>
                  </a:lnTo>
                  <a:lnTo>
                    <a:pt x="2925" y="1607"/>
                  </a:lnTo>
                  <a:lnTo>
                    <a:pt x="3049" y="1401"/>
                  </a:lnTo>
                  <a:lnTo>
                    <a:pt x="3172" y="1236"/>
                  </a:lnTo>
                  <a:lnTo>
                    <a:pt x="3172" y="1030"/>
                  </a:lnTo>
                  <a:lnTo>
                    <a:pt x="3172" y="824"/>
                  </a:lnTo>
                  <a:lnTo>
                    <a:pt x="3049" y="618"/>
                  </a:lnTo>
                  <a:lnTo>
                    <a:pt x="2925" y="454"/>
                  </a:lnTo>
                  <a:lnTo>
                    <a:pt x="2719" y="289"/>
                  </a:lnTo>
                  <a:lnTo>
                    <a:pt x="2472" y="165"/>
                  </a:lnTo>
                  <a:lnTo>
                    <a:pt x="2225" y="83"/>
                  </a:lnTo>
                  <a:lnTo>
                    <a:pt x="1937" y="0"/>
                  </a:lnTo>
                  <a:close/>
                </a:path>
              </a:pathLst>
            </a:custGeom>
            <a:solidFill>
              <a:srgbClr val="75A01E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2"/>
            <p:cNvSpPr/>
            <p:nvPr/>
          </p:nvSpPr>
          <p:spPr>
            <a:xfrm>
              <a:off x="3161125" y="3957475"/>
              <a:ext cx="79325" cy="51525"/>
            </a:xfrm>
            <a:custGeom>
              <a:rect b="b" l="l" r="r" t="t"/>
              <a:pathLst>
                <a:path extrusionOk="0" fill="none" h="2061" w="3173">
                  <a:moveTo>
                    <a:pt x="1607" y="0"/>
                  </a:moveTo>
                  <a:lnTo>
                    <a:pt x="1607" y="0"/>
                  </a:lnTo>
                  <a:lnTo>
                    <a:pt x="1277" y="0"/>
                  </a:lnTo>
                  <a:lnTo>
                    <a:pt x="989" y="83"/>
                  </a:lnTo>
                  <a:lnTo>
                    <a:pt x="701" y="165"/>
                  </a:lnTo>
                  <a:lnTo>
                    <a:pt x="495" y="289"/>
                  </a:lnTo>
                  <a:lnTo>
                    <a:pt x="289" y="454"/>
                  </a:lnTo>
                  <a:lnTo>
                    <a:pt x="124" y="618"/>
                  </a:lnTo>
                  <a:lnTo>
                    <a:pt x="41" y="824"/>
                  </a:lnTo>
                  <a:lnTo>
                    <a:pt x="0" y="1030"/>
                  </a:lnTo>
                  <a:lnTo>
                    <a:pt x="0" y="1030"/>
                  </a:lnTo>
                  <a:lnTo>
                    <a:pt x="41" y="1236"/>
                  </a:lnTo>
                  <a:lnTo>
                    <a:pt x="124" y="1401"/>
                  </a:lnTo>
                  <a:lnTo>
                    <a:pt x="289" y="1607"/>
                  </a:lnTo>
                  <a:lnTo>
                    <a:pt x="495" y="1731"/>
                  </a:lnTo>
                  <a:lnTo>
                    <a:pt x="701" y="1854"/>
                  </a:lnTo>
                  <a:lnTo>
                    <a:pt x="989" y="1978"/>
                  </a:lnTo>
                  <a:lnTo>
                    <a:pt x="1277" y="2019"/>
                  </a:lnTo>
                  <a:lnTo>
                    <a:pt x="1607" y="2060"/>
                  </a:lnTo>
                  <a:lnTo>
                    <a:pt x="1607" y="2060"/>
                  </a:lnTo>
                  <a:lnTo>
                    <a:pt x="1937" y="2019"/>
                  </a:lnTo>
                  <a:lnTo>
                    <a:pt x="2225" y="1978"/>
                  </a:lnTo>
                  <a:lnTo>
                    <a:pt x="2472" y="1854"/>
                  </a:lnTo>
                  <a:lnTo>
                    <a:pt x="2719" y="1731"/>
                  </a:lnTo>
                  <a:lnTo>
                    <a:pt x="2925" y="1607"/>
                  </a:lnTo>
                  <a:lnTo>
                    <a:pt x="3049" y="1401"/>
                  </a:lnTo>
                  <a:lnTo>
                    <a:pt x="3172" y="1236"/>
                  </a:lnTo>
                  <a:lnTo>
                    <a:pt x="3172" y="1030"/>
                  </a:lnTo>
                  <a:lnTo>
                    <a:pt x="3172" y="1030"/>
                  </a:lnTo>
                  <a:lnTo>
                    <a:pt x="3172" y="824"/>
                  </a:lnTo>
                  <a:lnTo>
                    <a:pt x="3049" y="618"/>
                  </a:lnTo>
                  <a:lnTo>
                    <a:pt x="2925" y="454"/>
                  </a:lnTo>
                  <a:lnTo>
                    <a:pt x="2719" y="289"/>
                  </a:lnTo>
                  <a:lnTo>
                    <a:pt x="2472" y="165"/>
                  </a:lnTo>
                  <a:lnTo>
                    <a:pt x="2225" y="83"/>
                  </a:lnTo>
                  <a:lnTo>
                    <a:pt x="1937" y="0"/>
                  </a:lnTo>
                  <a:lnTo>
                    <a:pt x="160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32"/>
            <p:cNvSpPr/>
            <p:nvPr/>
          </p:nvSpPr>
          <p:spPr>
            <a:xfrm>
              <a:off x="3174500" y="3861700"/>
              <a:ext cx="53600" cy="35025"/>
            </a:xfrm>
            <a:custGeom>
              <a:rect b="b" l="l" r="r" t="t"/>
              <a:pathLst>
                <a:path extrusionOk="0" h="1401" w="2144">
                  <a:moveTo>
                    <a:pt x="866" y="0"/>
                  </a:moveTo>
                  <a:lnTo>
                    <a:pt x="660" y="41"/>
                  </a:lnTo>
                  <a:lnTo>
                    <a:pt x="454" y="124"/>
                  </a:lnTo>
                  <a:lnTo>
                    <a:pt x="289" y="206"/>
                  </a:lnTo>
                  <a:lnTo>
                    <a:pt x="166" y="288"/>
                  </a:lnTo>
                  <a:lnTo>
                    <a:pt x="83" y="412"/>
                  </a:lnTo>
                  <a:lnTo>
                    <a:pt x="1" y="536"/>
                  </a:lnTo>
                  <a:lnTo>
                    <a:pt x="1" y="700"/>
                  </a:lnTo>
                  <a:lnTo>
                    <a:pt x="1" y="824"/>
                  </a:lnTo>
                  <a:lnTo>
                    <a:pt x="83" y="948"/>
                  </a:lnTo>
                  <a:lnTo>
                    <a:pt x="166" y="1071"/>
                  </a:lnTo>
                  <a:lnTo>
                    <a:pt x="289" y="1195"/>
                  </a:lnTo>
                  <a:lnTo>
                    <a:pt x="454" y="1277"/>
                  </a:lnTo>
                  <a:lnTo>
                    <a:pt x="660" y="1318"/>
                  </a:lnTo>
                  <a:lnTo>
                    <a:pt x="866" y="1360"/>
                  </a:lnTo>
                  <a:lnTo>
                    <a:pt x="1072" y="1401"/>
                  </a:lnTo>
                  <a:lnTo>
                    <a:pt x="1278" y="1360"/>
                  </a:lnTo>
                  <a:lnTo>
                    <a:pt x="1484" y="1318"/>
                  </a:lnTo>
                  <a:lnTo>
                    <a:pt x="1649" y="1277"/>
                  </a:lnTo>
                  <a:lnTo>
                    <a:pt x="1813" y="1195"/>
                  </a:lnTo>
                  <a:lnTo>
                    <a:pt x="1937" y="1071"/>
                  </a:lnTo>
                  <a:lnTo>
                    <a:pt x="2061" y="948"/>
                  </a:lnTo>
                  <a:lnTo>
                    <a:pt x="2102" y="824"/>
                  </a:lnTo>
                  <a:lnTo>
                    <a:pt x="2143" y="700"/>
                  </a:lnTo>
                  <a:lnTo>
                    <a:pt x="2102" y="536"/>
                  </a:lnTo>
                  <a:lnTo>
                    <a:pt x="2061" y="412"/>
                  </a:lnTo>
                  <a:lnTo>
                    <a:pt x="1937" y="288"/>
                  </a:lnTo>
                  <a:lnTo>
                    <a:pt x="1813" y="206"/>
                  </a:lnTo>
                  <a:lnTo>
                    <a:pt x="1649" y="124"/>
                  </a:lnTo>
                  <a:lnTo>
                    <a:pt x="1484" y="41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rgbClr val="75A01E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32"/>
            <p:cNvSpPr/>
            <p:nvPr/>
          </p:nvSpPr>
          <p:spPr>
            <a:xfrm>
              <a:off x="3174500" y="3861700"/>
              <a:ext cx="53600" cy="35025"/>
            </a:xfrm>
            <a:custGeom>
              <a:rect b="b" l="l" r="r" t="t"/>
              <a:pathLst>
                <a:path extrusionOk="0" fill="none" h="1401" w="2144">
                  <a:moveTo>
                    <a:pt x="1072" y="0"/>
                  </a:moveTo>
                  <a:lnTo>
                    <a:pt x="1072" y="0"/>
                  </a:lnTo>
                  <a:lnTo>
                    <a:pt x="866" y="0"/>
                  </a:lnTo>
                  <a:lnTo>
                    <a:pt x="660" y="41"/>
                  </a:lnTo>
                  <a:lnTo>
                    <a:pt x="454" y="124"/>
                  </a:lnTo>
                  <a:lnTo>
                    <a:pt x="289" y="206"/>
                  </a:lnTo>
                  <a:lnTo>
                    <a:pt x="166" y="288"/>
                  </a:lnTo>
                  <a:lnTo>
                    <a:pt x="83" y="412"/>
                  </a:lnTo>
                  <a:lnTo>
                    <a:pt x="1" y="536"/>
                  </a:lnTo>
                  <a:lnTo>
                    <a:pt x="1" y="700"/>
                  </a:lnTo>
                  <a:lnTo>
                    <a:pt x="1" y="700"/>
                  </a:lnTo>
                  <a:lnTo>
                    <a:pt x="1" y="824"/>
                  </a:lnTo>
                  <a:lnTo>
                    <a:pt x="83" y="948"/>
                  </a:lnTo>
                  <a:lnTo>
                    <a:pt x="166" y="1071"/>
                  </a:lnTo>
                  <a:lnTo>
                    <a:pt x="289" y="1195"/>
                  </a:lnTo>
                  <a:lnTo>
                    <a:pt x="454" y="1277"/>
                  </a:lnTo>
                  <a:lnTo>
                    <a:pt x="660" y="1318"/>
                  </a:lnTo>
                  <a:lnTo>
                    <a:pt x="866" y="1360"/>
                  </a:lnTo>
                  <a:lnTo>
                    <a:pt x="1072" y="1401"/>
                  </a:lnTo>
                  <a:lnTo>
                    <a:pt x="1072" y="1401"/>
                  </a:lnTo>
                  <a:lnTo>
                    <a:pt x="1278" y="1360"/>
                  </a:lnTo>
                  <a:lnTo>
                    <a:pt x="1484" y="1318"/>
                  </a:lnTo>
                  <a:lnTo>
                    <a:pt x="1649" y="1277"/>
                  </a:lnTo>
                  <a:lnTo>
                    <a:pt x="1813" y="1195"/>
                  </a:lnTo>
                  <a:lnTo>
                    <a:pt x="1937" y="1071"/>
                  </a:lnTo>
                  <a:lnTo>
                    <a:pt x="2061" y="948"/>
                  </a:lnTo>
                  <a:lnTo>
                    <a:pt x="2102" y="824"/>
                  </a:lnTo>
                  <a:lnTo>
                    <a:pt x="2143" y="700"/>
                  </a:lnTo>
                  <a:lnTo>
                    <a:pt x="2143" y="700"/>
                  </a:lnTo>
                  <a:lnTo>
                    <a:pt x="2102" y="536"/>
                  </a:lnTo>
                  <a:lnTo>
                    <a:pt x="2061" y="412"/>
                  </a:lnTo>
                  <a:lnTo>
                    <a:pt x="1937" y="288"/>
                  </a:lnTo>
                  <a:lnTo>
                    <a:pt x="1813" y="206"/>
                  </a:lnTo>
                  <a:lnTo>
                    <a:pt x="1649" y="124"/>
                  </a:lnTo>
                  <a:lnTo>
                    <a:pt x="1484" y="41"/>
                  </a:lnTo>
                  <a:lnTo>
                    <a:pt x="1278" y="0"/>
                  </a:lnTo>
                  <a:lnTo>
                    <a:pt x="107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32"/>
            <p:cNvSpPr/>
            <p:nvPr/>
          </p:nvSpPr>
          <p:spPr>
            <a:xfrm>
              <a:off x="2954100" y="4013100"/>
              <a:ext cx="39150" cy="24725"/>
            </a:xfrm>
            <a:custGeom>
              <a:rect b="b" l="l" r="r" t="t"/>
              <a:pathLst>
                <a:path extrusionOk="0" h="989" w="1566">
                  <a:moveTo>
                    <a:pt x="783" y="0"/>
                  </a:moveTo>
                  <a:lnTo>
                    <a:pt x="454" y="41"/>
                  </a:lnTo>
                  <a:lnTo>
                    <a:pt x="206" y="165"/>
                  </a:lnTo>
                  <a:lnTo>
                    <a:pt x="42" y="289"/>
                  </a:lnTo>
                  <a:lnTo>
                    <a:pt x="0" y="412"/>
                  </a:lnTo>
                  <a:lnTo>
                    <a:pt x="0" y="495"/>
                  </a:lnTo>
                  <a:lnTo>
                    <a:pt x="0" y="618"/>
                  </a:lnTo>
                  <a:lnTo>
                    <a:pt x="42" y="701"/>
                  </a:lnTo>
                  <a:lnTo>
                    <a:pt x="206" y="865"/>
                  </a:lnTo>
                  <a:lnTo>
                    <a:pt x="454" y="948"/>
                  </a:lnTo>
                  <a:lnTo>
                    <a:pt x="783" y="989"/>
                  </a:lnTo>
                  <a:lnTo>
                    <a:pt x="1072" y="948"/>
                  </a:lnTo>
                  <a:lnTo>
                    <a:pt x="1319" y="865"/>
                  </a:lnTo>
                  <a:lnTo>
                    <a:pt x="1484" y="701"/>
                  </a:lnTo>
                  <a:lnTo>
                    <a:pt x="1525" y="618"/>
                  </a:lnTo>
                  <a:lnTo>
                    <a:pt x="1566" y="495"/>
                  </a:lnTo>
                  <a:lnTo>
                    <a:pt x="1525" y="412"/>
                  </a:lnTo>
                  <a:lnTo>
                    <a:pt x="1484" y="289"/>
                  </a:lnTo>
                  <a:lnTo>
                    <a:pt x="1319" y="165"/>
                  </a:lnTo>
                  <a:lnTo>
                    <a:pt x="1072" y="4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75A01E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2"/>
            <p:cNvSpPr/>
            <p:nvPr/>
          </p:nvSpPr>
          <p:spPr>
            <a:xfrm>
              <a:off x="2954100" y="4013100"/>
              <a:ext cx="39150" cy="24725"/>
            </a:xfrm>
            <a:custGeom>
              <a:rect b="b" l="l" r="r" t="t"/>
              <a:pathLst>
                <a:path extrusionOk="0" fill="none" h="989" w="1566">
                  <a:moveTo>
                    <a:pt x="783" y="0"/>
                  </a:moveTo>
                  <a:lnTo>
                    <a:pt x="783" y="0"/>
                  </a:lnTo>
                  <a:lnTo>
                    <a:pt x="454" y="41"/>
                  </a:lnTo>
                  <a:lnTo>
                    <a:pt x="206" y="165"/>
                  </a:lnTo>
                  <a:lnTo>
                    <a:pt x="42" y="289"/>
                  </a:lnTo>
                  <a:lnTo>
                    <a:pt x="0" y="412"/>
                  </a:lnTo>
                  <a:lnTo>
                    <a:pt x="0" y="495"/>
                  </a:lnTo>
                  <a:lnTo>
                    <a:pt x="0" y="495"/>
                  </a:lnTo>
                  <a:lnTo>
                    <a:pt x="0" y="618"/>
                  </a:lnTo>
                  <a:lnTo>
                    <a:pt x="42" y="701"/>
                  </a:lnTo>
                  <a:lnTo>
                    <a:pt x="206" y="865"/>
                  </a:lnTo>
                  <a:lnTo>
                    <a:pt x="454" y="948"/>
                  </a:lnTo>
                  <a:lnTo>
                    <a:pt x="783" y="989"/>
                  </a:lnTo>
                  <a:lnTo>
                    <a:pt x="783" y="989"/>
                  </a:lnTo>
                  <a:lnTo>
                    <a:pt x="1072" y="948"/>
                  </a:lnTo>
                  <a:lnTo>
                    <a:pt x="1319" y="865"/>
                  </a:lnTo>
                  <a:lnTo>
                    <a:pt x="1484" y="701"/>
                  </a:lnTo>
                  <a:lnTo>
                    <a:pt x="1525" y="618"/>
                  </a:lnTo>
                  <a:lnTo>
                    <a:pt x="1566" y="495"/>
                  </a:lnTo>
                  <a:lnTo>
                    <a:pt x="1566" y="495"/>
                  </a:lnTo>
                  <a:lnTo>
                    <a:pt x="1525" y="412"/>
                  </a:lnTo>
                  <a:lnTo>
                    <a:pt x="1484" y="289"/>
                  </a:lnTo>
                  <a:lnTo>
                    <a:pt x="1319" y="165"/>
                  </a:lnTo>
                  <a:lnTo>
                    <a:pt x="1072" y="41"/>
                  </a:lnTo>
                  <a:lnTo>
                    <a:pt x="7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2"/>
            <p:cNvSpPr/>
            <p:nvPr/>
          </p:nvSpPr>
          <p:spPr>
            <a:xfrm>
              <a:off x="3417575" y="3971900"/>
              <a:ext cx="106100" cy="68000"/>
            </a:xfrm>
            <a:custGeom>
              <a:rect b="b" l="l" r="r" t="t"/>
              <a:pathLst>
                <a:path extrusionOk="0" h="2720" w="4244">
                  <a:moveTo>
                    <a:pt x="2102" y="0"/>
                  </a:moveTo>
                  <a:lnTo>
                    <a:pt x="1690" y="41"/>
                  </a:lnTo>
                  <a:lnTo>
                    <a:pt x="1278" y="124"/>
                  </a:lnTo>
                  <a:lnTo>
                    <a:pt x="948" y="247"/>
                  </a:lnTo>
                  <a:lnTo>
                    <a:pt x="619" y="412"/>
                  </a:lnTo>
                  <a:lnTo>
                    <a:pt x="371" y="618"/>
                  </a:lnTo>
                  <a:lnTo>
                    <a:pt x="165" y="865"/>
                  </a:lnTo>
                  <a:lnTo>
                    <a:pt x="42" y="1113"/>
                  </a:lnTo>
                  <a:lnTo>
                    <a:pt x="1" y="1360"/>
                  </a:lnTo>
                  <a:lnTo>
                    <a:pt x="42" y="1648"/>
                  </a:lnTo>
                  <a:lnTo>
                    <a:pt x="165" y="1895"/>
                  </a:lnTo>
                  <a:lnTo>
                    <a:pt x="371" y="2143"/>
                  </a:lnTo>
                  <a:lnTo>
                    <a:pt x="619" y="2349"/>
                  </a:lnTo>
                  <a:lnTo>
                    <a:pt x="948" y="2513"/>
                  </a:lnTo>
                  <a:lnTo>
                    <a:pt x="1278" y="2637"/>
                  </a:lnTo>
                  <a:lnTo>
                    <a:pt x="1690" y="2719"/>
                  </a:lnTo>
                  <a:lnTo>
                    <a:pt x="2555" y="2719"/>
                  </a:lnTo>
                  <a:lnTo>
                    <a:pt x="2926" y="2637"/>
                  </a:lnTo>
                  <a:lnTo>
                    <a:pt x="3296" y="2513"/>
                  </a:lnTo>
                  <a:lnTo>
                    <a:pt x="3585" y="2349"/>
                  </a:lnTo>
                  <a:lnTo>
                    <a:pt x="3873" y="2143"/>
                  </a:lnTo>
                  <a:lnTo>
                    <a:pt x="4038" y="1895"/>
                  </a:lnTo>
                  <a:lnTo>
                    <a:pt x="4162" y="1648"/>
                  </a:lnTo>
                  <a:lnTo>
                    <a:pt x="4244" y="1360"/>
                  </a:lnTo>
                  <a:lnTo>
                    <a:pt x="4162" y="1113"/>
                  </a:lnTo>
                  <a:lnTo>
                    <a:pt x="4038" y="865"/>
                  </a:lnTo>
                  <a:lnTo>
                    <a:pt x="3873" y="618"/>
                  </a:lnTo>
                  <a:lnTo>
                    <a:pt x="3585" y="412"/>
                  </a:lnTo>
                  <a:lnTo>
                    <a:pt x="3296" y="247"/>
                  </a:lnTo>
                  <a:lnTo>
                    <a:pt x="2926" y="124"/>
                  </a:lnTo>
                  <a:lnTo>
                    <a:pt x="2555" y="41"/>
                  </a:lnTo>
                  <a:lnTo>
                    <a:pt x="2102" y="0"/>
                  </a:lnTo>
                  <a:close/>
                </a:path>
              </a:pathLst>
            </a:custGeom>
            <a:solidFill>
              <a:srgbClr val="679312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2"/>
            <p:cNvSpPr/>
            <p:nvPr/>
          </p:nvSpPr>
          <p:spPr>
            <a:xfrm>
              <a:off x="3417575" y="3971900"/>
              <a:ext cx="106100" cy="68000"/>
            </a:xfrm>
            <a:custGeom>
              <a:rect b="b" l="l" r="r" t="t"/>
              <a:pathLst>
                <a:path extrusionOk="0" fill="none" h="2720" w="4244">
                  <a:moveTo>
                    <a:pt x="2102" y="0"/>
                  </a:moveTo>
                  <a:lnTo>
                    <a:pt x="2102" y="0"/>
                  </a:lnTo>
                  <a:lnTo>
                    <a:pt x="1690" y="41"/>
                  </a:lnTo>
                  <a:lnTo>
                    <a:pt x="1278" y="124"/>
                  </a:lnTo>
                  <a:lnTo>
                    <a:pt x="948" y="247"/>
                  </a:lnTo>
                  <a:lnTo>
                    <a:pt x="619" y="412"/>
                  </a:lnTo>
                  <a:lnTo>
                    <a:pt x="371" y="618"/>
                  </a:lnTo>
                  <a:lnTo>
                    <a:pt x="165" y="865"/>
                  </a:lnTo>
                  <a:lnTo>
                    <a:pt x="42" y="1113"/>
                  </a:lnTo>
                  <a:lnTo>
                    <a:pt x="1" y="1360"/>
                  </a:lnTo>
                  <a:lnTo>
                    <a:pt x="1" y="1360"/>
                  </a:lnTo>
                  <a:lnTo>
                    <a:pt x="42" y="1648"/>
                  </a:lnTo>
                  <a:lnTo>
                    <a:pt x="165" y="1895"/>
                  </a:lnTo>
                  <a:lnTo>
                    <a:pt x="371" y="2143"/>
                  </a:lnTo>
                  <a:lnTo>
                    <a:pt x="619" y="2349"/>
                  </a:lnTo>
                  <a:lnTo>
                    <a:pt x="948" y="2513"/>
                  </a:lnTo>
                  <a:lnTo>
                    <a:pt x="1278" y="2637"/>
                  </a:lnTo>
                  <a:lnTo>
                    <a:pt x="1690" y="2719"/>
                  </a:lnTo>
                  <a:lnTo>
                    <a:pt x="2102" y="2719"/>
                  </a:lnTo>
                  <a:lnTo>
                    <a:pt x="2102" y="2719"/>
                  </a:lnTo>
                  <a:lnTo>
                    <a:pt x="2555" y="2719"/>
                  </a:lnTo>
                  <a:lnTo>
                    <a:pt x="2926" y="2637"/>
                  </a:lnTo>
                  <a:lnTo>
                    <a:pt x="3296" y="2513"/>
                  </a:lnTo>
                  <a:lnTo>
                    <a:pt x="3585" y="2349"/>
                  </a:lnTo>
                  <a:lnTo>
                    <a:pt x="3873" y="2143"/>
                  </a:lnTo>
                  <a:lnTo>
                    <a:pt x="4038" y="1895"/>
                  </a:lnTo>
                  <a:lnTo>
                    <a:pt x="4162" y="1648"/>
                  </a:lnTo>
                  <a:lnTo>
                    <a:pt x="4244" y="1360"/>
                  </a:lnTo>
                  <a:lnTo>
                    <a:pt x="4244" y="1360"/>
                  </a:lnTo>
                  <a:lnTo>
                    <a:pt x="4162" y="1113"/>
                  </a:lnTo>
                  <a:lnTo>
                    <a:pt x="4038" y="865"/>
                  </a:lnTo>
                  <a:lnTo>
                    <a:pt x="3873" y="618"/>
                  </a:lnTo>
                  <a:lnTo>
                    <a:pt x="3585" y="412"/>
                  </a:lnTo>
                  <a:lnTo>
                    <a:pt x="3296" y="247"/>
                  </a:lnTo>
                  <a:lnTo>
                    <a:pt x="2926" y="124"/>
                  </a:lnTo>
                  <a:lnTo>
                    <a:pt x="2555" y="41"/>
                  </a:lnTo>
                  <a:lnTo>
                    <a:pt x="21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2"/>
            <p:cNvSpPr/>
            <p:nvPr/>
          </p:nvSpPr>
          <p:spPr>
            <a:xfrm>
              <a:off x="3210550" y="4065625"/>
              <a:ext cx="60800" cy="39150"/>
            </a:xfrm>
            <a:custGeom>
              <a:rect b="b" l="l" r="r" t="t"/>
              <a:pathLst>
                <a:path extrusionOk="0" h="1566" w="2432">
                  <a:moveTo>
                    <a:pt x="1195" y="0"/>
                  </a:moveTo>
                  <a:lnTo>
                    <a:pt x="948" y="41"/>
                  </a:lnTo>
                  <a:lnTo>
                    <a:pt x="742" y="83"/>
                  </a:lnTo>
                  <a:lnTo>
                    <a:pt x="536" y="124"/>
                  </a:lnTo>
                  <a:lnTo>
                    <a:pt x="371" y="247"/>
                  </a:lnTo>
                  <a:lnTo>
                    <a:pt x="207" y="371"/>
                  </a:lnTo>
                  <a:lnTo>
                    <a:pt x="83" y="495"/>
                  </a:lnTo>
                  <a:lnTo>
                    <a:pt x="42" y="618"/>
                  </a:lnTo>
                  <a:lnTo>
                    <a:pt x="1" y="783"/>
                  </a:lnTo>
                  <a:lnTo>
                    <a:pt x="42" y="948"/>
                  </a:lnTo>
                  <a:lnTo>
                    <a:pt x="83" y="1113"/>
                  </a:lnTo>
                  <a:lnTo>
                    <a:pt x="207" y="1236"/>
                  </a:lnTo>
                  <a:lnTo>
                    <a:pt x="371" y="1360"/>
                  </a:lnTo>
                  <a:lnTo>
                    <a:pt x="536" y="1442"/>
                  </a:lnTo>
                  <a:lnTo>
                    <a:pt x="742" y="1525"/>
                  </a:lnTo>
                  <a:lnTo>
                    <a:pt x="948" y="1566"/>
                  </a:lnTo>
                  <a:lnTo>
                    <a:pt x="1443" y="1566"/>
                  </a:lnTo>
                  <a:lnTo>
                    <a:pt x="1690" y="1525"/>
                  </a:lnTo>
                  <a:lnTo>
                    <a:pt x="1896" y="1442"/>
                  </a:lnTo>
                  <a:lnTo>
                    <a:pt x="2061" y="1360"/>
                  </a:lnTo>
                  <a:lnTo>
                    <a:pt x="2225" y="1236"/>
                  </a:lnTo>
                  <a:lnTo>
                    <a:pt x="2308" y="1113"/>
                  </a:lnTo>
                  <a:lnTo>
                    <a:pt x="2390" y="948"/>
                  </a:lnTo>
                  <a:lnTo>
                    <a:pt x="2431" y="783"/>
                  </a:lnTo>
                  <a:lnTo>
                    <a:pt x="2390" y="618"/>
                  </a:lnTo>
                  <a:lnTo>
                    <a:pt x="2308" y="495"/>
                  </a:lnTo>
                  <a:lnTo>
                    <a:pt x="2225" y="371"/>
                  </a:lnTo>
                  <a:lnTo>
                    <a:pt x="2061" y="247"/>
                  </a:lnTo>
                  <a:lnTo>
                    <a:pt x="1896" y="124"/>
                  </a:lnTo>
                  <a:lnTo>
                    <a:pt x="1690" y="83"/>
                  </a:lnTo>
                  <a:lnTo>
                    <a:pt x="1443" y="41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679312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2"/>
            <p:cNvSpPr/>
            <p:nvPr/>
          </p:nvSpPr>
          <p:spPr>
            <a:xfrm>
              <a:off x="3210550" y="4065625"/>
              <a:ext cx="60800" cy="39150"/>
            </a:xfrm>
            <a:custGeom>
              <a:rect b="b" l="l" r="r" t="t"/>
              <a:pathLst>
                <a:path extrusionOk="0" fill="none" h="1566" w="2432">
                  <a:moveTo>
                    <a:pt x="1195" y="0"/>
                  </a:moveTo>
                  <a:lnTo>
                    <a:pt x="1195" y="0"/>
                  </a:lnTo>
                  <a:lnTo>
                    <a:pt x="948" y="41"/>
                  </a:lnTo>
                  <a:lnTo>
                    <a:pt x="742" y="83"/>
                  </a:lnTo>
                  <a:lnTo>
                    <a:pt x="536" y="124"/>
                  </a:lnTo>
                  <a:lnTo>
                    <a:pt x="371" y="247"/>
                  </a:lnTo>
                  <a:lnTo>
                    <a:pt x="207" y="371"/>
                  </a:lnTo>
                  <a:lnTo>
                    <a:pt x="83" y="495"/>
                  </a:lnTo>
                  <a:lnTo>
                    <a:pt x="42" y="618"/>
                  </a:lnTo>
                  <a:lnTo>
                    <a:pt x="1" y="783"/>
                  </a:lnTo>
                  <a:lnTo>
                    <a:pt x="1" y="783"/>
                  </a:lnTo>
                  <a:lnTo>
                    <a:pt x="42" y="948"/>
                  </a:lnTo>
                  <a:lnTo>
                    <a:pt x="83" y="1113"/>
                  </a:lnTo>
                  <a:lnTo>
                    <a:pt x="207" y="1236"/>
                  </a:lnTo>
                  <a:lnTo>
                    <a:pt x="371" y="1360"/>
                  </a:lnTo>
                  <a:lnTo>
                    <a:pt x="536" y="1442"/>
                  </a:lnTo>
                  <a:lnTo>
                    <a:pt x="742" y="1525"/>
                  </a:lnTo>
                  <a:lnTo>
                    <a:pt x="948" y="1566"/>
                  </a:lnTo>
                  <a:lnTo>
                    <a:pt x="1195" y="1566"/>
                  </a:lnTo>
                  <a:lnTo>
                    <a:pt x="1195" y="1566"/>
                  </a:lnTo>
                  <a:lnTo>
                    <a:pt x="1443" y="1566"/>
                  </a:lnTo>
                  <a:lnTo>
                    <a:pt x="1690" y="1525"/>
                  </a:lnTo>
                  <a:lnTo>
                    <a:pt x="1896" y="1442"/>
                  </a:lnTo>
                  <a:lnTo>
                    <a:pt x="2061" y="1360"/>
                  </a:lnTo>
                  <a:lnTo>
                    <a:pt x="2225" y="1236"/>
                  </a:lnTo>
                  <a:lnTo>
                    <a:pt x="2308" y="1113"/>
                  </a:lnTo>
                  <a:lnTo>
                    <a:pt x="2390" y="948"/>
                  </a:lnTo>
                  <a:lnTo>
                    <a:pt x="2431" y="783"/>
                  </a:lnTo>
                  <a:lnTo>
                    <a:pt x="2431" y="783"/>
                  </a:lnTo>
                  <a:lnTo>
                    <a:pt x="2390" y="618"/>
                  </a:lnTo>
                  <a:lnTo>
                    <a:pt x="2308" y="495"/>
                  </a:lnTo>
                  <a:lnTo>
                    <a:pt x="2225" y="371"/>
                  </a:lnTo>
                  <a:lnTo>
                    <a:pt x="2061" y="247"/>
                  </a:lnTo>
                  <a:lnTo>
                    <a:pt x="1896" y="124"/>
                  </a:lnTo>
                  <a:lnTo>
                    <a:pt x="1690" y="83"/>
                  </a:lnTo>
                  <a:lnTo>
                    <a:pt x="1443" y="41"/>
                  </a:lnTo>
                  <a:lnTo>
                    <a:pt x="119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2"/>
            <p:cNvSpPr/>
            <p:nvPr/>
          </p:nvSpPr>
          <p:spPr>
            <a:xfrm>
              <a:off x="2999425" y="4082100"/>
              <a:ext cx="36075" cy="15475"/>
            </a:xfrm>
            <a:custGeom>
              <a:rect b="b" l="l" r="r" t="t"/>
              <a:pathLst>
                <a:path extrusionOk="0" h="619" w="1443">
                  <a:moveTo>
                    <a:pt x="412" y="0"/>
                  </a:moveTo>
                  <a:lnTo>
                    <a:pt x="206" y="124"/>
                  </a:lnTo>
                  <a:lnTo>
                    <a:pt x="41" y="248"/>
                  </a:lnTo>
                  <a:lnTo>
                    <a:pt x="0" y="371"/>
                  </a:lnTo>
                  <a:lnTo>
                    <a:pt x="0" y="454"/>
                  </a:lnTo>
                  <a:lnTo>
                    <a:pt x="41" y="618"/>
                  </a:lnTo>
                  <a:lnTo>
                    <a:pt x="824" y="536"/>
                  </a:lnTo>
                  <a:lnTo>
                    <a:pt x="1442" y="454"/>
                  </a:lnTo>
                  <a:lnTo>
                    <a:pt x="1401" y="330"/>
                  </a:lnTo>
                  <a:lnTo>
                    <a:pt x="1360" y="248"/>
                  </a:lnTo>
                  <a:lnTo>
                    <a:pt x="1195" y="124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rgbClr val="75A01E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2"/>
            <p:cNvSpPr/>
            <p:nvPr/>
          </p:nvSpPr>
          <p:spPr>
            <a:xfrm>
              <a:off x="2999425" y="4082100"/>
              <a:ext cx="36075" cy="15475"/>
            </a:xfrm>
            <a:custGeom>
              <a:rect b="b" l="l" r="r" t="t"/>
              <a:pathLst>
                <a:path extrusionOk="0" fill="none" h="619" w="1443">
                  <a:moveTo>
                    <a:pt x="700" y="0"/>
                  </a:moveTo>
                  <a:lnTo>
                    <a:pt x="700" y="0"/>
                  </a:lnTo>
                  <a:lnTo>
                    <a:pt x="412" y="0"/>
                  </a:lnTo>
                  <a:lnTo>
                    <a:pt x="206" y="124"/>
                  </a:lnTo>
                  <a:lnTo>
                    <a:pt x="41" y="248"/>
                  </a:lnTo>
                  <a:lnTo>
                    <a:pt x="0" y="371"/>
                  </a:lnTo>
                  <a:lnTo>
                    <a:pt x="0" y="454"/>
                  </a:lnTo>
                  <a:lnTo>
                    <a:pt x="0" y="454"/>
                  </a:lnTo>
                  <a:lnTo>
                    <a:pt x="41" y="618"/>
                  </a:lnTo>
                  <a:lnTo>
                    <a:pt x="41" y="618"/>
                  </a:lnTo>
                  <a:lnTo>
                    <a:pt x="824" y="536"/>
                  </a:lnTo>
                  <a:lnTo>
                    <a:pt x="824" y="536"/>
                  </a:lnTo>
                  <a:lnTo>
                    <a:pt x="1442" y="454"/>
                  </a:lnTo>
                  <a:lnTo>
                    <a:pt x="1442" y="454"/>
                  </a:lnTo>
                  <a:lnTo>
                    <a:pt x="1401" y="330"/>
                  </a:lnTo>
                  <a:lnTo>
                    <a:pt x="1360" y="248"/>
                  </a:lnTo>
                  <a:lnTo>
                    <a:pt x="1195" y="124"/>
                  </a:lnTo>
                  <a:lnTo>
                    <a:pt x="989" y="0"/>
                  </a:lnTo>
                  <a:lnTo>
                    <a:pt x="70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2"/>
            <p:cNvSpPr/>
            <p:nvPr/>
          </p:nvSpPr>
          <p:spPr>
            <a:xfrm>
              <a:off x="3000450" y="4093425"/>
              <a:ext cx="35050" cy="11350"/>
            </a:xfrm>
            <a:custGeom>
              <a:rect b="b" l="l" r="r" t="t"/>
              <a:pathLst>
                <a:path extrusionOk="0" h="454" w="1402">
                  <a:moveTo>
                    <a:pt x="1401" y="1"/>
                  </a:moveTo>
                  <a:lnTo>
                    <a:pt x="783" y="83"/>
                  </a:lnTo>
                  <a:lnTo>
                    <a:pt x="0" y="165"/>
                  </a:lnTo>
                  <a:lnTo>
                    <a:pt x="83" y="289"/>
                  </a:lnTo>
                  <a:lnTo>
                    <a:pt x="247" y="371"/>
                  </a:lnTo>
                  <a:lnTo>
                    <a:pt x="453" y="454"/>
                  </a:lnTo>
                  <a:lnTo>
                    <a:pt x="659" y="454"/>
                  </a:lnTo>
                  <a:lnTo>
                    <a:pt x="948" y="413"/>
                  </a:lnTo>
                  <a:lnTo>
                    <a:pt x="1154" y="330"/>
                  </a:lnTo>
                  <a:lnTo>
                    <a:pt x="1319" y="165"/>
                  </a:lnTo>
                  <a:lnTo>
                    <a:pt x="1360" y="83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rgbClr val="679312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2"/>
            <p:cNvSpPr/>
            <p:nvPr/>
          </p:nvSpPr>
          <p:spPr>
            <a:xfrm>
              <a:off x="3000450" y="4093425"/>
              <a:ext cx="35050" cy="11350"/>
            </a:xfrm>
            <a:custGeom>
              <a:rect b="b" l="l" r="r" t="t"/>
              <a:pathLst>
                <a:path extrusionOk="0" fill="none" h="454" w="1402">
                  <a:moveTo>
                    <a:pt x="1401" y="1"/>
                  </a:moveTo>
                  <a:lnTo>
                    <a:pt x="1401" y="1"/>
                  </a:lnTo>
                  <a:lnTo>
                    <a:pt x="783" y="83"/>
                  </a:lnTo>
                  <a:lnTo>
                    <a:pt x="783" y="83"/>
                  </a:lnTo>
                  <a:lnTo>
                    <a:pt x="0" y="165"/>
                  </a:lnTo>
                  <a:lnTo>
                    <a:pt x="0" y="165"/>
                  </a:lnTo>
                  <a:lnTo>
                    <a:pt x="83" y="289"/>
                  </a:lnTo>
                  <a:lnTo>
                    <a:pt x="247" y="371"/>
                  </a:lnTo>
                  <a:lnTo>
                    <a:pt x="453" y="454"/>
                  </a:lnTo>
                  <a:lnTo>
                    <a:pt x="659" y="454"/>
                  </a:lnTo>
                  <a:lnTo>
                    <a:pt x="659" y="454"/>
                  </a:lnTo>
                  <a:lnTo>
                    <a:pt x="948" y="413"/>
                  </a:lnTo>
                  <a:lnTo>
                    <a:pt x="1154" y="330"/>
                  </a:lnTo>
                  <a:lnTo>
                    <a:pt x="1319" y="165"/>
                  </a:lnTo>
                  <a:lnTo>
                    <a:pt x="1360" y="83"/>
                  </a:lnTo>
                  <a:lnTo>
                    <a:pt x="1401" y="1"/>
                  </a:lnTo>
                  <a:lnTo>
                    <a:pt x="1401" y="1"/>
                  </a:lnTo>
                  <a:lnTo>
                    <a:pt x="140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9" name="Google Shape;1229;p32"/>
          <p:cNvGrpSpPr/>
          <p:nvPr/>
        </p:nvGrpSpPr>
        <p:grpSpPr>
          <a:xfrm rot="-2212194">
            <a:off x="3001078" y="393932"/>
            <a:ext cx="601961" cy="842722"/>
            <a:chOff x="1123650" y="1387050"/>
            <a:chExt cx="784825" cy="1098725"/>
          </a:xfrm>
        </p:grpSpPr>
        <p:sp>
          <p:nvSpPr>
            <p:cNvPr id="1230" name="Google Shape;1230;p32"/>
            <p:cNvSpPr/>
            <p:nvPr/>
          </p:nvSpPr>
          <p:spPr>
            <a:xfrm>
              <a:off x="1419550" y="1387050"/>
              <a:ext cx="488925" cy="1098725"/>
            </a:xfrm>
            <a:custGeom>
              <a:rect b="b" l="l" r="r" t="t"/>
              <a:pathLst>
                <a:path extrusionOk="0" h="43949" w="19557">
                  <a:moveTo>
                    <a:pt x="8103" y="1"/>
                  </a:moveTo>
                  <a:lnTo>
                    <a:pt x="7891" y="43"/>
                  </a:lnTo>
                  <a:lnTo>
                    <a:pt x="7721" y="128"/>
                  </a:lnTo>
                  <a:lnTo>
                    <a:pt x="7594" y="298"/>
                  </a:lnTo>
                  <a:lnTo>
                    <a:pt x="7551" y="340"/>
                  </a:lnTo>
                  <a:lnTo>
                    <a:pt x="7424" y="425"/>
                  </a:lnTo>
                  <a:lnTo>
                    <a:pt x="7297" y="510"/>
                  </a:lnTo>
                  <a:lnTo>
                    <a:pt x="7170" y="637"/>
                  </a:lnTo>
                  <a:lnTo>
                    <a:pt x="7085" y="807"/>
                  </a:lnTo>
                  <a:lnTo>
                    <a:pt x="6151" y="3564"/>
                  </a:lnTo>
                  <a:lnTo>
                    <a:pt x="5303" y="6364"/>
                  </a:lnTo>
                  <a:lnTo>
                    <a:pt x="4455" y="9121"/>
                  </a:lnTo>
                  <a:lnTo>
                    <a:pt x="3691" y="11921"/>
                  </a:lnTo>
                  <a:lnTo>
                    <a:pt x="2970" y="14721"/>
                  </a:lnTo>
                  <a:lnTo>
                    <a:pt x="2291" y="17563"/>
                  </a:lnTo>
                  <a:lnTo>
                    <a:pt x="1655" y="20405"/>
                  </a:lnTo>
                  <a:lnTo>
                    <a:pt x="1103" y="23247"/>
                  </a:lnTo>
                  <a:lnTo>
                    <a:pt x="679" y="25411"/>
                  </a:lnTo>
                  <a:lnTo>
                    <a:pt x="297" y="27659"/>
                  </a:lnTo>
                  <a:lnTo>
                    <a:pt x="170" y="28805"/>
                  </a:lnTo>
                  <a:lnTo>
                    <a:pt x="43" y="29950"/>
                  </a:lnTo>
                  <a:lnTo>
                    <a:pt x="0" y="31095"/>
                  </a:lnTo>
                  <a:lnTo>
                    <a:pt x="0" y="32241"/>
                  </a:lnTo>
                  <a:lnTo>
                    <a:pt x="43" y="33344"/>
                  </a:lnTo>
                  <a:lnTo>
                    <a:pt x="212" y="34447"/>
                  </a:lnTo>
                  <a:lnTo>
                    <a:pt x="425" y="35550"/>
                  </a:lnTo>
                  <a:lnTo>
                    <a:pt x="552" y="36059"/>
                  </a:lnTo>
                  <a:lnTo>
                    <a:pt x="722" y="36610"/>
                  </a:lnTo>
                  <a:lnTo>
                    <a:pt x="934" y="37119"/>
                  </a:lnTo>
                  <a:lnTo>
                    <a:pt x="1146" y="37628"/>
                  </a:lnTo>
                  <a:lnTo>
                    <a:pt x="1400" y="38137"/>
                  </a:lnTo>
                  <a:lnTo>
                    <a:pt x="1655" y="38604"/>
                  </a:lnTo>
                  <a:lnTo>
                    <a:pt x="1994" y="39070"/>
                  </a:lnTo>
                  <a:lnTo>
                    <a:pt x="2334" y="39537"/>
                  </a:lnTo>
                  <a:lnTo>
                    <a:pt x="2673" y="40004"/>
                  </a:lnTo>
                  <a:lnTo>
                    <a:pt x="3097" y="40428"/>
                  </a:lnTo>
                  <a:lnTo>
                    <a:pt x="3903" y="41192"/>
                  </a:lnTo>
                  <a:lnTo>
                    <a:pt x="4752" y="41870"/>
                  </a:lnTo>
                  <a:lnTo>
                    <a:pt x="5685" y="42464"/>
                  </a:lnTo>
                  <a:lnTo>
                    <a:pt x="6618" y="42973"/>
                  </a:lnTo>
                  <a:lnTo>
                    <a:pt x="7551" y="43397"/>
                  </a:lnTo>
                  <a:lnTo>
                    <a:pt x="8060" y="43567"/>
                  </a:lnTo>
                  <a:lnTo>
                    <a:pt x="8527" y="43694"/>
                  </a:lnTo>
                  <a:lnTo>
                    <a:pt x="9036" y="43779"/>
                  </a:lnTo>
                  <a:lnTo>
                    <a:pt x="9503" y="43864"/>
                  </a:lnTo>
                  <a:lnTo>
                    <a:pt x="10012" y="43949"/>
                  </a:lnTo>
                  <a:lnTo>
                    <a:pt x="10987" y="43949"/>
                  </a:lnTo>
                  <a:lnTo>
                    <a:pt x="11497" y="43906"/>
                  </a:lnTo>
                  <a:lnTo>
                    <a:pt x="11963" y="43864"/>
                  </a:lnTo>
                  <a:lnTo>
                    <a:pt x="12430" y="43779"/>
                  </a:lnTo>
                  <a:lnTo>
                    <a:pt x="12896" y="43652"/>
                  </a:lnTo>
                  <a:lnTo>
                    <a:pt x="13363" y="43482"/>
                  </a:lnTo>
                  <a:lnTo>
                    <a:pt x="13830" y="43313"/>
                  </a:lnTo>
                  <a:lnTo>
                    <a:pt x="14254" y="43100"/>
                  </a:lnTo>
                  <a:lnTo>
                    <a:pt x="14721" y="42846"/>
                  </a:lnTo>
                  <a:lnTo>
                    <a:pt x="15145" y="42549"/>
                  </a:lnTo>
                  <a:lnTo>
                    <a:pt x="15527" y="42210"/>
                  </a:lnTo>
                  <a:lnTo>
                    <a:pt x="15951" y="41870"/>
                  </a:lnTo>
                  <a:lnTo>
                    <a:pt x="16333" y="41446"/>
                  </a:lnTo>
                  <a:lnTo>
                    <a:pt x="16672" y="41022"/>
                  </a:lnTo>
                  <a:lnTo>
                    <a:pt x="17011" y="40555"/>
                  </a:lnTo>
                  <a:lnTo>
                    <a:pt x="17351" y="40046"/>
                  </a:lnTo>
                  <a:lnTo>
                    <a:pt x="17648" y="39537"/>
                  </a:lnTo>
                  <a:lnTo>
                    <a:pt x="17945" y="38986"/>
                  </a:lnTo>
                  <a:lnTo>
                    <a:pt x="18199" y="38477"/>
                  </a:lnTo>
                  <a:lnTo>
                    <a:pt x="18411" y="37883"/>
                  </a:lnTo>
                  <a:lnTo>
                    <a:pt x="18793" y="36737"/>
                  </a:lnTo>
                  <a:lnTo>
                    <a:pt x="19090" y="35592"/>
                  </a:lnTo>
                  <a:lnTo>
                    <a:pt x="19302" y="34362"/>
                  </a:lnTo>
                  <a:lnTo>
                    <a:pt x="19472" y="33132"/>
                  </a:lnTo>
                  <a:lnTo>
                    <a:pt x="19557" y="31901"/>
                  </a:lnTo>
                  <a:lnTo>
                    <a:pt x="19557" y="30629"/>
                  </a:lnTo>
                  <a:lnTo>
                    <a:pt x="19514" y="29356"/>
                  </a:lnTo>
                  <a:lnTo>
                    <a:pt x="19429" y="28083"/>
                  </a:lnTo>
                  <a:lnTo>
                    <a:pt x="19302" y="26853"/>
                  </a:lnTo>
                  <a:lnTo>
                    <a:pt x="19175" y="25581"/>
                  </a:lnTo>
                  <a:lnTo>
                    <a:pt x="18963" y="24393"/>
                  </a:lnTo>
                  <a:lnTo>
                    <a:pt x="18751" y="23163"/>
                  </a:lnTo>
                  <a:lnTo>
                    <a:pt x="18284" y="20872"/>
                  </a:lnTo>
                  <a:lnTo>
                    <a:pt x="17987" y="19472"/>
                  </a:lnTo>
                  <a:lnTo>
                    <a:pt x="17605" y="18114"/>
                  </a:lnTo>
                  <a:lnTo>
                    <a:pt x="17223" y="16757"/>
                  </a:lnTo>
                  <a:lnTo>
                    <a:pt x="16842" y="15399"/>
                  </a:lnTo>
                  <a:lnTo>
                    <a:pt x="16375" y="14042"/>
                  </a:lnTo>
                  <a:lnTo>
                    <a:pt x="15866" y="12685"/>
                  </a:lnTo>
                  <a:lnTo>
                    <a:pt x="15357" y="11327"/>
                  </a:lnTo>
                  <a:lnTo>
                    <a:pt x="14763" y="10012"/>
                  </a:lnTo>
                  <a:lnTo>
                    <a:pt x="14169" y="8739"/>
                  </a:lnTo>
                  <a:lnTo>
                    <a:pt x="13533" y="7424"/>
                  </a:lnTo>
                  <a:lnTo>
                    <a:pt x="12854" y="6194"/>
                  </a:lnTo>
                  <a:lnTo>
                    <a:pt x="12133" y="4964"/>
                  </a:lnTo>
                  <a:lnTo>
                    <a:pt x="11369" y="3734"/>
                  </a:lnTo>
                  <a:lnTo>
                    <a:pt x="10606" y="2546"/>
                  </a:lnTo>
                  <a:lnTo>
                    <a:pt x="9757" y="1443"/>
                  </a:lnTo>
                  <a:lnTo>
                    <a:pt x="8866" y="340"/>
                  </a:lnTo>
                  <a:lnTo>
                    <a:pt x="8739" y="213"/>
                  </a:lnTo>
                  <a:lnTo>
                    <a:pt x="8569" y="170"/>
                  </a:lnTo>
                  <a:lnTo>
                    <a:pt x="8442" y="85"/>
                  </a:lnTo>
                  <a:lnTo>
                    <a:pt x="8315" y="43"/>
                  </a:lnTo>
                  <a:lnTo>
                    <a:pt x="8103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2"/>
            <p:cNvSpPr/>
            <p:nvPr/>
          </p:nvSpPr>
          <p:spPr>
            <a:xfrm>
              <a:off x="1419550" y="1387050"/>
              <a:ext cx="284250" cy="1098725"/>
            </a:xfrm>
            <a:custGeom>
              <a:rect b="b" l="l" r="r" t="t"/>
              <a:pathLst>
                <a:path extrusionOk="0" h="43949" w="11370">
                  <a:moveTo>
                    <a:pt x="8103" y="1"/>
                  </a:moveTo>
                  <a:lnTo>
                    <a:pt x="7891" y="43"/>
                  </a:lnTo>
                  <a:lnTo>
                    <a:pt x="7721" y="128"/>
                  </a:lnTo>
                  <a:lnTo>
                    <a:pt x="7594" y="298"/>
                  </a:lnTo>
                  <a:lnTo>
                    <a:pt x="7551" y="340"/>
                  </a:lnTo>
                  <a:lnTo>
                    <a:pt x="7424" y="425"/>
                  </a:lnTo>
                  <a:lnTo>
                    <a:pt x="7297" y="510"/>
                  </a:lnTo>
                  <a:lnTo>
                    <a:pt x="7170" y="637"/>
                  </a:lnTo>
                  <a:lnTo>
                    <a:pt x="7085" y="807"/>
                  </a:lnTo>
                  <a:lnTo>
                    <a:pt x="6151" y="3564"/>
                  </a:lnTo>
                  <a:lnTo>
                    <a:pt x="5303" y="6364"/>
                  </a:lnTo>
                  <a:lnTo>
                    <a:pt x="4455" y="9121"/>
                  </a:lnTo>
                  <a:lnTo>
                    <a:pt x="3691" y="11921"/>
                  </a:lnTo>
                  <a:lnTo>
                    <a:pt x="2970" y="14721"/>
                  </a:lnTo>
                  <a:lnTo>
                    <a:pt x="2291" y="17563"/>
                  </a:lnTo>
                  <a:lnTo>
                    <a:pt x="1655" y="20405"/>
                  </a:lnTo>
                  <a:lnTo>
                    <a:pt x="1103" y="23247"/>
                  </a:lnTo>
                  <a:lnTo>
                    <a:pt x="679" y="25411"/>
                  </a:lnTo>
                  <a:lnTo>
                    <a:pt x="297" y="27659"/>
                  </a:lnTo>
                  <a:lnTo>
                    <a:pt x="170" y="28805"/>
                  </a:lnTo>
                  <a:lnTo>
                    <a:pt x="43" y="29950"/>
                  </a:lnTo>
                  <a:lnTo>
                    <a:pt x="0" y="31095"/>
                  </a:lnTo>
                  <a:lnTo>
                    <a:pt x="0" y="32241"/>
                  </a:lnTo>
                  <a:lnTo>
                    <a:pt x="43" y="33344"/>
                  </a:lnTo>
                  <a:lnTo>
                    <a:pt x="212" y="34447"/>
                  </a:lnTo>
                  <a:lnTo>
                    <a:pt x="425" y="35550"/>
                  </a:lnTo>
                  <a:lnTo>
                    <a:pt x="552" y="36059"/>
                  </a:lnTo>
                  <a:lnTo>
                    <a:pt x="722" y="36610"/>
                  </a:lnTo>
                  <a:lnTo>
                    <a:pt x="934" y="37119"/>
                  </a:lnTo>
                  <a:lnTo>
                    <a:pt x="1146" y="37628"/>
                  </a:lnTo>
                  <a:lnTo>
                    <a:pt x="1400" y="38137"/>
                  </a:lnTo>
                  <a:lnTo>
                    <a:pt x="1655" y="38604"/>
                  </a:lnTo>
                  <a:lnTo>
                    <a:pt x="1994" y="39070"/>
                  </a:lnTo>
                  <a:lnTo>
                    <a:pt x="2334" y="39537"/>
                  </a:lnTo>
                  <a:lnTo>
                    <a:pt x="2673" y="40004"/>
                  </a:lnTo>
                  <a:lnTo>
                    <a:pt x="3097" y="40428"/>
                  </a:lnTo>
                  <a:lnTo>
                    <a:pt x="3903" y="41192"/>
                  </a:lnTo>
                  <a:lnTo>
                    <a:pt x="4752" y="41870"/>
                  </a:lnTo>
                  <a:lnTo>
                    <a:pt x="5685" y="42464"/>
                  </a:lnTo>
                  <a:lnTo>
                    <a:pt x="6618" y="42973"/>
                  </a:lnTo>
                  <a:lnTo>
                    <a:pt x="7551" y="43397"/>
                  </a:lnTo>
                  <a:lnTo>
                    <a:pt x="8060" y="43567"/>
                  </a:lnTo>
                  <a:lnTo>
                    <a:pt x="8527" y="43694"/>
                  </a:lnTo>
                  <a:lnTo>
                    <a:pt x="9036" y="43779"/>
                  </a:lnTo>
                  <a:lnTo>
                    <a:pt x="9545" y="43864"/>
                  </a:lnTo>
                  <a:lnTo>
                    <a:pt x="10012" y="43949"/>
                  </a:lnTo>
                  <a:lnTo>
                    <a:pt x="10521" y="43949"/>
                  </a:lnTo>
                  <a:lnTo>
                    <a:pt x="9630" y="42846"/>
                  </a:lnTo>
                  <a:lnTo>
                    <a:pt x="8739" y="41701"/>
                  </a:lnTo>
                  <a:lnTo>
                    <a:pt x="8273" y="40979"/>
                  </a:lnTo>
                  <a:lnTo>
                    <a:pt x="7806" y="40258"/>
                  </a:lnTo>
                  <a:lnTo>
                    <a:pt x="7339" y="39537"/>
                  </a:lnTo>
                  <a:lnTo>
                    <a:pt x="6957" y="38774"/>
                  </a:lnTo>
                  <a:lnTo>
                    <a:pt x="6576" y="38010"/>
                  </a:lnTo>
                  <a:lnTo>
                    <a:pt x="6236" y="37246"/>
                  </a:lnTo>
                  <a:lnTo>
                    <a:pt x="5939" y="36483"/>
                  </a:lnTo>
                  <a:lnTo>
                    <a:pt x="5642" y="35677"/>
                  </a:lnTo>
                  <a:lnTo>
                    <a:pt x="5388" y="34871"/>
                  </a:lnTo>
                  <a:lnTo>
                    <a:pt x="5176" y="34065"/>
                  </a:lnTo>
                  <a:lnTo>
                    <a:pt x="4964" y="33259"/>
                  </a:lnTo>
                  <a:lnTo>
                    <a:pt x="4794" y="32410"/>
                  </a:lnTo>
                  <a:lnTo>
                    <a:pt x="4667" y="31562"/>
                  </a:lnTo>
                  <a:lnTo>
                    <a:pt x="4539" y="30713"/>
                  </a:lnTo>
                  <a:lnTo>
                    <a:pt x="4370" y="29017"/>
                  </a:lnTo>
                  <a:lnTo>
                    <a:pt x="4327" y="28083"/>
                  </a:lnTo>
                  <a:lnTo>
                    <a:pt x="4285" y="27150"/>
                  </a:lnTo>
                  <a:lnTo>
                    <a:pt x="4327" y="25326"/>
                  </a:lnTo>
                  <a:lnTo>
                    <a:pt x="4455" y="23502"/>
                  </a:lnTo>
                  <a:lnTo>
                    <a:pt x="4624" y="21678"/>
                  </a:lnTo>
                  <a:lnTo>
                    <a:pt x="4921" y="19896"/>
                  </a:lnTo>
                  <a:lnTo>
                    <a:pt x="5303" y="18114"/>
                  </a:lnTo>
                  <a:lnTo>
                    <a:pt x="5685" y="16333"/>
                  </a:lnTo>
                  <a:lnTo>
                    <a:pt x="6194" y="14551"/>
                  </a:lnTo>
                  <a:lnTo>
                    <a:pt x="6618" y="13066"/>
                  </a:lnTo>
                  <a:lnTo>
                    <a:pt x="7085" y="11624"/>
                  </a:lnTo>
                  <a:lnTo>
                    <a:pt x="7636" y="10224"/>
                  </a:lnTo>
                  <a:lnTo>
                    <a:pt x="8230" y="8824"/>
                  </a:lnTo>
                  <a:lnTo>
                    <a:pt x="8909" y="7467"/>
                  </a:lnTo>
                  <a:lnTo>
                    <a:pt x="9630" y="6194"/>
                  </a:lnTo>
                  <a:lnTo>
                    <a:pt x="10054" y="5558"/>
                  </a:lnTo>
                  <a:lnTo>
                    <a:pt x="10478" y="4921"/>
                  </a:lnTo>
                  <a:lnTo>
                    <a:pt x="10903" y="4328"/>
                  </a:lnTo>
                  <a:lnTo>
                    <a:pt x="11369" y="3734"/>
                  </a:lnTo>
                  <a:lnTo>
                    <a:pt x="10775" y="2843"/>
                  </a:lnTo>
                  <a:lnTo>
                    <a:pt x="10181" y="1994"/>
                  </a:lnTo>
                  <a:lnTo>
                    <a:pt x="9545" y="1146"/>
                  </a:lnTo>
                  <a:lnTo>
                    <a:pt x="8866" y="340"/>
                  </a:lnTo>
                  <a:lnTo>
                    <a:pt x="8739" y="213"/>
                  </a:lnTo>
                  <a:lnTo>
                    <a:pt x="8569" y="170"/>
                  </a:lnTo>
                  <a:lnTo>
                    <a:pt x="8442" y="85"/>
                  </a:lnTo>
                  <a:lnTo>
                    <a:pt x="8315" y="43"/>
                  </a:lnTo>
                  <a:lnTo>
                    <a:pt x="8103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2"/>
            <p:cNvSpPr/>
            <p:nvPr/>
          </p:nvSpPr>
          <p:spPr>
            <a:xfrm>
              <a:off x="1465150" y="1457050"/>
              <a:ext cx="393475" cy="1022375"/>
            </a:xfrm>
            <a:custGeom>
              <a:rect b="b" l="l" r="r" t="t"/>
              <a:pathLst>
                <a:path extrusionOk="0" h="40895" w="15739">
                  <a:moveTo>
                    <a:pt x="6321" y="0"/>
                  </a:moveTo>
                  <a:lnTo>
                    <a:pt x="6279" y="43"/>
                  </a:lnTo>
                  <a:lnTo>
                    <a:pt x="6194" y="85"/>
                  </a:lnTo>
                  <a:lnTo>
                    <a:pt x="6194" y="128"/>
                  </a:lnTo>
                  <a:lnTo>
                    <a:pt x="6194" y="212"/>
                  </a:lnTo>
                  <a:lnTo>
                    <a:pt x="6788" y="2206"/>
                  </a:lnTo>
                  <a:lnTo>
                    <a:pt x="7297" y="4200"/>
                  </a:lnTo>
                  <a:lnTo>
                    <a:pt x="7764" y="6194"/>
                  </a:lnTo>
                  <a:lnTo>
                    <a:pt x="8188" y="8230"/>
                  </a:lnTo>
                  <a:lnTo>
                    <a:pt x="8188" y="8230"/>
                  </a:lnTo>
                  <a:lnTo>
                    <a:pt x="7806" y="7848"/>
                  </a:lnTo>
                  <a:lnTo>
                    <a:pt x="7382" y="7467"/>
                  </a:lnTo>
                  <a:lnTo>
                    <a:pt x="6958" y="7085"/>
                  </a:lnTo>
                  <a:lnTo>
                    <a:pt x="6491" y="6788"/>
                  </a:lnTo>
                  <a:lnTo>
                    <a:pt x="6024" y="6491"/>
                  </a:lnTo>
                  <a:lnTo>
                    <a:pt x="5558" y="6236"/>
                  </a:lnTo>
                  <a:lnTo>
                    <a:pt x="5049" y="6067"/>
                  </a:lnTo>
                  <a:lnTo>
                    <a:pt x="4497" y="5897"/>
                  </a:lnTo>
                  <a:lnTo>
                    <a:pt x="4455" y="5897"/>
                  </a:lnTo>
                  <a:lnTo>
                    <a:pt x="4370" y="5939"/>
                  </a:lnTo>
                  <a:lnTo>
                    <a:pt x="4285" y="6024"/>
                  </a:lnTo>
                  <a:lnTo>
                    <a:pt x="4285" y="6151"/>
                  </a:lnTo>
                  <a:lnTo>
                    <a:pt x="4285" y="6194"/>
                  </a:lnTo>
                  <a:lnTo>
                    <a:pt x="4370" y="6236"/>
                  </a:lnTo>
                  <a:lnTo>
                    <a:pt x="5515" y="6957"/>
                  </a:lnTo>
                  <a:lnTo>
                    <a:pt x="6067" y="7297"/>
                  </a:lnTo>
                  <a:lnTo>
                    <a:pt x="6576" y="7679"/>
                  </a:lnTo>
                  <a:lnTo>
                    <a:pt x="7042" y="8103"/>
                  </a:lnTo>
                  <a:lnTo>
                    <a:pt x="7551" y="8569"/>
                  </a:lnTo>
                  <a:lnTo>
                    <a:pt x="7976" y="9079"/>
                  </a:lnTo>
                  <a:lnTo>
                    <a:pt x="8400" y="9588"/>
                  </a:lnTo>
                  <a:lnTo>
                    <a:pt x="8442" y="9672"/>
                  </a:lnTo>
                  <a:lnTo>
                    <a:pt x="8782" y="11624"/>
                  </a:lnTo>
                  <a:lnTo>
                    <a:pt x="9036" y="13618"/>
                  </a:lnTo>
                  <a:lnTo>
                    <a:pt x="9248" y="15611"/>
                  </a:lnTo>
                  <a:lnTo>
                    <a:pt x="9418" y="17605"/>
                  </a:lnTo>
                  <a:lnTo>
                    <a:pt x="8739" y="16799"/>
                  </a:lnTo>
                  <a:lnTo>
                    <a:pt x="8018" y="16078"/>
                  </a:lnTo>
                  <a:lnTo>
                    <a:pt x="7255" y="15357"/>
                  </a:lnTo>
                  <a:lnTo>
                    <a:pt x="6449" y="14721"/>
                  </a:lnTo>
                  <a:lnTo>
                    <a:pt x="5600" y="14127"/>
                  </a:lnTo>
                  <a:lnTo>
                    <a:pt x="4709" y="13575"/>
                  </a:lnTo>
                  <a:lnTo>
                    <a:pt x="3776" y="13151"/>
                  </a:lnTo>
                  <a:lnTo>
                    <a:pt x="2758" y="12727"/>
                  </a:lnTo>
                  <a:lnTo>
                    <a:pt x="2673" y="12727"/>
                  </a:lnTo>
                  <a:lnTo>
                    <a:pt x="2588" y="12769"/>
                  </a:lnTo>
                  <a:lnTo>
                    <a:pt x="2546" y="12812"/>
                  </a:lnTo>
                  <a:lnTo>
                    <a:pt x="2503" y="12896"/>
                  </a:lnTo>
                  <a:lnTo>
                    <a:pt x="2461" y="12981"/>
                  </a:lnTo>
                  <a:lnTo>
                    <a:pt x="2461" y="13066"/>
                  </a:lnTo>
                  <a:lnTo>
                    <a:pt x="2503" y="13109"/>
                  </a:lnTo>
                  <a:lnTo>
                    <a:pt x="2588" y="13193"/>
                  </a:lnTo>
                  <a:lnTo>
                    <a:pt x="3606" y="13702"/>
                  </a:lnTo>
                  <a:lnTo>
                    <a:pt x="4582" y="14296"/>
                  </a:lnTo>
                  <a:lnTo>
                    <a:pt x="5558" y="14890"/>
                  </a:lnTo>
                  <a:lnTo>
                    <a:pt x="6406" y="15569"/>
                  </a:lnTo>
                  <a:lnTo>
                    <a:pt x="7255" y="16333"/>
                  </a:lnTo>
                  <a:lnTo>
                    <a:pt x="8061" y="17139"/>
                  </a:lnTo>
                  <a:lnTo>
                    <a:pt x="8782" y="17987"/>
                  </a:lnTo>
                  <a:lnTo>
                    <a:pt x="9460" y="18920"/>
                  </a:lnTo>
                  <a:lnTo>
                    <a:pt x="9545" y="20193"/>
                  </a:lnTo>
                  <a:lnTo>
                    <a:pt x="9545" y="21635"/>
                  </a:lnTo>
                  <a:lnTo>
                    <a:pt x="9545" y="23035"/>
                  </a:lnTo>
                  <a:lnTo>
                    <a:pt x="9503" y="24435"/>
                  </a:lnTo>
                  <a:lnTo>
                    <a:pt x="9460" y="25835"/>
                  </a:lnTo>
                  <a:lnTo>
                    <a:pt x="8570" y="24986"/>
                  </a:lnTo>
                  <a:lnTo>
                    <a:pt x="7636" y="24138"/>
                  </a:lnTo>
                  <a:lnTo>
                    <a:pt x="6661" y="23332"/>
                  </a:lnTo>
                  <a:lnTo>
                    <a:pt x="5643" y="22611"/>
                  </a:lnTo>
                  <a:lnTo>
                    <a:pt x="4624" y="21975"/>
                  </a:lnTo>
                  <a:lnTo>
                    <a:pt x="3521" y="21338"/>
                  </a:lnTo>
                  <a:lnTo>
                    <a:pt x="2376" y="20787"/>
                  </a:lnTo>
                  <a:lnTo>
                    <a:pt x="1231" y="20320"/>
                  </a:lnTo>
                  <a:lnTo>
                    <a:pt x="1103" y="20320"/>
                  </a:lnTo>
                  <a:lnTo>
                    <a:pt x="1019" y="20363"/>
                  </a:lnTo>
                  <a:lnTo>
                    <a:pt x="934" y="20405"/>
                  </a:lnTo>
                  <a:lnTo>
                    <a:pt x="849" y="20532"/>
                  </a:lnTo>
                  <a:lnTo>
                    <a:pt x="806" y="20617"/>
                  </a:lnTo>
                  <a:lnTo>
                    <a:pt x="849" y="20744"/>
                  </a:lnTo>
                  <a:lnTo>
                    <a:pt x="891" y="20829"/>
                  </a:lnTo>
                  <a:lnTo>
                    <a:pt x="976" y="20914"/>
                  </a:lnTo>
                  <a:lnTo>
                    <a:pt x="2164" y="21508"/>
                  </a:lnTo>
                  <a:lnTo>
                    <a:pt x="3309" y="22102"/>
                  </a:lnTo>
                  <a:lnTo>
                    <a:pt x="4370" y="22781"/>
                  </a:lnTo>
                  <a:lnTo>
                    <a:pt x="5473" y="23502"/>
                  </a:lnTo>
                  <a:lnTo>
                    <a:pt x="6491" y="24308"/>
                  </a:lnTo>
                  <a:lnTo>
                    <a:pt x="7467" y="25114"/>
                  </a:lnTo>
                  <a:lnTo>
                    <a:pt x="8400" y="26047"/>
                  </a:lnTo>
                  <a:lnTo>
                    <a:pt x="9333" y="26980"/>
                  </a:lnTo>
                  <a:lnTo>
                    <a:pt x="9376" y="27023"/>
                  </a:lnTo>
                  <a:lnTo>
                    <a:pt x="9248" y="28592"/>
                  </a:lnTo>
                  <a:lnTo>
                    <a:pt x="9079" y="30119"/>
                  </a:lnTo>
                  <a:lnTo>
                    <a:pt x="8697" y="33174"/>
                  </a:lnTo>
                  <a:lnTo>
                    <a:pt x="7848" y="32325"/>
                  </a:lnTo>
                  <a:lnTo>
                    <a:pt x="6915" y="31519"/>
                  </a:lnTo>
                  <a:lnTo>
                    <a:pt x="5897" y="30756"/>
                  </a:lnTo>
                  <a:lnTo>
                    <a:pt x="4879" y="30077"/>
                  </a:lnTo>
                  <a:lnTo>
                    <a:pt x="3818" y="29483"/>
                  </a:lnTo>
                  <a:lnTo>
                    <a:pt x="2715" y="28974"/>
                  </a:lnTo>
                  <a:lnTo>
                    <a:pt x="1570" y="28507"/>
                  </a:lnTo>
                  <a:lnTo>
                    <a:pt x="382" y="28126"/>
                  </a:lnTo>
                  <a:lnTo>
                    <a:pt x="255" y="28126"/>
                  </a:lnTo>
                  <a:lnTo>
                    <a:pt x="128" y="28168"/>
                  </a:lnTo>
                  <a:lnTo>
                    <a:pt x="85" y="28253"/>
                  </a:lnTo>
                  <a:lnTo>
                    <a:pt x="0" y="28338"/>
                  </a:lnTo>
                  <a:lnTo>
                    <a:pt x="0" y="28423"/>
                  </a:lnTo>
                  <a:lnTo>
                    <a:pt x="43" y="28550"/>
                  </a:lnTo>
                  <a:lnTo>
                    <a:pt x="85" y="28635"/>
                  </a:lnTo>
                  <a:lnTo>
                    <a:pt x="213" y="28719"/>
                  </a:lnTo>
                  <a:lnTo>
                    <a:pt x="1400" y="29186"/>
                  </a:lnTo>
                  <a:lnTo>
                    <a:pt x="2546" y="29738"/>
                  </a:lnTo>
                  <a:lnTo>
                    <a:pt x="3649" y="30332"/>
                  </a:lnTo>
                  <a:lnTo>
                    <a:pt x="4709" y="31010"/>
                  </a:lnTo>
                  <a:lnTo>
                    <a:pt x="5727" y="31731"/>
                  </a:lnTo>
                  <a:lnTo>
                    <a:pt x="6703" y="32495"/>
                  </a:lnTo>
                  <a:lnTo>
                    <a:pt x="7636" y="33343"/>
                  </a:lnTo>
                  <a:lnTo>
                    <a:pt x="8570" y="34277"/>
                  </a:lnTo>
                  <a:lnTo>
                    <a:pt x="8061" y="37331"/>
                  </a:lnTo>
                  <a:lnTo>
                    <a:pt x="7509" y="40385"/>
                  </a:lnTo>
                  <a:lnTo>
                    <a:pt x="7509" y="40555"/>
                  </a:lnTo>
                  <a:lnTo>
                    <a:pt x="7594" y="40682"/>
                  </a:lnTo>
                  <a:lnTo>
                    <a:pt x="7679" y="40810"/>
                  </a:lnTo>
                  <a:lnTo>
                    <a:pt x="7806" y="40894"/>
                  </a:lnTo>
                  <a:lnTo>
                    <a:pt x="7976" y="40894"/>
                  </a:lnTo>
                  <a:lnTo>
                    <a:pt x="8103" y="40852"/>
                  </a:lnTo>
                  <a:lnTo>
                    <a:pt x="8230" y="40767"/>
                  </a:lnTo>
                  <a:lnTo>
                    <a:pt x="8315" y="40597"/>
                  </a:lnTo>
                  <a:lnTo>
                    <a:pt x="8739" y="39028"/>
                  </a:lnTo>
                  <a:lnTo>
                    <a:pt x="9079" y="37458"/>
                  </a:lnTo>
                  <a:lnTo>
                    <a:pt x="9418" y="35846"/>
                  </a:lnTo>
                  <a:lnTo>
                    <a:pt x="9715" y="34234"/>
                  </a:lnTo>
                  <a:lnTo>
                    <a:pt x="10351" y="33598"/>
                  </a:lnTo>
                  <a:lnTo>
                    <a:pt x="10988" y="33004"/>
                  </a:lnTo>
                  <a:lnTo>
                    <a:pt x="11666" y="32453"/>
                  </a:lnTo>
                  <a:lnTo>
                    <a:pt x="12387" y="31944"/>
                  </a:lnTo>
                  <a:lnTo>
                    <a:pt x="13151" y="31477"/>
                  </a:lnTo>
                  <a:lnTo>
                    <a:pt x="13915" y="31053"/>
                  </a:lnTo>
                  <a:lnTo>
                    <a:pt x="14678" y="30628"/>
                  </a:lnTo>
                  <a:lnTo>
                    <a:pt x="15527" y="30289"/>
                  </a:lnTo>
                  <a:lnTo>
                    <a:pt x="15654" y="30162"/>
                  </a:lnTo>
                  <a:lnTo>
                    <a:pt x="15739" y="30035"/>
                  </a:lnTo>
                  <a:lnTo>
                    <a:pt x="15739" y="29865"/>
                  </a:lnTo>
                  <a:lnTo>
                    <a:pt x="15739" y="29738"/>
                  </a:lnTo>
                  <a:lnTo>
                    <a:pt x="15654" y="29568"/>
                  </a:lnTo>
                  <a:lnTo>
                    <a:pt x="15527" y="29483"/>
                  </a:lnTo>
                  <a:lnTo>
                    <a:pt x="15399" y="29398"/>
                  </a:lnTo>
                  <a:lnTo>
                    <a:pt x="15230" y="29441"/>
                  </a:lnTo>
                  <a:lnTo>
                    <a:pt x="14466" y="29738"/>
                  </a:lnTo>
                  <a:lnTo>
                    <a:pt x="13703" y="30077"/>
                  </a:lnTo>
                  <a:lnTo>
                    <a:pt x="12981" y="30459"/>
                  </a:lnTo>
                  <a:lnTo>
                    <a:pt x="12303" y="30883"/>
                  </a:lnTo>
                  <a:lnTo>
                    <a:pt x="11666" y="31350"/>
                  </a:lnTo>
                  <a:lnTo>
                    <a:pt x="11030" y="31859"/>
                  </a:lnTo>
                  <a:lnTo>
                    <a:pt x="10436" y="32410"/>
                  </a:lnTo>
                  <a:lnTo>
                    <a:pt x="9885" y="33004"/>
                  </a:lnTo>
                  <a:lnTo>
                    <a:pt x="10097" y="31350"/>
                  </a:lnTo>
                  <a:lnTo>
                    <a:pt x="10266" y="29695"/>
                  </a:lnTo>
                  <a:lnTo>
                    <a:pt x="10394" y="28041"/>
                  </a:lnTo>
                  <a:lnTo>
                    <a:pt x="10436" y="26344"/>
                  </a:lnTo>
                  <a:lnTo>
                    <a:pt x="11030" y="25792"/>
                  </a:lnTo>
                  <a:lnTo>
                    <a:pt x="11581" y="25199"/>
                  </a:lnTo>
                  <a:lnTo>
                    <a:pt x="12175" y="24689"/>
                  </a:lnTo>
                  <a:lnTo>
                    <a:pt x="12812" y="24180"/>
                  </a:lnTo>
                  <a:lnTo>
                    <a:pt x="13448" y="23714"/>
                  </a:lnTo>
                  <a:lnTo>
                    <a:pt x="14084" y="23247"/>
                  </a:lnTo>
                  <a:lnTo>
                    <a:pt x="14806" y="22823"/>
                  </a:lnTo>
                  <a:lnTo>
                    <a:pt x="15484" y="22399"/>
                  </a:lnTo>
                  <a:lnTo>
                    <a:pt x="15654" y="22271"/>
                  </a:lnTo>
                  <a:lnTo>
                    <a:pt x="15696" y="22144"/>
                  </a:lnTo>
                  <a:lnTo>
                    <a:pt x="15696" y="21975"/>
                  </a:lnTo>
                  <a:lnTo>
                    <a:pt x="15654" y="21847"/>
                  </a:lnTo>
                  <a:lnTo>
                    <a:pt x="15569" y="21720"/>
                  </a:lnTo>
                  <a:lnTo>
                    <a:pt x="15442" y="21635"/>
                  </a:lnTo>
                  <a:lnTo>
                    <a:pt x="15315" y="21635"/>
                  </a:lnTo>
                  <a:lnTo>
                    <a:pt x="15102" y="21678"/>
                  </a:lnTo>
                  <a:lnTo>
                    <a:pt x="14466" y="21975"/>
                  </a:lnTo>
                  <a:lnTo>
                    <a:pt x="13830" y="22356"/>
                  </a:lnTo>
                  <a:lnTo>
                    <a:pt x="13236" y="22738"/>
                  </a:lnTo>
                  <a:lnTo>
                    <a:pt x="12600" y="23162"/>
                  </a:lnTo>
                  <a:lnTo>
                    <a:pt x="12048" y="23629"/>
                  </a:lnTo>
                  <a:lnTo>
                    <a:pt x="11497" y="24096"/>
                  </a:lnTo>
                  <a:lnTo>
                    <a:pt x="10988" y="24647"/>
                  </a:lnTo>
                  <a:lnTo>
                    <a:pt x="10479" y="25156"/>
                  </a:lnTo>
                  <a:lnTo>
                    <a:pt x="10479" y="23756"/>
                  </a:lnTo>
                  <a:lnTo>
                    <a:pt x="10479" y="22356"/>
                  </a:lnTo>
                  <a:lnTo>
                    <a:pt x="10436" y="20956"/>
                  </a:lnTo>
                  <a:lnTo>
                    <a:pt x="10351" y="19514"/>
                  </a:lnTo>
                  <a:lnTo>
                    <a:pt x="10436" y="19429"/>
                  </a:lnTo>
                  <a:lnTo>
                    <a:pt x="10479" y="19344"/>
                  </a:lnTo>
                  <a:lnTo>
                    <a:pt x="10775" y="18623"/>
                  </a:lnTo>
                  <a:lnTo>
                    <a:pt x="11115" y="17902"/>
                  </a:lnTo>
                  <a:lnTo>
                    <a:pt x="11454" y="17223"/>
                  </a:lnTo>
                  <a:lnTo>
                    <a:pt x="11836" y="16587"/>
                  </a:lnTo>
                  <a:lnTo>
                    <a:pt x="12260" y="15951"/>
                  </a:lnTo>
                  <a:lnTo>
                    <a:pt x="12684" y="15314"/>
                  </a:lnTo>
                  <a:lnTo>
                    <a:pt x="13193" y="14678"/>
                  </a:lnTo>
                  <a:lnTo>
                    <a:pt x="13660" y="14084"/>
                  </a:lnTo>
                  <a:lnTo>
                    <a:pt x="13745" y="13915"/>
                  </a:lnTo>
                  <a:lnTo>
                    <a:pt x="13787" y="13745"/>
                  </a:lnTo>
                  <a:lnTo>
                    <a:pt x="13745" y="13618"/>
                  </a:lnTo>
                  <a:lnTo>
                    <a:pt x="13660" y="13490"/>
                  </a:lnTo>
                  <a:lnTo>
                    <a:pt x="13533" y="13363"/>
                  </a:lnTo>
                  <a:lnTo>
                    <a:pt x="13406" y="13321"/>
                  </a:lnTo>
                  <a:lnTo>
                    <a:pt x="13236" y="13363"/>
                  </a:lnTo>
                  <a:lnTo>
                    <a:pt x="13109" y="13448"/>
                  </a:lnTo>
                  <a:lnTo>
                    <a:pt x="12642" y="13999"/>
                  </a:lnTo>
                  <a:lnTo>
                    <a:pt x="12218" y="14508"/>
                  </a:lnTo>
                  <a:lnTo>
                    <a:pt x="11836" y="15060"/>
                  </a:lnTo>
                  <a:lnTo>
                    <a:pt x="11454" y="15654"/>
                  </a:lnTo>
                  <a:lnTo>
                    <a:pt x="11115" y="16205"/>
                  </a:lnTo>
                  <a:lnTo>
                    <a:pt x="10818" y="16799"/>
                  </a:lnTo>
                  <a:lnTo>
                    <a:pt x="10224" y="18029"/>
                  </a:lnTo>
                  <a:lnTo>
                    <a:pt x="10012" y="15866"/>
                  </a:lnTo>
                  <a:lnTo>
                    <a:pt x="9757" y="13702"/>
                  </a:lnTo>
                  <a:lnTo>
                    <a:pt x="9418" y="11581"/>
                  </a:lnTo>
                  <a:lnTo>
                    <a:pt x="8994" y="9460"/>
                  </a:lnTo>
                  <a:lnTo>
                    <a:pt x="9163" y="9036"/>
                  </a:lnTo>
                  <a:lnTo>
                    <a:pt x="9333" y="8697"/>
                  </a:lnTo>
                  <a:lnTo>
                    <a:pt x="9503" y="8315"/>
                  </a:lnTo>
                  <a:lnTo>
                    <a:pt x="9715" y="8018"/>
                  </a:lnTo>
                  <a:lnTo>
                    <a:pt x="10224" y="7382"/>
                  </a:lnTo>
                  <a:lnTo>
                    <a:pt x="10775" y="6745"/>
                  </a:lnTo>
                  <a:lnTo>
                    <a:pt x="10860" y="6618"/>
                  </a:lnTo>
                  <a:lnTo>
                    <a:pt x="10860" y="6491"/>
                  </a:lnTo>
                  <a:lnTo>
                    <a:pt x="10860" y="6364"/>
                  </a:lnTo>
                  <a:lnTo>
                    <a:pt x="10775" y="6279"/>
                  </a:lnTo>
                  <a:lnTo>
                    <a:pt x="10691" y="6194"/>
                  </a:lnTo>
                  <a:lnTo>
                    <a:pt x="10563" y="6151"/>
                  </a:lnTo>
                  <a:lnTo>
                    <a:pt x="10394" y="6151"/>
                  </a:lnTo>
                  <a:lnTo>
                    <a:pt x="10266" y="6236"/>
                  </a:lnTo>
                  <a:lnTo>
                    <a:pt x="9800" y="6660"/>
                  </a:lnTo>
                  <a:lnTo>
                    <a:pt x="9418" y="7127"/>
                  </a:lnTo>
                  <a:lnTo>
                    <a:pt x="9036" y="7636"/>
                  </a:lnTo>
                  <a:lnTo>
                    <a:pt x="8739" y="8188"/>
                  </a:lnTo>
                  <a:lnTo>
                    <a:pt x="8273" y="6109"/>
                  </a:lnTo>
                  <a:lnTo>
                    <a:pt x="7764" y="4115"/>
                  </a:lnTo>
                  <a:lnTo>
                    <a:pt x="7170" y="2079"/>
                  </a:lnTo>
                  <a:lnTo>
                    <a:pt x="6576" y="128"/>
                  </a:lnTo>
                  <a:lnTo>
                    <a:pt x="6533" y="43"/>
                  </a:lnTo>
                  <a:lnTo>
                    <a:pt x="6449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2"/>
            <p:cNvSpPr/>
            <p:nvPr/>
          </p:nvSpPr>
          <p:spPr>
            <a:xfrm>
              <a:off x="1123650" y="1507950"/>
              <a:ext cx="688325" cy="969350"/>
            </a:xfrm>
            <a:custGeom>
              <a:rect b="b" l="l" r="r" t="t"/>
              <a:pathLst>
                <a:path extrusionOk="0" h="38774" w="27533">
                  <a:moveTo>
                    <a:pt x="1189" y="1"/>
                  </a:moveTo>
                  <a:lnTo>
                    <a:pt x="1019" y="43"/>
                  </a:lnTo>
                  <a:lnTo>
                    <a:pt x="764" y="43"/>
                  </a:lnTo>
                  <a:lnTo>
                    <a:pt x="552" y="128"/>
                  </a:lnTo>
                  <a:lnTo>
                    <a:pt x="383" y="255"/>
                  </a:lnTo>
                  <a:lnTo>
                    <a:pt x="255" y="425"/>
                  </a:lnTo>
                  <a:lnTo>
                    <a:pt x="213" y="637"/>
                  </a:lnTo>
                  <a:lnTo>
                    <a:pt x="213" y="679"/>
                  </a:lnTo>
                  <a:lnTo>
                    <a:pt x="128" y="807"/>
                  </a:lnTo>
                  <a:lnTo>
                    <a:pt x="43" y="976"/>
                  </a:lnTo>
                  <a:lnTo>
                    <a:pt x="1" y="1146"/>
                  </a:lnTo>
                  <a:lnTo>
                    <a:pt x="43" y="1316"/>
                  </a:lnTo>
                  <a:lnTo>
                    <a:pt x="510" y="4200"/>
                  </a:lnTo>
                  <a:lnTo>
                    <a:pt x="1019" y="7043"/>
                  </a:lnTo>
                  <a:lnTo>
                    <a:pt x="1613" y="9885"/>
                  </a:lnTo>
                  <a:lnTo>
                    <a:pt x="2249" y="12727"/>
                  </a:lnTo>
                  <a:lnTo>
                    <a:pt x="2928" y="15527"/>
                  </a:lnTo>
                  <a:lnTo>
                    <a:pt x="3649" y="18369"/>
                  </a:lnTo>
                  <a:lnTo>
                    <a:pt x="4413" y="21126"/>
                  </a:lnTo>
                  <a:lnTo>
                    <a:pt x="5261" y="23926"/>
                  </a:lnTo>
                  <a:lnTo>
                    <a:pt x="5940" y="26047"/>
                  </a:lnTo>
                  <a:lnTo>
                    <a:pt x="6661" y="28211"/>
                  </a:lnTo>
                  <a:lnTo>
                    <a:pt x="7085" y="29271"/>
                  </a:lnTo>
                  <a:lnTo>
                    <a:pt x="7509" y="30332"/>
                  </a:lnTo>
                  <a:lnTo>
                    <a:pt x="7976" y="31392"/>
                  </a:lnTo>
                  <a:lnTo>
                    <a:pt x="8527" y="32368"/>
                  </a:lnTo>
                  <a:lnTo>
                    <a:pt x="9121" y="33344"/>
                  </a:lnTo>
                  <a:lnTo>
                    <a:pt x="9758" y="34277"/>
                  </a:lnTo>
                  <a:lnTo>
                    <a:pt x="10436" y="35125"/>
                  </a:lnTo>
                  <a:lnTo>
                    <a:pt x="10818" y="35507"/>
                  </a:lnTo>
                  <a:lnTo>
                    <a:pt x="11242" y="35889"/>
                  </a:lnTo>
                  <a:lnTo>
                    <a:pt x="11624" y="36271"/>
                  </a:lnTo>
                  <a:lnTo>
                    <a:pt x="12048" y="36610"/>
                  </a:lnTo>
                  <a:lnTo>
                    <a:pt x="12515" y="36907"/>
                  </a:lnTo>
                  <a:lnTo>
                    <a:pt x="12982" y="37246"/>
                  </a:lnTo>
                  <a:lnTo>
                    <a:pt x="13491" y="37501"/>
                  </a:lnTo>
                  <a:lnTo>
                    <a:pt x="14000" y="37755"/>
                  </a:lnTo>
                  <a:lnTo>
                    <a:pt x="14551" y="37968"/>
                  </a:lnTo>
                  <a:lnTo>
                    <a:pt x="15103" y="38180"/>
                  </a:lnTo>
                  <a:lnTo>
                    <a:pt x="16206" y="38477"/>
                  </a:lnTo>
                  <a:lnTo>
                    <a:pt x="17266" y="38689"/>
                  </a:lnTo>
                  <a:lnTo>
                    <a:pt x="18327" y="38774"/>
                  </a:lnTo>
                  <a:lnTo>
                    <a:pt x="19387" y="38774"/>
                  </a:lnTo>
                  <a:lnTo>
                    <a:pt x="20448" y="38689"/>
                  </a:lnTo>
                  <a:lnTo>
                    <a:pt x="20957" y="38604"/>
                  </a:lnTo>
                  <a:lnTo>
                    <a:pt x="21466" y="38477"/>
                  </a:lnTo>
                  <a:lnTo>
                    <a:pt x="21933" y="38349"/>
                  </a:lnTo>
                  <a:lnTo>
                    <a:pt x="22399" y="38180"/>
                  </a:lnTo>
                  <a:lnTo>
                    <a:pt x="22866" y="38010"/>
                  </a:lnTo>
                  <a:lnTo>
                    <a:pt x="23333" y="37798"/>
                  </a:lnTo>
                  <a:lnTo>
                    <a:pt x="23757" y="37586"/>
                  </a:lnTo>
                  <a:lnTo>
                    <a:pt x="24181" y="37331"/>
                  </a:lnTo>
                  <a:lnTo>
                    <a:pt x="24563" y="37034"/>
                  </a:lnTo>
                  <a:lnTo>
                    <a:pt x="24945" y="36737"/>
                  </a:lnTo>
                  <a:lnTo>
                    <a:pt x="25284" y="36398"/>
                  </a:lnTo>
                  <a:lnTo>
                    <a:pt x="25623" y="36059"/>
                  </a:lnTo>
                  <a:lnTo>
                    <a:pt x="25920" y="35677"/>
                  </a:lnTo>
                  <a:lnTo>
                    <a:pt x="26217" y="35253"/>
                  </a:lnTo>
                  <a:lnTo>
                    <a:pt x="26472" y="34828"/>
                  </a:lnTo>
                  <a:lnTo>
                    <a:pt x="26726" y="34362"/>
                  </a:lnTo>
                  <a:lnTo>
                    <a:pt x="26938" y="33895"/>
                  </a:lnTo>
                  <a:lnTo>
                    <a:pt x="27108" y="33386"/>
                  </a:lnTo>
                  <a:lnTo>
                    <a:pt x="27278" y="32877"/>
                  </a:lnTo>
                  <a:lnTo>
                    <a:pt x="27363" y="32326"/>
                  </a:lnTo>
                  <a:lnTo>
                    <a:pt x="27490" y="31732"/>
                  </a:lnTo>
                  <a:lnTo>
                    <a:pt x="27532" y="31138"/>
                  </a:lnTo>
                  <a:lnTo>
                    <a:pt x="27532" y="30544"/>
                  </a:lnTo>
                  <a:lnTo>
                    <a:pt x="27532" y="29950"/>
                  </a:lnTo>
                  <a:lnTo>
                    <a:pt x="27490" y="29356"/>
                  </a:lnTo>
                  <a:lnTo>
                    <a:pt x="27447" y="28720"/>
                  </a:lnTo>
                  <a:lnTo>
                    <a:pt x="27235" y="27532"/>
                  </a:lnTo>
                  <a:lnTo>
                    <a:pt x="26938" y="26387"/>
                  </a:lnTo>
                  <a:lnTo>
                    <a:pt x="26599" y="25199"/>
                  </a:lnTo>
                  <a:lnTo>
                    <a:pt x="26132" y="24053"/>
                  </a:lnTo>
                  <a:lnTo>
                    <a:pt x="25623" y="22908"/>
                  </a:lnTo>
                  <a:lnTo>
                    <a:pt x="25029" y="21805"/>
                  </a:lnTo>
                  <a:lnTo>
                    <a:pt x="24435" y="20702"/>
                  </a:lnTo>
                  <a:lnTo>
                    <a:pt x="23757" y="19599"/>
                  </a:lnTo>
                  <a:lnTo>
                    <a:pt x="23036" y="18539"/>
                  </a:lnTo>
                  <a:lnTo>
                    <a:pt x="22314" y="17521"/>
                  </a:lnTo>
                  <a:lnTo>
                    <a:pt x="21593" y="16545"/>
                  </a:lnTo>
                  <a:lnTo>
                    <a:pt x="20830" y="15569"/>
                  </a:lnTo>
                  <a:lnTo>
                    <a:pt x="19303" y="13745"/>
                  </a:lnTo>
                  <a:lnTo>
                    <a:pt x="18412" y="12685"/>
                  </a:lnTo>
                  <a:lnTo>
                    <a:pt x="17436" y="11666"/>
                  </a:lnTo>
                  <a:lnTo>
                    <a:pt x="16460" y="10606"/>
                  </a:lnTo>
                  <a:lnTo>
                    <a:pt x="15442" y="9630"/>
                  </a:lnTo>
                  <a:lnTo>
                    <a:pt x="14424" y="8612"/>
                  </a:lnTo>
                  <a:lnTo>
                    <a:pt x="13364" y="7679"/>
                  </a:lnTo>
                  <a:lnTo>
                    <a:pt x="12261" y="6746"/>
                  </a:lnTo>
                  <a:lnTo>
                    <a:pt x="11158" y="5855"/>
                  </a:lnTo>
                  <a:lnTo>
                    <a:pt x="10012" y="4964"/>
                  </a:lnTo>
                  <a:lnTo>
                    <a:pt x="8824" y="4158"/>
                  </a:lnTo>
                  <a:lnTo>
                    <a:pt x="7637" y="3352"/>
                  </a:lnTo>
                  <a:lnTo>
                    <a:pt x="6406" y="2588"/>
                  </a:lnTo>
                  <a:lnTo>
                    <a:pt x="5176" y="1867"/>
                  </a:lnTo>
                  <a:lnTo>
                    <a:pt x="3946" y="1231"/>
                  </a:lnTo>
                  <a:lnTo>
                    <a:pt x="2673" y="594"/>
                  </a:lnTo>
                  <a:lnTo>
                    <a:pt x="1358" y="43"/>
                  </a:lnTo>
                  <a:lnTo>
                    <a:pt x="118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2"/>
            <p:cNvSpPr/>
            <p:nvPr/>
          </p:nvSpPr>
          <p:spPr>
            <a:xfrm>
              <a:off x="1123650" y="1507950"/>
              <a:ext cx="583325" cy="969350"/>
            </a:xfrm>
            <a:custGeom>
              <a:rect b="b" l="l" r="r" t="t"/>
              <a:pathLst>
                <a:path extrusionOk="0" h="38774" w="23333">
                  <a:moveTo>
                    <a:pt x="1189" y="1"/>
                  </a:moveTo>
                  <a:lnTo>
                    <a:pt x="1019" y="43"/>
                  </a:lnTo>
                  <a:lnTo>
                    <a:pt x="764" y="43"/>
                  </a:lnTo>
                  <a:lnTo>
                    <a:pt x="552" y="128"/>
                  </a:lnTo>
                  <a:lnTo>
                    <a:pt x="383" y="255"/>
                  </a:lnTo>
                  <a:lnTo>
                    <a:pt x="255" y="425"/>
                  </a:lnTo>
                  <a:lnTo>
                    <a:pt x="213" y="637"/>
                  </a:lnTo>
                  <a:lnTo>
                    <a:pt x="213" y="679"/>
                  </a:lnTo>
                  <a:lnTo>
                    <a:pt x="128" y="807"/>
                  </a:lnTo>
                  <a:lnTo>
                    <a:pt x="43" y="976"/>
                  </a:lnTo>
                  <a:lnTo>
                    <a:pt x="1" y="1146"/>
                  </a:lnTo>
                  <a:lnTo>
                    <a:pt x="43" y="1316"/>
                  </a:lnTo>
                  <a:lnTo>
                    <a:pt x="510" y="4200"/>
                  </a:lnTo>
                  <a:lnTo>
                    <a:pt x="1019" y="7043"/>
                  </a:lnTo>
                  <a:lnTo>
                    <a:pt x="1613" y="9885"/>
                  </a:lnTo>
                  <a:lnTo>
                    <a:pt x="2249" y="12727"/>
                  </a:lnTo>
                  <a:lnTo>
                    <a:pt x="2928" y="15527"/>
                  </a:lnTo>
                  <a:lnTo>
                    <a:pt x="3649" y="18369"/>
                  </a:lnTo>
                  <a:lnTo>
                    <a:pt x="4413" y="21126"/>
                  </a:lnTo>
                  <a:lnTo>
                    <a:pt x="5261" y="23926"/>
                  </a:lnTo>
                  <a:lnTo>
                    <a:pt x="5940" y="26047"/>
                  </a:lnTo>
                  <a:lnTo>
                    <a:pt x="6661" y="28211"/>
                  </a:lnTo>
                  <a:lnTo>
                    <a:pt x="7085" y="29271"/>
                  </a:lnTo>
                  <a:lnTo>
                    <a:pt x="7509" y="30332"/>
                  </a:lnTo>
                  <a:lnTo>
                    <a:pt x="7976" y="31392"/>
                  </a:lnTo>
                  <a:lnTo>
                    <a:pt x="8527" y="32368"/>
                  </a:lnTo>
                  <a:lnTo>
                    <a:pt x="9121" y="33344"/>
                  </a:lnTo>
                  <a:lnTo>
                    <a:pt x="9758" y="34277"/>
                  </a:lnTo>
                  <a:lnTo>
                    <a:pt x="10436" y="35125"/>
                  </a:lnTo>
                  <a:lnTo>
                    <a:pt x="10818" y="35507"/>
                  </a:lnTo>
                  <a:lnTo>
                    <a:pt x="11242" y="35889"/>
                  </a:lnTo>
                  <a:lnTo>
                    <a:pt x="11624" y="36271"/>
                  </a:lnTo>
                  <a:lnTo>
                    <a:pt x="12048" y="36610"/>
                  </a:lnTo>
                  <a:lnTo>
                    <a:pt x="12515" y="36907"/>
                  </a:lnTo>
                  <a:lnTo>
                    <a:pt x="12982" y="37246"/>
                  </a:lnTo>
                  <a:lnTo>
                    <a:pt x="13491" y="37501"/>
                  </a:lnTo>
                  <a:lnTo>
                    <a:pt x="14000" y="37755"/>
                  </a:lnTo>
                  <a:lnTo>
                    <a:pt x="14551" y="37968"/>
                  </a:lnTo>
                  <a:lnTo>
                    <a:pt x="15103" y="38180"/>
                  </a:lnTo>
                  <a:lnTo>
                    <a:pt x="16206" y="38477"/>
                  </a:lnTo>
                  <a:lnTo>
                    <a:pt x="17266" y="38689"/>
                  </a:lnTo>
                  <a:lnTo>
                    <a:pt x="18327" y="38774"/>
                  </a:lnTo>
                  <a:lnTo>
                    <a:pt x="19387" y="38774"/>
                  </a:lnTo>
                  <a:lnTo>
                    <a:pt x="20448" y="38689"/>
                  </a:lnTo>
                  <a:lnTo>
                    <a:pt x="20957" y="38604"/>
                  </a:lnTo>
                  <a:lnTo>
                    <a:pt x="21466" y="38477"/>
                  </a:lnTo>
                  <a:lnTo>
                    <a:pt x="21933" y="38349"/>
                  </a:lnTo>
                  <a:lnTo>
                    <a:pt x="22399" y="38180"/>
                  </a:lnTo>
                  <a:lnTo>
                    <a:pt x="22866" y="38010"/>
                  </a:lnTo>
                  <a:lnTo>
                    <a:pt x="23333" y="37798"/>
                  </a:lnTo>
                  <a:lnTo>
                    <a:pt x="22017" y="37246"/>
                  </a:lnTo>
                  <a:lnTo>
                    <a:pt x="20702" y="36652"/>
                  </a:lnTo>
                  <a:lnTo>
                    <a:pt x="19939" y="36228"/>
                  </a:lnTo>
                  <a:lnTo>
                    <a:pt x="19175" y="35804"/>
                  </a:lnTo>
                  <a:lnTo>
                    <a:pt x="18454" y="35380"/>
                  </a:lnTo>
                  <a:lnTo>
                    <a:pt x="17733" y="34913"/>
                  </a:lnTo>
                  <a:lnTo>
                    <a:pt x="17054" y="34404"/>
                  </a:lnTo>
                  <a:lnTo>
                    <a:pt x="16418" y="33895"/>
                  </a:lnTo>
                  <a:lnTo>
                    <a:pt x="15739" y="33344"/>
                  </a:lnTo>
                  <a:lnTo>
                    <a:pt x="15145" y="32750"/>
                  </a:lnTo>
                  <a:lnTo>
                    <a:pt x="14551" y="32198"/>
                  </a:lnTo>
                  <a:lnTo>
                    <a:pt x="13957" y="31562"/>
                  </a:lnTo>
                  <a:lnTo>
                    <a:pt x="13406" y="30926"/>
                  </a:lnTo>
                  <a:lnTo>
                    <a:pt x="12854" y="30289"/>
                  </a:lnTo>
                  <a:lnTo>
                    <a:pt x="12345" y="29611"/>
                  </a:lnTo>
                  <a:lnTo>
                    <a:pt x="11836" y="28932"/>
                  </a:lnTo>
                  <a:lnTo>
                    <a:pt x="10861" y="27489"/>
                  </a:lnTo>
                  <a:lnTo>
                    <a:pt x="10394" y="26683"/>
                  </a:lnTo>
                  <a:lnTo>
                    <a:pt x="9927" y="25877"/>
                  </a:lnTo>
                  <a:lnTo>
                    <a:pt x="9079" y="24265"/>
                  </a:lnTo>
                  <a:lnTo>
                    <a:pt x="8358" y="22611"/>
                  </a:lnTo>
                  <a:lnTo>
                    <a:pt x="7679" y="20914"/>
                  </a:lnTo>
                  <a:lnTo>
                    <a:pt x="7085" y="19175"/>
                  </a:lnTo>
                  <a:lnTo>
                    <a:pt x="6534" y="17436"/>
                  </a:lnTo>
                  <a:lnTo>
                    <a:pt x="6067" y="15654"/>
                  </a:lnTo>
                  <a:lnTo>
                    <a:pt x="5643" y="13872"/>
                  </a:lnTo>
                  <a:lnTo>
                    <a:pt x="5346" y="12388"/>
                  </a:lnTo>
                  <a:lnTo>
                    <a:pt x="5091" y="10860"/>
                  </a:lnTo>
                  <a:lnTo>
                    <a:pt x="4922" y="9376"/>
                  </a:lnTo>
                  <a:lnTo>
                    <a:pt x="4794" y="7849"/>
                  </a:lnTo>
                  <a:lnTo>
                    <a:pt x="4752" y="6364"/>
                  </a:lnTo>
                  <a:lnTo>
                    <a:pt x="4794" y="4879"/>
                  </a:lnTo>
                  <a:lnTo>
                    <a:pt x="4837" y="4115"/>
                  </a:lnTo>
                  <a:lnTo>
                    <a:pt x="4922" y="3352"/>
                  </a:lnTo>
                  <a:lnTo>
                    <a:pt x="5049" y="2631"/>
                  </a:lnTo>
                  <a:lnTo>
                    <a:pt x="5176" y="1867"/>
                  </a:lnTo>
                  <a:lnTo>
                    <a:pt x="4243" y="1400"/>
                  </a:lnTo>
                  <a:lnTo>
                    <a:pt x="3310" y="891"/>
                  </a:lnTo>
                  <a:lnTo>
                    <a:pt x="2334" y="467"/>
                  </a:lnTo>
                  <a:lnTo>
                    <a:pt x="1358" y="43"/>
                  </a:lnTo>
                  <a:lnTo>
                    <a:pt x="1189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2"/>
            <p:cNvSpPr/>
            <p:nvPr/>
          </p:nvSpPr>
          <p:spPr>
            <a:xfrm>
              <a:off x="1169250" y="1570525"/>
              <a:ext cx="562125" cy="886625"/>
            </a:xfrm>
            <a:custGeom>
              <a:rect b="b" l="l" r="r" t="t"/>
              <a:pathLst>
                <a:path extrusionOk="0" h="35465" w="22485">
                  <a:moveTo>
                    <a:pt x="213" y="0"/>
                  </a:moveTo>
                  <a:lnTo>
                    <a:pt x="86" y="85"/>
                  </a:lnTo>
                  <a:lnTo>
                    <a:pt x="1" y="128"/>
                  </a:lnTo>
                  <a:lnTo>
                    <a:pt x="1" y="170"/>
                  </a:lnTo>
                  <a:lnTo>
                    <a:pt x="1" y="255"/>
                  </a:lnTo>
                  <a:lnTo>
                    <a:pt x="43" y="340"/>
                  </a:lnTo>
                  <a:lnTo>
                    <a:pt x="1486" y="1825"/>
                  </a:lnTo>
                  <a:lnTo>
                    <a:pt x="2886" y="3309"/>
                  </a:lnTo>
                  <a:lnTo>
                    <a:pt x="4243" y="4879"/>
                  </a:lnTo>
                  <a:lnTo>
                    <a:pt x="5558" y="6448"/>
                  </a:lnTo>
                  <a:lnTo>
                    <a:pt x="5049" y="6279"/>
                  </a:lnTo>
                  <a:lnTo>
                    <a:pt x="4498" y="6152"/>
                  </a:lnTo>
                  <a:lnTo>
                    <a:pt x="3946" y="6024"/>
                  </a:lnTo>
                  <a:lnTo>
                    <a:pt x="3437" y="5982"/>
                  </a:lnTo>
                  <a:lnTo>
                    <a:pt x="2886" y="5939"/>
                  </a:lnTo>
                  <a:lnTo>
                    <a:pt x="2334" y="5939"/>
                  </a:lnTo>
                  <a:lnTo>
                    <a:pt x="1783" y="6024"/>
                  </a:lnTo>
                  <a:lnTo>
                    <a:pt x="1231" y="6152"/>
                  </a:lnTo>
                  <a:lnTo>
                    <a:pt x="1189" y="6152"/>
                  </a:lnTo>
                  <a:lnTo>
                    <a:pt x="1146" y="6194"/>
                  </a:lnTo>
                  <a:lnTo>
                    <a:pt x="1104" y="6321"/>
                  </a:lnTo>
                  <a:lnTo>
                    <a:pt x="1146" y="6448"/>
                  </a:lnTo>
                  <a:lnTo>
                    <a:pt x="1189" y="6491"/>
                  </a:lnTo>
                  <a:lnTo>
                    <a:pt x="1274" y="6491"/>
                  </a:lnTo>
                  <a:lnTo>
                    <a:pt x="2631" y="6576"/>
                  </a:lnTo>
                  <a:lnTo>
                    <a:pt x="3267" y="6661"/>
                  </a:lnTo>
                  <a:lnTo>
                    <a:pt x="3904" y="6745"/>
                  </a:lnTo>
                  <a:lnTo>
                    <a:pt x="4540" y="6873"/>
                  </a:lnTo>
                  <a:lnTo>
                    <a:pt x="5176" y="7085"/>
                  </a:lnTo>
                  <a:lnTo>
                    <a:pt x="5770" y="7297"/>
                  </a:lnTo>
                  <a:lnTo>
                    <a:pt x="6407" y="7594"/>
                  </a:lnTo>
                  <a:lnTo>
                    <a:pt x="6491" y="7594"/>
                  </a:lnTo>
                  <a:lnTo>
                    <a:pt x="7679" y="9206"/>
                  </a:lnTo>
                  <a:lnTo>
                    <a:pt x="8867" y="10818"/>
                  </a:lnTo>
                  <a:lnTo>
                    <a:pt x="10012" y="12472"/>
                  </a:lnTo>
                  <a:lnTo>
                    <a:pt x="11073" y="14169"/>
                  </a:lnTo>
                  <a:lnTo>
                    <a:pt x="10097" y="13787"/>
                  </a:lnTo>
                  <a:lnTo>
                    <a:pt x="9122" y="13448"/>
                  </a:lnTo>
                  <a:lnTo>
                    <a:pt x="8103" y="13193"/>
                  </a:lnTo>
                  <a:lnTo>
                    <a:pt x="7085" y="12981"/>
                  </a:lnTo>
                  <a:lnTo>
                    <a:pt x="6067" y="12896"/>
                  </a:lnTo>
                  <a:lnTo>
                    <a:pt x="5007" y="12854"/>
                  </a:lnTo>
                  <a:lnTo>
                    <a:pt x="3989" y="12854"/>
                  </a:lnTo>
                  <a:lnTo>
                    <a:pt x="2928" y="12981"/>
                  </a:lnTo>
                  <a:lnTo>
                    <a:pt x="2843" y="13024"/>
                  </a:lnTo>
                  <a:lnTo>
                    <a:pt x="2758" y="13066"/>
                  </a:lnTo>
                  <a:lnTo>
                    <a:pt x="2716" y="13151"/>
                  </a:lnTo>
                  <a:lnTo>
                    <a:pt x="2716" y="13236"/>
                  </a:lnTo>
                  <a:lnTo>
                    <a:pt x="2758" y="13321"/>
                  </a:lnTo>
                  <a:lnTo>
                    <a:pt x="2801" y="13406"/>
                  </a:lnTo>
                  <a:lnTo>
                    <a:pt x="2843" y="13448"/>
                  </a:lnTo>
                  <a:lnTo>
                    <a:pt x="2970" y="13490"/>
                  </a:lnTo>
                  <a:lnTo>
                    <a:pt x="4116" y="13448"/>
                  </a:lnTo>
                  <a:lnTo>
                    <a:pt x="5261" y="13490"/>
                  </a:lnTo>
                  <a:lnTo>
                    <a:pt x="6364" y="13618"/>
                  </a:lnTo>
                  <a:lnTo>
                    <a:pt x="7467" y="13787"/>
                  </a:lnTo>
                  <a:lnTo>
                    <a:pt x="8570" y="14042"/>
                  </a:lnTo>
                  <a:lnTo>
                    <a:pt x="9631" y="14381"/>
                  </a:lnTo>
                  <a:lnTo>
                    <a:pt x="10691" y="14805"/>
                  </a:lnTo>
                  <a:lnTo>
                    <a:pt x="11752" y="15272"/>
                  </a:lnTo>
                  <a:lnTo>
                    <a:pt x="12388" y="16417"/>
                  </a:lnTo>
                  <a:lnTo>
                    <a:pt x="13109" y="17648"/>
                  </a:lnTo>
                  <a:lnTo>
                    <a:pt x="13745" y="18920"/>
                  </a:lnTo>
                  <a:lnTo>
                    <a:pt x="14382" y="20150"/>
                  </a:lnTo>
                  <a:lnTo>
                    <a:pt x="14976" y="21423"/>
                  </a:lnTo>
                  <a:lnTo>
                    <a:pt x="13788" y="21084"/>
                  </a:lnTo>
                  <a:lnTo>
                    <a:pt x="12558" y="20744"/>
                  </a:lnTo>
                  <a:lnTo>
                    <a:pt x="11327" y="20532"/>
                  </a:lnTo>
                  <a:lnTo>
                    <a:pt x="10097" y="20363"/>
                  </a:lnTo>
                  <a:lnTo>
                    <a:pt x="8867" y="20278"/>
                  </a:lnTo>
                  <a:lnTo>
                    <a:pt x="7637" y="20235"/>
                  </a:lnTo>
                  <a:lnTo>
                    <a:pt x="6364" y="20278"/>
                  </a:lnTo>
                  <a:lnTo>
                    <a:pt x="5134" y="20405"/>
                  </a:lnTo>
                  <a:lnTo>
                    <a:pt x="5007" y="20447"/>
                  </a:lnTo>
                  <a:lnTo>
                    <a:pt x="4922" y="20532"/>
                  </a:lnTo>
                  <a:lnTo>
                    <a:pt x="4879" y="20660"/>
                  </a:lnTo>
                  <a:lnTo>
                    <a:pt x="4879" y="20744"/>
                  </a:lnTo>
                  <a:lnTo>
                    <a:pt x="4922" y="20872"/>
                  </a:lnTo>
                  <a:lnTo>
                    <a:pt x="4964" y="20956"/>
                  </a:lnTo>
                  <a:lnTo>
                    <a:pt x="5049" y="20999"/>
                  </a:lnTo>
                  <a:lnTo>
                    <a:pt x="5176" y="21041"/>
                  </a:lnTo>
                  <a:lnTo>
                    <a:pt x="6491" y="20999"/>
                  </a:lnTo>
                  <a:lnTo>
                    <a:pt x="7764" y="21041"/>
                  </a:lnTo>
                  <a:lnTo>
                    <a:pt x="9079" y="21126"/>
                  </a:lnTo>
                  <a:lnTo>
                    <a:pt x="10352" y="21253"/>
                  </a:lnTo>
                  <a:lnTo>
                    <a:pt x="11624" y="21466"/>
                  </a:lnTo>
                  <a:lnTo>
                    <a:pt x="12897" y="21720"/>
                  </a:lnTo>
                  <a:lnTo>
                    <a:pt x="14127" y="22059"/>
                  </a:lnTo>
                  <a:lnTo>
                    <a:pt x="15400" y="22484"/>
                  </a:lnTo>
                  <a:lnTo>
                    <a:pt x="15442" y="22526"/>
                  </a:lnTo>
                  <a:lnTo>
                    <a:pt x="16079" y="23926"/>
                  </a:lnTo>
                  <a:lnTo>
                    <a:pt x="16672" y="25368"/>
                  </a:lnTo>
                  <a:lnTo>
                    <a:pt x="17775" y="28211"/>
                  </a:lnTo>
                  <a:lnTo>
                    <a:pt x="16588" y="27871"/>
                  </a:lnTo>
                  <a:lnTo>
                    <a:pt x="15357" y="27617"/>
                  </a:lnTo>
                  <a:lnTo>
                    <a:pt x="14170" y="27405"/>
                  </a:lnTo>
                  <a:lnTo>
                    <a:pt x="12939" y="27320"/>
                  </a:lnTo>
                  <a:lnTo>
                    <a:pt x="11709" y="27277"/>
                  </a:lnTo>
                  <a:lnTo>
                    <a:pt x="10479" y="27320"/>
                  </a:lnTo>
                  <a:lnTo>
                    <a:pt x="9249" y="27489"/>
                  </a:lnTo>
                  <a:lnTo>
                    <a:pt x="8019" y="27701"/>
                  </a:lnTo>
                  <a:lnTo>
                    <a:pt x="7934" y="27744"/>
                  </a:lnTo>
                  <a:lnTo>
                    <a:pt x="7849" y="27829"/>
                  </a:lnTo>
                  <a:lnTo>
                    <a:pt x="7806" y="27956"/>
                  </a:lnTo>
                  <a:lnTo>
                    <a:pt x="7806" y="28041"/>
                  </a:lnTo>
                  <a:lnTo>
                    <a:pt x="7849" y="28126"/>
                  </a:lnTo>
                  <a:lnTo>
                    <a:pt x="7934" y="28211"/>
                  </a:lnTo>
                  <a:lnTo>
                    <a:pt x="8019" y="28295"/>
                  </a:lnTo>
                  <a:lnTo>
                    <a:pt x="8146" y="28295"/>
                  </a:lnTo>
                  <a:lnTo>
                    <a:pt x="9461" y="28168"/>
                  </a:lnTo>
                  <a:lnTo>
                    <a:pt x="10691" y="28083"/>
                  </a:lnTo>
                  <a:lnTo>
                    <a:pt x="11964" y="28126"/>
                  </a:lnTo>
                  <a:lnTo>
                    <a:pt x="13236" y="28211"/>
                  </a:lnTo>
                  <a:lnTo>
                    <a:pt x="14467" y="28338"/>
                  </a:lnTo>
                  <a:lnTo>
                    <a:pt x="15697" y="28592"/>
                  </a:lnTo>
                  <a:lnTo>
                    <a:pt x="16927" y="28889"/>
                  </a:lnTo>
                  <a:lnTo>
                    <a:pt x="18157" y="29313"/>
                  </a:lnTo>
                  <a:lnTo>
                    <a:pt x="19133" y="32198"/>
                  </a:lnTo>
                  <a:lnTo>
                    <a:pt x="20109" y="35168"/>
                  </a:lnTo>
                  <a:lnTo>
                    <a:pt x="20193" y="35295"/>
                  </a:lnTo>
                  <a:lnTo>
                    <a:pt x="20278" y="35422"/>
                  </a:lnTo>
                  <a:lnTo>
                    <a:pt x="20448" y="35465"/>
                  </a:lnTo>
                  <a:lnTo>
                    <a:pt x="20575" y="35465"/>
                  </a:lnTo>
                  <a:lnTo>
                    <a:pt x="20745" y="35422"/>
                  </a:lnTo>
                  <a:lnTo>
                    <a:pt x="20830" y="35295"/>
                  </a:lnTo>
                  <a:lnTo>
                    <a:pt x="20915" y="35168"/>
                  </a:lnTo>
                  <a:lnTo>
                    <a:pt x="20872" y="34998"/>
                  </a:lnTo>
                  <a:lnTo>
                    <a:pt x="20533" y="33428"/>
                  </a:lnTo>
                  <a:lnTo>
                    <a:pt x="20109" y="31816"/>
                  </a:lnTo>
                  <a:lnTo>
                    <a:pt x="19642" y="30289"/>
                  </a:lnTo>
                  <a:lnTo>
                    <a:pt x="19133" y="28720"/>
                  </a:lnTo>
                  <a:lnTo>
                    <a:pt x="19387" y="27871"/>
                  </a:lnTo>
                  <a:lnTo>
                    <a:pt x="19684" y="27023"/>
                  </a:lnTo>
                  <a:lnTo>
                    <a:pt x="20066" y="26217"/>
                  </a:lnTo>
                  <a:lnTo>
                    <a:pt x="20448" y="25411"/>
                  </a:lnTo>
                  <a:lnTo>
                    <a:pt x="20872" y="24647"/>
                  </a:lnTo>
                  <a:lnTo>
                    <a:pt x="21339" y="23926"/>
                  </a:lnTo>
                  <a:lnTo>
                    <a:pt x="21848" y="23205"/>
                  </a:lnTo>
                  <a:lnTo>
                    <a:pt x="22399" y="22484"/>
                  </a:lnTo>
                  <a:lnTo>
                    <a:pt x="22484" y="22314"/>
                  </a:lnTo>
                  <a:lnTo>
                    <a:pt x="22484" y="22187"/>
                  </a:lnTo>
                  <a:lnTo>
                    <a:pt x="22442" y="22017"/>
                  </a:lnTo>
                  <a:lnTo>
                    <a:pt x="22315" y="21890"/>
                  </a:lnTo>
                  <a:lnTo>
                    <a:pt x="22187" y="21805"/>
                  </a:lnTo>
                  <a:lnTo>
                    <a:pt x="22060" y="21762"/>
                  </a:lnTo>
                  <a:lnTo>
                    <a:pt x="21890" y="21762"/>
                  </a:lnTo>
                  <a:lnTo>
                    <a:pt x="21763" y="21890"/>
                  </a:lnTo>
                  <a:lnTo>
                    <a:pt x="21212" y="22484"/>
                  </a:lnTo>
                  <a:lnTo>
                    <a:pt x="20703" y="23162"/>
                  </a:lnTo>
                  <a:lnTo>
                    <a:pt x="20278" y="23841"/>
                  </a:lnTo>
                  <a:lnTo>
                    <a:pt x="19854" y="24520"/>
                  </a:lnTo>
                  <a:lnTo>
                    <a:pt x="19515" y="25241"/>
                  </a:lnTo>
                  <a:lnTo>
                    <a:pt x="19218" y="26005"/>
                  </a:lnTo>
                  <a:lnTo>
                    <a:pt x="18921" y="26768"/>
                  </a:lnTo>
                  <a:lnTo>
                    <a:pt x="18709" y="27532"/>
                  </a:lnTo>
                  <a:lnTo>
                    <a:pt x="18115" y="26005"/>
                  </a:lnTo>
                  <a:lnTo>
                    <a:pt x="17479" y="24435"/>
                  </a:lnTo>
                  <a:lnTo>
                    <a:pt x="16800" y="22908"/>
                  </a:lnTo>
                  <a:lnTo>
                    <a:pt x="16079" y="21381"/>
                  </a:lnTo>
                  <a:lnTo>
                    <a:pt x="16333" y="20617"/>
                  </a:lnTo>
                  <a:lnTo>
                    <a:pt x="16545" y="19854"/>
                  </a:lnTo>
                  <a:lnTo>
                    <a:pt x="16842" y="19132"/>
                  </a:lnTo>
                  <a:lnTo>
                    <a:pt x="17139" y="18369"/>
                  </a:lnTo>
                  <a:lnTo>
                    <a:pt x="17479" y="17648"/>
                  </a:lnTo>
                  <a:lnTo>
                    <a:pt x="17860" y="16926"/>
                  </a:lnTo>
                  <a:lnTo>
                    <a:pt x="18242" y="16248"/>
                  </a:lnTo>
                  <a:lnTo>
                    <a:pt x="18709" y="15527"/>
                  </a:lnTo>
                  <a:lnTo>
                    <a:pt x="18751" y="15357"/>
                  </a:lnTo>
                  <a:lnTo>
                    <a:pt x="18751" y="15230"/>
                  </a:lnTo>
                  <a:lnTo>
                    <a:pt x="18709" y="15060"/>
                  </a:lnTo>
                  <a:lnTo>
                    <a:pt x="18581" y="14975"/>
                  </a:lnTo>
                  <a:lnTo>
                    <a:pt x="18454" y="14890"/>
                  </a:lnTo>
                  <a:lnTo>
                    <a:pt x="18285" y="14890"/>
                  </a:lnTo>
                  <a:lnTo>
                    <a:pt x="18157" y="14933"/>
                  </a:lnTo>
                  <a:lnTo>
                    <a:pt x="18030" y="15060"/>
                  </a:lnTo>
                  <a:lnTo>
                    <a:pt x="17606" y="15654"/>
                  </a:lnTo>
                  <a:lnTo>
                    <a:pt x="17182" y="16290"/>
                  </a:lnTo>
                  <a:lnTo>
                    <a:pt x="16842" y="16926"/>
                  </a:lnTo>
                  <a:lnTo>
                    <a:pt x="16503" y="17563"/>
                  </a:lnTo>
                  <a:lnTo>
                    <a:pt x="16206" y="18242"/>
                  </a:lnTo>
                  <a:lnTo>
                    <a:pt x="15951" y="18920"/>
                  </a:lnTo>
                  <a:lnTo>
                    <a:pt x="15739" y="19641"/>
                  </a:lnTo>
                  <a:lnTo>
                    <a:pt x="15570" y="20363"/>
                  </a:lnTo>
                  <a:lnTo>
                    <a:pt x="14891" y="19090"/>
                  </a:lnTo>
                  <a:lnTo>
                    <a:pt x="14212" y="17860"/>
                  </a:lnTo>
                  <a:lnTo>
                    <a:pt x="13533" y="16630"/>
                  </a:lnTo>
                  <a:lnTo>
                    <a:pt x="12770" y="15442"/>
                  </a:lnTo>
                  <a:lnTo>
                    <a:pt x="12812" y="15314"/>
                  </a:lnTo>
                  <a:lnTo>
                    <a:pt x="12812" y="15187"/>
                  </a:lnTo>
                  <a:lnTo>
                    <a:pt x="12727" y="14424"/>
                  </a:lnTo>
                  <a:lnTo>
                    <a:pt x="12685" y="13660"/>
                  </a:lnTo>
                  <a:lnTo>
                    <a:pt x="12685" y="12896"/>
                  </a:lnTo>
                  <a:lnTo>
                    <a:pt x="12727" y="12133"/>
                  </a:lnTo>
                  <a:lnTo>
                    <a:pt x="12770" y="11369"/>
                  </a:lnTo>
                  <a:lnTo>
                    <a:pt x="12897" y="10606"/>
                  </a:lnTo>
                  <a:lnTo>
                    <a:pt x="13024" y="9842"/>
                  </a:lnTo>
                  <a:lnTo>
                    <a:pt x="13194" y="9079"/>
                  </a:lnTo>
                  <a:lnTo>
                    <a:pt x="13194" y="8866"/>
                  </a:lnTo>
                  <a:lnTo>
                    <a:pt x="13109" y="8739"/>
                  </a:lnTo>
                  <a:lnTo>
                    <a:pt x="13024" y="8612"/>
                  </a:lnTo>
                  <a:lnTo>
                    <a:pt x="12855" y="8527"/>
                  </a:lnTo>
                  <a:lnTo>
                    <a:pt x="12727" y="8485"/>
                  </a:lnTo>
                  <a:lnTo>
                    <a:pt x="12558" y="8527"/>
                  </a:lnTo>
                  <a:lnTo>
                    <a:pt x="12473" y="8612"/>
                  </a:lnTo>
                  <a:lnTo>
                    <a:pt x="12388" y="8782"/>
                  </a:lnTo>
                  <a:lnTo>
                    <a:pt x="12218" y="9460"/>
                  </a:lnTo>
                  <a:lnTo>
                    <a:pt x="12091" y="10139"/>
                  </a:lnTo>
                  <a:lnTo>
                    <a:pt x="12006" y="10775"/>
                  </a:lnTo>
                  <a:lnTo>
                    <a:pt x="11964" y="11454"/>
                  </a:lnTo>
                  <a:lnTo>
                    <a:pt x="11921" y="12133"/>
                  </a:lnTo>
                  <a:lnTo>
                    <a:pt x="11921" y="12812"/>
                  </a:lnTo>
                  <a:lnTo>
                    <a:pt x="11964" y="14169"/>
                  </a:lnTo>
                  <a:lnTo>
                    <a:pt x="10776" y="12345"/>
                  </a:lnTo>
                  <a:lnTo>
                    <a:pt x="9503" y="10563"/>
                  </a:lnTo>
                  <a:lnTo>
                    <a:pt x="8231" y="8824"/>
                  </a:lnTo>
                  <a:lnTo>
                    <a:pt x="6873" y="7127"/>
                  </a:lnTo>
                  <a:lnTo>
                    <a:pt x="6831" y="6745"/>
                  </a:lnTo>
                  <a:lnTo>
                    <a:pt x="6788" y="6321"/>
                  </a:lnTo>
                  <a:lnTo>
                    <a:pt x="6788" y="5939"/>
                  </a:lnTo>
                  <a:lnTo>
                    <a:pt x="6831" y="5558"/>
                  </a:lnTo>
                  <a:lnTo>
                    <a:pt x="6958" y="4752"/>
                  </a:lnTo>
                  <a:lnTo>
                    <a:pt x="7170" y="3946"/>
                  </a:lnTo>
                  <a:lnTo>
                    <a:pt x="7170" y="3818"/>
                  </a:lnTo>
                  <a:lnTo>
                    <a:pt x="7128" y="3691"/>
                  </a:lnTo>
                  <a:lnTo>
                    <a:pt x="7043" y="3564"/>
                  </a:lnTo>
                  <a:lnTo>
                    <a:pt x="6958" y="3521"/>
                  </a:lnTo>
                  <a:lnTo>
                    <a:pt x="6831" y="3479"/>
                  </a:lnTo>
                  <a:lnTo>
                    <a:pt x="6703" y="3521"/>
                  </a:lnTo>
                  <a:lnTo>
                    <a:pt x="6576" y="3606"/>
                  </a:lnTo>
                  <a:lnTo>
                    <a:pt x="6491" y="3734"/>
                  </a:lnTo>
                  <a:lnTo>
                    <a:pt x="6279" y="4327"/>
                  </a:lnTo>
                  <a:lnTo>
                    <a:pt x="6110" y="4921"/>
                  </a:lnTo>
                  <a:lnTo>
                    <a:pt x="6067" y="5515"/>
                  </a:lnTo>
                  <a:lnTo>
                    <a:pt x="6067" y="6152"/>
                  </a:lnTo>
                  <a:lnTo>
                    <a:pt x="4667" y="4540"/>
                  </a:lnTo>
                  <a:lnTo>
                    <a:pt x="3267" y="3012"/>
                  </a:lnTo>
                  <a:lnTo>
                    <a:pt x="1825" y="1528"/>
                  </a:lnTo>
                  <a:lnTo>
                    <a:pt x="340" y="85"/>
                  </a:lnTo>
                  <a:lnTo>
                    <a:pt x="255" y="43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6" name="Google Shape;1236;p32"/>
          <p:cNvGrpSpPr/>
          <p:nvPr/>
        </p:nvGrpSpPr>
        <p:grpSpPr>
          <a:xfrm>
            <a:off x="3352950" y="0"/>
            <a:ext cx="1070100" cy="674525"/>
            <a:chOff x="4551300" y="1957625"/>
            <a:chExt cx="1070100" cy="674525"/>
          </a:xfrm>
        </p:grpSpPr>
        <p:sp>
          <p:nvSpPr>
            <p:cNvPr id="1237" name="Google Shape;1237;p32"/>
            <p:cNvSpPr/>
            <p:nvPr/>
          </p:nvSpPr>
          <p:spPr>
            <a:xfrm>
              <a:off x="5120800" y="2137900"/>
              <a:ext cx="448625" cy="434850"/>
            </a:xfrm>
            <a:custGeom>
              <a:rect b="b" l="l" r="r" t="t"/>
              <a:pathLst>
                <a:path extrusionOk="0" h="17394" w="17945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424" y="17309"/>
                  </a:lnTo>
                  <a:lnTo>
                    <a:pt x="7721" y="17224"/>
                  </a:lnTo>
                  <a:lnTo>
                    <a:pt x="8273" y="17054"/>
                  </a:lnTo>
                  <a:lnTo>
                    <a:pt x="8824" y="16757"/>
                  </a:lnTo>
                  <a:lnTo>
                    <a:pt x="9376" y="16418"/>
                  </a:lnTo>
                  <a:lnTo>
                    <a:pt x="9885" y="16036"/>
                  </a:lnTo>
                  <a:lnTo>
                    <a:pt x="10394" y="15654"/>
                  </a:lnTo>
                  <a:lnTo>
                    <a:pt x="11327" y="14848"/>
                  </a:lnTo>
                  <a:lnTo>
                    <a:pt x="11964" y="14297"/>
                  </a:lnTo>
                  <a:lnTo>
                    <a:pt x="12557" y="13745"/>
                  </a:lnTo>
                  <a:lnTo>
                    <a:pt x="13151" y="13151"/>
                  </a:lnTo>
                  <a:lnTo>
                    <a:pt x="13703" y="12515"/>
                  </a:lnTo>
                  <a:lnTo>
                    <a:pt x="14806" y="11242"/>
                  </a:lnTo>
                  <a:lnTo>
                    <a:pt x="15824" y="9885"/>
                  </a:lnTo>
                  <a:lnTo>
                    <a:pt x="16503" y="8952"/>
                  </a:lnTo>
                  <a:lnTo>
                    <a:pt x="16884" y="8443"/>
                  </a:lnTo>
                  <a:lnTo>
                    <a:pt x="17266" y="7891"/>
                  </a:lnTo>
                  <a:lnTo>
                    <a:pt x="17563" y="7297"/>
                  </a:lnTo>
                  <a:lnTo>
                    <a:pt x="17818" y="6703"/>
                  </a:lnTo>
                  <a:lnTo>
                    <a:pt x="17903" y="6406"/>
                  </a:lnTo>
                  <a:lnTo>
                    <a:pt x="17945" y="6109"/>
                  </a:lnTo>
                  <a:lnTo>
                    <a:pt x="17945" y="5855"/>
                  </a:lnTo>
                  <a:lnTo>
                    <a:pt x="17945" y="5558"/>
                  </a:lnTo>
                  <a:lnTo>
                    <a:pt x="17860" y="5303"/>
                  </a:lnTo>
                  <a:lnTo>
                    <a:pt x="17775" y="5006"/>
                  </a:lnTo>
                  <a:lnTo>
                    <a:pt x="17648" y="4752"/>
                  </a:lnTo>
                  <a:lnTo>
                    <a:pt x="17521" y="4497"/>
                  </a:lnTo>
                  <a:lnTo>
                    <a:pt x="17139" y="4031"/>
                  </a:lnTo>
                  <a:lnTo>
                    <a:pt x="16672" y="3564"/>
                  </a:lnTo>
                  <a:lnTo>
                    <a:pt x="16206" y="3140"/>
                  </a:lnTo>
                  <a:lnTo>
                    <a:pt x="15697" y="2758"/>
                  </a:lnTo>
                  <a:lnTo>
                    <a:pt x="14763" y="2122"/>
                  </a:lnTo>
                  <a:lnTo>
                    <a:pt x="13703" y="1401"/>
                  </a:lnTo>
                  <a:lnTo>
                    <a:pt x="13109" y="1019"/>
                  </a:lnTo>
                  <a:lnTo>
                    <a:pt x="12473" y="679"/>
                  </a:lnTo>
                  <a:lnTo>
                    <a:pt x="11794" y="383"/>
                  </a:lnTo>
                  <a:lnTo>
                    <a:pt x="11158" y="128"/>
                  </a:lnTo>
                  <a:lnTo>
                    <a:pt x="10818" y="43"/>
                  </a:lnTo>
                  <a:lnTo>
                    <a:pt x="1047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2"/>
            <p:cNvSpPr/>
            <p:nvPr/>
          </p:nvSpPr>
          <p:spPr>
            <a:xfrm>
              <a:off x="5120800" y="2137900"/>
              <a:ext cx="351075" cy="434850"/>
            </a:xfrm>
            <a:custGeom>
              <a:rect b="b" l="l" r="r" t="t"/>
              <a:pathLst>
                <a:path extrusionOk="0" h="17394" w="14043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679" y="17266"/>
                  </a:lnTo>
                  <a:lnTo>
                    <a:pt x="8230" y="17054"/>
                  </a:lnTo>
                  <a:lnTo>
                    <a:pt x="8782" y="16800"/>
                  </a:lnTo>
                  <a:lnTo>
                    <a:pt x="9291" y="16460"/>
                  </a:lnTo>
                  <a:lnTo>
                    <a:pt x="9800" y="16121"/>
                  </a:lnTo>
                  <a:lnTo>
                    <a:pt x="10309" y="15739"/>
                  </a:lnTo>
                  <a:lnTo>
                    <a:pt x="11200" y="14975"/>
                  </a:lnTo>
                  <a:lnTo>
                    <a:pt x="10564" y="14806"/>
                  </a:lnTo>
                  <a:lnTo>
                    <a:pt x="9970" y="14594"/>
                  </a:lnTo>
                  <a:lnTo>
                    <a:pt x="9376" y="14297"/>
                  </a:lnTo>
                  <a:lnTo>
                    <a:pt x="8824" y="14000"/>
                  </a:lnTo>
                  <a:lnTo>
                    <a:pt x="8315" y="13618"/>
                  </a:lnTo>
                  <a:lnTo>
                    <a:pt x="7849" y="13236"/>
                  </a:lnTo>
                  <a:lnTo>
                    <a:pt x="7424" y="12812"/>
                  </a:lnTo>
                  <a:lnTo>
                    <a:pt x="7043" y="12303"/>
                  </a:lnTo>
                  <a:lnTo>
                    <a:pt x="6703" y="11794"/>
                  </a:lnTo>
                  <a:lnTo>
                    <a:pt x="6449" y="11242"/>
                  </a:lnTo>
                  <a:lnTo>
                    <a:pt x="6279" y="10691"/>
                  </a:lnTo>
                  <a:lnTo>
                    <a:pt x="6152" y="10055"/>
                  </a:lnTo>
                  <a:lnTo>
                    <a:pt x="6109" y="9418"/>
                  </a:lnTo>
                  <a:lnTo>
                    <a:pt x="6152" y="8782"/>
                  </a:lnTo>
                  <a:lnTo>
                    <a:pt x="6322" y="8103"/>
                  </a:lnTo>
                  <a:lnTo>
                    <a:pt x="6534" y="7382"/>
                  </a:lnTo>
                  <a:lnTo>
                    <a:pt x="6788" y="6831"/>
                  </a:lnTo>
                  <a:lnTo>
                    <a:pt x="7043" y="6322"/>
                  </a:lnTo>
                  <a:lnTo>
                    <a:pt x="7382" y="5812"/>
                  </a:lnTo>
                  <a:lnTo>
                    <a:pt x="7721" y="5346"/>
                  </a:lnTo>
                  <a:lnTo>
                    <a:pt x="8103" y="4879"/>
                  </a:lnTo>
                  <a:lnTo>
                    <a:pt x="8570" y="4455"/>
                  </a:lnTo>
                  <a:lnTo>
                    <a:pt x="8994" y="4073"/>
                  </a:lnTo>
                  <a:lnTo>
                    <a:pt x="9503" y="3691"/>
                  </a:lnTo>
                  <a:lnTo>
                    <a:pt x="10012" y="3352"/>
                  </a:lnTo>
                  <a:lnTo>
                    <a:pt x="10521" y="3013"/>
                  </a:lnTo>
                  <a:lnTo>
                    <a:pt x="11073" y="2716"/>
                  </a:lnTo>
                  <a:lnTo>
                    <a:pt x="11667" y="2461"/>
                  </a:lnTo>
                  <a:lnTo>
                    <a:pt x="12261" y="2207"/>
                  </a:lnTo>
                  <a:lnTo>
                    <a:pt x="12854" y="1995"/>
                  </a:lnTo>
                  <a:lnTo>
                    <a:pt x="13448" y="1782"/>
                  </a:lnTo>
                  <a:lnTo>
                    <a:pt x="14042" y="1613"/>
                  </a:lnTo>
                  <a:lnTo>
                    <a:pt x="13067" y="1019"/>
                  </a:lnTo>
                  <a:lnTo>
                    <a:pt x="12557" y="722"/>
                  </a:lnTo>
                  <a:lnTo>
                    <a:pt x="12006" y="467"/>
                  </a:lnTo>
                  <a:lnTo>
                    <a:pt x="11455" y="255"/>
                  </a:lnTo>
                  <a:lnTo>
                    <a:pt x="10903" y="86"/>
                  </a:lnTo>
                  <a:lnTo>
                    <a:pt x="10352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2"/>
            <p:cNvSpPr/>
            <p:nvPr/>
          </p:nvSpPr>
          <p:spPr>
            <a:xfrm>
              <a:off x="5377450" y="2418950"/>
              <a:ext cx="53050" cy="25475"/>
            </a:xfrm>
            <a:custGeom>
              <a:rect b="b" l="l" r="r" t="t"/>
              <a:pathLst>
                <a:path extrusionOk="0" h="1019" w="2122">
                  <a:moveTo>
                    <a:pt x="1740" y="0"/>
                  </a:moveTo>
                  <a:lnTo>
                    <a:pt x="1655" y="43"/>
                  </a:lnTo>
                  <a:lnTo>
                    <a:pt x="1570" y="170"/>
                  </a:lnTo>
                  <a:lnTo>
                    <a:pt x="1443" y="297"/>
                  </a:lnTo>
                  <a:lnTo>
                    <a:pt x="1316" y="382"/>
                  </a:lnTo>
                  <a:lnTo>
                    <a:pt x="1146" y="467"/>
                  </a:lnTo>
                  <a:lnTo>
                    <a:pt x="637" y="467"/>
                  </a:lnTo>
                  <a:lnTo>
                    <a:pt x="510" y="382"/>
                  </a:lnTo>
                  <a:lnTo>
                    <a:pt x="340" y="297"/>
                  </a:lnTo>
                  <a:lnTo>
                    <a:pt x="298" y="255"/>
                  </a:lnTo>
                  <a:lnTo>
                    <a:pt x="86" y="255"/>
                  </a:lnTo>
                  <a:lnTo>
                    <a:pt x="1" y="382"/>
                  </a:lnTo>
                  <a:lnTo>
                    <a:pt x="1" y="425"/>
                  </a:lnTo>
                  <a:lnTo>
                    <a:pt x="43" y="509"/>
                  </a:lnTo>
                  <a:lnTo>
                    <a:pt x="255" y="764"/>
                  </a:lnTo>
                  <a:lnTo>
                    <a:pt x="510" y="934"/>
                  </a:lnTo>
                  <a:lnTo>
                    <a:pt x="764" y="1018"/>
                  </a:lnTo>
                  <a:lnTo>
                    <a:pt x="1061" y="1018"/>
                  </a:lnTo>
                  <a:lnTo>
                    <a:pt x="1358" y="976"/>
                  </a:lnTo>
                  <a:lnTo>
                    <a:pt x="1613" y="849"/>
                  </a:lnTo>
                  <a:lnTo>
                    <a:pt x="1867" y="679"/>
                  </a:lnTo>
                  <a:lnTo>
                    <a:pt x="2079" y="467"/>
                  </a:lnTo>
                  <a:lnTo>
                    <a:pt x="2122" y="340"/>
                  </a:lnTo>
                  <a:lnTo>
                    <a:pt x="2079" y="212"/>
                  </a:lnTo>
                  <a:lnTo>
                    <a:pt x="2037" y="128"/>
                  </a:lnTo>
                  <a:lnTo>
                    <a:pt x="1952" y="43"/>
                  </a:lnTo>
                  <a:lnTo>
                    <a:pt x="186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2"/>
            <p:cNvSpPr/>
            <p:nvPr/>
          </p:nvSpPr>
          <p:spPr>
            <a:xfrm>
              <a:off x="5401850" y="2365925"/>
              <a:ext cx="49875" cy="26525"/>
            </a:xfrm>
            <a:custGeom>
              <a:rect b="b" l="l" r="r" t="t"/>
              <a:pathLst>
                <a:path extrusionOk="0" h="1061" w="1995">
                  <a:moveTo>
                    <a:pt x="1061" y="0"/>
                  </a:moveTo>
                  <a:lnTo>
                    <a:pt x="764" y="43"/>
                  </a:lnTo>
                  <a:lnTo>
                    <a:pt x="509" y="170"/>
                  </a:lnTo>
                  <a:lnTo>
                    <a:pt x="255" y="340"/>
                  </a:lnTo>
                  <a:lnTo>
                    <a:pt x="85" y="594"/>
                  </a:lnTo>
                  <a:lnTo>
                    <a:pt x="0" y="891"/>
                  </a:lnTo>
                  <a:lnTo>
                    <a:pt x="0" y="1018"/>
                  </a:lnTo>
                  <a:lnTo>
                    <a:pt x="85" y="1061"/>
                  </a:lnTo>
                  <a:lnTo>
                    <a:pt x="213" y="1061"/>
                  </a:lnTo>
                  <a:lnTo>
                    <a:pt x="255" y="976"/>
                  </a:lnTo>
                  <a:lnTo>
                    <a:pt x="340" y="806"/>
                  </a:lnTo>
                  <a:lnTo>
                    <a:pt x="467" y="679"/>
                  </a:lnTo>
                  <a:lnTo>
                    <a:pt x="637" y="552"/>
                  </a:lnTo>
                  <a:lnTo>
                    <a:pt x="806" y="509"/>
                  </a:lnTo>
                  <a:lnTo>
                    <a:pt x="976" y="467"/>
                  </a:lnTo>
                  <a:lnTo>
                    <a:pt x="1146" y="467"/>
                  </a:lnTo>
                  <a:lnTo>
                    <a:pt x="1315" y="552"/>
                  </a:lnTo>
                  <a:lnTo>
                    <a:pt x="1485" y="679"/>
                  </a:lnTo>
                  <a:lnTo>
                    <a:pt x="1570" y="721"/>
                  </a:lnTo>
                  <a:lnTo>
                    <a:pt x="1697" y="764"/>
                  </a:lnTo>
                  <a:lnTo>
                    <a:pt x="1782" y="721"/>
                  </a:lnTo>
                  <a:lnTo>
                    <a:pt x="1867" y="637"/>
                  </a:lnTo>
                  <a:lnTo>
                    <a:pt x="1952" y="552"/>
                  </a:lnTo>
                  <a:lnTo>
                    <a:pt x="1994" y="467"/>
                  </a:lnTo>
                  <a:lnTo>
                    <a:pt x="1952" y="382"/>
                  </a:lnTo>
                  <a:lnTo>
                    <a:pt x="1909" y="255"/>
                  </a:lnTo>
                  <a:lnTo>
                    <a:pt x="1655" y="128"/>
                  </a:lnTo>
                  <a:lnTo>
                    <a:pt x="1358" y="43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2"/>
            <p:cNvSpPr/>
            <p:nvPr/>
          </p:nvSpPr>
          <p:spPr>
            <a:xfrm>
              <a:off x="5473975" y="2296975"/>
              <a:ext cx="26525" cy="54125"/>
            </a:xfrm>
            <a:custGeom>
              <a:rect b="b" l="l" r="r" t="t"/>
              <a:pathLst>
                <a:path extrusionOk="0" h="2165" w="1061">
                  <a:moveTo>
                    <a:pt x="297" y="1"/>
                  </a:moveTo>
                  <a:lnTo>
                    <a:pt x="170" y="43"/>
                  </a:lnTo>
                  <a:lnTo>
                    <a:pt x="85" y="128"/>
                  </a:lnTo>
                  <a:lnTo>
                    <a:pt x="42" y="213"/>
                  </a:lnTo>
                  <a:lnTo>
                    <a:pt x="0" y="298"/>
                  </a:lnTo>
                  <a:lnTo>
                    <a:pt x="42" y="425"/>
                  </a:lnTo>
                  <a:lnTo>
                    <a:pt x="127" y="510"/>
                  </a:lnTo>
                  <a:lnTo>
                    <a:pt x="255" y="680"/>
                  </a:lnTo>
                  <a:lnTo>
                    <a:pt x="339" y="807"/>
                  </a:lnTo>
                  <a:lnTo>
                    <a:pt x="424" y="977"/>
                  </a:lnTo>
                  <a:lnTo>
                    <a:pt x="467" y="1146"/>
                  </a:lnTo>
                  <a:lnTo>
                    <a:pt x="467" y="1274"/>
                  </a:lnTo>
                  <a:lnTo>
                    <a:pt x="424" y="1443"/>
                  </a:lnTo>
                  <a:lnTo>
                    <a:pt x="339" y="1613"/>
                  </a:lnTo>
                  <a:lnTo>
                    <a:pt x="255" y="1783"/>
                  </a:lnTo>
                  <a:lnTo>
                    <a:pt x="212" y="1867"/>
                  </a:lnTo>
                  <a:lnTo>
                    <a:pt x="212" y="1952"/>
                  </a:lnTo>
                  <a:lnTo>
                    <a:pt x="255" y="2080"/>
                  </a:lnTo>
                  <a:lnTo>
                    <a:pt x="382" y="2164"/>
                  </a:lnTo>
                  <a:lnTo>
                    <a:pt x="467" y="2164"/>
                  </a:lnTo>
                  <a:lnTo>
                    <a:pt x="552" y="2122"/>
                  </a:lnTo>
                  <a:lnTo>
                    <a:pt x="764" y="1910"/>
                  </a:lnTo>
                  <a:lnTo>
                    <a:pt x="933" y="1655"/>
                  </a:lnTo>
                  <a:lnTo>
                    <a:pt x="1018" y="1358"/>
                  </a:lnTo>
                  <a:lnTo>
                    <a:pt x="1061" y="1061"/>
                  </a:lnTo>
                  <a:lnTo>
                    <a:pt x="1018" y="765"/>
                  </a:lnTo>
                  <a:lnTo>
                    <a:pt x="933" y="468"/>
                  </a:lnTo>
                  <a:lnTo>
                    <a:pt x="764" y="21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2"/>
            <p:cNvSpPr/>
            <p:nvPr/>
          </p:nvSpPr>
          <p:spPr>
            <a:xfrm>
              <a:off x="5183375" y="2358500"/>
              <a:ext cx="56225" cy="50925"/>
            </a:xfrm>
            <a:custGeom>
              <a:rect b="b" l="l" r="r" t="t"/>
              <a:pathLst>
                <a:path extrusionOk="0" h="2037" w="2249">
                  <a:moveTo>
                    <a:pt x="1825" y="0"/>
                  </a:moveTo>
                  <a:lnTo>
                    <a:pt x="1740" y="85"/>
                  </a:lnTo>
                  <a:lnTo>
                    <a:pt x="1655" y="170"/>
                  </a:lnTo>
                  <a:lnTo>
                    <a:pt x="1401" y="594"/>
                  </a:lnTo>
                  <a:lnTo>
                    <a:pt x="1273" y="806"/>
                  </a:lnTo>
                  <a:lnTo>
                    <a:pt x="1146" y="976"/>
                  </a:lnTo>
                  <a:lnTo>
                    <a:pt x="976" y="1146"/>
                  </a:lnTo>
                  <a:lnTo>
                    <a:pt x="764" y="1273"/>
                  </a:lnTo>
                  <a:lnTo>
                    <a:pt x="510" y="1358"/>
                  </a:lnTo>
                  <a:lnTo>
                    <a:pt x="255" y="1400"/>
                  </a:lnTo>
                  <a:lnTo>
                    <a:pt x="128" y="1443"/>
                  </a:lnTo>
                  <a:lnTo>
                    <a:pt x="43" y="1528"/>
                  </a:lnTo>
                  <a:lnTo>
                    <a:pt x="1" y="1655"/>
                  </a:lnTo>
                  <a:lnTo>
                    <a:pt x="43" y="1740"/>
                  </a:lnTo>
                  <a:lnTo>
                    <a:pt x="85" y="1867"/>
                  </a:lnTo>
                  <a:lnTo>
                    <a:pt x="170" y="1952"/>
                  </a:lnTo>
                  <a:lnTo>
                    <a:pt x="255" y="1994"/>
                  </a:lnTo>
                  <a:lnTo>
                    <a:pt x="382" y="2037"/>
                  </a:lnTo>
                  <a:lnTo>
                    <a:pt x="722" y="1952"/>
                  </a:lnTo>
                  <a:lnTo>
                    <a:pt x="1019" y="1824"/>
                  </a:lnTo>
                  <a:lnTo>
                    <a:pt x="1316" y="1697"/>
                  </a:lnTo>
                  <a:lnTo>
                    <a:pt x="1613" y="1485"/>
                  </a:lnTo>
                  <a:lnTo>
                    <a:pt x="1867" y="1231"/>
                  </a:lnTo>
                  <a:lnTo>
                    <a:pt x="2037" y="934"/>
                  </a:lnTo>
                  <a:lnTo>
                    <a:pt x="2164" y="637"/>
                  </a:lnTo>
                  <a:lnTo>
                    <a:pt x="2249" y="297"/>
                  </a:lnTo>
                  <a:lnTo>
                    <a:pt x="2207" y="212"/>
                  </a:lnTo>
                  <a:lnTo>
                    <a:pt x="2164" y="128"/>
                  </a:lnTo>
                  <a:lnTo>
                    <a:pt x="2079" y="43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2"/>
            <p:cNvSpPr/>
            <p:nvPr/>
          </p:nvSpPr>
          <p:spPr>
            <a:xfrm>
              <a:off x="4551300" y="1957625"/>
              <a:ext cx="1070100" cy="674525"/>
            </a:xfrm>
            <a:custGeom>
              <a:rect b="b" l="l" r="r" t="t"/>
              <a:pathLst>
                <a:path extrusionOk="0" h="26981" w="42804">
                  <a:moveTo>
                    <a:pt x="25708" y="0"/>
                  </a:moveTo>
                  <a:lnTo>
                    <a:pt x="25496" y="43"/>
                  </a:lnTo>
                  <a:lnTo>
                    <a:pt x="25284" y="85"/>
                  </a:lnTo>
                  <a:lnTo>
                    <a:pt x="24817" y="212"/>
                  </a:lnTo>
                  <a:lnTo>
                    <a:pt x="24350" y="467"/>
                  </a:lnTo>
                  <a:lnTo>
                    <a:pt x="23841" y="849"/>
                  </a:lnTo>
                  <a:lnTo>
                    <a:pt x="23375" y="1230"/>
                  </a:lnTo>
                  <a:lnTo>
                    <a:pt x="22866" y="1697"/>
                  </a:lnTo>
                  <a:lnTo>
                    <a:pt x="21932" y="2588"/>
                  </a:lnTo>
                  <a:lnTo>
                    <a:pt x="21126" y="3394"/>
                  </a:lnTo>
                  <a:lnTo>
                    <a:pt x="20320" y="4157"/>
                  </a:lnTo>
                  <a:lnTo>
                    <a:pt x="19811" y="3733"/>
                  </a:lnTo>
                  <a:lnTo>
                    <a:pt x="19217" y="3394"/>
                  </a:lnTo>
                  <a:lnTo>
                    <a:pt x="18623" y="3139"/>
                  </a:lnTo>
                  <a:lnTo>
                    <a:pt x="17987" y="2927"/>
                  </a:lnTo>
                  <a:lnTo>
                    <a:pt x="17308" y="2842"/>
                  </a:lnTo>
                  <a:lnTo>
                    <a:pt x="16630" y="2800"/>
                  </a:lnTo>
                  <a:lnTo>
                    <a:pt x="15951" y="2842"/>
                  </a:lnTo>
                  <a:lnTo>
                    <a:pt x="15230" y="2970"/>
                  </a:lnTo>
                  <a:lnTo>
                    <a:pt x="14678" y="3139"/>
                  </a:lnTo>
                  <a:lnTo>
                    <a:pt x="14169" y="3351"/>
                  </a:lnTo>
                  <a:lnTo>
                    <a:pt x="13703" y="3648"/>
                  </a:lnTo>
                  <a:lnTo>
                    <a:pt x="13236" y="3945"/>
                  </a:lnTo>
                  <a:lnTo>
                    <a:pt x="12812" y="4285"/>
                  </a:lnTo>
                  <a:lnTo>
                    <a:pt x="12430" y="4709"/>
                  </a:lnTo>
                  <a:lnTo>
                    <a:pt x="12091" y="5133"/>
                  </a:lnTo>
                  <a:lnTo>
                    <a:pt x="11794" y="5600"/>
                  </a:lnTo>
                  <a:lnTo>
                    <a:pt x="11624" y="6066"/>
                  </a:lnTo>
                  <a:lnTo>
                    <a:pt x="11454" y="6660"/>
                  </a:lnTo>
                  <a:lnTo>
                    <a:pt x="11157" y="8018"/>
                  </a:lnTo>
                  <a:lnTo>
                    <a:pt x="10860" y="9502"/>
                  </a:lnTo>
                  <a:lnTo>
                    <a:pt x="10691" y="10266"/>
                  </a:lnTo>
                  <a:lnTo>
                    <a:pt x="10479" y="10987"/>
                  </a:lnTo>
                  <a:lnTo>
                    <a:pt x="10224" y="11666"/>
                  </a:lnTo>
                  <a:lnTo>
                    <a:pt x="9927" y="12302"/>
                  </a:lnTo>
                  <a:lnTo>
                    <a:pt x="9757" y="12557"/>
                  </a:lnTo>
                  <a:lnTo>
                    <a:pt x="9588" y="12811"/>
                  </a:lnTo>
                  <a:lnTo>
                    <a:pt x="9376" y="13023"/>
                  </a:lnTo>
                  <a:lnTo>
                    <a:pt x="9164" y="13193"/>
                  </a:lnTo>
                  <a:lnTo>
                    <a:pt x="8909" y="13320"/>
                  </a:lnTo>
                  <a:lnTo>
                    <a:pt x="8654" y="13448"/>
                  </a:lnTo>
                  <a:lnTo>
                    <a:pt x="8358" y="13533"/>
                  </a:lnTo>
                  <a:lnTo>
                    <a:pt x="7721" y="13533"/>
                  </a:lnTo>
                  <a:lnTo>
                    <a:pt x="7382" y="13448"/>
                  </a:lnTo>
                  <a:lnTo>
                    <a:pt x="7000" y="13363"/>
                  </a:lnTo>
                  <a:lnTo>
                    <a:pt x="6618" y="13151"/>
                  </a:lnTo>
                  <a:lnTo>
                    <a:pt x="6576" y="13151"/>
                  </a:lnTo>
                  <a:lnTo>
                    <a:pt x="6830" y="12769"/>
                  </a:lnTo>
                  <a:lnTo>
                    <a:pt x="7085" y="12345"/>
                  </a:lnTo>
                  <a:lnTo>
                    <a:pt x="7297" y="11921"/>
                  </a:lnTo>
                  <a:lnTo>
                    <a:pt x="7509" y="11496"/>
                  </a:lnTo>
                  <a:lnTo>
                    <a:pt x="7509" y="11411"/>
                  </a:lnTo>
                  <a:lnTo>
                    <a:pt x="7509" y="11327"/>
                  </a:lnTo>
                  <a:lnTo>
                    <a:pt x="7467" y="11242"/>
                  </a:lnTo>
                  <a:lnTo>
                    <a:pt x="7424" y="11157"/>
                  </a:lnTo>
                  <a:lnTo>
                    <a:pt x="6533" y="10436"/>
                  </a:lnTo>
                  <a:lnTo>
                    <a:pt x="5685" y="9715"/>
                  </a:lnTo>
                  <a:lnTo>
                    <a:pt x="4879" y="8909"/>
                  </a:lnTo>
                  <a:lnTo>
                    <a:pt x="4158" y="8060"/>
                  </a:lnTo>
                  <a:lnTo>
                    <a:pt x="4073" y="8018"/>
                  </a:lnTo>
                  <a:lnTo>
                    <a:pt x="3903" y="8018"/>
                  </a:lnTo>
                  <a:lnTo>
                    <a:pt x="3861" y="8060"/>
                  </a:lnTo>
                  <a:lnTo>
                    <a:pt x="1103" y="11242"/>
                  </a:lnTo>
                  <a:lnTo>
                    <a:pt x="764" y="11581"/>
                  </a:lnTo>
                  <a:lnTo>
                    <a:pt x="382" y="12048"/>
                  </a:lnTo>
                  <a:lnTo>
                    <a:pt x="213" y="12260"/>
                  </a:lnTo>
                  <a:lnTo>
                    <a:pt x="85" y="12514"/>
                  </a:lnTo>
                  <a:lnTo>
                    <a:pt x="1" y="12769"/>
                  </a:lnTo>
                  <a:lnTo>
                    <a:pt x="1" y="12981"/>
                  </a:lnTo>
                  <a:lnTo>
                    <a:pt x="85" y="13193"/>
                  </a:lnTo>
                  <a:lnTo>
                    <a:pt x="255" y="13405"/>
                  </a:lnTo>
                  <a:lnTo>
                    <a:pt x="467" y="13575"/>
                  </a:lnTo>
                  <a:lnTo>
                    <a:pt x="722" y="13702"/>
                  </a:lnTo>
                  <a:lnTo>
                    <a:pt x="1231" y="13914"/>
                  </a:lnTo>
                  <a:lnTo>
                    <a:pt x="1697" y="14084"/>
                  </a:lnTo>
                  <a:lnTo>
                    <a:pt x="2419" y="14381"/>
                  </a:lnTo>
                  <a:lnTo>
                    <a:pt x="3182" y="14635"/>
                  </a:lnTo>
                  <a:lnTo>
                    <a:pt x="3988" y="14805"/>
                  </a:lnTo>
                  <a:lnTo>
                    <a:pt x="4752" y="14932"/>
                  </a:lnTo>
                  <a:lnTo>
                    <a:pt x="4879" y="14890"/>
                  </a:lnTo>
                  <a:lnTo>
                    <a:pt x="4921" y="14805"/>
                  </a:lnTo>
                  <a:lnTo>
                    <a:pt x="4879" y="14720"/>
                  </a:lnTo>
                  <a:lnTo>
                    <a:pt x="4794" y="14635"/>
                  </a:lnTo>
                  <a:lnTo>
                    <a:pt x="3946" y="14423"/>
                  </a:lnTo>
                  <a:lnTo>
                    <a:pt x="3097" y="14211"/>
                  </a:lnTo>
                  <a:lnTo>
                    <a:pt x="2037" y="13872"/>
                  </a:lnTo>
                  <a:lnTo>
                    <a:pt x="1485" y="13660"/>
                  </a:lnTo>
                  <a:lnTo>
                    <a:pt x="1273" y="13533"/>
                  </a:lnTo>
                  <a:lnTo>
                    <a:pt x="1103" y="13363"/>
                  </a:lnTo>
                  <a:lnTo>
                    <a:pt x="849" y="13278"/>
                  </a:lnTo>
                  <a:lnTo>
                    <a:pt x="722" y="13236"/>
                  </a:lnTo>
                  <a:lnTo>
                    <a:pt x="679" y="13151"/>
                  </a:lnTo>
                  <a:lnTo>
                    <a:pt x="679" y="13023"/>
                  </a:lnTo>
                  <a:lnTo>
                    <a:pt x="679" y="12939"/>
                  </a:lnTo>
                  <a:lnTo>
                    <a:pt x="807" y="12642"/>
                  </a:lnTo>
                  <a:lnTo>
                    <a:pt x="849" y="12387"/>
                  </a:lnTo>
                  <a:lnTo>
                    <a:pt x="891" y="12133"/>
                  </a:lnTo>
                  <a:lnTo>
                    <a:pt x="1061" y="11921"/>
                  </a:lnTo>
                  <a:lnTo>
                    <a:pt x="1231" y="11751"/>
                  </a:lnTo>
                  <a:lnTo>
                    <a:pt x="1528" y="11369"/>
                  </a:lnTo>
                  <a:lnTo>
                    <a:pt x="1867" y="10987"/>
                  </a:lnTo>
                  <a:lnTo>
                    <a:pt x="2546" y="10266"/>
                  </a:lnTo>
                  <a:lnTo>
                    <a:pt x="3140" y="9418"/>
                  </a:lnTo>
                  <a:lnTo>
                    <a:pt x="3521" y="8951"/>
                  </a:lnTo>
                  <a:lnTo>
                    <a:pt x="3691" y="8824"/>
                  </a:lnTo>
                  <a:lnTo>
                    <a:pt x="3818" y="8739"/>
                  </a:lnTo>
                  <a:lnTo>
                    <a:pt x="3988" y="8739"/>
                  </a:lnTo>
                  <a:lnTo>
                    <a:pt x="4115" y="8781"/>
                  </a:lnTo>
                  <a:lnTo>
                    <a:pt x="4243" y="8824"/>
                  </a:lnTo>
                  <a:lnTo>
                    <a:pt x="4327" y="8909"/>
                  </a:lnTo>
                  <a:lnTo>
                    <a:pt x="4540" y="9121"/>
                  </a:lnTo>
                  <a:lnTo>
                    <a:pt x="4752" y="9375"/>
                  </a:lnTo>
                  <a:lnTo>
                    <a:pt x="5303" y="9927"/>
                  </a:lnTo>
                  <a:lnTo>
                    <a:pt x="5897" y="10436"/>
                  </a:lnTo>
                  <a:lnTo>
                    <a:pt x="6491" y="10945"/>
                  </a:lnTo>
                  <a:lnTo>
                    <a:pt x="7085" y="11411"/>
                  </a:lnTo>
                  <a:lnTo>
                    <a:pt x="6661" y="12260"/>
                  </a:lnTo>
                  <a:lnTo>
                    <a:pt x="6152" y="13066"/>
                  </a:lnTo>
                  <a:lnTo>
                    <a:pt x="5600" y="13872"/>
                  </a:lnTo>
                  <a:lnTo>
                    <a:pt x="4964" y="14593"/>
                  </a:lnTo>
                  <a:lnTo>
                    <a:pt x="4921" y="14678"/>
                  </a:lnTo>
                  <a:lnTo>
                    <a:pt x="4964" y="14763"/>
                  </a:lnTo>
                  <a:lnTo>
                    <a:pt x="5006" y="14805"/>
                  </a:lnTo>
                  <a:lnTo>
                    <a:pt x="5091" y="14763"/>
                  </a:lnTo>
                  <a:lnTo>
                    <a:pt x="5473" y="14423"/>
                  </a:lnTo>
                  <a:lnTo>
                    <a:pt x="5812" y="14084"/>
                  </a:lnTo>
                  <a:lnTo>
                    <a:pt x="6109" y="13745"/>
                  </a:lnTo>
                  <a:lnTo>
                    <a:pt x="6406" y="13363"/>
                  </a:lnTo>
                  <a:lnTo>
                    <a:pt x="6449" y="13405"/>
                  </a:lnTo>
                  <a:lnTo>
                    <a:pt x="6958" y="13660"/>
                  </a:lnTo>
                  <a:lnTo>
                    <a:pt x="7467" y="13787"/>
                  </a:lnTo>
                  <a:lnTo>
                    <a:pt x="7933" y="13787"/>
                  </a:lnTo>
                  <a:lnTo>
                    <a:pt x="8358" y="13745"/>
                  </a:lnTo>
                  <a:lnTo>
                    <a:pt x="8739" y="13617"/>
                  </a:lnTo>
                  <a:lnTo>
                    <a:pt x="9121" y="13405"/>
                  </a:lnTo>
                  <a:lnTo>
                    <a:pt x="9460" y="13108"/>
                  </a:lnTo>
                  <a:lnTo>
                    <a:pt x="9757" y="12769"/>
                  </a:lnTo>
                  <a:lnTo>
                    <a:pt x="10054" y="12387"/>
                  </a:lnTo>
                  <a:lnTo>
                    <a:pt x="10309" y="12005"/>
                  </a:lnTo>
                  <a:lnTo>
                    <a:pt x="10563" y="11581"/>
                  </a:lnTo>
                  <a:lnTo>
                    <a:pt x="10733" y="11115"/>
                  </a:lnTo>
                  <a:lnTo>
                    <a:pt x="10903" y="10648"/>
                  </a:lnTo>
                  <a:lnTo>
                    <a:pt x="11072" y="10181"/>
                  </a:lnTo>
                  <a:lnTo>
                    <a:pt x="11242" y="9290"/>
                  </a:lnTo>
                  <a:lnTo>
                    <a:pt x="11454" y="8272"/>
                  </a:lnTo>
                  <a:lnTo>
                    <a:pt x="11709" y="7297"/>
                  </a:lnTo>
                  <a:lnTo>
                    <a:pt x="11836" y="6788"/>
                  </a:lnTo>
                  <a:lnTo>
                    <a:pt x="12006" y="6363"/>
                  </a:lnTo>
                  <a:lnTo>
                    <a:pt x="12218" y="5897"/>
                  </a:lnTo>
                  <a:lnTo>
                    <a:pt x="12430" y="5472"/>
                  </a:lnTo>
                  <a:lnTo>
                    <a:pt x="12684" y="5091"/>
                  </a:lnTo>
                  <a:lnTo>
                    <a:pt x="12939" y="4709"/>
                  </a:lnTo>
                  <a:lnTo>
                    <a:pt x="13278" y="4370"/>
                  </a:lnTo>
                  <a:lnTo>
                    <a:pt x="13618" y="4073"/>
                  </a:lnTo>
                  <a:lnTo>
                    <a:pt x="14042" y="3818"/>
                  </a:lnTo>
                  <a:lnTo>
                    <a:pt x="14509" y="3564"/>
                  </a:lnTo>
                  <a:lnTo>
                    <a:pt x="15018" y="3351"/>
                  </a:lnTo>
                  <a:lnTo>
                    <a:pt x="15569" y="3224"/>
                  </a:lnTo>
                  <a:lnTo>
                    <a:pt x="16205" y="3097"/>
                  </a:lnTo>
                  <a:lnTo>
                    <a:pt x="16842" y="3097"/>
                  </a:lnTo>
                  <a:lnTo>
                    <a:pt x="17436" y="3139"/>
                  </a:lnTo>
                  <a:lnTo>
                    <a:pt x="18030" y="3267"/>
                  </a:lnTo>
                  <a:lnTo>
                    <a:pt x="18581" y="3436"/>
                  </a:lnTo>
                  <a:lnTo>
                    <a:pt x="19133" y="3691"/>
                  </a:lnTo>
                  <a:lnTo>
                    <a:pt x="19642" y="3988"/>
                  </a:lnTo>
                  <a:lnTo>
                    <a:pt x="20151" y="4327"/>
                  </a:lnTo>
                  <a:lnTo>
                    <a:pt x="18199" y="6236"/>
                  </a:lnTo>
                  <a:lnTo>
                    <a:pt x="16290" y="8145"/>
                  </a:lnTo>
                  <a:lnTo>
                    <a:pt x="16248" y="8230"/>
                  </a:lnTo>
                  <a:lnTo>
                    <a:pt x="16248" y="8315"/>
                  </a:lnTo>
                  <a:lnTo>
                    <a:pt x="16248" y="8400"/>
                  </a:lnTo>
                  <a:lnTo>
                    <a:pt x="16290" y="8484"/>
                  </a:lnTo>
                  <a:lnTo>
                    <a:pt x="16375" y="8527"/>
                  </a:lnTo>
                  <a:lnTo>
                    <a:pt x="16502" y="8527"/>
                  </a:lnTo>
                  <a:lnTo>
                    <a:pt x="16587" y="8484"/>
                  </a:lnTo>
                  <a:lnTo>
                    <a:pt x="18539" y="6533"/>
                  </a:lnTo>
                  <a:lnTo>
                    <a:pt x="20490" y="4624"/>
                  </a:lnTo>
                  <a:lnTo>
                    <a:pt x="20872" y="4963"/>
                  </a:lnTo>
                  <a:lnTo>
                    <a:pt x="21169" y="5303"/>
                  </a:lnTo>
                  <a:lnTo>
                    <a:pt x="21466" y="5685"/>
                  </a:lnTo>
                  <a:lnTo>
                    <a:pt x="21763" y="6066"/>
                  </a:lnTo>
                  <a:lnTo>
                    <a:pt x="21678" y="6151"/>
                  </a:lnTo>
                  <a:lnTo>
                    <a:pt x="21169" y="6618"/>
                  </a:lnTo>
                  <a:lnTo>
                    <a:pt x="20617" y="7042"/>
                  </a:lnTo>
                  <a:lnTo>
                    <a:pt x="20278" y="7297"/>
                  </a:lnTo>
                  <a:lnTo>
                    <a:pt x="20151" y="7339"/>
                  </a:lnTo>
                  <a:lnTo>
                    <a:pt x="19939" y="7339"/>
                  </a:lnTo>
                  <a:lnTo>
                    <a:pt x="19811" y="7254"/>
                  </a:lnTo>
                  <a:lnTo>
                    <a:pt x="19514" y="6957"/>
                  </a:lnTo>
                  <a:lnTo>
                    <a:pt x="19429" y="6957"/>
                  </a:lnTo>
                  <a:lnTo>
                    <a:pt x="19387" y="6915"/>
                  </a:lnTo>
                  <a:lnTo>
                    <a:pt x="19302" y="6957"/>
                  </a:lnTo>
                  <a:lnTo>
                    <a:pt x="19260" y="7084"/>
                  </a:lnTo>
                  <a:lnTo>
                    <a:pt x="19260" y="7127"/>
                  </a:lnTo>
                  <a:lnTo>
                    <a:pt x="19302" y="7169"/>
                  </a:lnTo>
                  <a:lnTo>
                    <a:pt x="19939" y="7933"/>
                  </a:lnTo>
                  <a:lnTo>
                    <a:pt x="20023" y="7975"/>
                  </a:lnTo>
                  <a:lnTo>
                    <a:pt x="20151" y="7975"/>
                  </a:lnTo>
                  <a:lnTo>
                    <a:pt x="20235" y="7933"/>
                  </a:lnTo>
                  <a:lnTo>
                    <a:pt x="21975" y="6448"/>
                  </a:lnTo>
                  <a:lnTo>
                    <a:pt x="22314" y="7042"/>
                  </a:lnTo>
                  <a:lnTo>
                    <a:pt x="22569" y="7636"/>
                  </a:lnTo>
                  <a:lnTo>
                    <a:pt x="22611" y="7678"/>
                  </a:lnTo>
                  <a:lnTo>
                    <a:pt x="22653" y="7678"/>
                  </a:lnTo>
                  <a:lnTo>
                    <a:pt x="22696" y="7636"/>
                  </a:lnTo>
                  <a:lnTo>
                    <a:pt x="22696" y="7594"/>
                  </a:lnTo>
                  <a:lnTo>
                    <a:pt x="22441" y="6915"/>
                  </a:lnTo>
                  <a:lnTo>
                    <a:pt x="22144" y="6321"/>
                  </a:lnTo>
                  <a:lnTo>
                    <a:pt x="22653" y="5897"/>
                  </a:lnTo>
                  <a:lnTo>
                    <a:pt x="23587" y="5176"/>
                  </a:lnTo>
                  <a:lnTo>
                    <a:pt x="23799" y="4963"/>
                  </a:lnTo>
                  <a:lnTo>
                    <a:pt x="24011" y="4751"/>
                  </a:lnTo>
                  <a:lnTo>
                    <a:pt x="24181" y="4497"/>
                  </a:lnTo>
                  <a:lnTo>
                    <a:pt x="24308" y="4285"/>
                  </a:lnTo>
                  <a:lnTo>
                    <a:pt x="24393" y="4030"/>
                  </a:lnTo>
                  <a:lnTo>
                    <a:pt x="24393" y="3776"/>
                  </a:lnTo>
                  <a:lnTo>
                    <a:pt x="24350" y="3564"/>
                  </a:lnTo>
                  <a:lnTo>
                    <a:pt x="24266" y="3351"/>
                  </a:lnTo>
                  <a:lnTo>
                    <a:pt x="24096" y="3224"/>
                  </a:lnTo>
                  <a:lnTo>
                    <a:pt x="23926" y="3097"/>
                  </a:lnTo>
                  <a:lnTo>
                    <a:pt x="23714" y="3054"/>
                  </a:lnTo>
                  <a:lnTo>
                    <a:pt x="23459" y="3097"/>
                  </a:lnTo>
                  <a:lnTo>
                    <a:pt x="23375" y="3139"/>
                  </a:lnTo>
                  <a:lnTo>
                    <a:pt x="23332" y="3182"/>
                  </a:lnTo>
                  <a:lnTo>
                    <a:pt x="23290" y="3267"/>
                  </a:lnTo>
                  <a:lnTo>
                    <a:pt x="23290" y="3351"/>
                  </a:lnTo>
                  <a:lnTo>
                    <a:pt x="23332" y="3394"/>
                  </a:lnTo>
                  <a:lnTo>
                    <a:pt x="23375" y="3479"/>
                  </a:lnTo>
                  <a:lnTo>
                    <a:pt x="23544" y="3479"/>
                  </a:lnTo>
                  <a:lnTo>
                    <a:pt x="23714" y="3860"/>
                  </a:lnTo>
                  <a:lnTo>
                    <a:pt x="23714" y="4030"/>
                  </a:lnTo>
                  <a:lnTo>
                    <a:pt x="23714" y="4200"/>
                  </a:lnTo>
                  <a:lnTo>
                    <a:pt x="23672" y="4327"/>
                  </a:lnTo>
                  <a:lnTo>
                    <a:pt x="23629" y="4454"/>
                  </a:lnTo>
                  <a:lnTo>
                    <a:pt x="23502" y="4582"/>
                  </a:lnTo>
                  <a:lnTo>
                    <a:pt x="23375" y="4666"/>
                  </a:lnTo>
                  <a:lnTo>
                    <a:pt x="22696" y="5260"/>
                  </a:lnTo>
                  <a:lnTo>
                    <a:pt x="21932" y="5939"/>
                  </a:lnTo>
                  <a:lnTo>
                    <a:pt x="21635" y="5515"/>
                  </a:lnTo>
                  <a:lnTo>
                    <a:pt x="21338" y="5133"/>
                  </a:lnTo>
                  <a:lnTo>
                    <a:pt x="21041" y="4794"/>
                  </a:lnTo>
                  <a:lnTo>
                    <a:pt x="20702" y="4454"/>
                  </a:lnTo>
                  <a:lnTo>
                    <a:pt x="22738" y="2630"/>
                  </a:lnTo>
                  <a:lnTo>
                    <a:pt x="23672" y="1739"/>
                  </a:lnTo>
                  <a:lnTo>
                    <a:pt x="24181" y="1273"/>
                  </a:lnTo>
                  <a:lnTo>
                    <a:pt x="24435" y="1103"/>
                  </a:lnTo>
                  <a:lnTo>
                    <a:pt x="24647" y="976"/>
                  </a:lnTo>
                  <a:lnTo>
                    <a:pt x="25029" y="891"/>
                  </a:lnTo>
                  <a:lnTo>
                    <a:pt x="25368" y="849"/>
                  </a:lnTo>
                  <a:lnTo>
                    <a:pt x="26090" y="849"/>
                  </a:lnTo>
                  <a:lnTo>
                    <a:pt x="26471" y="933"/>
                  </a:lnTo>
                  <a:lnTo>
                    <a:pt x="26811" y="1018"/>
                  </a:lnTo>
                  <a:lnTo>
                    <a:pt x="27447" y="1315"/>
                  </a:lnTo>
                  <a:lnTo>
                    <a:pt x="27914" y="1527"/>
                  </a:lnTo>
                  <a:lnTo>
                    <a:pt x="28380" y="1782"/>
                  </a:lnTo>
                  <a:lnTo>
                    <a:pt x="29271" y="2291"/>
                  </a:lnTo>
                  <a:lnTo>
                    <a:pt x="30968" y="3436"/>
                  </a:lnTo>
                  <a:lnTo>
                    <a:pt x="32707" y="4539"/>
                  </a:lnTo>
                  <a:lnTo>
                    <a:pt x="34447" y="5685"/>
                  </a:lnTo>
                  <a:lnTo>
                    <a:pt x="36143" y="6872"/>
                  </a:lnTo>
                  <a:lnTo>
                    <a:pt x="37798" y="8060"/>
                  </a:lnTo>
                  <a:lnTo>
                    <a:pt x="38731" y="8696"/>
                  </a:lnTo>
                  <a:lnTo>
                    <a:pt x="39792" y="9418"/>
                  </a:lnTo>
                  <a:lnTo>
                    <a:pt x="40301" y="9757"/>
                  </a:lnTo>
                  <a:lnTo>
                    <a:pt x="40767" y="10139"/>
                  </a:lnTo>
                  <a:lnTo>
                    <a:pt x="41192" y="10521"/>
                  </a:lnTo>
                  <a:lnTo>
                    <a:pt x="41573" y="10945"/>
                  </a:lnTo>
                  <a:lnTo>
                    <a:pt x="41828" y="11369"/>
                  </a:lnTo>
                  <a:lnTo>
                    <a:pt x="41998" y="11751"/>
                  </a:lnTo>
                  <a:lnTo>
                    <a:pt x="42082" y="12175"/>
                  </a:lnTo>
                  <a:lnTo>
                    <a:pt x="42125" y="12557"/>
                  </a:lnTo>
                  <a:lnTo>
                    <a:pt x="42125" y="12981"/>
                  </a:lnTo>
                  <a:lnTo>
                    <a:pt x="42040" y="13363"/>
                  </a:lnTo>
                  <a:lnTo>
                    <a:pt x="41913" y="13787"/>
                  </a:lnTo>
                  <a:lnTo>
                    <a:pt x="41743" y="14169"/>
                  </a:lnTo>
                  <a:lnTo>
                    <a:pt x="41573" y="14551"/>
                  </a:lnTo>
                  <a:lnTo>
                    <a:pt x="41361" y="14890"/>
                  </a:lnTo>
                  <a:lnTo>
                    <a:pt x="40852" y="15611"/>
                  </a:lnTo>
                  <a:lnTo>
                    <a:pt x="39877" y="16926"/>
                  </a:lnTo>
                  <a:lnTo>
                    <a:pt x="39198" y="17775"/>
                  </a:lnTo>
                  <a:lnTo>
                    <a:pt x="38519" y="18623"/>
                  </a:lnTo>
                  <a:lnTo>
                    <a:pt x="37798" y="19429"/>
                  </a:lnTo>
                  <a:lnTo>
                    <a:pt x="37077" y="20235"/>
                  </a:lnTo>
                  <a:lnTo>
                    <a:pt x="36313" y="20999"/>
                  </a:lnTo>
                  <a:lnTo>
                    <a:pt x="35550" y="21762"/>
                  </a:lnTo>
                  <a:lnTo>
                    <a:pt x="34744" y="22483"/>
                  </a:lnTo>
                  <a:lnTo>
                    <a:pt x="33895" y="23205"/>
                  </a:lnTo>
                  <a:lnTo>
                    <a:pt x="33089" y="23883"/>
                  </a:lnTo>
                  <a:lnTo>
                    <a:pt x="32241" y="24562"/>
                  </a:lnTo>
                  <a:lnTo>
                    <a:pt x="31350" y="25241"/>
                  </a:lnTo>
                  <a:lnTo>
                    <a:pt x="30926" y="25495"/>
                  </a:lnTo>
                  <a:lnTo>
                    <a:pt x="30459" y="25792"/>
                  </a:lnTo>
                  <a:lnTo>
                    <a:pt x="29992" y="26047"/>
                  </a:lnTo>
                  <a:lnTo>
                    <a:pt x="29441" y="26301"/>
                  </a:lnTo>
                  <a:lnTo>
                    <a:pt x="29186" y="26386"/>
                  </a:lnTo>
                  <a:lnTo>
                    <a:pt x="28889" y="26471"/>
                  </a:lnTo>
                  <a:lnTo>
                    <a:pt x="28635" y="26513"/>
                  </a:lnTo>
                  <a:lnTo>
                    <a:pt x="28380" y="26471"/>
                  </a:lnTo>
                  <a:lnTo>
                    <a:pt x="28168" y="26429"/>
                  </a:lnTo>
                  <a:lnTo>
                    <a:pt x="27956" y="26344"/>
                  </a:lnTo>
                  <a:lnTo>
                    <a:pt x="27490" y="26089"/>
                  </a:lnTo>
                  <a:lnTo>
                    <a:pt x="27065" y="25707"/>
                  </a:lnTo>
                  <a:lnTo>
                    <a:pt x="26684" y="25326"/>
                  </a:lnTo>
                  <a:lnTo>
                    <a:pt x="26302" y="24901"/>
                  </a:lnTo>
                  <a:lnTo>
                    <a:pt x="25920" y="24435"/>
                  </a:lnTo>
                  <a:lnTo>
                    <a:pt x="25368" y="23629"/>
                  </a:lnTo>
                  <a:lnTo>
                    <a:pt x="24266" y="21762"/>
                  </a:lnTo>
                  <a:lnTo>
                    <a:pt x="23163" y="19896"/>
                  </a:lnTo>
                  <a:lnTo>
                    <a:pt x="20999" y="16120"/>
                  </a:lnTo>
                  <a:lnTo>
                    <a:pt x="18836" y="12345"/>
                  </a:lnTo>
                  <a:lnTo>
                    <a:pt x="16587" y="8612"/>
                  </a:lnTo>
                  <a:lnTo>
                    <a:pt x="16545" y="8569"/>
                  </a:lnTo>
                  <a:lnTo>
                    <a:pt x="16502" y="8527"/>
                  </a:lnTo>
                  <a:lnTo>
                    <a:pt x="16418" y="8569"/>
                  </a:lnTo>
                  <a:lnTo>
                    <a:pt x="16333" y="8654"/>
                  </a:lnTo>
                  <a:lnTo>
                    <a:pt x="16333" y="8696"/>
                  </a:lnTo>
                  <a:lnTo>
                    <a:pt x="16333" y="8781"/>
                  </a:lnTo>
                  <a:lnTo>
                    <a:pt x="17054" y="10181"/>
                  </a:lnTo>
                  <a:lnTo>
                    <a:pt x="17817" y="11581"/>
                  </a:lnTo>
                  <a:lnTo>
                    <a:pt x="19345" y="14339"/>
                  </a:lnTo>
                  <a:lnTo>
                    <a:pt x="20957" y="17096"/>
                  </a:lnTo>
                  <a:lnTo>
                    <a:pt x="22569" y="19853"/>
                  </a:lnTo>
                  <a:lnTo>
                    <a:pt x="24096" y="22399"/>
                  </a:lnTo>
                  <a:lnTo>
                    <a:pt x="24859" y="23671"/>
                  </a:lnTo>
                  <a:lnTo>
                    <a:pt x="25623" y="24901"/>
                  </a:lnTo>
                  <a:lnTo>
                    <a:pt x="26090" y="25580"/>
                  </a:lnTo>
                  <a:lnTo>
                    <a:pt x="26302" y="25877"/>
                  </a:lnTo>
                  <a:lnTo>
                    <a:pt x="26556" y="26174"/>
                  </a:lnTo>
                  <a:lnTo>
                    <a:pt x="26853" y="26429"/>
                  </a:lnTo>
                  <a:lnTo>
                    <a:pt x="27150" y="26641"/>
                  </a:lnTo>
                  <a:lnTo>
                    <a:pt x="27490" y="26810"/>
                  </a:lnTo>
                  <a:lnTo>
                    <a:pt x="27871" y="26895"/>
                  </a:lnTo>
                  <a:lnTo>
                    <a:pt x="28296" y="26980"/>
                  </a:lnTo>
                  <a:lnTo>
                    <a:pt x="28720" y="26980"/>
                  </a:lnTo>
                  <a:lnTo>
                    <a:pt x="29144" y="26895"/>
                  </a:lnTo>
                  <a:lnTo>
                    <a:pt x="29526" y="26810"/>
                  </a:lnTo>
                  <a:lnTo>
                    <a:pt x="29950" y="26641"/>
                  </a:lnTo>
                  <a:lnTo>
                    <a:pt x="30374" y="26471"/>
                  </a:lnTo>
                  <a:lnTo>
                    <a:pt x="30756" y="26259"/>
                  </a:lnTo>
                  <a:lnTo>
                    <a:pt x="31180" y="26004"/>
                  </a:lnTo>
                  <a:lnTo>
                    <a:pt x="31944" y="25495"/>
                  </a:lnTo>
                  <a:lnTo>
                    <a:pt x="32665" y="24901"/>
                  </a:lnTo>
                  <a:lnTo>
                    <a:pt x="33938" y="23841"/>
                  </a:lnTo>
                  <a:lnTo>
                    <a:pt x="34998" y="22908"/>
                  </a:lnTo>
                  <a:lnTo>
                    <a:pt x="36059" y="21974"/>
                  </a:lnTo>
                  <a:lnTo>
                    <a:pt x="37034" y="20956"/>
                  </a:lnTo>
                  <a:lnTo>
                    <a:pt x="38010" y="19938"/>
                  </a:lnTo>
                  <a:lnTo>
                    <a:pt x="38901" y="18920"/>
                  </a:lnTo>
                  <a:lnTo>
                    <a:pt x="39792" y="17817"/>
                  </a:lnTo>
                  <a:lnTo>
                    <a:pt x="40640" y="16714"/>
                  </a:lnTo>
                  <a:lnTo>
                    <a:pt x="41446" y="15569"/>
                  </a:lnTo>
                  <a:lnTo>
                    <a:pt x="41955" y="14763"/>
                  </a:lnTo>
                  <a:lnTo>
                    <a:pt x="42379" y="14042"/>
                  </a:lnTo>
                  <a:lnTo>
                    <a:pt x="42549" y="13702"/>
                  </a:lnTo>
                  <a:lnTo>
                    <a:pt x="42676" y="13363"/>
                  </a:lnTo>
                  <a:lnTo>
                    <a:pt x="42761" y="13066"/>
                  </a:lnTo>
                  <a:lnTo>
                    <a:pt x="42804" y="12727"/>
                  </a:lnTo>
                  <a:lnTo>
                    <a:pt x="42804" y="12430"/>
                  </a:lnTo>
                  <a:lnTo>
                    <a:pt x="42761" y="12090"/>
                  </a:lnTo>
                  <a:lnTo>
                    <a:pt x="42676" y="11793"/>
                  </a:lnTo>
                  <a:lnTo>
                    <a:pt x="42507" y="11454"/>
                  </a:lnTo>
                  <a:lnTo>
                    <a:pt x="42295" y="11157"/>
                  </a:lnTo>
                  <a:lnTo>
                    <a:pt x="42040" y="10818"/>
                  </a:lnTo>
                  <a:lnTo>
                    <a:pt x="41743" y="10478"/>
                  </a:lnTo>
                  <a:lnTo>
                    <a:pt x="41361" y="10139"/>
                  </a:lnTo>
                  <a:lnTo>
                    <a:pt x="40216" y="9206"/>
                  </a:lnTo>
                  <a:lnTo>
                    <a:pt x="39113" y="8357"/>
                  </a:lnTo>
                  <a:lnTo>
                    <a:pt x="37925" y="7466"/>
                  </a:lnTo>
                  <a:lnTo>
                    <a:pt x="36737" y="6660"/>
                  </a:lnTo>
                  <a:lnTo>
                    <a:pt x="34362" y="5048"/>
                  </a:lnTo>
                  <a:lnTo>
                    <a:pt x="31944" y="3479"/>
                  </a:lnTo>
                  <a:lnTo>
                    <a:pt x="30671" y="2588"/>
                  </a:lnTo>
                  <a:lnTo>
                    <a:pt x="29314" y="1697"/>
                  </a:lnTo>
                  <a:lnTo>
                    <a:pt x="28635" y="1273"/>
                  </a:lnTo>
                  <a:lnTo>
                    <a:pt x="27956" y="849"/>
                  </a:lnTo>
                  <a:lnTo>
                    <a:pt x="27277" y="509"/>
                  </a:lnTo>
                  <a:lnTo>
                    <a:pt x="26556" y="212"/>
                  </a:lnTo>
                  <a:lnTo>
                    <a:pt x="26090" y="85"/>
                  </a:lnTo>
                  <a:lnTo>
                    <a:pt x="25708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2"/>
            <p:cNvSpPr/>
            <p:nvPr/>
          </p:nvSpPr>
          <p:spPr>
            <a:xfrm>
              <a:off x="4597975" y="2280025"/>
              <a:ext cx="57275" cy="22300"/>
            </a:xfrm>
            <a:custGeom>
              <a:rect b="b" l="l" r="r" t="t"/>
              <a:pathLst>
                <a:path extrusionOk="0" h="892" w="2291">
                  <a:moveTo>
                    <a:pt x="85" y="0"/>
                  </a:moveTo>
                  <a:lnTo>
                    <a:pt x="0" y="43"/>
                  </a:lnTo>
                  <a:lnTo>
                    <a:pt x="0" y="127"/>
                  </a:lnTo>
                  <a:lnTo>
                    <a:pt x="42" y="170"/>
                  </a:lnTo>
                  <a:lnTo>
                    <a:pt x="509" y="509"/>
                  </a:lnTo>
                  <a:lnTo>
                    <a:pt x="764" y="637"/>
                  </a:lnTo>
                  <a:lnTo>
                    <a:pt x="1061" y="764"/>
                  </a:lnTo>
                  <a:lnTo>
                    <a:pt x="1358" y="849"/>
                  </a:lnTo>
                  <a:lnTo>
                    <a:pt x="1612" y="891"/>
                  </a:lnTo>
                  <a:lnTo>
                    <a:pt x="1909" y="891"/>
                  </a:lnTo>
                  <a:lnTo>
                    <a:pt x="2206" y="849"/>
                  </a:lnTo>
                  <a:lnTo>
                    <a:pt x="2291" y="849"/>
                  </a:lnTo>
                  <a:lnTo>
                    <a:pt x="2291" y="764"/>
                  </a:lnTo>
                  <a:lnTo>
                    <a:pt x="2248" y="721"/>
                  </a:lnTo>
                  <a:lnTo>
                    <a:pt x="2206" y="679"/>
                  </a:lnTo>
                  <a:lnTo>
                    <a:pt x="1654" y="594"/>
                  </a:lnTo>
                  <a:lnTo>
                    <a:pt x="1103" y="509"/>
                  </a:lnTo>
                  <a:lnTo>
                    <a:pt x="636" y="297"/>
                  </a:lnTo>
                  <a:lnTo>
                    <a:pt x="382" y="17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2"/>
            <p:cNvSpPr/>
            <p:nvPr/>
          </p:nvSpPr>
          <p:spPr>
            <a:xfrm>
              <a:off x="4623425" y="2269400"/>
              <a:ext cx="39250" cy="14875"/>
            </a:xfrm>
            <a:custGeom>
              <a:rect b="b" l="l" r="r" t="t"/>
              <a:pathLst>
                <a:path extrusionOk="0" h="595" w="1570">
                  <a:moveTo>
                    <a:pt x="0" y="1"/>
                  </a:moveTo>
                  <a:lnTo>
                    <a:pt x="0" y="43"/>
                  </a:lnTo>
                  <a:lnTo>
                    <a:pt x="43" y="128"/>
                  </a:lnTo>
                  <a:lnTo>
                    <a:pt x="340" y="340"/>
                  </a:lnTo>
                  <a:lnTo>
                    <a:pt x="679" y="510"/>
                  </a:lnTo>
                  <a:lnTo>
                    <a:pt x="1061" y="595"/>
                  </a:lnTo>
                  <a:lnTo>
                    <a:pt x="1442" y="595"/>
                  </a:lnTo>
                  <a:lnTo>
                    <a:pt x="1527" y="552"/>
                  </a:lnTo>
                  <a:lnTo>
                    <a:pt x="1570" y="468"/>
                  </a:lnTo>
                  <a:lnTo>
                    <a:pt x="1527" y="383"/>
                  </a:lnTo>
                  <a:lnTo>
                    <a:pt x="1442" y="340"/>
                  </a:lnTo>
                  <a:lnTo>
                    <a:pt x="1103" y="298"/>
                  </a:lnTo>
                  <a:lnTo>
                    <a:pt x="764" y="256"/>
                  </a:lnTo>
                  <a:lnTo>
                    <a:pt x="424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2"/>
            <p:cNvSpPr/>
            <p:nvPr/>
          </p:nvSpPr>
          <p:spPr>
            <a:xfrm>
              <a:off x="5298975" y="2109275"/>
              <a:ext cx="46700" cy="19100"/>
            </a:xfrm>
            <a:custGeom>
              <a:rect b="b" l="l" r="r" t="t"/>
              <a:pathLst>
                <a:path extrusionOk="0" h="764" w="1868">
                  <a:moveTo>
                    <a:pt x="1316" y="0"/>
                  </a:moveTo>
                  <a:lnTo>
                    <a:pt x="1061" y="43"/>
                  </a:lnTo>
                  <a:lnTo>
                    <a:pt x="849" y="85"/>
                  </a:lnTo>
                  <a:lnTo>
                    <a:pt x="594" y="170"/>
                  </a:lnTo>
                  <a:lnTo>
                    <a:pt x="382" y="297"/>
                  </a:lnTo>
                  <a:lnTo>
                    <a:pt x="213" y="467"/>
                  </a:lnTo>
                  <a:lnTo>
                    <a:pt x="43" y="594"/>
                  </a:lnTo>
                  <a:lnTo>
                    <a:pt x="1" y="679"/>
                  </a:lnTo>
                  <a:lnTo>
                    <a:pt x="43" y="722"/>
                  </a:lnTo>
                  <a:lnTo>
                    <a:pt x="85" y="764"/>
                  </a:lnTo>
                  <a:lnTo>
                    <a:pt x="128" y="722"/>
                  </a:lnTo>
                  <a:lnTo>
                    <a:pt x="297" y="594"/>
                  </a:lnTo>
                  <a:lnTo>
                    <a:pt x="467" y="467"/>
                  </a:lnTo>
                  <a:lnTo>
                    <a:pt x="679" y="382"/>
                  </a:lnTo>
                  <a:lnTo>
                    <a:pt x="849" y="340"/>
                  </a:lnTo>
                  <a:lnTo>
                    <a:pt x="1273" y="340"/>
                  </a:lnTo>
                  <a:lnTo>
                    <a:pt x="1655" y="382"/>
                  </a:lnTo>
                  <a:lnTo>
                    <a:pt x="1782" y="382"/>
                  </a:lnTo>
                  <a:lnTo>
                    <a:pt x="1867" y="297"/>
                  </a:lnTo>
                  <a:lnTo>
                    <a:pt x="1867" y="212"/>
                  </a:lnTo>
                  <a:lnTo>
                    <a:pt x="1782" y="128"/>
                  </a:lnTo>
                  <a:lnTo>
                    <a:pt x="1570" y="43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2"/>
            <p:cNvSpPr/>
            <p:nvPr/>
          </p:nvSpPr>
          <p:spPr>
            <a:xfrm>
              <a:off x="5304275" y="2080650"/>
              <a:ext cx="41400" cy="16975"/>
            </a:xfrm>
            <a:custGeom>
              <a:rect b="b" l="l" r="r" t="t"/>
              <a:pathLst>
                <a:path extrusionOk="0" h="679" w="1656">
                  <a:moveTo>
                    <a:pt x="1146" y="0"/>
                  </a:moveTo>
                  <a:lnTo>
                    <a:pt x="934" y="42"/>
                  </a:lnTo>
                  <a:lnTo>
                    <a:pt x="722" y="42"/>
                  </a:lnTo>
                  <a:lnTo>
                    <a:pt x="552" y="127"/>
                  </a:lnTo>
                  <a:lnTo>
                    <a:pt x="340" y="212"/>
                  </a:lnTo>
                  <a:lnTo>
                    <a:pt x="170" y="339"/>
                  </a:lnTo>
                  <a:lnTo>
                    <a:pt x="43" y="467"/>
                  </a:lnTo>
                  <a:lnTo>
                    <a:pt x="1" y="551"/>
                  </a:lnTo>
                  <a:lnTo>
                    <a:pt x="43" y="636"/>
                  </a:lnTo>
                  <a:lnTo>
                    <a:pt x="128" y="679"/>
                  </a:lnTo>
                  <a:lnTo>
                    <a:pt x="213" y="636"/>
                  </a:lnTo>
                  <a:lnTo>
                    <a:pt x="510" y="467"/>
                  </a:lnTo>
                  <a:lnTo>
                    <a:pt x="807" y="339"/>
                  </a:lnTo>
                  <a:lnTo>
                    <a:pt x="1104" y="339"/>
                  </a:lnTo>
                  <a:lnTo>
                    <a:pt x="1443" y="382"/>
                  </a:lnTo>
                  <a:lnTo>
                    <a:pt x="1570" y="382"/>
                  </a:lnTo>
                  <a:lnTo>
                    <a:pt x="1655" y="297"/>
                  </a:lnTo>
                  <a:lnTo>
                    <a:pt x="1613" y="170"/>
                  </a:lnTo>
                  <a:lnTo>
                    <a:pt x="1613" y="127"/>
                  </a:lnTo>
                  <a:lnTo>
                    <a:pt x="1528" y="85"/>
                  </a:lnTo>
                  <a:lnTo>
                    <a:pt x="1358" y="42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8" name="Google Shape;1248;p32"/>
          <p:cNvSpPr txBox="1"/>
          <p:nvPr>
            <p:ph idx="1" type="subTitle"/>
          </p:nvPr>
        </p:nvSpPr>
        <p:spPr>
          <a:xfrm>
            <a:off x="1748850" y="4321550"/>
            <a:ext cx="564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Instructor</a:t>
            </a:r>
            <a:br>
              <a:rPr b="1" lang="en" sz="18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1" lang="en" sz="18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Dr Behin Elahi</a:t>
            </a:r>
            <a:endParaRPr b="1" sz="18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249" name="Google Shape;12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7675" y="-87500"/>
            <a:ext cx="1638298" cy="162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33"/>
          <p:cNvSpPr txBox="1"/>
          <p:nvPr>
            <p:ph type="ctrTitle"/>
          </p:nvPr>
        </p:nvSpPr>
        <p:spPr>
          <a:xfrm>
            <a:off x="0" y="102775"/>
            <a:ext cx="33534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38761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Introduction</a:t>
            </a:r>
            <a:endParaRPr b="0" sz="3000">
              <a:solidFill>
                <a:srgbClr val="38761D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255" name="Google Shape;1255;p33"/>
          <p:cNvSpPr txBox="1"/>
          <p:nvPr/>
        </p:nvSpPr>
        <p:spPr>
          <a:xfrm>
            <a:off x="1254375" y="685825"/>
            <a:ext cx="68022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Humans: </a:t>
            </a:r>
            <a:r>
              <a:rPr i="1"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“I’ll make it the same every time.”</a:t>
            </a:r>
            <a:br>
              <a:rPr i="1"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Reality: one day it’s foam, next day it’s soup, sometimes it’s… spinach water.</a:t>
            </a:r>
            <a:b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So we gave the job to a robot arm and said:</a:t>
            </a:r>
            <a:b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b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“Just make perfect matcha. Every. Single. Time.”</a:t>
            </a:r>
            <a:b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Then we discovered: even robots can mess up and make lumps if we let them play with too many settings.</a:t>
            </a:r>
            <a:b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Our mission: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Make the robot more robust (no drama, no lumps).</a:t>
            </a:r>
            <a:b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Depend less on humans yelling “STOP, TOO MUCH MATCHA!”.</a:t>
            </a:r>
            <a:b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Use ISE 222 tools (Systems Engineering, MBSE, FTA, FMEA, Reliability, Queueing, LTV/CAC) to fix it like serious engineers.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256" name="Google Shape;1256;p33"/>
          <p:cNvGrpSpPr/>
          <p:nvPr/>
        </p:nvGrpSpPr>
        <p:grpSpPr>
          <a:xfrm>
            <a:off x="8390968" y="102781"/>
            <a:ext cx="689349" cy="1068788"/>
            <a:chOff x="5157450" y="1736850"/>
            <a:chExt cx="2224425" cy="2500675"/>
          </a:xfrm>
        </p:grpSpPr>
        <p:sp>
          <p:nvSpPr>
            <p:cNvPr id="1257" name="Google Shape;1257;p33"/>
            <p:cNvSpPr/>
            <p:nvPr/>
          </p:nvSpPr>
          <p:spPr>
            <a:xfrm>
              <a:off x="5157450" y="3893900"/>
              <a:ext cx="2172775" cy="343625"/>
            </a:xfrm>
            <a:custGeom>
              <a:rect b="b" l="l" r="r" t="t"/>
              <a:pathLst>
                <a:path extrusionOk="0" h="13745" w="86911">
                  <a:moveTo>
                    <a:pt x="57042" y="4223"/>
                  </a:moveTo>
                  <a:lnTo>
                    <a:pt x="57042" y="5750"/>
                  </a:lnTo>
                  <a:lnTo>
                    <a:pt x="56953" y="5795"/>
                  </a:lnTo>
                  <a:lnTo>
                    <a:pt x="56503" y="6064"/>
                  </a:lnTo>
                  <a:lnTo>
                    <a:pt x="55830" y="6379"/>
                  </a:lnTo>
                  <a:lnTo>
                    <a:pt x="54931" y="6738"/>
                  </a:lnTo>
                  <a:lnTo>
                    <a:pt x="53764" y="7097"/>
                  </a:lnTo>
                  <a:lnTo>
                    <a:pt x="52326" y="7501"/>
                  </a:lnTo>
                  <a:lnTo>
                    <a:pt x="50664" y="7816"/>
                  </a:lnTo>
                  <a:lnTo>
                    <a:pt x="49721" y="7996"/>
                  </a:lnTo>
                  <a:lnTo>
                    <a:pt x="48733" y="8130"/>
                  </a:lnTo>
                  <a:lnTo>
                    <a:pt x="47610" y="8220"/>
                  </a:lnTo>
                  <a:lnTo>
                    <a:pt x="46487" y="8310"/>
                  </a:lnTo>
                  <a:lnTo>
                    <a:pt x="45005" y="8400"/>
                  </a:lnTo>
                  <a:lnTo>
                    <a:pt x="41726" y="8400"/>
                  </a:lnTo>
                  <a:lnTo>
                    <a:pt x="40109" y="8310"/>
                  </a:lnTo>
                  <a:lnTo>
                    <a:pt x="39031" y="8220"/>
                  </a:lnTo>
                  <a:lnTo>
                    <a:pt x="37953" y="8085"/>
                  </a:lnTo>
                  <a:lnTo>
                    <a:pt x="36965" y="7951"/>
                  </a:lnTo>
                  <a:lnTo>
                    <a:pt x="36067" y="7816"/>
                  </a:lnTo>
                  <a:lnTo>
                    <a:pt x="34450" y="7457"/>
                  </a:lnTo>
                  <a:lnTo>
                    <a:pt x="33103" y="7097"/>
                  </a:lnTo>
                  <a:lnTo>
                    <a:pt x="31935" y="6693"/>
                  </a:lnTo>
                  <a:lnTo>
                    <a:pt x="31081" y="6334"/>
                  </a:lnTo>
                  <a:lnTo>
                    <a:pt x="30408" y="6064"/>
                  </a:lnTo>
                  <a:lnTo>
                    <a:pt x="29959" y="5795"/>
                  </a:lnTo>
                  <a:lnTo>
                    <a:pt x="29869" y="5750"/>
                  </a:lnTo>
                  <a:lnTo>
                    <a:pt x="29869" y="4223"/>
                  </a:lnTo>
                  <a:lnTo>
                    <a:pt x="30138" y="4312"/>
                  </a:lnTo>
                  <a:lnTo>
                    <a:pt x="31351" y="4672"/>
                  </a:lnTo>
                  <a:lnTo>
                    <a:pt x="32564" y="4986"/>
                  </a:lnTo>
                  <a:lnTo>
                    <a:pt x="33821" y="5256"/>
                  </a:lnTo>
                  <a:lnTo>
                    <a:pt x="35124" y="5525"/>
                  </a:lnTo>
                  <a:lnTo>
                    <a:pt x="36426" y="5705"/>
                  </a:lnTo>
                  <a:lnTo>
                    <a:pt x="37774" y="5885"/>
                  </a:lnTo>
                  <a:lnTo>
                    <a:pt x="39166" y="6019"/>
                  </a:lnTo>
                  <a:lnTo>
                    <a:pt x="40559" y="6109"/>
                  </a:lnTo>
                  <a:lnTo>
                    <a:pt x="41996" y="6199"/>
                  </a:lnTo>
                  <a:lnTo>
                    <a:pt x="44736" y="6199"/>
                  </a:lnTo>
                  <a:lnTo>
                    <a:pt x="46038" y="6154"/>
                  </a:lnTo>
                  <a:lnTo>
                    <a:pt x="47475" y="6064"/>
                  </a:lnTo>
                  <a:lnTo>
                    <a:pt x="48913" y="5929"/>
                  </a:lnTo>
                  <a:lnTo>
                    <a:pt x="50305" y="5750"/>
                  </a:lnTo>
                  <a:lnTo>
                    <a:pt x="51653" y="5525"/>
                  </a:lnTo>
                  <a:lnTo>
                    <a:pt x="53000" y="5301"/>
                  </a:lnTo>
                  <a:lnTo>
                    <a:pt x="54303" y="4986"/>
                  </a:lnTo>
                  <a:lnTo>
                    <a:pt x="55560" y="4672"/>
                  </a:lnTo>
                  <a:lnTo>
                    <a:pt x="56773" y="4312"/>
                  </a:lnTo>
                  <a:lnTo>
                    <a:pt x="57042" y="4223"/>
                  </a:lnTo>
                  <a:close/>
                  <a:moveTo>
                    <a:pt x="22637" y="1"/>
                  </a:moveTo>
                  <a:lnTo>
                    <a:pt x="20167" y="270"/>
                  </a:lnTo>
                  <a:lnTo>
                    <a:pt x="17787" y="540"/>
                  </a:lnTo>
                  <a:lnTo>
                    <a:pt x="15541" y="809"/>
                  </a:lnTo>
                  <a:lnTo>
                    <a:pt x="13430" y="1124"/>
                  </a:lnTo>
                  <a:lnTo>
                    <a:pt x="11409" y="1483"/>
                  </a:lnTo>
                  <a:lnTo>
                    <a:pt x="9567" y="1842"/>
                  </a:lnTo>
                  <a:lnTo>
                    <a:pt x="7860" y="2246"/>
                  </a:lnTo>
                  <a:lnTo>
                    <a:pt x="6288" y="2651"/>
                  </a:lnTo>
                  <a:lnTo>
                    <a:pt x="4851" y="3055"/>
                  </a:lnTo>
                  <a:lnTo>
                    <a:pt x="3638" y="3504"/>
                  </a:lnTo>
                  <a:lnTo>
                    <a:pt x="2560" y="3953"/>
                  </a:lnTo>
                  <a:lnTo>
                    <a:pt x="1662" y="4447"/>
                  </a:lnTo>
                  <a:lnTo>
                    <a:pt x="1303" y="4672"/>
                  </a:lnTo>
                  <a:lnTo>
                    <a:pt x="943" y="4896"/>
                  </a:lnTo>
                  <a:lnTo>
                    <a:pt x="674" y="5166"/>
                  </a:lnTo>
                  <a:lnTo>
                    <a:pt x="449" y="5390"/>
                  </a:lnTo>
                  <a:lnTo>
                    <a:pt x="270" y="5660"/>
                  </a:lnTo>
                  <a:lnTo>
                    <a:pt x="135" y="5929"/>
                  </a:lnTo>
                  <a:lnTo>
                    <a:pt x="45" y="6154"/>
                  </a:lnTo>
                  <a:lnTo>
                    <a:pt x="0" y="6423"/>
                  </a:lnTo>
                  <a:lnTo>
                    <a:pt x="45" y="6603"/>
                  </a:lnTo>
                  <a:lnTo>
                    <a:pt x="90" y="6828"/>
                  </a:lnTo>
                  <a:lnTo>
                    <a:pt x="225" y="7187"/>
                  </a:lnTo>
                  <a:lnTo>
                    <a:pt x="539" y="7546"/>
                  </a:lnTo>
                  <a:lnTo>
                    <a:pt x="898" y="7906"/>
                  </a:lnTo>
                  <a:lnTo>
                    <a:pt x="1393" y="8265"/>
                  </a:lnTo>
                  <a:lnTo>
                    <a:pt x="1976" y="8624"/>
                  </a:lnTo>
                  <a:lnTo>
                    <a:pt x="2650" y="8939"/>
                  </a:lnTo>
                  <a:lnTo>
                    <a:pt x="3459" y="9298"/>
                  </a:lnTo>
                  <a:lnTo>
                    <a:pt x="4312" y="9612"/>
                  </a:lnTo>
                  <a:lnTo>
                    <a:pt x="5255" y="9927"/>
                  </a:lnTo>
                  <a:lnTo>
                    <a:pt x="6333" y="10241"/>
                  </a:lnTo>
                  <a:lnTo>
                    <a:pt x="7456" y="10511"/>
                  </a:lnTo>
                  <a:lnTo>
                    <a:pt x="8669" y="10825"/>
                  </a:lnTo>
                  <a:lnTo>
                    <a:pt x="9926" y="11095"/>
                  </a:lnTo>
                  <a:lnTo>
                    <a:pt x="12756" y="11589"/>
                  </a:lnTo>
                  <a:lnTo>
                    <a:pt x="15810" y="12083"/>
                  </a:lnTo>
                  <a:lnTo>
                    <a:pt x="19179" y="12487"/>
                  </a:lnTo>
                  <a:lnTo>
                    <a:pt x="22772" y="12846"/>
                  </a:lnTo>
                  <a:lnTo>
                    <a:pt x="26545" y="13161"/>
                  </a:lnTo>
                  <a:lnTo>
                    <a:pt x="30542" y="13430"/>
                  </a:lnTo>
                  <a:lnTo>
                    <a:pt x="34720" y="13610"/>
                  </a:lnTo>
                  <a:lnTo>
                    <a:pt x="39031" y="13700"/>
                  </a:lnTo>
                  <a:lnTo>
                    <a:pt x="43478" y="13745"/>
                  </a:lnTo>
                  <a:lnTo>
                    <a:pt x="47925" y="13700"/>
                  </a:lnTo>
                  <a:lnTo>
                    <a:pt x="52236" y="13610"/>
                  </a:lnTo>
                  <a:lnTo>
                    <a:pt x="56369" y="13430"/>
                  </a:lnTo>
                  <a:lnTo>
                    <a:pt x="60366" y="13161"/>
                  </a:lnTo>
                  <a:lnTo>
                    <a:pt x="64184" y="12846"/>
                  </a:lnTo>
                  <a:lnTo>
                    <a:pt x="67777" y="12487"/>
                  </a:lnTo>
                  <a:lnTo>
                    <a:pt x="71101" y="12083"/>
                  </a:lnTo>
                  <a:lnTo>
                    <a:pt x="74200" y="11589"/>
                  </a:lnTo>
                  <a:lnTo>
                    <a:pt x="76985" y="11095"/>
                  </a:lnTo>
                  <a:lnTo>
                    <a:pt x="78287" y="10825"/>
                  </a:lnTo>
                  <a:lnTo>
                    <a:pt x="79500" y="10511"/>
                  </a:lnTo>
                  <a:lnTo>
                    <a:pt x="80623" y="10241"/>
                  </a:lnTo>
                  <a:lnTo>
                    <a:pt x="81656" y="9927"/>
                  </a:lnTo>
                  <a:lnTo>
                    <a:pt x="82644" y="9612"/>
                  </a:lnTo>
                  <a:lnTo>
                    <a:pt x="83497" y="9298"/>
                  </a:lnTo>
                  <a:lnTo>
                    <a:pt x="84261" y="8939"/>
                  </a:lnTo>
                  <a:lnTo>
                    <a:pt x="84935" y="8624"/>
                  </a:lnTo>
                  <a:lnTo>
                    <a:pt x="85563" y="8265"/>
                  </a:lnTo>
                  <a:lnTo>
                    <a:pt x="86013" y="7906"/>
                  </a:lnTo>
                  <a:lnTo>
                    <a:pt x="86417" y="7546"/>
                  </a:lnTo>
                  <a:lnTo>
                    <a:pt x="86686" y="7187"/>
                  </a:lnTo>
                  <a:lnTo>
                    <a:pt x="86866" y="6828"/>
                  </a:lnTo>
                  <a:lnTo>
                    <a:pt x="86911" y="6603"/>
                  </a:lnTo>
                  <a:lnTo>
                    <a:pt x="86911" y="6423"/>
                  </a:lnTo>
                  <a:lnTo>
                    <a:pt x="86866" y="6154"/>
                  </a:lnTo>
                  <a:lnTo>
                    <a:pt x="86821" y="5929"/>
                  </a:lnTo>
                  <a:lnTo>
                    <a:pt x="86686" y="5660"/>
                  </a:lnTo>
                  <a:lnTo>
                    <a:pt x="86507" y="5390"/>
                  </a:lnTo>
                  <a:lnTo>
                    <a:pt x="86237" y="5166"/>
                  </a:lnTo>
                  <a:lnTo>
                    <a:pt x="85968" y="4896"/>
                  </a:lnTo>
                  <a:lnTo>
                    <a:pt x="85653" y="4672"/>
                  </a:lnTo>
                  <a:lnTo>
                    <a:pt x="85249" y="4447"/>
                  </a:lnTo>
                  <a:lnTo>
                    <a:pt x="84396" y="3953"/>
                  </a:lnTo>
                  <a:lnTo>
                    <a:pt x="83318" y="3504"/>
                  </a:lnTo>
                  <a:lnTo>
                    <a:pt x="82060" y="3055"/>
                  </a:lnTo>
                  <a:lnTo>
                    <a:pt x="80668" y="2651"/>
                  </a:lnTo>
                  <a:lnTo>
                    <a:pt x="79096" y="2246"/>
                  </a:lnTo>
                  <a:lnTo>
                    <a:pt x="77389" y="1842"/>
                  </a:lnTo>
                  <a:lnTo>
                    <a:pt x="75502" y="1483"/>
                  </a:lnTo>
                  <a:lnTo>
                    <a:pt x="73526" y="1124"/>
                  </a:lnTo>
                  <a:lnTo>
                    <a:pt x="71370" y="809"/>
                  </a:lnTo>
                  <a:lnTo>
                    <a:pt x="69125" y="540"/>
                  </a:lnTo>
                  <a:lnTo>
                    <a:pt x="66789" y="270"/>
                  </a:lnTo>
                  <a:lnTo>
                    <a:pt x="64319" y="1"/>
                  </a:lnTo>
                  <a:lnTo>
                    <a:pt x="63420" y="585"/>
                  </a:lnTo>
                  <a:lnTo>
                    <a:pt x="62477" y="1124"/>
                  </a:lnTo>
                  <a:lnTo>
                    <a:pt x="61534" y="1662"/>
                  </a:lnTo>
                  <a:lnTo>
                    <a:pt x="60591" y="2157"/>
                  </a:lnTo>
                  <a:lnTo>
                    <a:pt x="59558" y="2606"/>
                  </a:lnTo>
                  <a:lnTo>
                    <a:pt x="58569" y="3055"/>
                  </a:lnTo>
                  <a:lnTo>
                    <a:pt x="57492" y="3414"/>
                  </a:lnTo>
                  <a:lnTo>
                    <a:pt x="56414" y="3774"/>
                  </a:lnTo>
                  <a:lnTo>
                    <a:pt x="55336" y="4133"/>
                  </a:lnTo>
                  <a:lnTo>
                    <a:pt x="54168" y="4402"/>
                  </a:lnTo>
                  <a:lnTo>
                    <a:pt x="53045" y="4672"/>
                  </a:lnTo>
                  <a:lnTo>
                    <a:pt x="51832" y="4896"/>
                  </a:lnTo>
                  <a:lnTo>
                    <a:pt x="50664" y="5076"/>
                  </a:lnTo>
                  <a:lnTo>
                    <a:pt x="49407" y="5256"/>
                  </a:lnTo>
                  <a:lnTo>
                    <a:pt x="48149" y="5390"/>
                  </a:lnTo>
                  <a:lnTo>
                    <a:pt x="46847" y="5480"/>
                  </a:lnTo>
                  <a:lnTo>
                    <a:pt x="45185" y="5570"/>
                  </a:lnTo>
                  <a:lnTo>
                    <a:pt x="43478" y="5615"/>
                  </a:lnTo>
                  <a:lnTo>
                    <a:pt x="41547" y="5570"/>
                  </a:lnTo>
                  <a:lnTo>
                    <a:pt x="39660" y="5480"/>
                  </a:lnTo>
                  <a:lnTo>
                    <a:pt x="38403" y="5346"/>
                  </a:lnTo>
                  <a:lnTo>
                    <a:pt x="37190" y="5211"/>
                  </a:lnTo>
                  <a:lnTo>
                    <a:pt x="35977" y="5031"/>
                  </a:lnTo>
                  <a:lnTo>
                    <a:pt x="34809" y="4851"/>
                  </a:lnTo>
                  <a:lnTo>
                    <a:pt x="33642" y="4627"/>
                  </a:lnTo>
                  <a:lnTo>
                    <a:pt x="32519" y="4357"/>
                  </a:lnTo>
                  <a:lnTo>
                    <a:pt x="31441" y="4043"/>
                  </a:lnTo>
                  <a:lnTo>
                    <a:pt x="30363" y="3729"/>
                  </a:lnTo>
                  <a:lnTo>
                    <a:pt x="29285" y="3369"/>
                  </a:lnTo>
                  <a:lnTo>
                    <a:pt x="28252" y="2965"/>
                  </a:lnTo>
                  <a:lnTo>
                    <a:pt x="27264" y="2561"/>
                  </a:lnTo>
                  <a:lnTo>
                    <a:pt x="26275" y="2112"/>
                  </a:lnTo>
                  <a:lnTo>
                    <a:pt x="25332" y="1618"/>
                  </a:lnTo>
                  <a:lnTo>
                    <a:pt x="24389" y="1124"/>
                  </a:lnTo>
                  <a:lnTo>
                    <a:pt x="23491" y="585"/>
                  </a:lnTo>
                  <a:lnTo>
                    <a:pt x="22637" y="1"/>
                  </a:lnTo>
                  <a:close/>
                </a:path>
              </a:pathLst>
            </a:custGeom>
            <a:solidFill>
              <a:srgbClr val="E9E7E6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3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fill="none" h="4178" w="27175">
                  <a:moveTo>
                    <a:pt x="16170" y="1932"/>
                  </a:moveTo>
                  <a:lnTo>
                    <a:pt x="16170" y="1932"/>
                  </a:lnTo>
                  <a:lnTo>
                    <a:pt x="16170" y="1932"/>
                  </a:lnTo>
                  <a:lnTo>
                    <a:pt x="17607" y="1842"/>
                  </a:lnTo>
                  <a:lnTo>
                    <a:pt x="19045" y="1707"/>
                  </a:lnTo>
                  <a:lnTo>
                    <a:pt x="20437" y="1528"/>
                  </a:lnTo>
                  <a:lnTo>
                    <a:pt x="21785" y="1303"/>
                  </a:lnTo>
                  <a:lnTo>
                    <a:pt x="23132" y="1079"/>
                  </a:lnTo>
                  <a:lnTo>
                    <a:pt x="24435" y="764"/>
                  </a:lnTo>
                  <a:lnTo>
                    <a:pt x="25692" y="450"/>
                  </a:lnTo>
                  <a:lnTo>
                    <a:pt x="26905" y="90"/>
                  </a:lnTo>
                  <a:lnTo>
                    <a:pt x="27174" y="1"/>
                  </a:lnTo>
                  <a:lnTo>
                    <a:pt x="27174" y="1528"/>
                  </a:lnTo>
                  <a:lnTo>
                    <a:pt x="27085" y="1573"/>
                  </a:lnTo>
                  <a:lnTo>
                    <a:pt x="27085" y="1573"/>
                  </a:lnTo>
                  <a:lnTo>
                    <a:pt x="26635" y="1842"/>
                  </a:lnTo>
                  <a:lnTo>
                    <a:pt x="25962" y="2157"/>
                  </a:lnTo>
                  <a:lnTo>
                    <a:pt x="25063" y="2516"/>
                  </a:lnTo>
                  <a:lnTo>
                    <a:pt x="23896" y="2875"/>
                  </a:lnTo>
                  <a:lnTo>
                    <a:pt x="22458" y="3279"/>
                  </a:lnTo>
                  <a:lnTo>
                    <a:pt x="20796" y="3594"/>
                  </a:lnTo>
                  <a:lnTo>
                    <a:pt x="19853" y="3774"/>
                  </a:lnTo>
                  <a:lnTo>
                    <a:pt x="18865" y="3908"/>
                  </a:lnTo>
                  <a:lnTo>
                    <a:pt x="17742" y="399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5137" y="4178"/>
                  </a:lnTo>
                  <a:lnTo>
                    <a:pt x="13610" y="4178"/>
                  </a:lnTo>
                  <a:lnTo>
                    <a:pt x="13610" y="4178"/>
                  </a:lnTo>
                  <a:lnTo>
                    <a:pt x="11858" y="4178"/>
                  </a:lnTo>
                  <a:lnTo>
                    <a:pt x="10241" y="4088"/>
                  </a:lnTo>
                  <a:lnTo>
                    <a:pt x="10241" y="4088"/>
                  </a:lnTo>
                  <a:lnTo>
                    <a:pt x="9163" y="3998"/>
                  </a:lnTo>
                  <a:lnTo>
                    <a:pt x="8085" y="3863"/>
                  </a:lnTo>
                  <a:lnTo>
                    <a:pt x="7097" y="3729"/>
                  </a:lnTo>
                  <a:lnTo>
                    <a:pt x="6199" y="3594"/>
                  </a:lnTo>
                  <a:lnTo>
                    <a:pt x="4582" y="3235"/>
                  </a:lnTo>
                  <a:lnTo>
                    <a:pt x="3235" y="2875"/>
                  </a:lnTo>
                  <a:lnTo>
                    <a:pt x="2067" y="2471"/>
                  </a:lnTo>
                  <a:lnTo>
                    <a:pt x="1213" y="2112"/>
                  </a:lnTo>
                  <a:lnTo>
                    <a:pt x="540" y="1842"/>
                  </a:lnTo>
                  <a:lnTo>
                    <a:pt x="91" y="1573"/>
                  </a:lnTo>
                  <a:lnTo>
                    <a:pt x="1" y="1528"/>
                  </a:lnTo>
                  <a:lnTo>
                    <a:pt x="1" y="1"/>
                  </a:lnTo>
                  <a:lnTo>
                    <a:pt x="270" y="90"/>
                  </a:lnTo>
                  <a:lnTo>
                    <a:pt x="270" y="90"/>
                  </a:lnTo>
                  <a:lnTo>
                    <a:pt x="1483" y="450"/>
                  </a:lnTo>
                  <a:lnTo>
                    <a:pt x="2696" y="764"/>
                  </a:lnTo>
                  <a:lnTo>
                    <a:pt x="3953" y="1034"/>
                  </a:lnTo>
                  <a:lnTo>
                    <a:pt x="5256" y="1303"/>
                  </a:lnTo>
                  <a:lnTo>
                    <a:pt x="6558" y="1483"/>
                  </a:lnTo>
                  <a:lnTo>
                    <a:pt x="7906" y="1663"/>
                  </a:lnTo>
                  <a:lnTo>
                    <a:pt x="9298" y="179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2128" y="1977"/>
                  </a:lnTo>
                  <a:lnTo>
                    <a:pt x="13610" y="1977"/>
                  </a:lnTo>
                  <a:lnTo>
                    <a:pt x="13610" y="1977"/>
                  </a:lnTo>
                  <a:lnTo>
                    <a:pt x="14868" y="1977"/>
                  </a:lnTo>
                  <a:lnTo>
                    <a:pt x="16170" y="1932"/>
                  </a:lnTo>
                  <a:lnTo>
                    <a:pt x="16170" y="193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3"/>
            <p:cNvSpPr/>
            <p:nvPr/>
          </p:nvSpPr>
          <p:spPr>
            <a:xfrm>
              <a:off x="5157450" y="3893900"/>
              <a:ext cx="2172775" cy="343625"/>
            </a:xfrm>
            <a:custGeom>
              <a:rect b="b" l="l" r="r" t="t"/>
              <a:pathLst>
                <a:path extrusionOk="0" fill="none" h="13745" w="86911">
                  <a:moveTo>
                    <a:pt x="64319" y="1"/>
                  </a:moveTo>
                  <a:lnTo>
                    <a:pt x="64319" y="1"/>
                  </a:lnTo>
                  <a:lnTo>
                    <a:pt x="63420" y="585"/>
                  </a:lnTo>
                  <a:lnTo>
                    <a:pt x="62477" y="1124"/>
                  </a:lnTo>
                  <a:lnTo>
                    <a:pt x="61534" y="1662"/>
                  </a:lnTo>
                  <a:lnTo>
                    <a:pt x="60591" y="2157"/>
                  </a:lnTo>
                  <a:lnTo>
                    <a:pt x="59558" y="2606"/>
                  </a:lnTo>
                  <a:lnTo>
                    <a:pt x="58569" y="3055"/>
                  </a:lnTo>
                  <a:lnTo>
                    <a:pt x="57492" y="3414"/>
                  </a:lnTo>
                  <a:lnTo>
                    <a:pt x="56414" y="3774"/>
                  </a:lnTo>
                  <a:lnTo>
                    <a:pt x="55336" y="4133"/>
                  </a:lnTo>
                  <a:lnTo>
                    <a:pt x="54168" y="4402"/>
                  </a:lnTo>
                  <a:lnTo>
                    <a:pt x="53045" y="4672"/>
                  </a:lnTo>
                  <a:lnTo>
                    <a:pt x="51832" y="4896"/>
                  </a:lnTo>
                  <a:lnTo>
                    <a:pt x="50664" y="5076"/>
                  </a:lnTo>
                  <a:lnTo>
                    <a:pt x="49407" y="5256"/>
                  </a:lnTo>
                  <a:lnTo>
                    <a:pt x="48149" y="5390"/>
                  </a:lnTo>
                  <a:lnTo>
                    <a:pt x="46847" y="5480"/>
                  </a:lnTo>
                  <a:lnTo>
                    <a:pt x="46847" y="5480"/>
                  </a:lnTo>
                  <a:lnTo>
                    <a:pt x="46847" y="5480"/>
                  </a:lnTo>
                  <a:lnTo>
                    <a:pt x="45185" y="5570"/>
                  </a:lnTo>
                  <a:lnTo>
                    <a:pt x="43478" y="5615"/>
                  </a:lnTo>
                  <a:lnTo>
                    <a:pt x="43478" y="5615"/>
                  </a:lnTo>
                  <a:lnTo>
                    <a:pt x="41547" y="5570"/>
                  </a:lnTo>
                  <a:lnTo>
                    <a:pt x="39660" y="5480"/>
                  </a:lnTo>
                  <a:lnTo>
                    <a:pt x="39660" y="5480"/>
                  </a:lnTo>
                  <a:lnTo>
                    <a:pt x="38403" y="5346"/>
                  </a:lnTo>
                  <a:lnTo>
                    <a:pt x="37190" y="5211"/>
                  </a:lnTo>
                  <a:lnTo>
                    <a:pt x="35977" y="5031"/>
                  </a:lnTo>
                  <a:lnTo>
                    <a:pt x="34809" y="4851"/>
                  </a:lnTo>
                  <a:lnTo>
                    <a:pt x="33642" y="4627"/>
                  </a:lnTo>
                  <a:lnTo>
                    <a:pt x="32519" y="4357"/>
                  </a:lnTo>
                  <a:lnTo>
                    <a:pt x="31441" y="4043"/>
                  </a:lnTo>
                  <a:lnTo>
                    <a:pt x="30363" y="3729"/>
                  </a:lnTo>
                  <a:lnTo>
                    <a:pt x="29285" y="3369"/>
                  </a:lnTo>
                  <a:lnTo>
                    <a:pt x="28252" y="2965"/>
                  </a:lnTo>
                  <a:lnTo>
                    <a:pt x="27264" y="2561"/>
                  </a:lnTo>
                  <a:lnTo>
                    <a:pt x="26275" y="2112"/>
                  </a:lnTo>
                  <a:lnTo>
                    <a:pt x="25332" y="1618"/>
                  </a:lnTo>
                  <a:lnTo>
                    <a:pt x="24389" y="1124"/>
                  </a:lnTo>
                  <a:lnTo>
                    <a:pt x="23491" y="585"/>
                  </a:lnTo>
                  <a:lnTo>
                    <a:pt x="22637" y="1"/>
                  </a:lnTo>
                  <a:lnTo>
                    <a:pt x="22637" y="1"/>
                  </a:lnTo>
                  <a:lnTo>
                    <a:pt x="20167" y="270"/>
                  </a:lnTo>
                  <a:lnTo>
                    <a:pt x="17787" y="540"/>
                  </a:lnTo>
                  <a:lnTo>
                    <a:pt x="15541" y="809"/>
                  </a:lnTo>
                  <a:lnTo>
                    <a:pt x="13430" y="1124"/>
                  </a:lnTo>
                  <a:lnTo>
                    <a:pt x="11409" y="1483"/>
                  </a:lnTo>
                  <a:lnTo>
                    <a:pt x="9567" y="1842"/>
                  </a:lnTo>
                  <a:lnTo>
                    <a:pt x="7860" y="2246"/>
                  </a:lnTo>
                  <a:lnTo>
                    <a:pt x="6288" y="2651"/>
                  </a:lnTo>
                  <a:lnTo>
                    <a:pt x="4851" y="3055"/>
                  </a:lnTo>
                  <a:lnTo>
                    <a:pt x="3638" y="3504"/>
                  </a:lnTo>
                  <a:lnTo>
                    <a:pt x="2560" y="3953"/>
                  </a:lnTo>
                  <a:lnTo>
                    <a:pt x="1662" y="4447"/>
                  </a:lnTo>
                  <a:lnTo>
                    <a:pt x="1303" y="4672"/>
                  </a:lnTo>
                  <a:lnTo>
                    <a:pt x="943" y="4896"/>
                  </a:lnTo>
                  <a:lnTo>
                    <a:pt x="674" y="5166"/>
                  </a:lnTo>
                  <a:lnTo>
                    <a:pt x="449" y="5390"/>
                  </a:lnTo>
                  <a:lnTo>
                    <a:pt x="270" y="5660"/>
                  </a:lnTo>
                  <a:lnTo>
                    <a:pt x="135" y="5929"/>
                  </a:lnTo>
                  <a:lnTo>
                    <a:pt x="45" y="6154"/>
                  </a:lnTo>
                  <a:lnTo>
                    <a:pt x="0" y="6423"/>
                  </a:lnTo>
                  <a:lnTo>
                    <a:pt x="0" y="6423"/>
                  </a:lnTo>
                  <a:lnTo>
                    <a:pt x="45" y="6603"/>
                  </a:lnTo>
                  <a:lnTo>
                    <a:pt x="90" y="6828"/>
                  </a:lnTo>
                  <a:lnTo>
                    <a:pt x="225" y="7187"/>
                  </a:lnTo>
                  <a:lnTo>
                    <a:pt x="539" y="7546"/>
                  </a:lnTo>
                  <a:lnTo>
                    <a:pt x="898" y="7906"/>
                  </a:lnTo>
                  <a:lnTo>
                    <a:pt x="1393" y="8265"/>
                  </a:lnTo>
                  <a:lnTo>
                    <a:pt x="1976" y="8624"/>
                  </a:lnTo>
                  <a:lnTo>
                    <a:pt x="2650" y="8939"/>
                  </a:lnTo>
                  <a:lnTo>
                    <a:pt x="3459" y="9298"/>
                  </a:lnTo>
                  <a:lnTo>
                    <a:pt x="4312" y="9612"/>
                  </a:lnTo>
                  <a:lnTo>
                    <a:pt x="5255" y="9927"/>
                  </a:lnTo>
                  <a:lnTo>
                    <a:pt x="6333" y="10241"/>
                  </a:lnTo>
                  <a:lnTo>
                    <a:pt x="7456" y="10511"/>
                  </a:lnTo>
                  <a:lnTo>
                    <a:pt x="8669" y="10825"/>
                  </a:lnTo>
                  <a:lnTo>
                    <a:pt x="9926" y="11095"/>
                  </a:lnTo>
                  <a:lnTo>
                    <a:pt x="12756" y="11589"/>
                  </a:lnTo>
                  <a:lnTo>
                    <a:pt x="15810" y="12083"/>
                  </a:lnTo>
                  <a:lnTo>
                    <a:pt x="19179" y="12487"/>
                  </a:lnTo>
                  <a:lnTo>
                    <a:pt x="22772" y="12846"/>
                  </a:lnTo>
                  <a:lnTo>
                    <a:pt x="26545" y="13161"/>
                  </a:lnTo>
                  <a:lnTo>
                    <a:pt x="30542" y="13430"/>
                  </a:lnTo>
                  <a:lnTo>
                    <a:pt x="34720" y="13610"/>
                  </a:lnTo>
                  <a:lnTo>
                    <a:pt x="39031" y="13700"/>
                  </a:lnTo>
                  <a:lnTo>
                    <a:pt x="43478" y="13745"/>
                  </a:lnTo>
                  <a:lnTo>
                    <a:pt x="43478" y="13745"/>
                  </a:lnTo>
                  <a:lnTo>
                    <a:pt x="47925" y="13700"/>
                  </a:lnTo>
                  <a:lnTo>
                    <a:pt x="52236" y="13610"/>
                  </a:lnTo>
                  <a:lnTo>
                    <a:pt x="56369" y="13430"/>
                  </a:lnTo>
                  <a:lnTo>
                    <a:pt x="60366" y="13161"/>
                  </a:lnTo>
                  <a:lnTo>
                    <a:pt x="64184" y="12846"/>
                  </a:lnTo>
                  <a:lnTo>
                    <a:pt x="67777" y="12487"/>
                  </a:lnTo>
                  <a:lnTo>
                    <a:pt x="71101" y="12083"/>
                  </a:lnTo>
                  <a:lnTo>
                    <a:pt x="74200" y="11589"/>
                  </a:lnTo>
                  <a:lnTo>
                    <a:pt x="76985" y="11095"/>
                  </a:lnTo>
                  <a:lnTo>
                    <a:pt x="78287" y="10825"/>
                  </a:lnTo>
                  <a:lnTo>
                    <a:pt x="79500" y="10511"/>
                  </a:lnTo>
                  <a:lnTo>
                    <a:pt x="80623" y="10241"/>
                  </a:lnTo>
                  <a:lnTo>
                    <a:pt x="81656" y="9927"/>
                  </a:lnTo>
                  <a:lnTo>
                    <a:pt x="82644" y="9612"/>
                  </a:lnTo>
                  <a:lnTo>
                    <a:pt x="83497" y="9298"/>
                  </a:lnTo>
                  <a:lnTo>
                    <a:pt x="84261" y="8939"/>
                  </a:lnTo>
                  <a:lnTo>
                    <a:pt x="84935" y="8624"/>
                  </a:lnTo>
                  <a:lnTo>
                    <a:pt x="85563" y="8265"/>
                  </a:lnTo>
                  <a:lnTo>
                    <a:pt x="86013" y="7906"/>
                  </a:lnTo>
                  <a:lnTo>
                    <a:pt x="86417" y="7546"/>
                  </a:lnTo>
                  <a:lnTo>
                    <a:pt x="86686" y="7187"/>
                  </a:lnTo>
                  <a:lnTo>
                    <a:pt x="86866" y="6828"/>
                  </a:lnTo>
                  <a:lnTo>
                    <a:pt x="86911" y="6603"/>
                  </a:lnTo>
                  <a:lnTo>
                    <a:pt x="86911" y="6423"/>
                  </a:lnTo>
                  <a:lnTo>
                    <a:pt x="86911" y="6423"/>
                  </a:lnTo>
                  <a:lnTo>
                    <a:pt x="86866" y="6154"/>
                  </a:lnTo>
                  <a:lnTo>
                    <a:pt x="86821" y="5929"/>
                  </a:lnTo>
                  <a:lnTo>
                    <a:pt x="86686" y="5660"/>
                  </a:lnTo>
                  <a:lnTo>
                    <a:pt x="86507" y="5390"/>
                  </a:lnTo>
                  <a:lnTo>
                    <a:pt x="86237" y="5166"/>
                  </a:lnTo>
                  <a:lnTo>
                    <a:pt x="85968" y="4896"/>
                  </a:lnTo>
                  <a:lnTo>
                    <a:pt x="85653" y="4672"/>
                  </a:lnTo>
                  <a:lnTo>
                    <a:pt x="85249" y="4447"/>
                  </a:lnTo>
                  <a:lnTo>
                    <a:pt x="84396" y="3953"/>
                  </a:lnTo>
                  <a:lnTo>
                    <a:pt x="83318" y="3504"/>
                  </a:lnTo>
                  <a:lnTo>
                    <a:pt x="82060" y="3055"/>
                  </a:lnTo>
                  <a:lnTo>
                    <a:pt x="80668" y="2651"/>
                  </a:lnTo>
                  <a:lnTo>
                    <a:pt x="79096" y="2246"/>
                  </a:lnTo>
                  <a:lnTo>
                    <a:pt x="77389" y="1842"/>
                  </a:lnTo>
                  <a:lnTo>
                    <a:pt x="75502" y="1483"/>
                  </a:lnTo>
                  <a:lnTo>
                    <a:pt x="73526" y="1124"/>
                  </a:lnTo>
                  <a:lnTo>
                    <a:pt x="71370" y="809"/>
                  </a:lnTo>
                  <a:lnTo>
                    <a:pt x="69125" y="540"/>
                  </a:lnTo>
                  <a:lnTo>
                    <a:pt x="66789" y="270"/>
                  </a:lnTo>
                  <a:lnTo>
                    <a:pt x="6431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3"/>
            <p:cNvSpPr/>
            <p:nvPr/>
          </p:nvSpPr>
          <p:spPr>
            <a:xfrm>
              <a:off x="5547075" y="1761550"/>
              <a:ext cx="1393525" cy="344750"/>
            </a:xfrm>
            <a:custGeom>
              <a:rect b="b" l="l" r="r" t="t"/>
              <a:pathLst>
                <a:path extrusionOk="0" h="13790" w="55741">
                  <a:moveTo>
                    <a:pt x="29914" y="1348"/>
                  </a:moveTo>
                  <a:lnTo>
                    <a:pt x="31935" y="1438"/>
                  </a:lnTo>
                  <a:lnTo>
                    <a:pt x="33957" y="1528"/>
                  </a:lnTo>
                  <a:lnTo>
                    <a:pt x="35933" y="1663"/>
                  </a:lnTo>
                  <a:lnTo>
                    <a:pt x="37864" y="1842"/>
                  </a:lnTo>
                  <a:lnTo>
                    <a:pt x="39751" y="2067"/>
                  </a:lnTo>
                  <a:lnTo>
                    <a:pt x="41502" y="2292"/>
                  </a:lnTo>
                  <a:lnTo>
                    <a:pt x="43209" y="2561"/>
                  </a:lnTo>
                  <a:lnTo>
                    <a:pt x="44781" y="2875"/>
                  </a:lnTo>
                  <a:lnTo>
                    <a:pt x="46263" y="3235"/>
                  </a:lnTo>
                  <a:lnTo>
                    <a:pt x="47566" y="3639"/>
                  </a:lnTo>
                  <a:lnTo>
                    <a:pt x="48734" y="4043"/>
                  </a:lnTo>
                  <a:lnTo>
                    <a:pt x="49722" y="4492"/>
                  </a:lnTo>
                  <a:lnTo>
                    <a:pt x="50171" y="4717"/>
                  </a:lnTo>
                  <a:lnTo>
                    <a:pt x="50530" y="4942"/>
                  </a:lnTo>
                  <a:lnTo>
                    <a:pt x="50890" y="5211"/>
                  </a:lnTo>
                  <a:lnTo>
                    <a:pt x="51159" y="5481"/>
                  </a:lnTo>
                  <a:lnTo>
                    <a:pt x="51384" y="5750"/>
                  </a:lnTo>
                  <a:lnTo>
                    <a:pt x="51563" y="6019"/>
                  </a:lnTo>
                  <a:lnTo>
                    <a:pt x="51698" y="6379"/>
                  </a:lnTo>
                  <a:lnTo>
                    <a:pt x="51788" y="6738"/>
                  </a:lnTo>
                  <a:lnTo>
                    <a:pt x="51743" y="7097"/>
                  </a:lnTo>
                  <a:lnTo>
                    <a:pt x="51608" y="7412"/>
                  </a:lnTo>
                  <a:lnTo>
                    <a:pt x="51384" y="7771"/>
                  </a:lnTo>
                  <a:lnTo>
                    <a:pt x="51069" y="8086"/>
                  </a:lnTo>
                  <a:lnTo>
                    <a:pt x="50710" y="8400"/>
                  </a:lnTo>
                  <a:lnTo>
                    <a:pt x="50216" y="8669"/>
                  </a:lnTo>
                  <a:lnTo>
                    <a:pt x="49722" y="8984"/>
                  </a:lnTo>
                  <a:lnTo>
                    <a:pt x="49093" y="9253"/>
                  </a:lnTo>
                  <a:lnTo>
                    <a:pt x="48464" y="9523"/>
                  </a:lnTo>
                  <a:lnTo>
                    <a:pt x="47745" y="9792"/>
                  </a:lnTo>
                  <a:lnTo>
                    <a:pt x="46937" y="10017"/>
                  </a:lnTo>
                  <a:lnTo>
                    <a:pt x="46129" y="10242"/>
                  </a:lnTo>
                  <a:lnTo>
                    <a:pt x="44287" y="10646"/>
                  </a:lnTo>
                  <a:lnTo>
                    <a:pt x="42311" y="11050"/>
                  </a:lnTo>
                  <a:lnTo>
                    <a:pt x="40694" y="11275"/>
                  </a:lnTo>
                  <a:lnTo>
                    <a:pt x="38987" y="11499"/>
                  </a:lnTo>
                  <a:lnTo>
                    <a:pt x="37235" y="11679"/>
                  </a:lnTo>
                  <a:lnTo>
                    <a:pt x="35394" y="11814"/>
                  </a:lnTo>
                  <a:lnTo>
                    <a:pt x="33552" y="11948"/>
                  </a:lnTo>
                  <a:lnTo>
                    <a:pt x="31666" y="12038"/>
                  </a:lnTo>
                  <a:lnTo>
                    <a:pt x="29779" y="12083"/>
                  </a:lnTo>
                  <a:lnTo>
                    <a:pt x="25917" y="12083"/>
                  </a:lnTo>
                  <a:lnTo>
                    <a:pt x="23985" y="12038"/>
                  </a:lnTo>
                  <a:lnTo>
                    <a:pt x="22099" y="11948"/>
                  </a:lnTo>
                  <a:lnTo>
                    <a:pt x="20213" y="11814"/>
                  </a:lnTo>
                  <a:lnTo>
                    <a:pt x="18371" y="11679"/>
                  </a:lnTo>
                  <a:lnTo>
                    <a:pt x="16574" y="11454"/>
                  </a:lnTo>
                  <a:lnTo>
                    <a:pt x="14868" y="11230"/>
                  </a:lnTo>
                  <a:lnTo>
                    <a:pt x="13206" y="11005"/>
                  </a:lnTo>
                  <a:lnTo>
                    <a:pt x="13161" y="10960"/>
                  </a:lnTo>
                  <a:lnTo>
                    <a:pt x="11903" y="10736"/>
                  </a:lnTo>
                  <a:lnTo>
                    <a:pt x="10690" y="10511"/>
                  </a:lnTo>
                  <a:lnTo>
                    <a:pt x="9568" y="10242"/>
                  </a:lnTo>
                  <a:lnTo>
                    <a:pt x="8535" y="9927"/>
                  </a:lnTo>
                  <a:lnTo>
                    <a:pt x="8535" y="9927"/>
                  </a:lnTo>
                  <a:lnTo>
                    <a:pt x="8535" y="9927"/>
                  </a:lnTo>
                  <a:lnTo>
                    <a:pt x="7546" y="9613"/>
                  </a:lnTo>
                  <a:lnTo>
                    <a:pt x="6648" y="9253"/>
                  </a:lnTo>
                  <a:lnTo>
                    <a:pt x="5840" y="8894"/>
                  </a:lnTo>
                  <a:lnTo>
                    <a:pt x="5211" y="8490"/>
                  </a:lnTo>
                  <a:lnTo>
                    <a:pt x="4672" y="8086"/>
                  </a:lnTo>
                  <a:lnTo>
                    <a:pt x="4447" y="7861"/>
                  </a:lnTo>
                  <a:lnTo>
                    <a:pt x="4313" y="7636"/>
                  </a:lnTo>
                  <a:lnTo>
                    <a:pt x="4178" y="7412"/>
                  </a:lnTo>
                  <a:lnTo>
                    <a:pt x="4043" y="7187"/>
                  </a:lnTo>
                  <a:lnTo>
                    <a:pt x="3998" y="6963"/>
                  </a:lnTo>
                  <a:lnTo>
                    <a:pt x="3998" y="6738"/>
                  </a:lnTo>
                  <a:lnTo>
                    <a:pt x="3998" y="6424"/>
                  </a:lnTo>
                  <a:lnTo>
                    <a:pt x="4133" y="6109"/>
                  </a:lnTo>
                  <a:lnTo>
                    <a:pt x="4268" y="5840"/>
                  </a:lnTo>
                  <a:lnTo>
                    <a:pt x="4492" y="5525"/>
                  </a:lnTo>
                  <a:lnTo>
                    <a:pt x="4807" y="5256"/>
                  </a:lnTo>
                  <a:lnTo>
                    <a:pt x="5121" y="5031"/>
                  </a:lnTo>
                  <a:lnTo>
                    <a:pt x="5525" y="4762"/>
                  </a:lnTo>
                  <a:lnTo>
                    <a:pt x="5974" y="4492"/>
                  </a:lnTo>
                  <a:lnTo>
                    <a:pt x="6468" y="4268"/>
                  </a:lnTo>
                  <a:lnTo>
                    <a:pt x="7591" y="3819"/>
                  </a:lnTo>
                  <a:lnTo>
                    <a:pt x="8894" y="3414"/>
                  </a:lnTo>
                  <a:lnTo>
                    <a:pt x="10376" y="3010"/>
                  </a:lnTo>
                  <a:lnTo>
                    <a:pt x="11948" y="2696"/>
                  </a:lnTo>
                  <a:lnTo>
                    <a:pt x="13700" y="2381"/>
                  </a:lnTo>
                  <a:lnTo>
                    <a:pt x="15541" y="2112"/>
                  </a:lnTo>
                  <a:lnTo>
                    <a:pt x="17473" y="1887"/>
                  </a:lnTo>
                  <a:lnTo>
                    <a:pt x="19449" y="1708"/>
                  </a:lnTo>
                  <a:lnTo>
                    <a:pt x="21515" y="1528"/>
                  </a:lnTo>
                  <a:lnTo>
                    <a:pt x="23626" y="1438"/>
                  </a:lnTo>
                  <a:lnTo>
                    <a:pt x="25737" y="1348"/>
                  </a:lnTo>
                  <a:close/>
                  <a:moveTo>
                    <a:pt x="25782" y="1"/>
                  </a:moveTo>
                  <a:lnTo>
                    <a:pt x="23806" y="46"/>
                  </a:lnTo>
                  <a:lnTo>
                    <a:pt x="21874" y="136"/>
                  </a:lnTo>
                  <a:lnTo>
                    <a:pt x="19988" y="270"/>
                  </a:lnTo>
                  <a:lnTo>
                    <a:pt x="18191" y="405"/>
                  </a:lnTo>
                  <a:lnTo>
                    <a:pt x="16485" y="585"/>
                  </a:lnTo>
                  <a:lnTo>
                    <a:pt x="14823" y="764"/>
                  </a:lnTo>
                  <a:lnTo>
                    <a:pt x="13251" y="989"/>
                  </a:lnTo>
                  <a:lnTo>
                    <a:pt x="11768" y="1258"/>
                  </a:lnTo>
                  <a:lnTo>
                    <a:pt x="10376" y="1528"/>
                  </a:lnTo>
                  <a:lnTo>
                    <a:pt x="9029" y="1797"/>
                  </a:lnTo>
                  <a:lnTo>
                    <a:pt x="7771" y="2112"/>
                  </a:lnTo>
                  <a:lnTo>
                    <a:pt x="6648" y="2426"/>
                  </a:lnTo>
                  <a:lnTo>
                    <a:pt x="5570" y="2786"/>
                  </a:lnTo>
                  <a:lnTo>
                    <a:pt x="4582" y="3145"/>
                  </a:lnTo>
                  <a:lnTo>
                    <a:pt x="3684" y="3504"/>
                  </a:lnTo>
                  <a:lnTo>
                    <a:pt x="2830" y="3908"/>
                  </a:lnTo>
                  <a:lnTo>
                    <a:pt x="2112" y="4313"/>
                  </a:lnTo>
                  <a:lnTo>
                    <a:pt x="1483" y="4717"/>
                  </a:lnTo>
                  <a:lnTo>
                    <a:pt x="944" y="5166"/>
                  </a:lnTo>
                  <a:lnTo>
                    <a:pt x="540" y="5570"/>
                  </a:lnTo>
                  <a:lnTo>
                    <a:pt x="225" y="6019"/>
                  </a:lnTo>
                  <a:lnTo>
                    <a:pt x="135" y="6244"/>
                  </a:lnTo>
                  <a:lnTo>
                    <a:pt x="46" y="6469"/>
                  </a:lnTo>
                  <a:lnTo>
                    <a:pt x="1" y="6693"/>
                  </a:lnTo>
                  <a:lnTo>
                    <a:pt x="1" y="6873"/>
                  </a:lnTo>
                  <a:lnTo>
                    <a:pt x="46" y="7277"/>
                  </a:lnTo>
                  <a:lnTo>
                    <a:pt x="180" y="7636"/>
                  </a:lnTo>
                  <a:lnTo>
                    <a:pt x="405" y="7996"/>
                  </a:lnTo>
                  <a:lnTo>
                    <a:pt x="719" y="8400"/>
                  </a:lnTo>
                  <a:lnTo>
                    <a:pt x="1079" y="8759"/>
                  </a:lnTo>
                  <a:lnTo>
                    <a:pt x="1573" y="9119"/>
                  </a:lnTo>
                  <a:lnTo>
                    <a:pt x="2112" y="9478"/>
                  </a:lnTo>
                  <a:lnTo>
                    <a:pt x="2741" y="9837"/>
                  </a:lnTo>
                  <a:lnTo>
                    <a:pt x="3459" y="10197"/>
                  </a:lnTo>
                  <a:lnTo>
                    <a:pt x="4268" y="10511"/>
                  </a:lnTo>
                  <a:lnTo>
                    <a:pt x="5121" y="10825"/>
                  </a:lnTo>
                  <a:lnTo>
                    <a:pt x="6064" y="11185"/>
                  </a:lnTo>
                  <a:lnTo>
                    <a:pt x="7052" y="11454"/>
                  </a:lnTo>
                  <a:lnTo>
                    <a:pt x="8175" y="11769"/>
                  </a:lnTo>
                  <a:lnTo>
                    <a:pt x="9298" y="12038"/>
                  </a:lnTo>
                  <a:lnTo>
                    <a:pt x="10556" y="12308"/>
                  </a:lnTo>
                  <a:lnTo>
                    <a:pt x="12307" y="12622"/>
                  </a:lnTo>
                  <a:lnTo>
                    <a:pt x="14194" y="12936"/>
                  </a:lnTo>
                  <a:lnTo>
                    <a:pt x="16215" y="13161"/>
                  </a:lnTo>
                  <a:lnTo>
                    <a:pt x="18326" y="13386"/>
                  </a:lnTo>
                  <a:lnTo>
                    <a:pt x="20527" y="13565"/>
                  </a:lnTo>
                  <a:lnTo>
                    <a:pt x="22862" y="13700"/>
                  </a:lnTo>
                  <a:lnTo>
                    <a:pt x="25333" y="13745"/>
                  </a:lnTo>
                  <a:lnTo>
                    <a:pt x="27893" y="13790"/>
                  </a:lnTo>
                  <a:lnTo>
                    <a:pt x="30363" y="13745"/>
                  </a:lnTo>
                  <a:lnTo>
                    <a:pt x="32789" y="13700"/>
                  </a:lnTo>
                  <a:lnTo>
                    <a:pt x="35079" y="13565"/>
                  </a:lnTo>
                  <a:lnTo>
                    <a:pt x="37280" y="13386"/>
                  </a:lnTo>
                  <a:lnTo>
                    <a:pt x="39391" y="13206"/>
                  </a:lnTo>
                  <a:lnTo>
                    <a:pt x="41368" y="12936"/>
                  </a:lnTo>
                  <a:lnTo>
                    <a:pt x="43209" y="12667"/>
                  </a:lnTo>
                  <a:lnTo>
                    <a:pt x="44961" y="12353"/>
                  </a:lnTo>
                  <a:lnTo>
                    <a:pt x="46218" y="12083"/>
                  </a:lnTo>
                  <a:lnTo>
                    <a:pt x="47386" y="11814"/>
                  </a:lnTo>
                  <a:lnTo>
                    <a:pt x="48509" y="11499"/>
                  </a:lnTo>
                  <a:lnTo>
                    <a:pt x="49542" y="11230"/>
                  </a:lnTo>
                  <a:lnTo>
                    <a:pt x="50530" y="10870"/>
                  </a:lnTo>
                  <a:lnTo>
                    <a:pt x="51384" y="10556"/>
                  </a:lnTo>
                  <a:lnTo>
                    <a:pt x="52192" y="10197"/>
                  </a:lnTo>
                  <a:lnTo>
                    <a:pt x="52956" y="9882"/>
                  </a:lnTo>
                  <a:lnTo>
                    <a:pt x="53584" y="9523"/>
                  </a:lnTo>
                  <a:lnTo>
                    <a:pt x="54123" y="9164"/>
                  </a:lnTo>
                  <a:lnTo>
                    <a:pt x="54617" y="8759"/>
                  </a:lnTo>
                  <a:lnTo>
                    <a:pt x="55022" y="8400"/>
                  </a:lnTo>
                  <a:lnTo>
                    <a:pt x="55336" y="8041"/>
                  </a:lnTo>
                  <a:lnTo>
                    <a:pt x="55561" y="7636"/>
                  </a:lnTo>
                  <a:lnTo>
                    <a:pt x="55695" y="7277"/>
                  </a:lnTo>
                  <a:lnTo>
                    <a:pt x="55740" y="6873"/>
                  </a:lnTo>
                  <a:lnTo>
                    <a:pt x="55740" y="6648"/>
                  </a:lnTo>
                  <a:lnTo>
                    <a:pt x="55695" y="6424"/>
                  </a:lnTo>
                  <a:lnTo>
                    <a:pt x="55606" y="6199"/>
                  </a:lnTo>
                  <a:lnTo>
                    <a:pt x="55471" y="5975"/>
                  </a:lnTo>
                  <a:lnTo>
                    <a:pt x="55156" y="5525"/>
                  </a:lnTo>
                  <a:lnTo>
                    <a:pt x="54707" y="5076"/>
                  </a:lnTo>
                  <a:lnTo>
                    <a:pt x="54123" y="4627"/>
                  </a:lnTo>
                  <a:lnTo>
                    <a:pt x="53450" y="4178"/>
                  </a:lnTo>
                  <a:lnTo>
                    <a:pt x="52641" y="3774"/>
                  </a:lnTo>
                  <a:lnTo>
                    <a:pt x="51698" y="3325"/>
                  </a:lnTo>
                  <a:lnTo>
                    <a:pt x="50800" y="3010"/>
                  </a:lnTo>
                  <a:lnTo>
                    <a:pt x="49812" y="2651"/>
                  </a:lnTo>
                  <a:lnTo>
                    <a:pt x="48734" y="2336"/>
                  </a:lnTo>
                  <a:lnTo>
                    <a:pt x="47566" y="2022"/>
                  </a:lnTo>
                  <a:lnTo>
                    <a:pt x="46353" y="1708"/>
                  </a:lnTo>
                  <a:lnTo>
                    <a:pt x="45051" y="1438"/>
                  </a:lnTo>
                  <a:lnTo>
                    <a:pt x="43658" y="1169"/>
                  </a:lnTo>
                  <a:lnTo>
                    <a:pt x="42176" y="944"/>
                  </a:lnTo>
                  <a:lnTo>
                    <a:pt x="40649" y="720"/>
                  </a:lnTo>
                  <a:lnTo>
                    <a:pt x="39032" y="540"/>
                  </a:lnTo>
                  <a:lnTo>
                    <a:pt x="37325" y="360"/>
                  </a:lnTo>
                  <a:lnTo>
                    <a:pt x="35573" y="225"/>
                  </a:lnTo>
                  <a:lnTo>
                    <a:pt x="33732" y="136"/>
                  </a:lnTo>
                  <a:lnTo>
                    <a:pt x="31846" y="46"/>
                  </a:lnTo>
                  <a:lnTo>
                    <a:pt x="29914" y="1"/>
                  </a:lnTo>
                  <a:close/>
                </a:path>
              </a:pathLst>
            </a:custGeom>
            <a:solidFill>
              <a:srgbClr val="BB4A21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3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3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3"/>
            <p:cNvSpPr/>
            <p:nvPr/>
          </p:nvSpPr>
          <p:spPr>
            <a:xfrm>
              <a:off x="5547075" y="1761550"/>
              <a:ext cx="1393525" cy="344750"/>
            </a:xfrm>
            <a:custGeom>
              <a:rect b="b" l="l" r="r" t="t"/>
              <a:pathLst>
                <a:path extrusionOk="0" fill="none" h="13790" w="55741">
                  <a:moveTo>
                    <a:pt x="51698" y="3325"/>
                  </a:moveTo>
                  <a:lnTo>
                    <a:pt x="51698" y="3325"/>
                  </a:lnTo>
                  <a:lnTo>
                    <a:pt x="50800" y="3010"/>
                  </a:lnTo>
                  <a:lnTo>
                    <a:pt x="49812" y="2651"/>
                  </a:lnTo>
                  <a:lnTo>
                    <a:pt x="48734" y="2336"/>
                  </a:lnTo>
                  <a:lnTo>
                    <a:pt x="47566" y="2022"/>
                  </a:lnTo>
                  <a:lnTo>
                    <a:pt x="46353" y="1708"/>
                  </a:lnTo>
                  <a:lnTo>
                    <a:pt x="45051" y="1438"/>
                  </a:lnTo>
                  <a:lnTo>
                    <a:pt x="43658" y="1169"/>
                  </a:lnTo>
                  <a:lnTo>
                    <a:pt x="42176" y="944"/>
                  </a:lnTo>
                  <a:lnTo>
                    <a:pt x="40649" y="720"/>
                  </a:lnTo>
                  <a:lnTo>
                    <a:pt x="39032" y="540"/>
                  </a:lnTo>
                  <a:lnTo>
                    <a:pt x="37325" y="360"/>
                  </a:lnTo>
                  <a:lnTo>
                    <a:pt x="35573" y="225"/>
                  </a:lnTo>
                  <a:lnTo>
                    <a:pt x="33732" y="136"/>
                  </a:lnTo>
                  <a:lnTo>
                    <a:pt x="31846" y="46"/>
                  </a:lnTo>
                  <a:lnTo>
                    <a:pt x="29914" y="1"/>
                  </a:lnTo>
                  <a:lnTo>
                    <a:pt x="27893" y="1"/>
                  </a:lnTo>
                  <a:lnTo>
                    <a:pt x="27893" y="1"/>
                  </a:lnTo>
                  <a:lnTo>
                    <a:pt x="25782" y="1"/>
                  </a:lnTo>
                  <a:lnTo>
                    <a:pt x="23806" y="46"/>
                  </a:lnTo>
                  <a:lnTo>
                    <a:pt x="21874" y="136"/>
                  </a:lnTo>
                  <a:lnTo>
                    <a:pt x="19988" y="270"/>
                  </a:lnTo>
                  <a:lnTo>
                    <a:pt x="18191" y="405"/>
                  </a:lnTo>
                  <a:lnTo>
                    <a:pt x="16485" y="585"/>
                  </a:lnTo>
                  <a:lnTo>
                    <a:pt x="14823" y="764"/>
                  </a:lnTo>
                  <a:lnTo>
                    <a:pt x="13251" y="989"/>
                  </a:lnTo>
                  <a:lnTo>
                    <a:pt x="11768" y="1258"/>
                  </a:lnTo>
                  <a:lnTo>
                    <a:pt x="10376" y="1528"/>
                  </a:lnTo>
                  <a:lnTo>
                    <a:pt x="9029" y="1797"/>
                  </a:lnTo>
                  <a:lnTo>
                    <a:pt x="7771" y="2112"/>
                  </a:lnTo>
                  <a:lnTo>
                    <a:pt x="6648" y="2426"/>
                  </a:lnTo>
                  <a:lnTo>
                    <a:pt x="5570" y="2786"/>
                  </a:lnTo>
                  <a:lnTo>
                    <a:pt x="4582" y="3145"/>
                  </a:lnTo>
                  <a:lnTo>
                    <a:pt x="3684" y="3504"/>
                  </a:lnTo>
                  <a:lnTo>
                    <a:pt x="3684" y="3504"/>
                  </a:lnTo>
                  <a:lnTo>
                    <a:pt x="2830" y="3908"/>
                  </a:lnTo>
                  <a:lnTo>
                    <a:pt x="2112" y="4313"/>
                  </a:lnTo>
                  <a:lnTo>
                    <a:pt x="1483" y="4717"/>
                  </a:lnTo>
                  <a:lnTo>
                    <a:pt x="944" y="5166"/>
                  </a:lnTo>
                  <a:lnTo>
                    <a:pt x="540" y="5570"/>
                  </a:lnTo>
                  <a:lnTo>
                    <a:pt x="225" y="6019"/>
                  </a:lnTo>
                  <a:lnTo>
                    <a:pt x="135" y="6244"/>
                  </a:lnTo>
                  <a:lnTo>
                    <a:pt x="46" y="6469"/>
                  </a:lnTo>
                  <a:lnTo>
                    <a:pt x="1" y="6693"/>
                  </a:lnTo>
                  <a:lnTo>
                    <a:pt x="1" y="6873"/>
                  </a:lnTo>
                  <a:lnTo>
                    <a:pt x="1" y="6873"/>
                  </a:lnTo>
                  <a:lnTo>
                    <a:pt x="46" y="7277"/>
                  </a:lnTo>
                  <a:lnTo>
                    <a:pt x="180" y="7636"/>
                  </a:lnTo>
                  <a:lnTo>
                    <a:pt x="405" y="7996"/>
                  </a:lnTo>
                  <a:lnTo>
                    <a:pt x="719" y="8400"/>
                  </a:lnTo>
                  <a:lnTo>
                    <a:pt x="1079" y="8759"/>
                  </a:lnTo>
                  <a:lnTo>
                    <a:pt x="1573" y="9119"/>
                  </a:lnTo>
                  <a:lnTo>
                    <a:pt x="2112" y="9478"/>
                  </a:lnTo>
                  <a:lnTo>
                    <a:pt x="2741" y="9837"/>
                  </a:lnTo>
                  <a:lnTo>
                    <a:pt x="3459" y="10197"/>
                  </a:lnTo>
                  <a:lnTo>
                    <a:pt x="4268" y="10511"/>
                  </a:lnTo>
                  <a:lnTo>
                    <a:pt x="5121" y="10825"/>
                  </a:lnTo>
                  <a:lnTo>
                    <a:pt x="6064" y="11185"/>
                  </a:lnTo>
                  <a:lnTo>
                    <a:pt x="7052" y="11454"/>
                  </a:lnTo>
                  <a:lnTo>
                    <a:pt x="8175" y="11769"/>
                  </a:lnTo>
                  <a:lnTo>
                    <a:pt x="9298" y="12038"/>
                  </a:lnTo>
                  <a:lnTo>
                    <a:pt x="10556" y="12308"/>
                  </a:lnTo>
                  <a:lnTo>
                    <a:pt x="10556" y="12308"/>
                  </a:lnTo>
                  <a:lnTo>
                    <a:pt x="12307" y="12622"/>
                  </a:lnTo>
                  <a:lnTo>
                    <a:pt x="14194" y="12936"/>
                  </a:lnTo>
                  <a:lnTo>
                    <a:pt x="16215" y="13161"/>
                  </a:lnTo>
                  <a:lnTo>
                    <a:pt x="18326" y="13386"/>
                  </a:lnTo>
                  <a:lnTo>
                    <a:pt x="20527" y="13565"/>
                  </a:lnTo>
                  <a:lnTo>
                    <a:pt x="22862" y="13700"/>
                  </a:lnTo>
                  <a:lnTo>
                    <a:pt x="25333" y="13745"/>
                  </a:lnTo>
                  <a:lnTo>
                    <a:pt x="27893" y="13790"/>
                  </a:lnTo>
                  <a:lnTo>
                    <a:pt x="27893" y="13790"/>
                  </a:lnTo>
                  <a:lnTo>
                    <a:pt x="30363" y="13745"/>
                  </a:lnTo>
                  <a:lnTo>
                    <a:pt x="32789" y="13700"/>
                  </a:lnTo>
                  <a:lnTo>
                    <a:pt x="35079" y="13565"/>
                  </a:lnTo>
                  <a:lnTo>
                    <a:pt x="37280" y="13386"/>
                  </a:lnTo>
                  <a:lnTo>
                    <a:pt x="39391" y="13206"/>
                  </a:lnTo>
                  <a:lnTo>
                    <a:pt x="41368" y="12936"/>
                  </a:lnTo>
                  <a:lnTo>
                    <a:pt x="43209" y="12667"/>
                  </a:lnTo>
                  <a:lnTo>
                    <a:pt x="44961" y="12353"/>
                  </a:lnTo>
                  <a:lnTo>
                    <a:pt x="44961" y="12353"/>
                  </a:lnTo>
                  <a:lnTo>
                    <a:pt x="46218" y="12083"/>
                  </a:lnTo>
                  <a:lnTo>
                    <a:pt x="47386" y="11814"/>
                  </a:lnTo>
                  <a:lnTo>
                    <a:pt x="48509" y="11499"/>
                  </a:lnTo>
                  <a:lnTo>
                    <a:pt x="49542" y="11230"/>
                  </a:lnTo>
                  <a:lnTo>
                    <a:pt x="50530" y="10870"/>
                  </a:lnTo>
                  <a:lnTo>
                    <a:pt x="51384" y="10556"/>
                  </a:lnTo>
                  <a:lnTo>
                    <a:pt x="52192" y="10197"/>
                  </a:lnTo>
                  <a:lnTo>
                    <a:pt x="52956" y="9882"/>
                  </a:lnTo>
                  <a:lnTo>
                    <a:pt x="53584" y="9523"/>
                  </a:lnTo>
                  <a:lnTo>
                    <a:pt x="54123" y="9164"/>
                  </a:lnTo>
                  <a:lnTo>
                    <a:pt x="54617" y="8759"/>
                  </a:lnTo>
                  <a:lnTo>
                    <a:pt x="55022" y="8400"/>
                  </a:lnTo>
                  <a:lnTo>
                    <a:pt x="55336" y="8041"/>
                  </a:lnTo>
                  <a:lnTo>
                    <a:pt x="55561" y="7636"/>
                  </a:lnTo>
                  <a:lnTo>
                    <a:pt x="55695" y="7277"/>
                  </a:lnTo>
                  <a:lnTo>
                    <a:pt x="55740" y="6873"/>
                  </a:lnTo>
                  <a:lnTo>
                    <a:pt x="55740" y="6873"/>
                  </a:lnTo>
                  <a:lnTo>
                    <a:pt x="55740" y="6648"/>
                  </a:lnTo>
                  <a:lnTo>
                    <a:pt x="55695" y="6424"/>
                  </a:lnTo>
                  <a:lnTo>
                    <a:pt x="55606" y="6199"/>
                  </a:lnTo>
                  <a:lnTo>
                    <a:pt x="55471" y="5975"/>
                  </a:lnTo>
                  <a:lnTo>
                    <a:pt x="55156" y="5525"/>
                  </a:lnTo>
                  <a:lnTo>
                    <a:pt x="54707" y="5076"/>
                  </a:lnTo>
                  <a:lnTo>
                    <a:pt x="54123" y="4627"/>
                  </a:lnTo>
                  <a:lnTo>
                    <a:pt x="53450" y="4178"/>
                  </a:lnTo>
                  <a:lnTo>
                    <a:pt x="52641" y="3774"/>
                  </a:lnTo>
                  <a:lnTo>
                    <a:pt x="51698" y="332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3"/>
            <p:cNvSpPr/>
            <p:nvPr/>
          </p:nvSpPr>
          <p:spPr>
            <a:xfrm>
              <a:off x="5647025" y="1795250"/>
              <a:ext cx="1194750" cy="268400"/>
            </a:xfrm>
            <a:custGeom>
              <a:rect b="b" l="l" r="r" t="t"/>
              <a:pathLst>
                <a:path extrusionOk="0" fill="none" h="10736" w="47790">
                  <a:moveTo>
                    <a:pt x="38313" y="9702"/>
                  </a:moveTo>
                  <a:lnTo>
                    <a:pt x="38313" y="9702"/>
                  </a:lnTo>
                  <a:lnTo>
                    <a:pt x="36696" y="9927"/>
                  </a:lnTo>
                  <a:lnTo>
                    <a:pt x="34989" y="10151"/>
                  </a:lnTo>
                  <a:lnTo>
                    <a:pt x="33237" y="10331"/>
                  </a:lnTo>
                  <a:lnTo>
                    <a:pt x="31396" y="10466"/>
                  </a:lnTo>
                  <a:lnTo>
                    <a:pt x="29554" y="10600"/>
                  </a:lnTo>
                  <a:lnTo>
                    <a:pt x="27668" y="10690"/>
                  </a:lnTo>
                  <a:lnTo>
                    <a:pt x="25781" y="10735"/>
                  </a:lnTo>
                  <a:lnTo>
                    <a:pt x="23895" y="10735"/>
                  </a:lnTo>
                  <a:lnTo>
                    <a:pt x="23895" y="10735"/>
                  </a:lnTo>
                  <a:lnTo>
                    <a:pt x="21919" y="10735"/>
                  </a:lnTo>
                  <a:lnTo>
                    <a:pt x="19987" y="10690"/>
                  </a:lnTo>
                  <a:lnTo>
                    <a:pt x="18101" y="10600"/>
                  </a:lnTo>
                  <a:lnTo>
                    <a:pt x="16215" y="10466"/>
                  </a:lnTo>
                  <a:lnTo>
                    <a:pt x="14373" y="10331"/>
                  </a:lnTo>
                  <a:lnTo>
                    <a:pt x="12576" y="10106"/>
                  </a:lnTo>
                  <a:lnTo>
                    <a:pt x="10870" y="9882"/>
                  </a:lnTo>
                  <a:lnTo>
                    <a:pt x="9208" y="9657"/>
                  </a:lnTo>
                  <a:lnTo>
                    <a:pt x="9208" y="9657"/>
                  </a:lnTo>
                  <a:lnTo>
                    <a:pt x="9163" y="9612"/>
                  </a:lnTo>
                  <a:lnTo>
                    <a:pt x="9163" y="9612"/>
                  </a:lnTo>
                  <a:lnTo>
                    <a:pt x="7905" y="9388"/>
                  </a:lnTo>
                  <a:lnTo>
                    <a:pt x="6692" y="9163"/>
                  </a:lnTo>
                  <a:lnTo>
                    <a:pt x="5570" y="8894"/>
                  </a:lnTo>
                  <a:lnTo>
                    <a:pt x="4537" y="8579"/>
                  </a:lnTo>
                  <a:lnTo>
                    <a:pt x="4537" y="8579"/>
                  </a:lnTo>
                  <a:lnTo>
                    <a:pt x="3548" y="8265"/>
                  </a:lnTo>
                  <a:lnTo>
                    <a:pt x="2650" y="7905"/>
                  </a:lnTo>
                  <a:lnTo>
                    <a:pt x="1842" y="7546"/>
                  </a:lnTo>
                  <a:lnTo>
                    <a:pt x="1213" y="7142"/>
                  </a:lnTo>
                  <a:lnTo>
                    <a:pt x="674" y="6738"/>
                  </a:lnTo>
                  <a:lnTo>
                    <a:pt x="449" y="6513"/>
                  </a:lnTo>
                  <a:lnTo>
                    <a:pt x="315" y="6288"/>
                  </a:lnTo>
                  <a:lnTo>
                    <a:pt x="180" y="6064"/>
                  </a:lnTo>
                  <a:lnTo>
                    <a:pt x="45" y="5839"/>
                  </a:lnTo>
                  <a:lnTo>
                    <a:pt x="0" y="5615"/>
                  </a:lnTo>
                  <a:lnTo>
                    <a:pt x="0" y="5390"/>
                  </a:lnTo>
                  <a:lnTo>
                    <a:pt x="0" y="5390"/>
                  </a:lnTo>
                  <a:lnTo>
                    <a:pt x="0" y="5076"/>
                  </a:lnTo>
                  <a:lnTo>
                    <a:pt x="0" y="5076"/>
                  </a:lnTo>
                  <a:lnTo>
                    <a:pt x="135" y="4761"/>
                  </a:lnTo>
                  <a:lnTo>
                    <a:pt x="270" y="4492"/>
                  </a:lnTo>
                  <a:lnTo>
                    <a:pt x="494" y="4177"/>
                  </a:lnTo>
                  <a:lnTo>
                    <a:pt x="809" y="3908"/>
                  </a:lnTo>
                  <a:lnTo>
                    <a:pt x="1123" y="3683"/>
                  </a:lnTo>
                  <a:lnTo>
                    <a:pt x="1527" y="3414"/>
                  </a:lnTo>
                  <a:lnTo>
                    <a:pt x="1976" y="3144"/>
                  </a:lnTo>
                  <a:lnTo>
                    <a:pt x="2470" y="2920"/>
                  </a:lnTo>
                  <a:lnTo>
                    <a:pt x="3593" y="2471"/>
                  </a:lnTo>
                  <a:lnTo>
                    <a:pt x="4896" y="2066"/>
                  </a:lnTo>
                  <a:lnTo>
                    <a:pt x="6378" y="1662"/>
                  </a:lnTo>
                  <a:lnTo>
                    <a:pt x="7950" y="1348"/>
                  </a:lnTo>
                  <a:lnTo>
                    <a:pt x="9702" y="1033"/>
                  </a:lnTo>
                  <a:lnTo>
                    <a:pt x="11543" y="764"/>
                  </a:lnTo>
                  <a:lnTo>
                    <a:pt x="13475" y="539"/>
                  </a:lnTo>
                  <a:lnTo>
                    <a:pt x="15451" y="360"/>
                  </a:lnTo>
                  <a:lnTo>
                    <a:pt x="17517" y="180"/>
                  </a:lnTo>
                  <a:lnTo>
                    <a:pt x="19628" y="90"/>
                  </a:lnTo>
                  <a:lnTo>
                    <a:pt x="21739" y="0"/>
                  </a:lnTo>
                  <a:lnTo>
                    <a:pt x="23895" y="0"/>
                  </a:lnTo>
                  <a:lnTo>
                    <a:pt x="23895" y="0"/>
                  </a:lnTo>
                  <a:lnTo>
                    <a:pt x="25916" y="0"/>
                  </a:lnTo>
                  <a:lnTo>
                    <a:pt x="27937" y="90"/>
                  </a:lnTo>
                  <a:lnTo>
                    <a:pt x="29959" y="180"/>
                  </a:lnTo>
                  <a:lnTo>
                    <a:pt x="31935" y="315"/>
                  </a:lnTo>
                  <a:lnTo>
                    <a:pt x="33866" y="494"/>
                  </a:lnTo>
                  <a:lnTo>
                    <a:pt x="35753" y="719"/>
                  </a:lnTo>
                  <a:lnTo>
                    <a:pt x="37504" y="944"/>
                  </a:lnTo>
                  <a:lnTo>
                    <a:pt x="39211" y="1213"/>
                  </a:lnTo>
                  <a:lnTo>
                    <a:pt x="40783" y="1527"/>
                  </a:lnTo>
                  <a:lnTo>
                    <a:pt x="42265" y="1887"/>
                  </a:lnTo>
                  <a:lnTo>
                    <a:pt x="43568" y="2291"/>
                  </a:lnTo>
                  <a:lnTo>
                    <a:pt x="44736" y="2695"/>
                  </a:lnTo>
                  <a:lnTo>
                    <a:pt x="45724" y="3144"/>
                  </a:lnTo>
                  <a:lnTo>
                    <a:pt x="46173" y="3369"/>
                  </a:lnTo>
                  <a:lnTo>
                    <a:pt x="46532" y="3594"/>
                  </a:lnTo>
                  <a:lnTo>
                    <a:pt x="46892" y="3863"/>
                  </a:lnTo>
                  <a:lnTo>
                    <a:pt x="47161" y="4133"/>
                  </a:lnTo>
                  <a:lnTo>
                    <a:pt x="47386" y="4402"/>
                  </a:lnTo>
                  <a:lnTo>
                    <a:pt x="47565" y="4671"/>
                  </a:lnTo>
                  <a:lnTo>
                    <a:pt x="47565" y="4671"/>
                  </a:lnTo>
                  <a:lnTo>
                    <a:pt x="47700" y="5031"/>
                  </a:lnTo>
                  <a:lnTo>
                    <a:pt x="47790" y="5390"/>
                  </a:lnTo>
                  <a:lnTo>
                    <a:pt x="47790" y="5390"/>
                  </a:lnTo>
                  <a:lnTo>
                    <a:pt x="47745" y="5749"/>
                  </a:lnTo>
                  <a:lnTo>
                    <a:pt x="47610" y="6064"/>
                  </a:lnTo>
                  <a:lnTo>
                    <a:pt x="47386" y="6423"/>
                  </a:lnTo>
                  <a:lnTo>
                    <a:pt x="47071" y="6738"/>
                  </a:lnTo>
                  <a:lnTo>
                    <a:pt x="46712" y="7052"/>
                  </a:lnTo>
                  <a:lnTo>
                    <a:pt x="46218" y="7321"/>
                  </a:lnTo>
                  <a:lnTo>
                    <a:pt x="45724" y="7636"/>
                  </a:lnTo>
                  <a:lnTo>
                    <a:pt x="45095" y="7905"/>
                  </a:lnTo>
                  <a:lnTo>
                    <a:pt x="44466" y="8175"/>
                  </a:lnTo>
                  <a:lnTo>
                    <a:pt x="43747" y="8444"/>
                  </a:lnTo>
                  <a:lnTo>
                    <a:pt x="42939" y="8669"/>
                  </a:lnTo>
                  <a:lnTo>
                    <a:pt x="42131" y="8894"/>
                  </a:lnTo>
                  <a:lnTo>
                    <a:pt x="40289" y="9298"/>
                  </a:lnTo>
                  <a:lnTo>
                    <a:pt x="38313" y="970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3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3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h="4178" w="27175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1858" y="4178"/>
                  </a:lnTo>
                  <a:lnTo>
                    <a:pt x="15137" y="4178"/>
                  </a:lnTo>
                  <a:lnTo>
                    <a:pt x="16619" y="4088"/>
                  </a:lnTo>
                  <a:lnTo>
                    <a:pt x="17742" y="3998"/>
                  </a:lnTo>
                  <a:lnTo>
                    <a:pt x="18865" y="3908"/>
                  </a:lnTo>
                  <a:lnTo>
                    <a:pt x="19853" y="3774"/>
                  </a:lnTo>
                  <a:lnTo>
                    <a:pt x="20796" y="3594"/>
                  </a:lnTo>
                  <a:lnTo>
                    <a:pt x="22458" y="3279"/>
                  </a:lnTo>
                  <a:lnTo>
                    <a:pt x="23896" y="2875"/>
                  </a:lnTo>
                  <a:lnTo>
                    <a:pt x="25063" y="2516"/>
                  </a:lnTo>
                  <a:lnTo>
                    <a:pt x="25962" y="2157"/>
                  </a:lnTo>
                  <a:lnTo>
                    <a:pt x="26635" y="1842"/>
                  </a:lnTo>
                  <a:lnTo>
                    <a:pt x="27085" y="1573"/>
                  </a:lnTo>
                  <a:lnTo>
                    <a:pt x="27174" y="1528"/>
                  </a:lnTo>
                  <a:lnTo>
                    <a:pt x="27174" y="1"/>
                  </a:lnTo>
                  <a:lnTo>
                    <a:pt x="26905" y="90"/>
                  </a:lnTo>
                  <a:lnTo>
                    <a:pt x="25692" y="450"/>
                  </a:lnTo>
                  <a:lnTo>
                    <a:pt x="24435" y="764"/>
                  </a:lnTo>
                  <a:lnTo>
                    <a:pt x="23132" y="1079"/>
                  </a:lnTo>
                  <a:lnTo>
                    <a:pt x="21785" y="1303"/>
                  </a:lnTo>
                  <a:lnTo>
                    <a:pt x="20437" y="1528"/>
                  </a:lnTo>
                  <a:lnTo>
                    <a:pt x="19045" y="1707"/>
                  </a:lnTo>
                  <a:lnTo>
                    <a:pt x="17607" y="1842"/>
                  </a:lnTo>
                  <a:lnTo>
                    <a:pt x="16170" y="1932"/>
                  </a:lnTo>
                  <a:lnTo>
                    <a:pt x="14868" y="1977"/>
                  </a:lnTo>
                  <a:lnTo>
                    <a:pt x="12128" y="1977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B4A21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3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fill="none" h="4178" w="27175">
                  <a:moveTo>
                    <a:pt x="27174" y="1"/>
                  </a:moveTo>
                  <a:lnTo>
                    <a:pt x="27174" y="1528"/>
                  </a:lnTo>
                  <a:lnTo>
                    <a:pt x="27085" y="1573"/>
                  </a:lnTo>
                  <a:lnTo>
                    <a:pt x="27085" y="1573"/>
                  </a:lnTo>
                  <a:lnTo>
                    <a:pt x="26635" y="1842"/>
                  </a:lnTo>
                  <a:lnTo>
                    <a:pt x="25962" y="2157"/>
                  </a:lnTo>
                  <a:lnTo>
                    <a:pt x="25063" y="2516"/>
                  </a:lnTo>
                  <a:lnTo>
                    <a:pt x="23896" y="2875"/>
                  </a:lnTo>
                  <a:lnTo>
                    <a:pt x="22458" y="3279"/>
                  </a:lnTo>
                  <a:lnTo>
                    <a:pt x="20796" y="3594"/>
                  </a:lnTo>
                  <a:lnTo>
                    <a:pt x="19853" y="3774"/>
                  </a:lnTo>
                  <a:lnTo>
                    <a:pt x="18865" y="3908"/>
                  </a:lnTo>
                  <a:lnTo>
                    <a:pt x="17742" y="399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5137" y="4178"/>
                  </a:lnTo>
                  <a:lnTo>
                    <a:pt x="13610" y="4178"/>
                  </a:lnTo>
                  <a:lnTo>
                    <a:pt x="13610" y="4178"/>
                  </a:lnTo>
                  <a:lnTo>
                    <a:pt x="11858" y="4178"/>
                  </a:lnTo>
                  <a:lnTo>
                    <a:pt x="10241" y="4088"/>
                  </a:lnTo>
                  <a:lnTo>
                    <a:pt x="10241" y="4088"/>
                  </a:lnTo>
                  <a:lnTo>
                    <a:pt x="9163" y="3998"/>
                  </a:lnTo>
                  <a:lnTo>
                    <a:pt x="8085" y="3863"/>
                  </a:lnTo>
                  <a:lnTo>
                    <a:pt x="7097" y="3729"/>
                  </a:lnTo>
                  <a:lnTo>
                    <a:pt x="6199" y="3594"/>
                  </a:lnTo>
                  <a:lnTo>
                    <a:pt x="4582" y="3235"/>
                  </a:lnTo>
                  <a:lnTo>
                    <a:pt x="3235" y="2875"/>
                  </a:lnTo>
                  <a:lnTo>
                    <a:pt x="2067" y="2471"/>
                  </a:lnTo>
                  <a:lnTo>
                    <a:pt x="1213" y="2112"/>
                  </a:lnTo>
                  <a:lnTo>
                    <a:pt x="540" y="1842"/>
                  </a:lnTo>
                  <a:lnTo>
                    <a:pt x="91" y="1573"/>
                  </a:lnTo>
                  <a:lnTo>
                    <a:pt x="1" y="1528"/>
                  </a:lnTo>
                  <a:lnTo>
                    <a:pt x="1" y="1"/>
                  </a:lnTo>
                  <a:lnTo>
                    <a:pt x="270" y="90"/>
                  </a:lnTo>
                  <a:lnTo>
                    <a:pt x="270" y="90"/>
                  </a:lnTo>
                  <a:lnTo>
                    <a:pt x="1483" y="450"/>
                  </a:lnTo>
                  <a:lnTo>
                    <a:pt x="2696" y="764"/>
                  </a:lnTo>
                  <a:lnTo>
                    <a:pt x="3953" y="1034"/>
                  </a:lnTo>
                  <a:lnTo>
                    <a:pt x="5256" y="1303"/>
                  </a:lnTo>
                  <a:lnTo>
                    <a:pt x="6558" y="1483"/>
                  </a:lnTo>
                  <a:lnTo>
                    <a:pt x="7906" y="1663"/>
                  </a:lnTo>
                  <a:lnTo>
                    <a:pt x="9298" y="179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2128" y="1977"/>
                  </a:lnTo>
                  <a:lnTo>
                    <a:pt x="13610" y="1977"/>
                  </a:lnTo>
                  <a:lnTo>
                    <a:pt x="13610" y="1977"/>
                  </a:lnTo>
                  <a:lnTo>
                    <a:pt x="14868" y="1977"/>
                  </a:lnTo>
                  <a:lnTo>
                    <a:pt x="16170" y="1932"/>
                  </a:lnTo>
                  <a:lnTo>
                    <a:pt x="16170" y="1932"/>
                  </a:lnTo>
                  <a:lnTo>
                    <a:pt x="17607" y="1842"/>
                  </a:lnTo>
                  <a:lnTo>
                    <a:pt x="19045" y="1707"/>
                  </a:lnTo>
                  <a:lnTo>
                    <a:pt x="20437" y="1528"/>
                  </a:lnTo>
                  <a:lnTo>
                    <a:pt x="21785" y="1303"/>
                  </a:lnTo>
                  <a:lnTo>
                    <a:pt x="23132" y="1079"/>
                  </a:lnTo>
                  <a:lnTo>
                    <a:pt x="24435" y="764"/>
                  </a:lnTo>
                  <a:lnTo>
                    <a:pt x="25692" y="450"/>
                  </a:lnTo>
                  <a:lnTo>
                    <a:pt x="26905" y="90"/>
                  </a:lnTo>
                  <a:lnTo>
                    <a:pt x="2717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3"/>
            <p:cNvSpPr/>
            <p:nvPr/>
          </p:nvSpPr>
          <p:spPr>
            <a:xfrm>
              <a:off x="5661625" y="1809850"/>
              <a:ext cx="1164425" cy="134775"/>
            </a:xfrm>
            <a:custGeom>
              <a:rect b="b" l="l" r="r" t="t"/>
              <a:pathLst>
                <a:path extrusionOk="0" h="5391" w="46577">
                  <a:moveTo>
                    <a:pt x="23311" y="0"/>
                  </a:moveTo>
                  <a:lnTo>
                    <a:pt x="20930" y="45"/>
                  </a:lnTo>
                  <a:lnTo>
                    <a:pt x="18685" y="135"/>
                  </a:lnTo>
                  <a:lnTo>
                    <a:pt x="16439" y="225"/>
                  </a:lnTo>
                  <a:lnTo>
                    <a:pt x="14328" y="404"/>
                  </a:lnTo>
                  <a:lnTo>
                    <a:pt x="12307" y="629"/>
                  </a:lnTo>
                  <a:lnTo>
                    <a:pt x="10375" y="854"/>
                  </a:lnTo>
                  <a:lnTo>
                    <a:pt x="8579" y="1123"/>
                  </a:lnTo>
                  <a:lnTo>
                    <a:pt x="6917" y="1438"/>
                  </a:lnTo>
                  <a:lnTo>
                    <a:pt x="5390" y="1797"/>
                  </a:lnTo>
                  <a:lnTo>
                    <a:pt x="4042" y="2156"/>
                  </a:lnTo>
                  <a:lnTo>
                    <a:pt x="2875" y="2560"/>
                  </a:lnTo>
                  <a:lnTo>
                    <a:pt x="1886" y="2965"/>
                  </a:lnTo>
                  <a:lnTo>
                    <a:pt x="1437" y="3189"/>
                  </a:lnTo>
                  <a:lnTo>
                    <a:pt x="1078" y="3414"/>
                  </a:lnTo>
                  <a:lnTo>
                    <a:pt x="764" y="3638"/>
                  </a:lnTo>
                  <a:lnTo>
                    <a:pt x="494" y="3863"/>
                  </a:lnTo>
                  <a:lnTo>
                    <a:pt x="270" y="4087"/>
                  </a:lnTo>
                  <a:lnTo>
                    <a:pt x="135" y="4312"/>
                  </a:lnTo>
                  <a:lnTo>
                    <a:pt x="45" y="4537"/>
                  </a:lnTo>
                  <a:lnTo>
                    <a:pt x="0" y="4806"/>
                  </a:lnTo>
                  <a:lnTo>
                    <a:pt x="45" y="5031"/>
                  </a:lnTo>
                  <a:lnTo>
                    <a:pt x="135" y="5390"/>
                  </a:lnTo>
                  <a:lnTo>
                    <a:pt x="359" y="5121"/>
                  </a:lnTo>
                  <a:lnTo>
                    <a:pt x="674" y="4896"/>
                  </a:lnTo>
                  <a:lnTo>
                    <a:pt x="988" y="4626"/>
                  </a:lnTo>
                  <a:lnTo>
                    <a:pt x="1347" y="4402"/>
                  </a:lnTo>
                  <a:lnTo>
                    <a:pt x="1752" y="4132"/>
                  </a:lnTo>
                  <a:lnTo>
                    <a:pt x="2695" y="3728"/>
                  </a:lnTo>
                  <a:lnTo>
                    <a:pt x="3773" y="3324"/>
                  </a:lnTo>
                  <a:lnTo>
                    <a:pt x="5031" y="2920"/>
                  </a:lnTo>
                  <a:lnTo>
                    <a:pt x="6378" y="2605"/>
                  </a:lnTo>
                  <a:lnTo>
                    <a:pt x="7860" y="2291"/>
                  </a:lnTo>
                  <a:lnTo>
                    <a:pt x="9387" y="2021"/>
                  </a:lnTo>
                  <a:lnTo>
                    <a:pt x="11004" y="1797"/>
                  </a:lnTo>
                  <a:lnTo>
                    <a:pt x="12711" y="1617"/>
                  </a:lnTo>
                  <a:lnTo>
                    <a:pt x="14463" y="1438"/>
                  </a:lnTo>
                  <a:lnTo>
                    <a:pt x="16214" y="1303"/>
                  </a:lnTo>
                  <a:lnTo>
                    <a:pt x="18011" y="1168"/>
                  </a:lnTo>
                  <a:lnTo>
                    <a:pt x="19763" y="1123"/>
                  </a:lnTo>
                  <a:lnTo>
                    <a:pt x="21559" y="1078"/>
                  </a:lnTo>
                  <a:lnTo>
                    <a:pt x="23311" y="1033"/>
                  </a:lnTo>
                  <a:lnTo>
                    <a:pt x="25018" y="1078"/>
                  </a:lnTo>
                  <a:lnTo>
                    <a:pt x="26814" y="1123"/>
                  </a:lnTo>
                  <a:lnTo>
                    <a:pt x="28566" y="1168"/>
                  </a:lnTo>
                  <a:lnTo>
                    <a:pt x="30363" y="1303"/>
                  </a:lnTo>
                  <a:lnTo>
                    <a:pt x="32114" y="1438"/>
                  </a:lnTo>
                  <a:lnTo>
                    <a:pt x="33866" y="1617"/>
                  </a:lnTo>
                  <a:lnTo>
                    <a:pt x="35573" y="1797"/>
                  </a:lnTo>
                  <a:lnTo>
                    <a:pt x="37190" y="2021"/>
                  </a:lnTo>
                  <a:lnTo>
                    <a:pt x="38762" y="2291"/>
                  </a:lnTo>
                  <a:lnTo>
                    <a:pt x="40199" y="2605"/>
                  </a:lnTo>
                  <a:lnTo>
                    <a:pt x="41547" y="2920"/>
                  </a:lnTo>
                  <a:lnTo>
                    <a:pt x="42804" y="3324"/>
                  </a:lnTo>
                  <a:lnTo>
                    <a:pt x="43882" y="3728"/>
                  </a:lnTo>
                  <a:lnTo>
                    <a:pt x="44825" y="4132"/>
                  </a:lnTo>
                  <a:lnTo>
                    <a:pt x="45230" y="4402"/>
                  </a:lnTo>
                  <a:lnTo>
                    <a:pt x="45634" y="4626"/>
                  </a:lnTo>
                  <a:lnTo>
                    <a:pt x="45948" y="4896"/>
                  </a:lnTo>
                  <a:lnTo>
                    <a:pt x="46218" y="5121"/>
                  </a:lnTo>
                  <a:lnTo>
                    <a:pt x="46352" y="5300"/>
                  </a:lnTo>
                  <a:lnTo>
                    <a:pt x="46442" y="5390"/>
                  </a:lnTo>
                  <a:lnTo>
                    <a:pt x="46532" y="5031"/>
                  </a:lnTo>
                  <a:lnTo>
                    <a:pt x="46577" y="4986"/>
                  </a:lnTo>
                  <a:lnTo>
                    <a:pt x="46577" y="4806"/>
                  </a:lnTo>
                  <a:lnTo>
                    <a:pt x="46532" y="4537"/>
                  </a:lnTo>
                  <a:lnTo>
                    <a:pt x="46442" y="4312"/>
                  </a:lnTo>
                  <a:lnTo>
                    <a:pt x="46308" y="4087"/>
                  </a:lnTo>
                  <a:lnTo>
                    <a:pt x="46083" y="3863"/>
                  </a:lnTo>
                  <a:lnTo>
                    <a:pt x="45813" y="3638"/>
                  </a:lnTo>
                  <a:lnTo>
                    <a:pt x="45499" y="3414"/>
                  </a:lnTo>
                  <a:lnTo>
                    <a:pt x="45140" y="3189"/>
                  </a:lnTo>
                  <a:lnTo>
                    <a:pt x="44736" y="2965"/>
                  </a:lnTo>
                  <a:lnTo>
                    <a:pt x="43702" y="2560"/>
                  </a:lnTo>
                  <a:lnTo>
                    <a:pt x="42535" y="2156"/>
                  </a:lnTo>
                  <a:lnTo>
                    <a:pt x="41187" y="1797"/>
                  </a:lnTo>
                  <a:lnTo>
                    <a:pt x="39660" y="1438"/>
                  </a:lnTo>
                  <a:lnTo>
                    <a:pt x="37998" y="1123"/>
                  </a:lnTo>
                  <a:lnTo>
                    <a:pt x="36202" y="854"/>
                  </a:lnTo>
                  <a:lnTo>
                    <a:pt x="34270" y="629"/>
                  </a:lnTo>
                  <a:lnTo>
                    <a:pt x="32249" y="404"/>
                  </a:lnTo>
                  <a:lnTo>
                    <a:pt x="30138" y="225"/>
                  </a:lnTo>
                  <a:lnTo>
                    <a:pt x="27937" y="135"/>
                  </a:lnTo>
                  <a:lnTo>
                    <a:pt x="25647" y="45"/>
                  </a:lnTo>
                  <a:lnTo>
                    <a:pt x="23311" y="0"/>
                  </a:lnTo>
                  <a:close/>
                </a:path>
              </a:pathLst>
            </a:custGeom>
            <a:solidFill>
              <a:srgbClr val="622811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3"/>
            <p:cNvSpPr/>
            <p:nvPr/>
          </p:nvSpPr>
          <p:spPr>
            <a:xfrm>
              <a:off x="5661625" y="1809850"/>
              <a:ext cx="1164425" cy="134775"/>
            </a:xfrm>
            <a:custGeom>
              <a:rect b="b" l="l" r="r" t="t"/>
              <a:pathLst>
                <a:path extrusionOk="0" fill="none" h="5391" w="46577">
                  <a:moveTo>
                    <a:pt x="46577" y="4806"/>
                  </a:moveTo>
                  <a:lnTo>
                    <a:pt x="46577" y="4806"/>
                  </a:lnTo>
                  <a:lnTo>
                    <a:pt x="46577" y="4986"/>
                  </a:lnTo>
                  <a:lnTo>
                    <a:pt x="46577" y="4986"/>
                  </a:lnTo>
                  <a:lnTo>
                    <a:pt x="46532" y="5031"/>
                  </a:lnTo>
                  <a:lnTo>
                    <a:pt x="46442" y="5390"/>
                  </a:lnTo>
                  <a:lnTo>
                    <a:pt x="46352" y="5300"/>
                  </a:lnTo>
                  <a:lnTo>
                    <a:pt x="46218" y="5121"/>
                  </a:lnTo>
                  <a:lnTo>
                    <a:pt x="46218" y="5121"/>
                  </a:lnTo>
                  <a:lnTo>
                    <a:pt x="45948" y="4896"/>
                  </a:lnTo>
                  <a:lnTo>
                    <a:pt x="45634" y="4626"/>
                  </a:lnTo>
                  <a:lnTo>
                    <a:pt x="45230" y="4402"/>
                  </a:lnTo>
                  <a:lnTo>
                    <a:pt x="44825" y="4132"/>
                  </a:lnTo>
                  <a:lnTo>
                    <a:pt x="43882" y="3728"/>
                  </a:lnTo>
                  <a:lnTo>
                    <a:pt x="42804" y="3324"/>
                  </a:lnTo>
                  <a:lnTo>
                    <a:pt x="41547" y="2920"/>
                  </a:lnTo>
                  <a:lnTo>
                    <a:pt x="40199" y="2605"/>
                  </a:lnTo>
                  <a:lnTo>
                    <a:pt x="38762" y="2291"/>
                  </a:lnTo>
                  <a:lnTo>
                    <a:pt x="37190" y="2021"/>
                  </a:lnTo>
                  <a:lnTo>
                    <a:pt x="35573" y="1797"/>
                  </a:lnTo>
                  <a:lnTo>
                    <a:pt x="33866" y="1617"/>
                  </a:lnTo>
                  <a:lnTo>
                    <a:pt x="32114" y="1438"/>
                  </a:lnTo>
                  <a:lnTo>
                    <a:pt x="30363" y="1303"/>
                  </a:lnTo>
                  <a:lnTo>
                    <a:pt x="28566" y="1168"/>
                  </a:lnTo>
                  <a:lnTo>
                    <a:pt x="26814" y="1123"/>
                  </a:lnTo>
                  <a:lnTo>
                    <a:pt x="25018" y="1078"/>
                  </a:lnTo>
                  <a:lnTo>
                    <a:pt x="23311" y="1033"/>
                  </a:lnTo>
                  <a:lnTo>
                    <a:pt x="23311" y="1033"/>
                  </a:lnTo>
                  <a:lnTo>
                    <a:pt x="21559" y="1078"/>
                  </a:lnTo>
                  <a:lnTo>
                    <a:pt x="19763" y="1123"/>
                  </a:lnTo>
                  <a:lnTo>
                    <a:pt x="18011" y="1168"/>
                  </a:lnTo>
                  <a:lnTo>
                    <a:pt x="16214" y="1303"/>
                  </a:lnTo>
                  <a:lnTo>
                    <a:pt x="14463" y="1438"/>
                  </a:lnTo>
                  <a:lnTo>
                    <a:pt x="12711" y="1617"/>
                  </a:lnTo>
                  <a:lnTo>
                    <a:pt x="11004" y="1797"/>
                  </a:lnTo>
                  <a:lnTo>
                    <a:pt x="9387" y="2021"/>
                  </a:lnTo>
                  <a:lnTo>
                    <a:pt x="7860" y="2291"/>
                  </a:lnTo>
                  <a:lnTo>
                    <a:pt x="6378" y="2605"/>
                  </a:lnTo>
                  <a:lnTo>
                    <a:pt x="5031" y="2920"/>
                  </a:lnTo>
                  <a:lnTo>
                    <a:pt x="3773" y="3324"/>
                  </a:lnTo>
                  <a:lnTo>
                    <a:pt x="2695" y="3728"/>
                  </a:lnTo>
                  <a:lnTo>
                    <a:pt x="1752" y="4132"/>
                  </a:lnTo>
                  <a:lnTo>
                    <a:pt x="1347" y="4402"/>
                  </a:lnTo>
                  <a:lnTo>
                    <a:pt x="988" y="4626"/>
                  </a:lnTo>
                  <a:lnTo>
                    <a:pt x="674" y="4896"/>
                  </a:lnTo>
                  <a:lnTo>
                    <a:pt x="359" y="5121"/>
                  </a:lnTo>
                  <a:lnTo>
                    <a:pt x="135" y="5390"/>
                  </a:lnTo>
                  <a:lnTo>
                    <a:pt x="45" y="5031"/>
                  </a:lnTo>
                  <a:lnTo>
                    <a:pt x="45" y="5031"/>
                  </a:lnTo>
                  <a:lnTo>
                    <a:pt x="0" y="4806"/>
                  </a:lnTo>
                  <a:lnTo>
                    <a:pt x="0" y="4806"/>
                  </a:lnTo>
                  <a:lnTo>
                    <a:pt x="45" y="4537"/>
                  </a:lnTo>
                  <a:lnTo>
                    <a:pt x="135" y="4312"/>
                  </a:lnTo>
                  <a:lnTo>
                    <a:pt x="270" y="4087"/>
                  </a:lnTo>
                  <a:lnTo>
                    <a:pt x="494" y="3863"/>
                  </a:lnTo>
                  <a:lnTo>
                    <a:pt x="764" y="3638"/>
                  </a:lnTo>
                  <a:lnTo>
                    <a:pt x="1078" y="3414"/>
                  </a:lnTo>
                  <a:lnTo>
                    <a:pt x="1437" y="3189"/>
                  </a:lnTo>
                  <a:lnTo>
                    <a:pt x="1886" y="2965"/>
                  </a:lnTo>
                  <a:lnTo>
                    <a:pt x="2875" y="2560"/>
                  </a:lnTo>
                  <a:lnTo>
                    <a:pt x="4042" y="2156"/>
                  </a:lnTo>
                  <a:lnTo>
                    <a:pt x="5390" y="1797"/>
                  </a:lnTo>
                  <a:lnTo>
                    <a:pt x="6917" y="1438"/>
                  </a:lnTo>
                  <a:lnTo>
                    <a:pt x="8579" y="1123"/>
                  </a:lnTo>
                  <a:lnTo>
                    <a:pt x="10375" y="854"/>
                  </a:lnTo>
                  <a:lnTo>
                    <a:pt x="12307" y="629"/>
                  </a:lnTo>
                  <a:lnTo>
                    <a:pt x="14328" y="404"/>
                  </a:lnTo>
                  <a:lnTo>
                    <a:pt x="16439" y="225"/>
                  </a:lnTo>
                  <a:lnTo>
                    <a:pt x="18685" y="135"/>
                  </a:lnTo>
                  <a:lnTo>
                    <a:pt x="20930" y="45"/>
                  </a:lnTo>
                  <a:lnTo>
                    <a:pt x="23311" y="0"/>
                  </a:lnTo>
                  <a:lnTo>
                    <a:pt x="23311" y="0"/>
                  </a:lnTo>
                  <a:lnTo>
                    <a:pt x="25647" y="45"/>
                  </a:lnTo>
                  <a:lnTo>
                    <a:pt x="27937" y="135"/>
                  </a:lnTo>
                  <a:lnTo>
                    <a:pt x="30138" y="225"/>
                  </a:lnTo>
                  <a:lnTo>
                    <a:pt x="32249" y="404"/>
                  </a:lnTo>
                  <a:lnTo>
                    <a:pt x="34270" y="629"/>
                  </a:lnTo>
                  <a:lnTo>
                    <a:pt x="36202" y="854"/>
                  </a:lnTo>
                  <a:lnTo>
                    <a:pt x="37998" y="1123"/>
                  </a:lnTo>
                  <a:lnTo>
                    <a:pt x="39660" y="1438"/>
                  </a:lnTo>
                  <a:lnTo>
                    <a:pt x="41187" y="1797"/>
                  </a:lnTo>
                  <a:lnTo>
                    <a:pt x="42535" y="2156"/>
                  </a:lnTo>
                  <a:lnTo>
                    <a:pt x="43702" y="2560"/>
                  </a:lnTo>
                  <a:lnTo>
                    <a:pt x="44736" y="2965"/>
                  </a:lnTo>
                  <a:lnTo>
                    <a:pt x="45140" y="3189"/>
                  </a:lnTo>
                  <a:lnTo>
                    <a:pt x="45499" y="3414"/>
                  </a:lnTo>
                  <a:lnTo>
                    <a:pt x="45813" y="3638"/>
                  </a:lnTo>
                  <a:lnTo>
                    <a:pt x="46083" y="3863"/>
                  </a:lnTo>
                  <a:lnTo>
                    <a:pt x="46308" y="4087"/>
                  </a:lnTo>
                  <a:lnTo>
                    <a:pt x="46442" y="4312"/>
                  </a:lnTo>
                  <a:lnTo>
                    <a:pt x="46532" y="4537"/>
                  </a:lnTo>
                  <a:lnTo>
                    <a:pt x="46577" y="480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3"/>
            <p:cNvSpPr/>
            <p:nvPr/>
          </p:nvSpPr>
          <p:spPr>
            <a:xfrm>
              <a:off x="5676200" y="1851400"/>
              <a:ext cx="1135275" cy="197650"/>
            </a:xfrm>
            <a:custGeom>
              <a:rect b="b" l="l" r="r" t="t"/>
              <a:pathLst>
                <a:path extrusionOk="0" h="7906" w="45411">
                  <a:moveTo>
                    <a:pt x="20392" y="0"/>
                  </a:moveTo>
                  <a:lnTo>
                    <a:pt x="18147" y="90"/>
                  </a:lnTo>
                  <a:lnTo>
                    <a:pt x="16036" y="180"/>
                  </a:lnTo>
                  <a:lnTo>
                    <a:pt x="14059" y="359"/>
                  </a:lnTo>
                  <a:lnTo>
                    <a:pt x="12173" y="539"/>
                  </a:lnTo>
                  <a:lnTo>
                    <a:pt x="10421" y="764"/>
                  </a:lnTo>
                  <a:lnTo>
                    <a:pt x="8759" y="988"/>
                  </a:lnTo>
                  <a:lnTo>
                    <a:pt x="7232" y="1258"/>
                  </a:lnTo>
                  <a:lnTo>
                    <a:pt x="5840" y="1572"/>
                  </a:lnTo>
                  <a:lnTo>
                    <a:pt x="4582" y="1887"/>
                  </a:lnTo>
                  <a:lnTo>
                    <a:pt x="3504" y="2201"/>
                  </a:lnTo>
                  <a:lnTo>
                    <a:pt x="2516" y="2560"/>
                  </a:lnTo>
                  <a:lnTo>
                    <a:pt x="1663" y="2920"/>
                  </a:lnTo>
                  <a:lnTo>
                    <a:pt x="989" y="3279"/>
                  </a:lnTo>
                  <a:lnTo>
                    <a:pt x="495" y="3638"/>
                  </a:lnTo>
                  <a:lnTo>
                    <a:pt x="270" y="3818"/>
                  </a:lnTo>
                  <a:lnTo>
                    <a:pt x="136" y="3998"/>
                  </a:lnTo>
                  <a:lnTo>
                    <a:pt x="1" y="4177"/>
                  </a:lnTo>
                  <a:lnTo>
                    <a:pt x="136" y="4312"/>
                  </a:lnTo>
                  <a:lnTo>
                    <a:pt x="630" y="4626"/>
                  </a:lnTo>
                  <a:lnTo>
                    <a:pt x="1259" y="4941"/>
                  </a:lnTo>
                  <a:lnTo>
                    <a:pt x="2022" y="5255"/>
                  </a:lnTo>
                  <a:lnTo>
                    <a:pt x="2876" y="5614"/>
                  </a:lnTo>
                  <a:lnTo>
                    <a:pt x="3909" y="5884"/>
                  </a:lnTo>
                  <a:lnTo>
                    <a:pt x="5031" y="6198"/>
                  </a:lnTo>
                  <a:lnTo>
                    <a:pt x="6289" y="6468"/>
                  </a:lnTo>
                  <a:lnTo>
                    <a:pt x="7637" y="6737"/>
                  </a:lnTo>
                  <a:lnTo>
                    <a:pt x="9164" y="7007"/>
                  </a:lnTo>
                  <a:lnTo>
                    <a:pt x="10736" y="7231"/>
                  </a:lnTo>
                  <a:lnTo>
                    <a:pt x="12487" y="7411"/>
                  </a:lnTo>
                  <a:lnTo>
                    <a:pt x="14284" y="7591"/>
                  </a:lnTo>
                  <a:lnTo>
                    <a:pt x="16260" y="7725"/>
                  </a:lnTo>
                  <a:lnTo>
                    <a:pt x="18281" y="7815"/>
                  </a:lnTo>
                  <a:lnTo>
                    <a:pt x="20437" y="7860"/>
                  </a:lnTo>
                  <a:lnTo>
                    <a:pt x="22728" y="7905"/>
                  </a:lnTo>
                  <a:lnTo>
                    <a:pt x="24884" y="7860"/>
                  </a:lnTo>
                  <a:lnTo>
                    <a:pt x="26950" y="7815"/>
                  </a:lnTo>
                  <a:lnTo>
                    <a:pt x="28926" y="7725"/>
                  </a:lnTo>
                  <a:lnTo>
                    <a:pt x="30813" y="7591"/>
                  </a:lnTo>
                  <a:lnTo>
                    <a:pt x="32609" y="7456"/>
                  </a:lnTo>
                  <a:lnTo>
                    <a:pt x="34271" y="7276"/>
                  </a:lnTo>
                  <a:lnTo>
                    <a:pt x="35843" y="7052"/>
                  </a:lnTo>
                  <a:lnTo>
                    <a:pt x="37325" y="6827"/>
                  </a:lnTo>
                  <a:lnTo>
                    <a:pt x="38673" y="6558"/>
                  </a:lnTo>
                  <a:lnTo>
                    <a:pt x="39930" y="6288"/>
                  </a:lnTo>
                  <a:lnTo>
                    <a:pt x="41053" y="6019"/>
                  </a:lnTo>
                  <a:lnTo>
                    <a:pt x="42086" y="5749"/>
                  </a:lnTo>
                  <a:lnTo>
                    <a:pt x="42985" y="5435"/>
                  </a:lnTo>
                  <a:lnTo>
                    <a:pt x="43793" y="5120"/>
                  </a:lnTo>
                  <a:lnTo>
                    <a:pt x="44422" y="4806"/>
                  </a:lnTo>
                  <a:lnTo>
                    <a:pt x="44961" y="4492"/>
                  </a:lnTo>
                  <a:lnTo>
                    <a:pt x="45006" y="4492"/>
                  </a:lnTo>
                  <a:lnTo>
                    <a:pt x="45275" y="4312"/>
                  </a:lnTo>
                  <a:lnTo>
                    <a:pt x="45410" y="4177"/>
                  </a:lnTo>
                  <a:lnTo>
                    <a:pt x="45365" y="4132"/>
                  </a:lnTo>
                  <a:lnTo>
                    <a:pt x="45320" y="3998"/>
                  </a:lnTo>
                  <a:lnTo>
                    <a:pt x="45141" y="3818"/>
                  </a:lnTo>
                  <a:lnTo>
                    <a:pt x="44916" y="3638"/>
                  </a:lnTo>
                  <a:lnTo>
                    <a:pt x="44422" y="3279"/>
                  </a:lnTo>
                  <a:lnTo>
                    <a:pt x="43748" y="2920"/>
                  </a:lnTo>
                  <a:lnTo>
                    <a:pt x="42895" y="2560"/>
                  </a:lnTo>
                  <a:lnTo>
                    <a:pt x="41952" y="2201"/>
                  </a:lnTo>
                  <a:lnTo>
                    <a:pt x="40829" y="1887"/>
                  </a:lnTo>
                  <a:lnTo>
                    <a:pt x="39571" y="1572"/>
                  </a:lnTo>
                  <a:lnTo>
                    <a:pt x="38179" y="1258"/>
                  </a:lnTo>
                  <a:lnTo>
                    <a:pt x="36652" y="988"/>
                  </a:lnTo>
                  <a:lnTo>
                    <a:pt x="35035" y="764"/>
                  </a:lnTo>
                  <a:lnTo>
                    <a:pt x="33238" y="539"/>
                  </a:lnTo>
                  <a:lnTo>
                    <a:pt x="31352" y="359"/>
                  </a:lnTo>
                  <a:lnTo>
                    <a:pt x="29375" y="180"/>
                  </a:lnTo>
                  <a:lnTo>
                    <a:pt x="27264" y="90"/>
                  </a:lnTo>
                  <a:lnTo>
                    <a:pt x="25019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3"/>
            <p:cNvSpPr/>
            <p:nvPr/>
          </p:nvSpPr>
          <p:spPr>
            <a:xfrm>
              <a:off x="5676200" y="1851400"/>
              <a:ext cx="1135275" cy="197650"/>
            </a:xfrm>
            <a:custGeom>
              <a:rect b="b" l="l" r="r" t="t"/>
              <a:pathLst>
                <a:path extrusionOk="0" fill="none" h="7906" w="45411">
                  <a:moveTo>
                    <a:pt x="45410" y="4177"/>
                  </a:moveTo>
                  <a:lnTo>
                    <a:pt x="45275" y="4312"/>
                  </a:lnTo>
                  <a:lnTo>
                    <a:pt x="45275" y="4312"/>
                  </a:lnTo>
                  <a:lnTo>
                    <a:pt x="45006" y="4492"/>
                  </a:lnTo>
                  <a:lnTo>
                    <a:pt x="44961" y="4492"/>
                  </a:lnTo>
                  <a:lnTo>
                    <a:pt x="44961" y="4492"/>
                  </a:lnTo>
                  <a:lnTo>
                    <a:pt x="44422" y="4806"/>
                  </a:lnTo>
                  <a:lnTo>
                    <a:pt x="43793" y="5120"/>
                  </a:lnTo>
                  <a:lnTo>
                    <a:pt x="42985" y="5435"/>
                  </a:lnTo>
                  <a:lnTo>
                    <a:pt x="42086" y="5749"/>
                  </a:lnTo>
                  <a:lnTo>
                    <a:pt x="41053" y="6019"/>
                  </a:lnTo>
                  <a:lnTo>
                    <a:pt x="39930" y="6288"/>
                  </a:lnTo>
                  <a:lnTo>
                    <a:pt x="38673" y="6558"/>
                  </a:lnTo>
                  <a:lnTo>
                    <a:pt x="37325" y="6827"/>
                  </a:lnTo>
                  <a:lnTo>
                    <a:pt x="35843" y="7052"/>
                  </a:lnTo>
                  <a:lnTo>
                    <a:pt x="34271" y="7276"/>
                  </a:lnTo>
                  <a:lnTo>
                    <a:pt x="32609" y="7456"/>
                  </a:lnTo>
                  <a:lnTo>
                    <a:pt x="30813" y="7591"/>
                  </a:lnTo>
                  <a:lnTo>
                    <a:pt x="28926" y="7725"/>
                  </a:lnTo>
                  <a:lnTo>
                    <a:pt x="26950" y="7815"/>
                  </a:lnTo>
                  <a:lnTo>
                    <a:pt x="24884" y="7860"/>
                  </a:lnTo>
                  <a:lnTo>
                    <a:pt x="22728" y="7905"/>
                  </a:lnTo>
                  <a:lnTo>
                    <a:pt x="22728" y="7905"/>
                  </a:lnTo>
                  <a:lnTo>
                    <a:pt x="20437" y="7860"/>
                  </a:lnTo>
                  <a:lnTo>
                    <a:pt x="18281" y="7815"/>
                  </a:lnTo>
                  <a:lnTo>
                    <a:pt x="16260" y="7725"/>
                  </a:lnTo>
                  <a:lnTo>
                    <a:pt x="14284" y="7591"/>
                  </a:lnTo>
                  <a:lnTo>
                    <a:pt x="12487" y="7411"/>
                  </a:lnTo>
                  <a:lnTo>
                    <a:pt x="10736" y="7231"/>
                  </a:lnTo>
                  <a:lnTo>
                    <a:pt x="9164" y="7007"/>
                  </a:lnTo>
                  <a:lnTo>
                    <a:pt x="7637" y="6737"/>
                  </a:lnTo>
                  <a:lnTo>
                    <a:pt x="6289" y="6468"/>
                  </a:lnTo>
                  <a:lnTo>
                    <a:pt x="5031" y="6198"/>
                  </a:lnTo>
                  <a:lnTo>
                    <a:pt x="3909" y="5884"/>
                  </a:lnTo>
                  <a:lnTo>
                    <a:pt x="2876" y="5614"/>
                  </a:lnTo>
                  <a:lnTo>
                    <a:pt x="2022" y="5255"/>
                  </a:lnTo>
                  <a:lnTo>
                    <a:pt x="1259" y="4941"/>
                  </a:lnTo>
                  <a:lnTo>
                    <a:pt x="630" y="4626"/>
                  </a:lnTo>
                  <a:lnTo>
                    <a:pt x="136" y="4312"/>
                  </a:lnTo>
                  <a:lnTo>
                    <a:pt x="1" y="4177"/>
                  </a:lnTo>
                  <a:lnTo>
                    <a:pt x="136" y="3998"/>
                  </a:lnTo>
                  <a:lnTo>
                    <a:pt x="136" y="3998"/>
                  </a:lnTo>
                  <a:lnTo>
                    <a:pt x="270" y="3818"/>
                  </a:lnTo>
                  <a:lnTo>
                    <a:pt x="495" y="3638"/>
                  </a:lnTo>
                  <a:lnTo>
                    <a:pt x="989" y="3279"/>
                  </a:lnTo>
                  <a:lnTo>
                    <a:pt x="1663" y="2920"/>
                  </a:lnTo>
                  <a:lnTo>
                    <a:pt x="2516" y="2560"/>
                  </a:lnTo>
                  <a:lnTo>
                    <a:pt x="3504" y="2201"/>
                  </a:lnTo>
                  <a:lnTo>
                    <a:pt x="4582" y="1887"/>
                  </a:lnTo>
                  <a:lnTo>
                    <a:pt x="5840" y="1572"/>
                  </a:lnTo>
                  <a:lnTo>
                    <a:pt x="7232" y="1258"/>
                  </a:lnTo>
                  <a:lnTo>
                    <a:pt x="8759" y="988"/>
                  </a:lnTo>
                  <a:lnTo>
                    <a:pt x="10421" y="764"/>
                  </a:lnTo>
                  <a:lnTo>
                    <a:pt x="12173" y="539"/>
                  </a:lnTo>
                  <a:lnTo>
                    <a:pt x="14059" y="359"/>
                  </a:lnTo>
                  <a:lnTo>
                    <a:pt x="16036" y="180"/>
                  </a:lnTo>
                  <a:lnTo>
                    <a:pt x="18147" y="90"/>
                  </a:lnTo>
                  <a:lnTo>
                    <a:pt x="20392" y="0"/>
                  </a:lnTo>
                  <a:lnTo>
                    <a:pt x="22728" y="0"/>
                  </a:lnTo>
                  <a:lnTo>
                    <a:pt x="22728" y="0"/>
                  </a:lnTo>
                  <a:lnTo>
                    <a:pt x="25019" y="0"/>
                  </a:lnTo>
                  <a:lnTo>
                    <a:pt x="27264" y="90"/>
                  </a:lnTo>
                  <a:lnTo>
                    <a:pt x="29375" y="180"/>
                  </a:lnTo>
                  <a:lnTo>
                    <a:pt x="31352" y="359"/>
                  </a:lnTo>
                  <a:lnTo>
                    <a:pt x="33238" y="539"/>
                  </a:lnTo>
                  <a:lnTo>
                    <a:pt x="35035" y="764"/>
                  </a:lnTo>
                  <a:lnTo>
                    <a:pt x="36652" y="988"/>
                  </a:lnTo>
                  <a:lnTo>
                    <a:pt x="38179" y="1258"/>
                  </a:lnTo>
                  <a:lnTo>
                    <a:pt x="39571" y="1572"/>
                  </a:lnTo>
                  <a:lnTo>
                    <a:pt x="40829" y="1887"/>
                  </a:lnTo>
                  <a:lnTo>
                    <a:pt x="41952" y="2201"/>
                  </a:lnTo>
                  <a:lnTo>
                    <a:pt x="42895" y="2560"/>
                  </a:lnTo>
                  <a:lnTo>
                    <a:pt x="43748" y="2920"/>
                  </a:lnTo>
                  <a:lnTo>
                    <a:pt x="44422" y="3279"/>
                  </a:lnTo>
                  <a:lnTo>
                    <a:pt x="44916" y="3638"/>
                  </a:lnTo>
                  <a:lnTo>
                    <a:pt x="45141" y="3818"/>
                  </a:lnTo>
                  <a:lnTo>
                    <a:pt x="45320" y="3998"/>
                  </a:lnTo>
                  <a:lnTo>
                    <a:pt x="45365" y="4132"/>
                  </a:lnTo>
                  <a:lnTo>
                    <a:pt x="45410" y="417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3"/>
            <p:cNvSpPr/>
            <p:nvPr/>
          </p:nvSpPr>
          <p:spPr>
            <a:xfrm>
              <a:off x="5366300" y="1961425"/>
              <a:ext cx="1755075" cy="2072875"/>
            </a:xfrm>
            <a:custGeom>
              <a:rect b="b" l="l" r="r" t="t"/>
              <a:pathLst>
                <a:path extrusionOk="0" h="82915" w="70203">
                  <a:moveTo>
                    <a:pt x="11858" y="7367"/>
                  </a:moveTo>
                  <a:lnTo>
                    <a:pt x="11903" y="7457"/>
                  </a:lnTo>
                  <a:lnTo>
                    <a:pt x="11409" y="10825"/>
                  </a:lnTo>
                  <a:lnTo>
                    <a:pt x="11364" y="10870"/>
                  </a:lnTo>
                  <a:lnTo>
                    <a:pt x="11319" y="10825"/>
                  </a:lnTo>
                  <a:lnTo>
                    <a:pt x="11813" y="7412"/>
                  </a:lnTo>
                  <a:lnTo>
                    <a:pt x="11858" y="7367"/>
                  </a:lnTo>
                  <a:close/>
                  <a:moveTo>
                    <a:pt x="56414" y="8535"/>
                  </a:moveTo>
                  <a:lnTo>
                    <a:pt x="56459" y="8580"/>
                  </a:lnTo>
                  <a:lnTo>
                    <a:pt x="57132" y="11948"/>
                  </a:lnTo>
                  <a:lnTo>
                    <a:pt x="57087" y="12038"/>
                  </a:lnTo>
                  <a:lnTo>
                    <a:pt x="57043" y="12218"/>
                  </a:lnTo>
                  <a:lnTo>
                    <a:pt x="56998" y="11993"/>
                  </a:lnTo>
                  <a:lnTo>
                    <a:pt x="56369" y="8580"/>
                  </a:lnTo>
                  <a:lnTo>
                    <a:pt x="56414" y="8535"/>
                  </a:lnTo>
                  <a:close/>
                  <a:moveTo>
                    <a:pt x="40065" y="11903"/>
                  </a:moveTo>
                  <a:lnTo>
                    <a:pt x="40110" y="11948"/>
                  </a:lnTo>
                  <a:lnTo>
                    <a:pt x="40110" y="13610"/>
                  </a:lnTo>
                  <a:lnTo>
                    <a:pt x="40065" y="13655"/>
                  </a:lnTo>
                  <a:lnTo>
                    <a:pt x="40020" y="13610"/>
                  </a:lnTo>
                  <a:lnTo>
                    <a:pt x="40020" y="11948"/>
                  </a:lnTo>
                  <a:lnTo>
                    <a:pt x="40065" y="11903"/>
                  </a:lnTo>
                  <a:close/>
                  <a:moveTo>
                    <a:pt x="30677" y="11589"/>
                  </a:moveTo>
                  <a:lnTo>
                    <a:pt x="30722" y="11634"/>
                  </a:lnTo>
                  <a:lnTo>
                    <a:pt x="30722" y="14419"/>
                  </a:lnTo>
                  <a:lnTo>
                    <a:pt x="30677" y="14419"/>
                  </a:lnTo>
                  <a:lnTo>
                    <a:pt x="30632" y="14463"/>
                  </a:lnTo>
                  <a:lnTo>
                    <a:pt x="30632" y="14419"/>
                  </a:lnTo>
                  <a:lnTo>
                    <a:pt x="30588" y="14419"/>
                  </a:lnTo>
                  <a:lnTo>
                    <a:pt x="30588" y="11634"/>
                  </a:lnTo>
                  <a:lnTo>
                    <a:pt x="30632" y="11589"/>
                  </a:lnTo>
                  <a:close/>
                  <a:moveTo>
                    <a:pt x="8804" y="6558"/>
                  </a:moveTo>
                  <a:lnTo>
                    <a:pt x="8849" y="6648"/>
                  </a:lnTo>
                  <a:lnTo>
                    <a:pt x="7501" y="15856"/>
                  </a:lnTo>
                  <a:lnTo>
                    <a:pt x="7411" y="15901"/>
                  </a:lnTo>
                  <a:lnTo>
                    <a:pt x="7366" y="15856"/>
                  </a:lnTo>
                  <a:lnTo>
                    <a:pt x="8714" y="6603"/>
                  </a:lnTo>
                  <a:lnTo>
                    <a:pt x="8759" y="6558"/>
                  </a:lnTo>
                  <a:close/>
                  <a:moveTo>
                    <a:pt x="34585" y="10152"/>
                  </a:moveTo>
                  <a:lnTo>
                    <a:pt x="34585" y="10196"/>
                  </a:lnTo>
                  <a:lnTo>
                    <a:pt x="34585" y="18281"/>
                  </a:lnTo>
                  <a:lnTo>
                    <a:pt x="34585" y="18326"/>
                  </a:lnTo>
                  <a:lnTo>
                    <a:pt x="34495" y="18326"/>
                  </a:lnTo>
                  <a:lnTo>
                    <a:pt x="34495" y="18281"/>
                  </a:lnTo>
                  <a:lnTo>
                    <a:pt x="34495" y="10196"/>
                  </a:lnTo>
                  <a:lnTo>
                    <a:pt x="34495" y="10152"/>
                  </a:lnTo>
                  <a:close/>
                  <a:moveTo>
                    <a:pt x="59693" y="6738"/>
                  </a:moveTo>
                  <a:lnTo>
                    <a:pt x="59737" y="6783"/>
                  </a:lnTo>
                  <a:lnTo>
                    <a:pt x="60142" y="8265"/>
                  </a:lnTo>
                  <a:lnTo>
                    <a:pt x="60546" y="9747"/>
                  </a:lnTo>
                  <a:lnTo>
                    <a:pt x="60905" y="11274"/>
                  </a:lnTo>
                  <a:lnTo>
                    <a:pt x="61220" y="12802"/>
                  </a:lnTo>
                  <a:lnTo>
                    <a:pt x="61489" y="14329"/>
                  </a:lnTo>
                  <a:lnTo>
                    <a:pt x="61759" y="15856"/>
                  </a:lnTo>
                  <a:lnTo>
                    <a:pt x="61983" y="17383"/>
                  </a:lnTo>
                  <a:lnTo>
                    <a:pt x="62163" y="18910"/>
                  </a:lnTo>
                  <a:lnTo>
                    <a:pt x="62163" y="18955"/>
                  </a:lnTo>
                  <a:lnTo>
                    <a:pt x="62118" y="19000"/>
                  </a:lnTo>
                  <a:lnTo>
                    <a:pt x="62073" y="18955"/>
                  </a:lnTo>
                  <a:lnTo>
                    <a:pt x="61893" y="17383"/>
                  </a:lnTo>
                  <a:lnTo>
                    <a:pt x="61669" y="15856"/>
                  </a:lnTo>
                  <a:lnTo>
                    <a:pt x="61399" y="14329"/>
                  </a:lnTo>
                  <a:lnTo>
                    <a:pt x="61130" y="12802"/>
                  </a:lnTo>
                  <a:lnTo>
                    <a:pt x="60771" y="11274"/>
                  </a:lnTo>
                  <a:lnTo>
                    <a:pt x="60456" y="9792"/>
                  </a:lnTo>
                  <a:lnTo>
                    <a:pt x="60052" y="8265"/>
                  </a:lnTo>
                  <a:lnTo>
                    <a:pt x="59648" y="6783"/>
                  </a:lnTo>
                  <a:lnTo>
                    <a:pt x="59648" y="6738"/>
                  </a:lnTo>
                  <a:close/>
                  <a:moveTo>
                    <a:pt x="62073" y="5301"/>
                  </a:moveTo>
                  <a:lnTo>
                    <a:pt x="62837" y="8490"/>
                  </a:lnTo>
                  <a:lnTo>
                    <a:pt x="63510" y="11634"/>
                  </a:lnTo>
                  <a:lnTo>
                    <a:pt x="64094" y="14823"/>
                  </a:lnTo>
                  <a:lnTo>
                    <a:pt x="64588" y="18012"/>
                  </a:lnTo>
                  <a:lnTo>
                    <a:pt x="65037" y="21246"/>
                  </a:lnTo>
                  <a:lnTo>
                    <a:pt x="65352" y="24479"/>
                  </a:lnTo>
                  <a:lnTo>
                    <a:pt x="65621" y="27668"/>
                  </a:lnTo>
                  <a:lnTo>
                    <a:pt x="65801" y="30902"/>
                  </a:lnTo>
                  <a:lnTo>
                    <a:pt x="65756" y="30947"/>
                  </a:lnTo>
                  <a:lnTo>
                    <a:pt x="65711" y="30992"/>
                  </a:lnTo>
                  <a:lnTo>
                    <a:pt x="65711" y="30947"/>
                  </a:lnTo>
                  <a:lnTo>
                    <a:pt x="65666" y="30947"/>
                  </a:lnTo>
                  <a:lnTo>
                    <a:pt x="65532" y="27713"/>
                  </a:lnTo>
                  <a:lnTo>
                    <a:pt x="65262" y="24479"/>
                  </a:lnTo>
                  <a:lnTo>
                    <a:pt x="64948" y="21246"/>
                  </a:lnTo>
                  <a:lnTo>
                    <a:pt x="64498" y="18057"/>
                  </a:lnTo>
                  <a:lnTo>
                    <a:pt x="64004" y="14823"/>
                  </a:lnTo>
                  <a:lnTo>
                    <a:pt x="63421" y="11679"/>
                  </a:lnTo>
                  <a:lnTo>
                    <a:pt x="62747" y="8490"/>
                  </a:lnTo>
                  <a:lnTo>
                    <a:pt x="61983" y="5346"/>
                  </a:lnTo>
                  <a:lnTo>
                    <a:pt x="61983" y="5301"/>
                  </a:lnTo>
                  <a:close/>
                  <a:moveTo>
                    <a:pt x="12307" y="50934"/>
                  </a:moveTo>
                  <a:lnTo>
                    <a:pt x="12352" y="51114"/>
                  </a:lnTo>
                  <a:lnTo>
                    <a:pt x="12397" y="51204"/>
                  </a:lnTo>
                  <a:lnTo>
                    <a:pt x="12352" y="52012"/>
                  </a:lnTo>
                  <a:lnTo>
                    <a:pt x="12352" y="52821"/>
                  </a:lnTo>
                  <a:lnTo>
                    <a:pt x="12397" y="53629"/>
                  </a:lnTo>
                  <a:lnTo>
                    <a:pt x="12487" y="54438"/>
                  </a:lnTo>
                  <a:lnTo>
                    <a:pt x="12622" y="55291"/>
                  </a:lnTo>
                  <a:lnTo>
                    <a:pt x="12801" y="56100"/>
                  </a:lnTo>
                  <a:lnTo>
                    <a:pt x="13026" y="56863"/>
                  </a:lnTo>
                  <a:lnTo>
                    <a:pt x="13295" y="57672"/>
                  </a:lnTo>
                  <a:lnTo>
                    <a:pt x="13565" y="58435"/>
                  </a:lnTo>
                  <a:lnTo>
                    <a:pt x="13879" y="59199"/>
                  </a:lnTo>
                  <a:lnTo>
                    <a:pt x="14283" y="59917"/>
                  </a:lnTo>
                  <a:lnTo>
                    <a:pt x="14643" y="60636"/>
                  </a:lnTo>
                  <a:lnTo>
                    <a:pt x="15092" y="61355"/>
                  </a:lnTo>
                  <a:lnTo>
                    <a:pt x="15586" y="62029"/>
                  </a:lnTo>
                  <a:lnTo>
                    <a:pt x="16080" y="62657"/>
                  </a:lnTo>
                  <a:lnTo>
                    <a:pt x="16619" y="63286"/>
                  </a:lnTo>
                  <a:lnTo>
                    <a:pt x="16619" y="63331"/>
                  </a:lnTo>
                  <a:lnTo>
                    <a:pt x="16574" y="63376"/>
                  </a:lnTo>
                  <a:lnTo>
                    <a:pt x="16529" y="63376"/>
                  </a:lnTo>
                  <a:lnTo>
                    <a:pt x="15990" y="62747"/>
                  </a:lnTo>
                  <a:lnTo>
                    <a:pt x="15496" y="62073"/>
                  </a:lnTo>
                  <a:lnTo>
                    <a:pt x="15002" y="61400"/>
                  </a:lnTo>
                  <a:lnTo>
                    <a:pt x="14553" y="60726"/>
                  </a:lnTo>
                  <a:lnTo>
                    <a:pt x="14194" y="59962"/>
                  </a:lnTo>
                  <a:lnTo>
                    <a:pt x="13789" y="59244"/>
                  </a:lnTo>
                  <a:lnTo>
                    <a:pt x="13475" y="58480"/>
                  </a:lnTo>
                  <a:lnTo>
                    <a:pt x="13205" y="57717"/>
                  </a:lnTo>
                  <a:lnTo>
                    <a:pt x="12936" y="56908"/>
                  </a:lnTo>
                  <a:lnTo>
                    <a:pt x="12711" y="56100"/>
                  </a:lnTo>
                  <a:lnTo>
                    <a:pt x="12532" y="55291"/>
                  </a:lnTo>
                  <a:lnTo>
                    <a:pt x="12397" y="54483"/>
                  </a:lnTo>
                  <a:lnTo>
                    <a:pt x="12307" y="53629"/>
                  </a:lnTo>
                  <a:lnTo>
                    <a:pt x="12262" y="52821"/>
                  </a:lnTo>
                  <a:lnTo>
                    <a:pt x="12262" y="52012"/>
                  </a:lnTo>
                  <a:lnTo>
                    <a:pt x="12262" y="51159"/>
                  </a:lnTo>
                  <a:lnTo>
                    <a:pt x="12307" y="51114"/>
                  </a:lnTo>
                  <a:lnTo>
                    <a:pt x="12307" y="50934"/>
                  </a:lnTo>
                  <a:close/>
                  <a:moveTo>
                    <a:pt x="60142" y="60052"/>
                  </a:moveTo>
                  <a:lnTo>
                    <a:pt x="60187" y="60097"/>
                  </a:lnTo>
                  <a:lnTo>
                    <a:pt x="60142" y="60816"/>
                  </a:lnTo>
                  <a:lnTo>
                    <a:pt x="60052" y="61534"/>
                  </a:lnTo>
                  <a:lnTo>
                    <a:pt x="59962" y="62253"/>
                  </a:lnTo>
                  <a:lnTo>
                    <a:pt x="59782" y="62972"/>
                  </a:lnTo>
                  <a:lnTo>
                    <a:pt x="59603" y="63645"/>
                  </a:lnTo>
                  <a:lnTo>
                    <a:pt x="59333" y="64364"/>
                  </a:lnTo>
                  <a:lnTo>
                    <a:pt x="59064" y="64993"/>
                  </a:lnTo>
                  <a:lnTo>
                    <a:pt x="58749" y="65667"/>
                  </a:lnTo>
                  <a:lnTo>
                    <a:pt x="58390" y="66295"/>
                  </a:lnTo>
                  <a:lnTo>
                    <a:pt x="57986" y="66924"/>
                  </a:lnTo>
                  <a:lnTo>
                    <a:pt x="57582" y="67508"/>
                  </a:lnTo>
                  <a:lnTo>
                    <a:pt x="57132" y="68047"/>
                  </a:lnTo>
                  <a:lnTo>
                    <a:pt x="56638" y="68586"/>
                  </a:lnTo>
                  <a:lnTo>
                    <a:pt x="56099" y="69125"/>
                  </a:lnTo>
                  <a:lnTo>
                    <a:pt x="55560" y="69574"/>
                  </a:lnTo>
                  <a:lnTo>
                    <a:pt x="54976" y="70023"/>
                  </a:lnTo>
                  <a:lnTo>
                    <a:pt x="55111" y="70203"/>
                  </a:lnTo>
                  <a:lnTo>
                    <a:pt x="54932" y="70023"/>
                  </a:lnTo>
                  <a:lnTo>
                    <a:pt x="54932" y="69934"/>
                  </a:lnTo>
                  <a:lnTo>
                    <a:pt x="55515" y="69529"/>
                  </a:lnTo>
                  <a:lnTo>
                    <a:pt x="56054" y="69035"/>
                  </a:lnTo>
                  <a:lnTo>
                    <a:pt x="56549" y="68541"/>
                  </a:lnTo>
                  <a:lnTo>
                    <a:pt x="57043" y="68002"/>
                  </a:lnTo>
                  <a:lnTo>
                    <a:pt x="57492" y="67463"/>
                  </a:lnTo>
                  <a:lnTo>
                    <a:pt x="57896" y="66879"/>
                  </a:lnTo>
                  <a:lnTo>
                    <a:pt x="58300" y="66251"/>
                  </a:lnTo>
                  <a:lnTo>
                    <a:pt x="58660" y="65622"/>
                  </a:lnTo>
                  <a:lnTo>
                    <a:pt x="58974" y="64993"/>
                  </a:lnTo>
                  <a:lnTo>
                    <a:pt x="59243" y="64319"/>
                  </a:lnTo>
                  <a:lnTo>
                    <a:pt x="59468" y="63645"/>
                  </a:lnTo>
                  <a:lnTo>
                    <a:pt x="59693" y="62927"/>
                  </a:lnTo>
                  <a:lnTo>
                    <a:pt x="59827" y="62253"/>
                  </a:lnTo>
                  <a:lnTo>
                    <a:pt x="59962" y="61534"/>
                  </a:lnTo>
                  <a:lnTo>
                    <a:pt x="60052" y="60816"/>
                  </a:lnTo>
                  <a:lnTo>
                    <a:pt x="60097" y="60097"/>
                  </a:lnTo>
                  <a:lnTo>
                    <a:pt x="60142" y="60052"/>
                  </a:lnTo>
                  <a:close/>
                  <a:moveTo>
                    <a:pt x="8804" y="44691"/>
                  </a:move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6619" y="68721"/>
                  </a:lnTo>
                  <a:lnTo>
                    <a:pt x="17517" y="69529"/>
                  </a:lnTo>
                  <a:lnTo>
                    <a:pt x="18460" y="70293"/>
                  </a:lnTo>
                  <a:lnTo>
                    <a:pt x="19449" y="70967"/>
                  </a:lnTo>
                  <a:lnTo>
                    <a:pt x="19449" y="71056"/>
                  </a:lnTo>
                  <a:lnTo>
                    <a:pt x="19404" y="71056"/>
                  </a:lnTo>
                  <a:lnTo>
                    <a:pt x="18460" y="70428"/>
                  </a:lnTo>
                  <a:lnTo>
                    <a:pt x="17607" y="69709"/>
                  </a:lnTo>
                  <a:lnTo>
                    <a:pt x="16754" y="68990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691"/>
                  </a:lnTo>
                  <a:close/>
                  <a:moveTo>
                    <a:pt x="65172" y="54393"/>
                  </a:moveTo>
                  <a:lnTo>
                    <a:pt x="65217" y="54438"/>
                  </a:lnTo>
                  <a:lnTo>
                    <a:pt x="65082" y="56100"/>
                  </a:lnTo>
                  <a:lnTo>
                    <a:pt x="64858" y="57717"/>
                  </a:lnTo>
                  <a:lnTo>
                    <a:pt x="64498" y="59379"/>
                  </a:lnTo>
                  <a:lnTo>
                    <a:pt x="64049" y="60951"/>
                  </a:lnTo>
                  <a:lnTo>
                    <a:pt x="63510" y="62523"/>
                  </a:lnTo>
                  <a:lnTo>
                    <a:pt x="62882" y="64050"/>
                  </a:lnTo>
                  <a:lnTo>
                    <a:pt x="62163" y="65577"/>
                  </a:lnTo>
                  <a:lnTo>
                    <a:pt x="61354" y="67014"/>
                  </a:lnTo>
                  <a:lnTo>
                    <a:pt x="60456" y="68406"/>
                  </a:lnTo>
                  <a:lnTo>
                    <a:pt x="59468" y="69754"/>
                  </a:lnTo>
                  <a:lnTo>
                    <a:pt x="58435" y="71056"/>
                  </a:lnTo>
                  <a:lnTo>
                    <a:pt x="57312" y="72269"/>
                  </a:lnTo>
                  <a:lnTo>
                    <a:pt x="56099" y="73437"/>
                  </a:lnTo>
                  <a:lnTo>
                    <a:pt x="54842" y="74515"/>
                  </a:lnTo>
                  <a:lnTo>
                    <a:pt x="53494" y="75503"/>
                  </a:lnTo>
                  <a:lnTo>
                    <a:pt x="52102" y="76401"/>
                  </a:lnTo>
                  <a:lnTo>
                    <a:pt x="52057" y="76401"/>
                  </a:lnTo>
                  <a:lnTo>
                    <a:pt x="52057" y="76312"/>
                  </a:lnTo>
                  <a:lnTo>
                    <a:pt x="53449" y="75413"/>
                  </a:lnTo>
                  <a:lnTo>
                    <a:pt x="54752" y="74425"/>
                  </a:lnTo>
                  <a:lnTo>
                    <a:pt x="56054" y="73347"/>
                  </a:lnTo>
                  <a:lnTo>
                    <a:pt x="57222" y="72179"/>
                  </a:lnTo>
                  <a:lnTo>
                    <a:pt x="58345" y="70967"/>
                  </a:lnTo>
                  <a:lnTo>
                    <a:pt x="59378" y="69709"/>
                  </a:lnTo>
                  <a:lnTo>
                    <a:pt x="60366" y="68362"/>
                  </a:lnTo>
                  <a:lnTo>
                    <a:pt x="61265" y="66969"/>
                  </a:lnTo>
                  <a:lnTo>
                    <a:pt x="62073" y="65532"/>
                  </a:lnTo>
                  <a:lnTo>
                    <a:pt x="62792" y="64005"/>
                  </a:lnTo>
                  <a:lnTo>
                    <a:pt x="63421" y="62478"/>
                  </a:lnTo>
                  <a:lnTo>
                    <a:pt x="63960" y="60951"/>
                  </a:lnTo>
                  <a:lnTo>
                    <a:pt x="64409" y="59334"/>
                  </a:lnTo>
                  <a:lnTo>
                    <a:pt x="64723" y="57717"/>
                  </a:lnTo>
                  <a:lnTo>
                    <a:pt x="64993" y="56100"/>
                  </a:lnTo>
                  <a:lnTo>
                    <a:pt x="65127" y="54438"/>
                  </a:lnTo>
                  <a:lnTo>
                    <a:pt x="65172" y="54393"/>
                  </a:lnTo>
                  <a:close/>
                  <a:moveTo>
                    <a:pt x="5121" y="37999"/>
                  </a:moveTo>
                  <a:lnTo>
                    <a:pt x="5166" y="38044"/>
                  </a:lnTo>
                  <a:lnTo>
                    <a:pt x="5166" y="38089"/>
                  </a:lnTo>
                  <a:lnTo>
                    <a:pt x="4896" y="39571"/>
                  </a:lnTo>
                  <a:lnTo>
                    <a:pt x="4672" y="41053"/>
                  </a:lnTo>
                  <a:lnTo>
                    <a:pt x="4537" y="42535"/>
                  </a:lnTo>
                  <a:lnTo>
                    <a:pt x="4402" y="44018"/>
                  </a:lnTo>
                  <a:lnTo>
                    <a:pt x="4357" y="45500"/>
                  </a:lnTo>
                  <a:lnTo>
                    <a:pt x="4312" y="46937"/>
                  </a:lnTo>
                  <a:lnTo>
                    <a:pt x="4357" y="48419"/>
                  </a:lnTo>
                  <a:lnTo>
                    <a:pt x="4447" y="49857"/>
                  </a:lnTo>
                  <a:lnTo>
                    <a:pt x="4582" y="51249"/>
                  </a:lnTo>
                  <a:lnTo>
                    <a:pt x="4806" y="52686"/>
                  </a:lnTo>
                  <a:lnTo>
                    <a:pt x="5031" y="54079"/>
                  </a:lnTo>
                  <a:lnTo>
                    <a:pt x="5300" y="55426"/>
                  </a:lnTo>
                  <a:lnTo>
                    <a:pt x="5660" y="56773"/>
                  </a:lnTo>
                  <a:lnTo>
                    <a:pt x="6064" y="58121"/>
                  </a:lnTo>
                  <a:lnTo>
                    <a:pt x="6513" y="59423"/>
                  </a:lnTo>
                  <a:lnTo>
                    <a:pt x="7007" y="60726"/>
                  </a:lnTo>
                  <a:lnTo>
                    <a:pt x="7591" y="62118"/>
                  </a:lnTo>
                  <a:lnTo>
                    <a:pt x="8220" y="63421"/>
                  </a:lnTo>
                  <a:lnTo>
                    <a:pt x="8938" y="64723"/>
                  </a:lnTo>
                  <a:lnTo>
                    <a:pt x="9702" y="65981"/>
                  </a:lnTo>
                  <a:lnTo>
                    <a:pt x="10511" y="67239"/>
                  </a:lnTo>
                  <a:lnTo>
                    <a:pt x="11364" y="68406"/>
                  </a:lnTo>
                  <a:lnTo>
                    <a:pt x="12307" y="69529"/>
                  </a:lnTo>
                  <a:lnTo>
                    <a:pt x="13250" y="70607"/>
                  </a:lnTo>
                  <a:lnTo>
                    <a:pt x="14238" y="71640"/>
                  </a:lnTo>
                  <a:lnTo>
                    <a:pt x="15316" y="72584"/>
                  </a:lnTo>
                  <a:lnTo>
                    <a:pt x="16394" y="73527"/>
                  </a:lnTo>
                  <a:lnTo>
                    <a:pt x="17517" y="74380"/>
                  </a:lnTo>
                  <a:lnTo>
                    <a:pt x="18640" y="75189"/>
                  </a:lnTo>
                  <a:lnTo>
                    <a:pt x="19853" y="75907"/>
                  </a:lnTo>
                  <a:lnTo>
                    <a:pt x="21066" y="76581"/>
                  </a:lnTo>
                  <a:lnTo>
                    <a:pt x="22323" y="77210"/>
                  </a:lnTo>
                  <a:lnTo>
                    <a:pt x="22368" y="77210"/>
                  </a:lnTo>
                  <a:lnTo>
                    <a:pt x="22368" y="77255"/>
                  </a:lnTo>
                  <a:lnTo>
                    <a:pt x="22278" y="77300"/>
                  </a:lnTo>
                  <a:lnTo>
                    <a:pt x="21021" y="76671"/>
                  </a:lnTo>
                  <a:lnTo>
                    <a:pt x="19808" y="75997"/>
                  </a:lnTo>
                  <a:lnTo>
                    <a:pt x="18595" y="75278"/>
                  </a:lnTo>
                  <a:lnTo>
                    <a:pt x="17427" y="74470"/>
                  </a:lnTo>
                  <a:lnTo>
                    <a:pt x="16305" y="73617"/>
                  </a:lnTo>
                  <a:lnTo>
                    <a:pt x="15227" y="72673"/>
                  </a:lnTo>
                  <a:lnTo>
                    <a:pt x="14194" y="71685"/>
                  </a:lnTo>
                  <a:lnTo>
                    <a:pt x="13160" y="70652"/>
                  </a:lnTo>
                  <a:lnTo>
                    <a:pt x="12217" y="69574"/>
                  </a:lnTo>
                  <a:lnTo>
                    <a:pt x="11319" y="68451"/>
                  </a:lnTo>
                  <a:lnTo>
                    <a:pt x="10421" y="67284"/>
                  </a:lnTo>
                  <a:lnTo>
                    <a:pt x="9612" y="66071"/>
                  </a:lnTo>
                  <a:lnTo>
                    <a:pt x="8849" y="64813"/>
                  </a:lnTo>
                  <a:lnTo>
                    <a:pt x="8130" y="63511"/>
                  </a:lnTo>
                  <a:lnTo>
                    <a:pt x="7501" y="62163"/>
                  </a:lnTo>
                  <a:lnTo>
                    <a:pt x="6917" y="60771"/>
                  </a:lnTo>
                  <a:lnTo>
                    <a:pt x="6423" y="59468"/>
                  </a:lnTo>
                  <a:lnTo>
                    <a:pt x="5974" y="58166"/>
                  </a:lnTo>
                  <a:lnTo>
                    <a:pt x="5570" y="56818"/>
                  </a:lnTo>
                  <a:lnTo>
                    <a:pt x="5211" y="55471"/>
                  </a:lnTo>
                  <a:lnTo>
                    <a:pt x="4941" y="54079"/>
                  </a:lnTo>
                  <a:lnTo>
                    <a:pt x="4672" y="52686"/>
                  </a:lnTo>
                  <a:lnTo>
                    <a:pt x="4492" y="51294"/>
                  </a:lnTo>
                  <a:lnTo>
                    <a:pt x="4357" y="49857"/>
                  </a:lnTo>
                  <a:lnTo>
                    <a:pt x="4267" y="48419"/>
                  </a:lnTo>
                  <a:lnTo>
                    <a:pt x="4222" y="46982"/>
                  </a:lnTo>
                  <a:lnTo>
                    <a:pt x="4222" y="45500"/>
                  </a:lnTo>
                  <a:lnTo>
                    <a:pt x="4312" y="44018"/>
                  </a:lnTo>
                  <a:lnTo>
                    <a:pt x="4402" y="42535"/>
                  </a:lnTo>
                  <a:lnTo>
                    <a:pt x="4582" y="41053"/>
                  </a:lnTo>
                  <a:lnTo>
                    <a:pt x="4806" y="39571"/>
                  </a:lnTo>
                  <a:lnTo>
                    <a:pt x="5076" y="38044"/>
                  </a:lnTo>
                  <a:lnTo>
                    <a:pt x="5121" y="37999"/>
                  </a:lnTo>
                  <a:close/>
                  <a:moveTo>
                    <a:pt x="6917" y="1"/>
                  </a:moveTo>
                  <a:lnTo>
                    <a:pt x="6783" y="405"/>
                  </a:lnTo>
                  <a:lnTo>
                    <a:pt x="6199" y="2291"/>
                  </a:lnTo>
                  <a:lnTo>
                    <a:pt x="5480" y="4852"/>
                  </a:lnTo>
                  <a:lnTo>
                    <a:pt x="4627" y="8085"/>
                  </a:lnTo>
                  <a:lnTo>
                    <a:pt x="3728" y="11813"/>
                  </a:lnTo>
                  <a:lnTo>
                    <a:pt x="3279" y="13880"/>
                  </a:lnTo>
                  <a:lnTo>
                    <a:pt x="2830" y="16035"/>
                  </a:lnTo>
                  <a:lnTo>
                    <a:pt x="2381" y="18281"/>
                  </a:lnTo>
                  <a:lnTo>
                    <a:pt x="1932" y="20662"/>
                  </a:lnTo>
                  <a:lnTo>
                    <a:pt x="1572" y="23042"/>
                  </a:lnTo>
                  <a:lnTo>
                    <a:pt x="1168" y="25557"/>
                  </a:lnTo>
                  <a:lnTo>
                    <a:pt x="854" y="28118"/>
                  </a:lnTo>
                  <a:lnTo>
                    <a:pt x="584" y="30678"/>
                  </a:lnTo>
                  <a:lnTo>
                    <a:pt x="360" y="33328"/>
                  </a:lnTo>
                  <a:lnTo>
                    <a:pt x="180" y="35978"/>
                  </a:lnTo>
                  <a:lnTo>
                    <a:pt x="45" y="38673"/>
                  </a:lnTo>
                  <a:lnTo>
                    <a:pt x="0" y="41323"/>
                  </a:lnTo>
                  <a:lnTo>
                    <a:pt x="45" y="44018"/>
                  </a:lnTo>
                  <a:lnTo>
                    <a:pt x="180" y="46668"/>
                  </a:lnTo>
                  <a:lnTo>
                    <a:pt x="360" y="49318"/>
                  </a:lnTo>
                  <a:lnTo>
                    <a:pt x="674" y="51968"/>
                  </a:lnTo>
                  <a:lnTo>
                    <a:pt x="854" y="53225"/>
                  </a:lnTo>
                  <a:lnTo>
                    <a:pt x="1078" y="54528"/>
                  </a:lnTo>
                  <a:lnTo>
                    <a:pt x="1348" y="55785"/>
                  </a:lnTo>
                  <a:lnTo>
                    <a:pt x="1617" y="57043"/>
                  </a:lnTo>
                  <a:lnTo>
                    <a:pt x="1932" y="58301"/>
                  </a:lnTo>
                  <a:lnTo>
                    <a:pt x="2246" y="59513"/>
                  </a:lnTo>
                  <a:lnTo>
                    <a:pt x="2605" y="60726"/>
                  </a:lnTo>
                  <a:lnTo>
                    <a:pt x="3010" y="61894"/>
                  </a:lnTo>
                  <a:lnTo>
                    <a:pt x="3459" y="63062"/>
                  </a:lnTo>
                  <a:lnTo>
                    <a:pt x="3908" y="64229"/>
                  </a:lnTo>
                  <a:lnTo>
                    <a:pt x="4402" y="65352"/>
                  </a:lnTo>
                  <a:lnTo>
                    <a:pt x="4941" y="66430"/>
                  </a:lnTo>
                  <a:lnTo>
                    <a:pt x="5480" y="67508"/>
                  </a:lnTo>
                  <a:lnTo>
                    <a:pt x="6109" y="68586"/>
                  </a:lnTo>
                  <a:lnTo>
                    <a:pt x="6738" y="69574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3193" y="82869"/>
                  </a:lnTo>
                  <a:lnTo>
                    <a:pt x="35124" y="82914"/>
                  </a:lnTo>
                  <a:lnTo>
                    <a:pt x="36831" y="82869"/>
                  </a:lnTo>
                  <a:lnTo>
                    <a:pt x="38493" y="82779"/>
                  </a:lnTo>
                  <a:lnTo>
                    <a:pt x="40514" y="82600"/>
                  </a:lnTo>
                  <a:lnTo>
                    <a:pt x="42445" y="82375"/>
                  </a:lnTo>
                  <a:lnTo>
                    <a:pt x="44332" y="82061"/>
                  </a:lnTo>
                  <a:lnTo>
                    <a:pt x="46128" y="81611"/>
                  </a:lnTo>
                  <a:lnTo>
                    <a:pt x="47880" y="81162"/>
                  </a:lnTo>
                  <a:lnTo>
                    <a:pt x="49542" y="80578"/>
                  </a:lnTo>
                  <a:lnTo>
                    <a:pt x="51159" y="79950"/>
                  </a:lnTo>
                  <a:lnTo>
                    <a:pt x="52731" y="79186"/>
                  </a:lnTo>
                  <a:lnTo>
                    <a:pt x="54213" y="78423"/>
                  </a:lnTo>
                  <a:lnTo>
                    <a:pt x="55650" y="77524"/>
                  </a:lnTo>
                  <a:lnTo>
                    <a:pt x="56998" y="76581"/>
                  </a:lnTo>
                  <a:lnTo>
                    <a:pt x="58300" y="75503"/>
                  </a:lnTo>
                  <a:lnTo>
                    <a:pt x="59513" y="74425"/>
                  </a:lnTo>
                  <a:lnTo>
                    <a:pt x="60681" y="73212"/>
                  </a:lnTo>
                  <a:lnTo>
                    <a:pt x="61759" y="71955"/>
                  </a:lnTo>
                  <a:lnTo>
                    <a:pt x="62792" y="70562"/>
                  </a:lnTo>
                  <a:lnTo>
                    <a:pt x="63465" y="69574"/>
                  </a:lnTo>
                  <a:lnTo>
                    <a:pt x="64094" y="68586"/>
                  </a:lnTo>
                  <a:lnTo>
                    <a:pt x="64723" y="67508"/>
                  </a:lnTo>
                  <a:lnTo>
                    <a:pt x="65307" y="66430"/>
                  </a:lnTo>
                  <a:lnTo>
                    <a:pt x="65801" y="65352"/>
                  </a:lnTo>
                  <a:lnTo>
                    <a:pt x="66295" y="64229"/>
                  </a:lnTo>
                  <a:lnTo>
                    <a:pt x="66789" y="63062"/>
                  </a:lnTo>
                  <a:lnTo>
                    <a:pt x="67193" y="61894"/>
                  </a:lnTo>
                  <a:lnTo>
                    <a:pt x="67598" y="60726"/>
                  </a:lnTo>
                  <a:lnTo>
                    <a:pt x="67957" y="59513"/>
                  </a:lnTo>
                  <a:lnTo>
                    <a:pt x="68316" y="58301"/>
                  </a:lnTo>
                  <a:lnTo>
                    <a:pt x="68586" y="57043"/>
                  </a:lnTo>
                  <a:lnTo>
                    <a:pt x="68900" y="55785"/>
                  </a:lnTo>
                  <a:lnTo>
                    <a:pt x="69125" y="54528"/>
                  </a:lnTo>
                  <a:lnTo>
                    <a:pt x="69349" y="53225"/>
                  </a:lnTo>
                  <a:lnTo>
                    <a:pt x="69529" y="51968"/>
                  </a:lnTo>
                  <a:lnTo>
                    <a:pt x="69843" y="49318"/>
                  </a:lnTo>
                  <a:lnTo>
                    <a:pt x="70068" y="46668"/>
                  </a:lnTo>
                  <a:lnTo>
                    <a:pt x="70158" y="44018"/>
                  </a:lnTo>
                  <a:lnTo>
                    <a:pt x="70203" y="41323"/>
                  </a:lnTo>
                  <a:lnTo>
                    <a:pt x="70158" y="38628"/>
                  </a:lnTo>
                  <a:lnTo>
                    <a:pt x="70068" y="35978"/>
                  </a:lnTo>
                  <a:lnTo>
                    <a:pt x="69888" y="33328"/>
                  </a:lnTo>
                  <a:lnTo>
                    <a:pt x="69664" y="30678"/>
                  </a:lnTo>
                  <a:lnTo>
                    <a:pt x="69349" y="28073"/>
                  </a:lnTo>
                  <a:lnTo>
                    <a:pt x="69035" y="25557"/>
                  </a:lnTo>
                  <a:lnTo>
                    <a:pt x="68676" y="23042"/>
                  </a:lnTo>
                  <a:lnTo>
                    <a:pt x="68271" y="20617"/>
                  </a:lnTo>
                  <a:lnTo>
                    <a:pt x="67867" y="18281"/>
                  </a:lnTo>
                  <a:lnTo>
                    <a:pt x="67418" y="16035"/>
                  </a:lnTo>
                  <a:lnTo>
                    <a:pt x="66969" y="13880"/>
                  </a:lnTo>
                  <a:lnTo>
                    <a:pt x="66475" y="11813"/>
                  </a:lnTo>
                  <a:lnTo>
                    <a:pt x="65576" y="8085"/>
                  </a:lnTo>
                  <a:lnTo>
                    <a:pt x="64723" y="4852"/>
                  </a:lnTo>
                  <a:lnTo>
                    <a:pt x="64004" y="2247"/>
                  </a:lnTo>
                  <a:lnTo>
                    <a:pt x="63421" y="360"/>
                  </a:lnTo>
                  <a:lnTo>
                    <a:pt x="63331" y="1"/>
                  </a:lnTo>
                  <a:lnTo>
                    <a:pt x="63061" y="315"/>
                  </a:lnTo>
                  <a:lnTo>
                    <a:pt x="62792" y="674"/>
                  </a:lnTo>
                  <a:lnTo>
                    <a:pt x="62432" y="1034"/>
                  </a:lnTo>
                  <a:lnTo>
                    <a:pt x="62028" y="1393"/>
                  </a:lnTo>
                  <a:lnTo>
                    <a:pt x="61579" y="1708"/>
                  </a:lnTo>
                  <a:lnTo>
                    <a:pt x="61085" y="2022"/>
                  </a:lnTo>
                  <a:lnTo>
                    <a:pt x="60501" y="2336"/>
                  </a:lnTo>
                  <a:lnTo>
                    <a:pt x="59917" y="2651"/>
                  </a:lnTo>
                  <a:lnTo>
                    <a:pt x="59243" y="2920"/>
                  </a:lnTo>
                  <a:lnTo>
                    <a:pt x="57806" y="3459"/>
                  </a:lnTo>
                  <a:lnTo>
                    <a:pt x="56234" y="3953"/>
                  </a:lnTo>
                  <a:lnTo>
                    <a:pt x="54482" y="4402"/>
                  </a:lnTo>
                  <a:lnTo>
                    <a:pt x="52641" y="4852"/>
                  </a:lnTo>
                  <a:lnTo>
                    <a:pt x="50620" y="5211"/>
                  </a:lnTo>
                  <a:lnTo>
                    <a:pt x="48554" y="5525"/>
                  </a:lnTo>
                  <a:lnTo>
                    <a:pt x="46398" y="5795"/>
                  </a:lnTo>
                  <a:lnTo>
                    <a:pt x="44152" y="6019"/>
                  </a:lnTo>
                  <a:lnTo>
                    <a:pt x="41906" y="6199"/>
                  </a:lnTo>
                  <a:lnTo>
                    <a:pt x="39616" y="6289"/>
                  </a:lnTo>
                  <a:lnTo>
                    <a:pt x="37370" y="6379"/>
                  </a:lnTo>
                  <a:lnTo>
                    <a:pt x="35124" y="6424"/>
                  </a:lnTo>
                  <a:lnTo>
                    <a:pt x="32788" y="6379"/>
                  </a:lnTo>
                  <a:lnTo>
                    <a:pt x="30498" y="6289"/>
                  </a:lnTo>
                  <a:lnTo>
                    <a:pt x="28162" y="6154"/>
                  </a:lnTo>
                  <a:lnTo>
                    <a:pt x="25871" y="5974"/>
                  </a:lnTo>
                  <a:lnTo>
                    <a:pt x="23626" y="5750"/>
                  </a:lnTo>
                  <a:lnTo>
                    <a:pt x="21425" y="5480"/>
                  </a:lnTo>
                  <a:lnTo>
                    <a:pt x="19314" y="5166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close/>
                </a:path>
              </a:pathLst>
            </a:custGeom>
            <a:solidFill>
              <a:srgbClr val="622811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3"/>
            <p:cNvSpPr/>
            <p:nvPr/>
          </p:nvSpPr>
          <p:spPr>
            <a:xfrm>
              <a:off x="5366300" y="1961425"/>
              <a:ext cx="1755075" cy="2072875"/>
            </a:xfrm>
            <a:custGeom>
              <a:rect b="b" l="l" r="r" t="t"/>
              <a:pathLst>
                <a:path extrusionOk="0" fill="none" h="82915" w="70203">
                  <a:moveTo>
                    <a:pt x="63421" y="360"/>
                  </a:moveTo>
                  <a:lnTo>
                    <a:pt x="63331" y="1"/>
                  </a:lnTo>
                  <a:lnTo>
                    <a:pt x="63061" y="315"/>
                  </a:lnTo>
                  <a:lnTo>
                    <a:pt x="63061" y="315"/>
                  </a:lnTo>
                  <a:lnTo>
                    <a:pt x="62792" y="674"/>
                  </a:lnTo>
                  <a:lnTo>
                    <a:pt x="62432" y="1034"/>
                  </a:lnTo>
                  <a:lnTo>
                    <a:pt x="62028" y="1393"/>
                  </a:lnTo>
                  <a:lnTo>
                    <a:pt x="61579" y="1708"/>
                  </a:lnTo>
                  <a:lnTo>
                    <a:pt x="61085" y="2022"/>
                  </a:lnTo>
                  <a:lnTo>
                    <a:pt x="60501" y="2336"/>
                  </a:lnTo>
                  <a:lnTo>
                    <a:pt x="59917" y="2651"/>
                  </a:lnTo>
                  <a:lnTo>
                    <a:pt x="59243" y="2920"/>
                  </a:lnTo>
                  <a:lnTo>
                    <a:pt x="57806" y="3459"/>
                  </a:lnTo>
                  <a:lnTo>
                    <a:pt x="56234" y="3953"/>
                  </a:lnTo>
                  <a:lnTo>
                    <a:pt x="54482" y="4402"/>
                  </a:lnTo>
                  <a:lnTo>
                    <a:pt x="52641" y="4852"/>
                  </a:lnTo>
                  <a:lnTo>
                    <a:pt x="52641" y="4852"/>
                  </a:lnTo>
                  <a:lnTo>
                    <a:pt x="50620" y="5211"/>
                  </a:lnTo>
                  <a:lnTo>
                    <a:pt x="48554" y="5525"/>
                  </a:lnTo>
                  <a:lnTo>
                    <a:pt x="46398" y="5795"/>
                  </a:lnTo>
                  <a:lnTo>
                    <a:pt x="44152" y="6019"/>
                  </a:lnTo>
                  <a:lnTo>
                    <a:pt x="41906" y="6199"/>
                  </a:lnTo>
                  <a:lnTo>
                    <a:pt x="39616" y="6289"/>
                  </a:lnTo>
                  <a:lnTo>
                    <a:pt x="37370" y="6379"/>
                  </a:lnTo>
                  <a:lnTo>
                    <a:pt x="35124" y="6424"/>
                  </a:lnTo>
                  <a:lnTo>
                    <a:pt x="35124" y="6424"/>
                  </a:lnTo>
                  <a:lnTo>
                    <a:pt x="32788" y="6379"/>
                  </a:lnTo>
                  <a:lnTo>
                    <a:pt x="30498" y="6289"/>
                  </a:lnTo>
                  <a:lnTo>
                    <a:pt x="28162" y="6154"/>
                  </a:lnTo>
                  <a:lnTo>
                    <a:pt x="25871" y="5974"/>
                  </a:lnTo>
                  <a:lnTo>
                    <a:pt x="23626" y="5750"/>
                  </a:lnTo>
                  <a:lnTo>
                    <a:pt x="21425" y="5480"/>
                  </a:lnTo>
                  <a:lnTo>
                    <a:pt x="19314" y="5166"/>
                  </a:lnTo>
                  <a:lnTo>
                    <a:pt x="17248" y="4762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lnTo>
                    <a:pt x="6783" y="405"/>
                  </a:lnTo>
                  <a:lnTo>
                    <a:pt x="6783" y="405"/>
                  </a:lnTo>
                  <a:lnTo>
                    <a:pt x="6199" y="2291"/>
                  </a:lnTo>
                  <a:lnTo>
                    <a:pt x="5480" y="4852"/>
                  </a:lnTo>
                  <a:lnTo>
                    <a:pt x="4627" y="8085"/>
                  </a:lnTo>
                  <a:lnTo>
                    <a:pt x="3728" y="11813"/>
                  </a:lnTo>
                  <a:lnTo>
                    <a:pt x="3279" y="13880"/>
                  </a:lnTo>
                  <a:lnTo>
                    <a:pt x="2830" y="16035"/>
                  </a:lnTo>
                  <a:lnTo>
                    <a:pt x="2381" y="18281"/>
                  </a:lnTo>
                  <a:lnTo>
                    <a:pt x="1932" y="20662"/>
                  </a:lnTo>
                  <a:lnTo>
                    <a:pt x="1572" y="23042"/>
                  </a:lnTo>
                  <a:lnTo>
                    <a:pt x="1168" y="25557"/>
                  </a:lnTo>
                  <a:lnTo>
                    <a:pt x="854" y="28118"/>
                  </a:lnTo>
                  <a:lnTo>
                    <a:pt x="584" y="30678"/>
                  </a:lnTo>
                  <a:lnTo>
                    <a:pt x="360" y="33328"/>
                  </a:lnTo>
                  <a:lnTo>
                    <a:pt x="180" y="35978"/>
                  </a:lnTo>
                  <a:lnTo>
                    <a:pt x="45" y="38673"/>
                  </a:lnTo>
                  <a:lnTo>
                    <a:pt x="0" y="41323"/>
                  </a:lnTo>
                  <a:lnTo>
                    <a:pt x="45" y="44018"/>
                  </a:lnTo>
                  <a:lnTo>
                    <a:pt x="180" y="46668"/>
                  </a:lnTo>
                  <a:lnTo>
                    <a:pt x="360" y="49318"/>
                  </a:lnTo>
                  <a:lnTo>
                    <a:pt x="674" y="51968"/>
                  </a:lnTo>
                  <a:lnTo>
                    <a:pt x="854" y="53225"/>
                  </a:lnTo>
                  <a:lnTo>
                    <a:pt x="1078" y="54528"/>
                  </a:lnTo>
                  <a:lnTo>
                    <a:pt x="1348" y="55785"/>
                  </a:lnTo>
                  <a:lnTo>
                    <a:pt x="1617" y="57043"/>
                  </a:lnTo>
                  <a:lnTo>
                    <a:pt x="1932" y="58301"/>
                  </a:lnTo>
                  <a:lnTo>
                    <a:pt x="2246" y="59513"/>
                  </a:lnTo>
                  <a:lnTo>
                    <a:pt x="2605" y="60726"/>
                  </a:lnTo>
                  <a:lnTo>
                    <a:pt x="3010" y="61894"/>
                  </a:lnTo>
                  <a:lnTo>
                    <a:pt x="3459" y="63062"/>
                  </a:lnTo>
                  <a:lnTo>
                    <a:pt x="3908" y="64229"/>
                  </a:lnTo>
                  <a:lnTo>
                    <a:pt x="4402" y="65352"/>
                  </a:lnTo>
                  <a:lnTo>
                    <a:pt x="4941" y="66430"/>
                  </a:lnTo>
                  <a:lnTo>
                    <a:pt x="5480" y="67508"/>
                  </a:lnTo>
                  <a:lnTo>
                    <a:pt x="6109" y="68586"/>
                  </a:lnTo>
                  <a:lnTo>
                    <a:pt x="6738" y="69574"/>
                  </a:lnTo>
                  <a:lnTo>
                    <a:pt x="7411" y="70562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1306" y="82779"/>
                  </a:lnTo>
                  <a:lnTo>
                    <a:pt x="33193" y="82869"/>
                  </a:lnTo>
                  <a:lnTo>
                    <a:pt x="35124" y="82914"/>
                  </a:lnTo>
                  <a:lnTo>
                    <a:pt x="35124" y="82914"/>
                  </a:lnTo>
                  <a:lnTo>
                    <a:pt x="36831" y="82869"/>
                  </a:lnTo>
                  <a:lnTo>
                    <a:pt x="38493" y="82779"/>
                  </a:lnTo>
                  <a:lnTo>
                    <a:pt x="38493" y="82779"/>
                  </a:lnTo>
                  <a:lnTo>
                    <a:pt x="38493" y="82779"/>
                  </a:lnTo>
                  <a:lnTo>
                    <a:pt x="40514" y="82600"/>
                  </a:lnTo>
                  <a:lnTo>
                    <a:pt x="42445" y="82375"/>
                  </a:lnTo>
                  <a:lnTo>
                    <a:pt x="44332" y="82061"/>
                  </a:lnTo>
                  <a:lnTo>
                    <a:pt x="46128" y="81611"/>
                  </a:lnTo>
                  <a:lnTo>
                    <a:pt x="47880" y="81162"/>
                  </a:lnTo>
                  <a:lnTo>
                    <a:pt x="49542" y="80578"/>
                  </a:lnTo>
                  <a:lnTo>
                    <a:pt x="51159" y="79950"/>
                  </a:lnTo>
                  <a:lnTo>
                    <a:pt x="52731" y="79186"/>
                  </a:lnTo>
                  <a:lnTo>
                    <a:pt x="54213" y="78423"/>
                  </a:lnTo>
                  <a:lnTo>
                    <a:pt x="55650" y="77524"/>
                  </a:lnTo>
                  <a:lnTo>
                    <a:pt x="56998" y="76581"/>
                  </a:lnTo>
                  <a:lnTo>
                    <a:pt x="58300" y="75503"/>
                  </a:lnTo>
                  <a:lnTo>
                    <a:pt x="59513" y="74425"/>
                  </a:lnTo>
                  <a:lnTo>
                    <a:pt x="60681" y="73212"/>
                  </a:lnTo>
                  <a:lnTo>
                    <a:pt x="61759" y="71955"/>
                  </a:lnTo>
                  <a:lnTo>
                    <a:pt x="62792" y="70562"/>
                  </a:lnTo>
                  <a:lnTo>
                    <a:pt x="62792" y="70562"/>
                  </a:lnTo>
                  <a:lnTo>
                    <a:pt x="63465" y="69574"/>
                  </a:lnTo>
                  <a:lnTo>
                    <a:pt x="64094" y="68586"/>
                  </a:lnTo>
                  <a:lnTo>
                    <a:pt x="64723" y="67508"/>
                  </a:lnTo>
                  <a:lnTo>
                    <a:pt x="65307" y="66430"/>
                  </a:lnTo>
                  <a:lnTo>
                    <a:pt x="65801" y="65352"/>
                  </a:lnTo>
                  <a:lnTo>
                    <a:pt x="66295" y="64229"/>
                  </a:lnTo>
                  <a:lnTo>
                    <a:pt x="66789" y="63062"/>
                  </a:lnTo>
                  <a:lnTo>
                    <a:pt x="67193" y="61894"/>
                  </a:lnTo>
                  <a:lnTo>
                    <a:pt x="67598" y="60726"/>
                  </a:lnTo>
                  <a:lnTo>
                    <a:pt x="67957" y="59513"/>
                  </a:lnTo>
                  <a:lnTo>
                    <a:pt x="68316" y="58301"/>
                  </a:lnTo>
                  <a:lnTo>
                    <a:pt x="68586" y="57043"/>
                  </a:lnTo>
                  <a:lnTo>
                    <a:pt x="68900" y="55785"/>
                  </a:lnTo>
                  <a:lnTo>
                    <a:pt x="69125" y="54528"/>
                  </a:lnTo>
                  <a:lnTo>
                    <a:pt x="69349" y="53225"/>
                  </a:lnTo>
                  <a:lnTo>
                    <a:pt x="69529" y="51968"/>
                  </a:lnTo>
                  <a:lnTo>
                    <a:pt x="69843" y="49318"/>
                  </a:lnTo>
                  <a:lnTo>
                    <a:pt x="70068" y="46668"/>
                  </a:lnTo>
                  <a:lnTo>
                    <a:pt x="70158" y="44018"/>
                  </a:lnTo>
                  <a:lnTo>
                    <a:pt x="70203" y="41323"/>
                  </a:lnTo>
                  <a:lnTo>
                    <a:pt x="70158" y="38628"/>
                  </a:lnTo>
                  <a:lnTo>
                    <a:pt x="70068" y="35978"/>
                  </a:lnTo>
                  <a:lnTo>
                    <a:pt x="69888" y="33328"/>
                  </a:lnTo>
                  <a:lnTo>
                    <a:pt x="69664" y="30678"/>
                  </a:lnTo>
                  <a:lnTo>
                    <a:pt x="69349" y="28073"/>
                  </a:lnTo>
                  <a:lnTo>
                    <a:pt x="69035" y="25557"/>
                  </a:lnTo>
                  <a:lnTo>
                    <a:pt x="68676" y="23042"/>
                  </a:lnTo>
                  <a:lnTo>
                    <a:pt x="68271" y="20617"/>
                  </a:lnTo>
                  <a:lnTo>
                    <a:pt x="67867" y="18281"/>
                  </a:lnTo>
                  <a:lnTo>
                    <a:pt x="67418" y="16035"/>
                  </a:lnTo>
                  <a:lnTo>
                    <a:pt x="66969" y="13880"/>
                  </a:lnTo>
                  <a:lnTo>
                    <a:pt x="66475" y="11813"/>
                  </a:lnTo>
                  <a:lnTo>
                    <a:pt x="65576" y="8085"/>
                  </a:lnTo>
                  <a:lnTo>
                    <a:pt x="64723" y="4852"/>
                  </a:lnTo>
                  <a:lnTo>
                    <a:pt x="64004" y="2247"/>
                  </a:lnTo>
                  <a:lnTo>
                    <a:pt x="63421" y="36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3"/>
            <p:cNvSpPr/>
            <p:nvPr/>
          </p:nvSpPr>
          <p:spPr>
            <a:xfrm>
              <a:off x="6130975" y="2251125"/>
              <a:ext cx="3400" cy="71900"/>
            </a:xfrm>
            <a:custGeom>
              <a:rect b="b" l="l" r="r" t="t"/>
              <a:pathLst>
                <a:path extrusionOk="0" fill="none" h="2876" w="136">
                  <a:moveTo>
                    <a:pt x="1" y="46"/>
                  </a:moveTo>
                  <a:lnTo>
                    <a:pt x="1" y="46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90" y="1"/>
                  </a:lnTo>
                  <a:lnTo>
                    <a:pt x="135" y="46"/>
                  </a:lnTo>
                  <a:lnTo>
                    <a:pt x="135" y="2831"/>
                  </a:lnTo>
                  <a:lnTo>
                    <a:pt x="135" y="2831"/>
                  </a:lnTo>
                  <a:lnTo>
                    <a:pt x="90" y="2831"/>
                  </a:lnTo>
                  <a:lnTo>
                    <a:pt x="45" y="2875"/>
                  </a:lnTo>
                  <a:lnTo>
                    <a:pt x="45" y="2875"/>
                  </a:lnTo>
                  <a:lnTo>
                    <a:pt x="45" y="2831"/>
                  </a:lnTo>
                  <a:lnTo>
                    <a:pt x="1" y="2831"/>
                  </a:lnTo>
                  <a:lnTo>
                    <a:pt x="1" y="4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3"/>
            <p:cNvSpPr/>
            <p:nvPr/>
          </p:nvSpPr>
          <p:spPr>
            <a:xfrm>
              <a:off x="5571775" y="3078700"/>
              <a:ext cx="280750" cy="659150"/>
            </a:xfrm>
            <a:custGeom>
              <a:rect b="b" l="l" r="r" t="t"/>
              <a:pathLst>
                <a:path extrusionOk="0" fill="none" h="26366" w="11230">
                  <a:moveTo>
                    <a:pt x="11230" y="26276"/>
                  </a:moveTo>
                  <a:lnTo>
                    <a:pt x="11230" y="26365"/>
                  </a:lnTo>
                  <a:lnTo>
                    <a:pt x="11185" y="26365"/>
                  </a:lnTo>
                  <a:lnTo>
                    <a:pt x="11185" y="26365"/>
                  </a:lnTo>
                  <a:lnTo>
                    <a:pt x="10241" y="25737"/>
                  </a:lnTo>
                  <a:lnTo>
                    <a:pt x="9388" y="25018"/>
                  </a:lnTo>
                  <a:lnTo>
                    <a:pt x="8535" y="24299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6603" y="22323"/>
                  </a:lnTo>
                  <a:lnTo>
                    <a:pt x="5570" y="21110"/>
                  </a:lnTo>
                  <a:lnTo>
                    <a:pt x="4627" y="19808"/>
                  </a:lnTo>
                  <a:lnTo>
                    <a:pt x="3774" y="18505"/>
                  </a:lnTo>
                  <a:lnTo>
                    <a:pt x="2965" y="17113"/>
                  </a:lnTo>
                  <a:lnTo>
                    <a:pt x="2292" y="15676"/>
                  </a:lnTo>
                  <a:lnTo>
                    <a:pt x="1663" y="14193"/>
                  </a:lnTo>
                  <a:lnTo>
                    <a:pt x="1169" y="12666"/>
                  </a:lnTo>
                  <a:lnTo>
                    <a:pt x="719" y="11139"/>
                  </a:lnTo>
                  <a:lnTo>
                    <a:pt x="405" y="9567"/>
                  </a:lnTo>
                  <a:lnTo>
                    <a:pt x="180" y="7995"/>
                  </a:lnTo>
                  <a:lnTo>
                    <a:pt x="1" y="6378"/>
                  </a:lnTo>
                  <a:lnTo>
                    <a:pt x="1" y="4806"/>
                  </a:lnTo>
                  <a:lnTo>
                    <a:pt x="46" y="3189"/>
                  </a:lnTo>
                  <a:lnTo>
                    <a:pt x="225" y="1617"/>
                  </a:lnTo>
                  <a:lnTo>
                    <a:pt x="360" y="809"/>
                  </a:lnTo>
                  <a:lnTo>
                    <a:pt x="495" y="45"/>
                  </a:lnTo>
                  <a:lnTo>
                    <a:pt x="495" y="45"/>
                  </a:lnTo>
                  <a:lnTo>
                    <a:pt x="495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85" y="0"/>
                  </a:lnTo>
                  <a:lnTo>
                    <a:pt x="585" y="45"/>
                  </a:lnTo>
                  <a:lnTo>
                    <a:pt x="585" y="45"/>
                  </a:lnTo>
                  <a:lnTo>
                    <a:pt x="315" y="1617"/>
                  </a:lnTo>
                  <a:lnTo>
                    <a:pt x="136" y="3189"/>
                  </a:lnTo>
                  <a:lnTo>
                    <a:pt x="91" y="4761"/>
                  </a:lnTo>
                  <a:lnTo>
                    <a:pt x="136" y="6333"/>
                  </a:lnTo>
                  <a:lnTo>
                    <a:pt x="270" y="7860"/>
                  </a:lnTo>
                  <a:lnTo>
                    <a:pt x="495" y="9432"/>
                  </a:lnTo>
                  <a:lnTo>
                    <a:pt x="809" y="10960"/>
                  </a:lnTo>
                  <a:lnTo>
                    <a:pt x="1214" y="12487"/>
                  </a:lnTo>
                  <a:lnTo>
                    <a:pt x="1708" y="13969"/>
                  </a:lnTo>
                  <a:lnTo>
                    <a:pt x="2292" y="15451"/>
                  </a:lnTo>
                  <a:lnTo>
                    <a:pt x="2965" y="16843"/>
                  </a:lnTo>
                  <a:lnTo>
                    <a:pt x="3729" y="18236"/>
                  </a:lnTo>
                  <a:lnTo>
                    <a:pt x="4582" y="19583"/>
                  </a:lnTo>
                  <a:lnTo>
                    <a:pt x="5480" y="20841"/>
                  </a:lnTo>
                  <a:lnTo>
                    <a:pt x="6469" y="22054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8400" y="24030"/>
                  </a:lnTo>
                  <a:lnTo>
                    <a:pt x="9298" y="24838"/>
                  </a:lnTo>
                  <a:lnTo>
                    <a:pt x="10241" y="25602"/>
                  </a:lnTo>
                  <a:lnTo>
                    <a:pt x="11230" y="2627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3"/>
            <p:cNvSpPr/>
            <p:nvPr/>
          </p:nvSpPr>
          <p:spPr>
            <a:xfrm>
              <a:off x="5672850" y="3234775"/>
              <a:ext cx="108925" cy="311050"/>
            </a:xfrm>
            <a:custGeom>
              <a:rect b="b" l="l" r="r" t="t"/>
              <a:pathLst>
                <a:path extrusionOk="0" fill="none" h="12442" w="4357">
                  <a:moveTo>
                    <a:pt x="4357" y="12352"/>
                  </a:moveTo>
                  <a:lnTo>
                    <a:pt x="4357" y="12352"/>
                  </a:lnTo>
                  <a:lnTo>
                    <a:pt x="4357" y="12397"/>
                  </a:lnTo>
                  <a:lnTo>
                    <a:pt x="4312" y="12442"/>
                  </a:lnTo>
                  <a:lnTo>
                    <a:pt x="4267" y="12442"/>
                  </a:lnTo>
                  <a:lnTo>
                    <a:pt x="4267" y="12442"/>
                  </a:lnTo>
                  <a:lnTo>
                    <a:pt x="3728" y="11813"/>
                  </a:lnTo>
                  <a:lnTo>
                    <a:pt x="3234" y="11139"/>
                  </a:lnTo>
                  <a:lnTo>
                    <a:pt x="2740" y="10466"/>
                  </a:lnTo>
                  <a:lnTo>
                    <a:pt x="2291" y="9792"/>
                  </a:lnTo>
                  <a:lnTo>
                    <a:pt x="1932" y="9028"/>
                  </a:lnTo>
                  <a:lnTo>
                    <a:pt x="1527" y="8310"/>
                  </a:lnTo>
                  <a:lnTo>
                    <a:pt x="1213" y="7546"/>
                  </a:lnTo>
                  <a:lnTo>
                    <a:pt x="943" y="6783"/>
                  </a:lnTo>
                  <a:lnTo>
                    <a:pt x="674" y="5974"/>
                  </a:lnTo>
                  <a:lnTo>
                    <a:pt x="449" y="5166"/>
                  </a:lnTo>
                  <a:lnTo>
                    <a:pt x="270" y="4357"/>
                  </a:lnTo>
                  <a:lnTo>
                    <a:pt x="135" y="3549"/>
                  </a:lnTo>
                  <a:lnTo>
                    <a:pt x="45" y="2695"/>
                  </a:lnTo>
                  <a:lnTo>
                    <a:pt x="0" y="1887"/>
                  </a:lnTo>
                  <a:lnTo>
                    <a:pt x="0" y="1078"/>
                  </a:lnTo>
                  <a:lnTo>
                    <a:pt x="0" y="225"/>
                  </a:lnTo>
                  <a:lnTo>
                    <a:pt x="0" y="225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45" y="0"/>
                  </a:lnTo>
                  <a:lnTo>
                    <a:pt x="90" y="180"/>
                  </a:lnTo>
                  <a:lnTo>
                    <a:pt x="90" y="180"/>
                  </a:lnTo>
                  <a:lnTo>
                    <a:pt x="135" y="270"/>
                  </a:lnTo>
                  <a:lnTo>
                    <a:pt x="135" y="270"/>
                  </a:lnTo>
                  <a:lnTo>
                    <a:pt x="90" y="1078"/>
                  </a:lnTo>
                  <a:lnTo>
                    <a:pt x="90" y="1887"/>
                  </a:lnTo>
                  <a:lnTo>
                    <a:pt x="135" y="2695"/>
                  </a:lnTo>
                  <a:lnTo>
                    <a:pt x="225" y="3504"/>
                  </a:lnTo>
                  <a:lnTo>
                    <a:pt x="360" y="4357"/>
                  </a:lnTo>
                  <a:lnTo>
                    <a:pt x="539" y="5166"/>
                  </a:lnTo>
                  <a:lnTo>
                    <a:pt x="764" y="5929"/>
                  </a:lnTo>
                  <a:lnTo>
                    <a:pt x="1033" y="6738"/>
                  </a:lnTo>
                  <a:lnTo>
                    <a:pt x="1303" y="7501"/>
                  </a:lnTo>
                  <a:lnTo>
                    <a:pt x="1617" y="8265"/>
                  </a:lnTo>
                  <a:lnTo>
                    <a:pt x="2021" y="8983"/>
                  </a:lnTo>
                  <a:lnTo>
                    <a:pt x="2381" y="9702"/>
                  </a:lnTo>
                  <a:lnTo>
                    <a:pt x="2830" y="10421"/>
                  </a:lnTo>
                  <a:lnTo>
                    <a:pt x="3324" y="11095"/>
                  </a:lnTo>
                  <a:lnTo>
                    <a:pt x="3818" y="11723"/>
                  </a:lnTo>
                  <a:lnTo>
                    <a:pt x="4357" y="1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3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495" y="46"/>
                  </a:moveTo>
                  <a:lnTo>
                    <a:pt x="495" y="46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85" y="91"/>
                  </a:lnTo>
                  <a:lnTo>
                    <a:pt x="91" y="3459"/>
                  </a:lnTo>
                  <a:lnTo>
                    <a:pt x="46" y="3504"/>
                  </a:lnTo>
                  <a:lnTo>
                    <a:pt x="46" y="3504"/>
                  </a:lnTo>
                  <a:lnTo>
                    <a:pt x="1" y="3459"/>
                  </a:lnTo>
                  <a:lnTo>
                    <a:pt x="495" y="4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3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1348" y="45"/>
                  </a:moveTo>
                  <a:lnTo>
                    <a:pt x="1348" y="45"/>
                  </a:lnTo>
                  <a:lnTo>
                    <a:pt x="1393" y="0"/>
                  </a:lnTo>
                  <a:lnTo>
                    <a:pt x="1438" y="0"/>
                  </a:lnTo>
                  <a:lnTo>
                    <a:pt x="1438" y="0"/>
                  </a:lnTo>
                  <a:lnTo>
                    <a:pt x="1483" y="90"/>
                  </a:lnTo>
                  <a:lnTo>
                    <a:pt x="135" y="9298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0" y="9298"/>
                  </a:lnTo>
                  <a:lnTo>
                    <a:pt x="1348" y="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3"/>
            <p:cNvSpPr/>
            <p:nvPr/>
          </p:nvSpPr>
          <p:spPr>
            <a:xfrm>
              <a:off x="5471850" y="2911375"/>
              <a:ext cx="453675" cy="982550"/>
            </a:xfrm>
            <a:custGeom>
              <a:rect b="b" l="l" r="r" t="t"/>
              <a:pathLst>
                <a:path extrusionOk="0" fill="none" h="39302" w="18147">
                  <a:moveTo>
                    <a:pt x="18146" y="39257"/>
                  </a:moveTo>
                  <a:lnTo>
                    <a:pt x="18056" y="39302"/>
                  </a:lnTo>
                  <a:lnTo>
                    <a:pt x="18056" y="39302"/>
                  </a:lnTo>
                  <a:lnTo>
                    <a:pt x="16799" y="38673"/>
                  </a:lnTo>
                  <a:lnTo>
                    <a:pt x="15586" y="37999"/>
                  </a:lnTo>
                  <a:lnTo>
                    <a:pt x="14373" y="37280"/>
                  </a:lnTo>
                  <a:lnTo>
                    <a:pt x="13205" y="36472"/>
                  </a:lnTo>
                  <a:lnTo>
                    <a:pt x="12083" y="35619"/>
                  </a:lnTo>
                  <a:lnTo>
                    <a:pt x="11005" y="34675"/>
                  </a:lnTo>
                  <a:lnTo>
                    <a:pt x="9972" y="33687"/>
                  </a:lnTo>
                  <a:lnTo>
                    <a:pt x="8938" y="32654"/>
                  </a:lnTo>
                  <a:lnTo>
                    <a:pt x="7995" y="31576"/>
                  </a:lnTo>
                  <a:lnTo>
                    <a:pt x="7097" y="30453"/>
                  </a:lnTo>
                  <a:lnTo>
                    <a:pt x="6199" y="29286"/>
                  </a:lnTo>
                  <a:lnTo>
                    <a:pt x="5390" y="28073"/>
                  </a:lnTo>
                  <a:lnTo>
                    <a:pt x="4627" y="26815"/>
                  </a:lnTo>
                  <a:lnTo>
                    <a:pt x="3908" y="25513"/>
                  </a:lnTo>
                  <a:lnTo>
                    <a:pt x="3279" y="24165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2201" y="21470"/>
                  </a:lnTo>
                  <a:lnTo>
                    <a:pt x="1752" y="20168"/>
                  </a:lnTo>
                  <a:lnTo>
                    <a:pt x="1348" y="18820"/>
                  </a:lnTo>
                  <a:lnTo>
                    <a:pt x="989" y="17473"/>
                  </a:lnTo>
                  <a:lnTo>
                    <a:pt x="719" y="16081"/>
                  </a:lnTo>
                  <a:lnTo>
                    <a:pt x="450" y="14688"/>
                  </a:lnTo>
                  <a:lnTo>
                    <a:pt x="270" y="13296"/>
                  </a:lnTo>
                  <a:lnTo>
                    <a:pt x="135" y="11859"/>
                  </a:lnTo>
                  <a:lnTo>
                    <a:pt x="45" y="10421"/>
                  </a:lnTo>
                  <a:lnTo>
                    <a:pt x="0" y="8984"/>
                  </a:lnTo>
                  <a:lnTo>
                    <a:pt x="0" y="7502"/>
                  </a:lnTo>
                  <a:lnTo>
                    <a:pt x="90" y="6020"/>
                  </a:lnTo>
                  <a:lnTo>
                    <a:pt x="180" y="4537"/>
                  </a:lnTo>
                  <a:lnTo>
                    <a:pt x="360" y="3055"/>
                  </a:lnTo>
                  <a:lnTo>
                    <a:pt x="584" y="1573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944" y="46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674" y="1573"/>
                  </a:lnTo>
                  <a:lnTo>
                    <a:pt x="450" y="3055"/>
                  </a:lnTo>
                  <a:lnTo>
                    <a:pt x="315" y="4537"/>
                  </a:lnTo>
                  <a:lnTo>
                    <a:pt x="180" y="6020"/>
                  </a:lnTo>
                  <a:lnTo>
                    <a:pt x="135" y="7502"/>
                  </a:lnTo>
                  <a:lnTo>
                    <a:pt x="90" y="8939"/>
                  </a:lnTo>
                  <a:lnTo>
                    <a:pt x="135" y="10421"/>
                  </a:lnTo>
                  <a:lnTo>
                    <a:pt x="225" y="11859"/>
                  </a:lnTo>
                  <a:lnTo>
                    <a:pt x="360" y="13251"/>
                  </a:lnTo>
                  <a:lnTo>
                    <a:pt x="584" y="14688"/>
                  </a:lnTo>
                  <a:lnTo>
                    <a:pt x="809" y="16081"/>
                  </a:lnTo>
                  <a:lnTo>
                    <a:pt x="1078" y="17428"/>
                  </a:lnTo>
                  <a:lnTo>
                    <a:pt x="1438" y="18775"/>
                  </a:lnTo>
                  <a:lnTo>
                    <a:pt x="1842" y="20123"/>
                  </a:lnTo>
                  <a:lnTo>
                    <a:pt x="2291" y="21425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3369" y="24120"/>
                  </a:lnTo>
                  <a:lnTo>
                    <a:pt x="3998" y="25423"/>
                  </a:lnTo>
                  <a:lnTo>
                    <a:pt x="4716" y="26725"/>
                  </a:lnTo>
                  <a:lnTo>
                    <a:pt x="5480" y="27983"/>
                  </a:lnTo>
                  <a:lnTo>
                    <a:pt x="6289" y="29241"/>
                  </a:lnTo>
                  <a:lnTo>
                    <a:pt x="7142" y="30408"/>
                  </a:lnTo>
                  <a:lnTo>
                    <a:pt x="8085" y="31531"/>
                  </a:lnTo>
                  <a:lnTo>
                    <a:pt x="9028" y="32609"/>
                  </a:lnTo>
                  <a:lnTo>
                    <a:pt x="10016" y="33642"/>
                  </a:lnTo>
                  <a:lnTo>
                    <a:pt x="11094" y="34586"/>
                  </a:lnTo>
                  <a:lnTo>
                    <a:pt x="12172" y="35529"/>
                  </a:lnTo>
                  <a:lnTo>
                    <a:pt x="13295" y="36382"/>
                  </a:lnTo>
                  <a:lnTo>
                    <a:pt x="14418" y="37191"/>
                  </a:lnTo>
                  <a:lnTo>
                    <a:pt x="15631" y="37909"/>
                  </a:lnTo>
                  <a:lnTo>
                    <a:pt x="16844" y="38583"/>
                  </a:lnTo>
                  <a:lnTo>
                    <a:pt x="18101" y="39212"/>
                  </a:lnTo>
                  <a:lnTo>
                    <a:pt x="18101" y="39212"/>
                  </a:lnTo>
                  <a:lnTo>
                    <a:pt x="18146" y="39212"/>
                  </a:lnTo>
                  <a:lnTo>
                    <a:pt x="18146" y="3925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3"/>
            <p:cNvSpPr/>
            <p:nvPr/>
          </p:nvSpPr>
          <p:spPr>
            <a:xfrm>
              <a:off x="6228675" y="2215200"/>
              <a:ext cx="2250" cy="204400"/>
            </a:xfrm>
            <a:custGeom>
              <a:rect b="b" l="l" r="r" t="t"/>
              <a:pathLst>
                <a:path extrusionOk="0" fill="none" h="8176" w="90">
                  <a:moveTo>
                    <a:pt x="90" y="8130"/>
                  </a:moveTo>
                  <a:lnTo>
                    <a:pt x="90" y="8130"/>
                  </a:lnTo>
                  <a:lnTo>
                    <a:pt x="90" y="8175"/>
                  </a:lnTo>
                  <a:lnTo>
                    <a:pt x="45" y="8175"/>
                  </a:lnTo>
                  <a:lnTo>
                    <a:pt x="45" y="8175"/>
                  </a:lnTo>
                  <a:lnTo>
                    <a:pt x="0" y="8175"/>
                  </a:lnTo>
                  <a:lnTo>
                    <a:pt x="0" y="8130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1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90" y="1"/>
                  </a:lnTo>
                  <a:lnTo>
                    <a:pt x="90" y="45"/>
                  </a:lnTo>
                  <a:lnTo>
                    <a:pt x="90" y="813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3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1" y="0"/>
                  </a:moveTo>
                  <a:lnTo>
                    <a:pt x="46" y="0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495" y="1527"/>
                  </a:lnTo>
                  <a:lnTo>
                    <a:pt x="899" y="3009"/>
                  </a:lnTo>
                  <a:lnTo>
                    <a:pt x="1258" y="4536"/>
                  </a:lnTo>
                  <a:lnTo>
                    <a:pt x="1573" y="6064"/>
                  </a:lnTo>
                  <a:lnTo>
                    <a:pt x="1842" y="7591"/>
                  </a:lnTo>
                  <a:lnTo>
                    <a:pt x="2112" y="9118"/>
                  </a:lnTo>
                  <a:lnTo>
                    <a:pt x="2336" y="10645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516" y="12217"/>
                  </a:lnTo>
                  <a:lnTo>
                    <a:pt x="2471" y="12262"/>
                  </a:lnTo>
                  <a:lnTo>
                    <a:pt x="2471" y="12262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246" y="10645"/>
                  </a:lnTo>
                  <a:lnTo>
                    <a:pt x="2022" y="9118"/>
                  </a:lnTo>
                  <a:lnTo>
                    <a:pt x="1752" y="7591"/>
                  </a:lnTo>
                  <a:lnTo>
                    <a:pt x="1483" y="6064"/>
                  </a:lnTo>
                  <a:lnTo>
                    <a:pt x="1124" y="4536"/>
                  </a:lnTo>
                  <a:lnTo>
                    <a:pt x="809" y="3054"/>
                  </a:lnTo>
                  <a:lnTo>
                    <a:pt x="405" y="1527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3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180" y="10151"/>
                  </a:moveTo>
                  <a:lnTo>
                    <a:pt x="1" y="9971"/>
                  </a:lnTo>
                  <a:lnTo>
                    <a:pt x="1" y="9882"/>
                  </a:lnTo>
                  <a:lnTo>
                    <a:pt x="1" y="9882"/>
                  </a:lnTo>
                  <a:lnTo>
                    <a:pt x="584" y="9477"/>
                  </a:lnTo>
                  <a:lnTo>
                    <a:pt x="1123" y="8983"/>
                  </a:lnTo>
                  <a:lnTo>
                    <a:pt x="1618" y="8489"/>
                  </a:lnTo>
                  <a:lnTo>
                    <a:pt x="2112" y="7950"/>
                  </a:lnTo>
                  <a:lnTo>
                    <a:pt x="2561" y="7411"/>
                  </a:lnTo>
                  <a:lnTo>
                    <a:pt x="2965" y="6827"/>
                  </a:lnTo>
                  <a:lnTo>
                    <a:pt x="3369" y="6199"/>
                  </a:lnTo>
                  <a:lnTo>
                    <a:pt x="3729" y="5570"/>
                  </a:lnTo>
                  <a:lnTo>
                    <a:pt x="4043" y="4941"/>
                  </a:lnTo>
                  <a:lnTo>
                    <a:pt x="4312" y="4267"/>
                  </a:lnTo>
                  <a:lnTo>
                    <a:pt x="4537" y="3593"/>
                  </a:lnTo>
                  <a:lnTo>
                    <a:pt x="4762" y="2875"/>
                  </a:lnTo>
                  <a:lnTo>
                    <a:pt x="4896" y="2201"/>
                  </a:lnTo>
                  <a:lnTo>
                    <a:pt x="5031" y="1482"/>
                  </a:lnTo>
                  <a:lnTo>
                    <a:pt x="5121" y="764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211" y="0"/>
                  </a:lnTo>
                  <a:lnTo>
                    <a:pt x="5211" y="0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764"/>
                  </a:lnTo>
                  <a:lnTo>
                    <a:pt x="5121" y="1482"/>
                  </a:lnTo>
                  <a:lnTo>
                    <a:pt x="5031" y="2201"/>
                  </a:lnTo>
                  <a:lnTo>
                    <a:pt x="4851" y="2920"/>
                  </a:lnTo>
                  <a:lnTo>
                    <a:pt x="4672" y="3593"/>
                  </a:lnTo>
                  <a:lnTo>
                    <a:pt x="4402" y="4312"/>
                  </a:lnTo>
                  <a:lnTo>
                    <a:pt x="4133" y="4941"/>
                  </a:lnTo>
                  <a:lnTo>
                    <a:pt x="3818" y="5615"/>
                  </a:lnTo>
                  <a:lnTo>
                    <a:pt x="3459" y="6243"/>
                  </a:lnTo>
                  <a:lnTo>
                    <a:pt x="3055" y="6872"/>
                  </a:lnTo>
                  <a:lnTo>
                    <a:pt x="2651" y="7456"/>
                  </a:lnTo>
                  <a:lnTo>
                    <a:pt x="2201" y="7995"/>
                  </a:lnTo>
                  <a:lnTo>
                    <a:pt x="1707" y="8534"/>
                  </a:lnTo>
                  <a:lnTo>
                    <a:pt x="1168" y="9073"/>
                  </a:lnTo>
                  <a:lnTo>
                    <a:pt x="629" y="9522"/>
                  </a:lnTo>
                  <a:lnTo>
                    <a:pt x="45" y="9971"/>
                  </a:lnTo>
                  <a:lnTo>
                    <a:pt x="180" y="101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3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46" y="225"/>
                  </a:moveTo>
                  <a:lnTo>
                    <a:pt x="46" y="0"/>
                  </a:lnTo>
                  <a:lnTo>
                    <a:pt x="46" y="225"/>
                  </a:lnTo>
                  <a:lnTo>
                    <a:pt x="91" y="270"/>
                  </a:lnTo>
                  <a:lnTo>
                    <a:pt x="764" y="3638"/>
                  </a:lnTo>
                  <a:lnTo>
                    <a:pt x="764" y="3638"/>
                  </a:lnTo>
                  <a:lnTo>
                    <a:pt x="719" y="3728"/>
                  </a:lnTo>
                  <a:lnTo>
                    <a:pt x="675" y="3908"/>
                  </a:lnTo>
                  <a:lnTo>
                    <a:pt x="630" y="3683"/>
                  </a:lnTo>
                  <a:lnTo>
                    <a:pt x="1" y="270"/>
                  </a:lnTo>
                  <a:lnTo>
                    <a:pt x="46" y="22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3"/>
            <p:cNvSpPr/>
            <p:nvPr/>
          </p:nvSpPr>
          <p:spPr>
            <a:xfrm>
              <a:off x="6366775" y="2259000"/>
              <a:ext cx="2275" cy="43800"/>
            </a:xfrm>
            <a:custGeom>
              <a:rect b="b" l="l" r="r" t="t"/>
              <a:pathLst>
                <a:path extrusionOk="0" fill="none" h="1752" w="91">
                  <a:moveTo>
                    <a:pt x="1" y="45"/>
                  </a:moveTo>
                  <a:lnTo>
                    <a:pt x="1" y="45"/>
                  </a:lnTo>
                  <a:lnTo>
                    <a:pt x="1" y="45"/>
                  </a:lnTo>
                  <a:lnTo>
                    <a:pt x="46" y="0"/>
                  </a:lnTo>
                  <a:lnTo>
                    <a:pt x="46" y="0"/>
                  </a:lnTo>
                  <a:lnTo>
                    <a:pt x="91" y="45"/>
                  </a:lnTo>
                  <a:lnTo>
                    <a:pt x="91" y="45"/>
                  </a:lnTo>
                  <a:lnTo>
                    <a:pt x="91" y="1707"/>
                  </a:lnTo>
                  <a:lnTo>
                    <a:pt x="91" y="1707"/>
                  </a:lnTo>
                  <a:lnTo>
                    <a:pt x="91" y="1707"/>
                  </a:lnTo>
                  <a:lnTo>
                    <a:pt x="46" y="1752"/>
                  </a:lnTo>
                  <a:lnTo>
                    <a:pt x="46" y="1752"/>
                  </a:lnTo>
                  <a:lnTo>
                    <a:pt x="1" y="1707"/>
                  </a:lnTo>
                  <a:lnTo>
                    <a:pt x="1" y="1707"/>
                  </a:lnTo>
                  <a:lnTo>
                    <a:pt x="1" y="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3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46" y="22009"/>
                  </a:moveTo>
                  <a:lnTo>
                    <a:pt x="1" y="22009"/>
                  </a:lnTo>
                  <a:lnTo>
                    <a:pt x="1" y="21920"/>
                  </a:lnTo>
                  <a:lnTo>
                    <a:pt x="1" y="21920"/>
                  </a:lnTo>
                  <a:lnTo>
                    <a:pt x="1393" y="21021"/>
                  </a:lnTo>
                  <a:lnTo>
                    <a:pt x="2696" y="20033"/>
                  </a:lnTo>
                  <a:lnTo>
                    <a:pt x="3998" y="18955"/>
                  </a:lnTo>
                  <a:lnTo>
                    <a:pt x="5166" y="17787"/>
                  </a:lnTo>
                  <a:lnTo>
                    <a:pt x="6289" y="16575"/>
                  </a:lnTo>
                  <a:lnTo>
                    <a:pt x="7322" y="15317"/>
                  </a:lnTo>
                  <a:lnTo>
                    <a:pt x="8310" y="13970"/>
                  </a:lnTo>
                  <a:lnTo>
                    <a:pt x="9209" y="12577"/>
                  </a:lnTo>
                  <a:lnTo>
                    <a:pt x="10017" y="11140"/>
                  </a:lnTo>
                  <a:lnTo>
                    <a:pt x="10736" y="9613"/>
                  </a:lnTo>
                  <a:lnTo>
                    <a:pt x="11365" y="8086"/>
                  </a:lnTo>
                  <a:lnTo>
                    <a:pt x="11904" y="6559"/>
                  </a:lnTo>
                  <a:lnTo>
                    <a:pt x="12353" y="4942"/>
                  </a:lnTo>
                  <a:lnTo>
                    <a:pt x="12667" y="3325"/>
                  </a:lnTo>
                  <a:lnTo>
                    <a:pt x="12937" y="1708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3116" y="1"/>
                  </a:lnTo>
                  <a:lnTo>
                    <a:pt x="13116" y="1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026" y="1708"/>
                  </a:lnTo>
                  <a:lnTo>
                    <a:pt x="12802" y="3325"/>
                  </a:lnTo>
                  <a:lnTo>
                    <a:pt x="12442" y="4987"/>
                  </a:lnTo>
                  <a:lnTo>
                    <a:pt x="11993" y="6559"/>
                  </a:lnTo>
                  <a:lnTo>
                    <a:pt x="11454" y="8131"/>
                  </a:lnTo>
                  <a:lnTo>
                    <a:pt x="10826" y="9658"/>
                  </a:lnTo>
                  <a:lnTo>
                    <a:pt x="10107" y="11185"/>
                  </a:lnTo>
                  <a:lnTo>
                    <a:pt x="9298" y="12622"/>
                  </a:lnTo>
                  <a:lnTo>
                    <a:pt x="8400" y="14014"/>
                  </a:lnTo>
                  <a:lnTo>
                    <a:pt x="7412" y="15362"/>
                  </a:lnTo>
                  <a:lnTo>
                    <a:pt x="6379" y="16664"/>
                  </a:lnTo>
                  <a:lnTo>
                    <a:pt x="5256" y="17877"/>
                  </a:lnTo>
                  <a:lnTo>
                    <a:pt x="4043" y="19045"/>
                  </a:lnTo>
                  <a:lnTo>
                    <a:pt x="2786" y="20123"/>
                  </a:lnTo>
                  <a:lnTo>
                    <a:pt x="1438" y="21111"/>
                  </a:lnTo>
                  <a:lnTo>
                    <a:pt x="46" y="220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3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3728" y="25916"/>
                  </a:moveTo>
                  <a:lnTo>
                    <a:pt x="3728" y="25916"/>
                  </a:lnTo>
                  <a:lnTo>
                    <a:pt x="3728" y="25871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549" y="22637"/>
                  </a:lnTo>
                  <a:lnTo>
                    <a:pt x="3279" y="19403"/>
                  </a:lnTo>
                  <a:lnTo>
                    <a:pt x="2965" y="16170"/>
                  </a:lnTo>
                  <a:lnTo>
                    <a:pt x="2515" y="12981"/>
                  </a:lnTo>
                  <a:lnTo>
                    <a:pt x="2021" y="9747"/>
                  </a:lnTo>
                  <a:lnTo>
                    <a:pt x="1438" y="6603"/>
                  </a:lnTo>
                  <a:lnTo>
                    <a:pt x="764" y="3414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25"/>
                  </a:lnTo>
                  <a:lnTo>
                    <a:pt x="45" y="225"/>
                  </a:lnTo>
                  <a:lnTo>
                    <a:pt x="45" y="0"/>
                  </a:lnTo>
                  <a:lnTo>
                    <a:pt x="45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854" y="3414"/>
                  </a:lnTo>
                  <a:lnTo>
                    <a:pt x="1527" y="6558"/>
                  </a:lnTo>
                  <a:lnTo>
                    <a:pt x="2111" y="9747"/>
                  </a:lnTo>
                  <a:lnTo>
                    <a:pt x="2605" y="12936"/>
                  </a:lnTo>
                  <a:lnTo>
                    <a:pt x="3054" y="16170"/>
                  </a:lnTo>
                  <a:lnTo>
                    <a:pt x="3369" y="19403"/>
                  </a:lnTo>
                  <a:lnTo>
                    <a:pt x="3638" y="22592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773" y="25871"/>
                  </a:lnTo>
                  <a:lnTo>
                    <a:pt x="3728" y="259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3"/>
            <p:cNvSpPr/>
            <p:nvPr/>
          </p:nvSpPr>
          <p:spPr>
            <a:xfrm>
              <a:off x="5471850" y="2125375"/>
              <a:ext cx="430075" cy="1756200"/>
            </a:xfrm>
            <a:custGeom>
              <a:rect b="b" l="l" r="r" t="t"/>
              <a:pathLst>
                <a:path extrusionOk="0" h="70248" w="17203">
                  <a:moveTo>
                    <a:pt x="7636" y="809"/>
                  </a:moveTo>
                  <a:lnTo>
                    <a:pt x="7591" y="854"/>
                  </a:lnTo>
                  <a:lnTo>
                    <a:pt x="7097" y="4267"/>
                  </a:lnTo>
                  <a:lnTo>
                    <a:pt x="7142" y="4312"/>
                  </a:lnTo>
                  <a:lnTo>
                    <a:pt x="7187" y="4267"/>
                  </a:lnTo>
                  <a:lnTo>
                    <a:pt x="7681" y="899"/>
                  </a:lnTo>
                  <a:lnTo>
                    <a:pt x="7636" y="809"/>
                  </a:lnTo>
                  <a:close/>
                  <a:moveTo>
                    <a:pt x="4537" y="0"/>
                  </a:moveTo>
                  <a:lnTo>
                    <a:pt x="4492" y="45"/>
                  </a:lnTo>
                  <a:lnTo>
                    <a:pt x="3144" y="9298"/>
                  </a:lnTo>
                  <a:lnTo>
                    <a:pt x="3189" y="9343"/>
                  </a:lnTo>
                  <a:lnTo>
                    <a:pt x="3279" y="9298"/>
                  </a:lnTo>
                  <a:lnTo>
                    <a:pt x="4627" y="90"/>
                  </a:lnTo>
                  <a:lnTo>
                    <a:pt x="4582" y="0"/>
                  </a:lnTo>
                  <a:close/>
                  <a:moveTo>
                    <a:pt x="4492" y="38133"/>
                  </a:moveTo>
                  <a:lnTo>
                    <a:pt x="4492" y="38178"/>
                  </a:lnTo>
                  <a:lnTo>
                    <a:pt x="4357" y="38942"/>
                  </a:lnTo>
                  <a:lnTo>
                    <a:pt x="4222" y="39750"/>
                  </a:lnTo>
                  <a:lnTo>
                    <a:pt x="4043" y="41322"/>
                  </a:lnTo>
                  <a:lnTo>
                    <a:pt x="3998" y="42939"/>
                  </a:lnTo>
                  <a:lnTo>
                    <a:pt x="3998" y="44511"/>
                  </a:lnTo>
                  <a:lnTo>
                    <a:pt x="4177" y="46128"/>
                  </a:lnTo>
                  <a:lnTo>
                    <a:pt x="4402" y="47700"/>
                  </a:lnTo>
                  <a:lnTo>
                    <a:pt x="4716" y="49272"/>
                  </a:lnTo>
                  <a:lnTo>
                    <a:pt x="5166" y="50799"/>
                  </a:lnTo>
                  <a:lnTo>
                    <a:pt x="5660" y="52326"/>
                  </a:lnTo>
                  <a:lnTo>
                    <a:pt x="6289" y="53809"/>
                  </a:lnTo>
                  <a:lnTo>
                    <a:pt x="6962" y="55246"/>
                  </a:lnTo>
                  <a:lnTo>
                    <a:pt x="7771" y="56638"/>
                  </a:lnTo>
                  <a:lnTo>
                    <a:pt x="8624" y="57941"/>
                  </a:lnTo>
                  <a:lnTo>
                    <a:pt x="9567" y="59243"/>
                  </a:lnTo>
                  <a:lnTo>
                    <a:pt x="10600" y="60456"/>
                  </a:lnTo>
                  <a:lnTo>
                    <a:pt x="11678" y="61624"/>
                  </a:lnTo>
                  <a:lnTo>
                    <a:pt x="11544" y="61354"/>
                  </a:lnTo>
                  <a:lnTo>
                    <a:pt x="10466" y="60187"/>
                  </a:lnTo>
                  <a:lnTo>
                    <a:pt x="9477" y="58974"/>
                  </a:lnTo>
                  <a:lnTo>
                    <a:pt x="8579" y="57716"/>
                  </a:lnTo>
                  <a:lnTo>
                    <a:pt x="7726" y="56369"/>
                  </a:lnTo>
                  <a:lnTo>
                    <a:pt x="6962" y="54976"/>
                  </a:lnTo>
                  <a:lnTo>
                    <a:pt x="6289" y="53584"/>
                  </a:lnTo>
                  <a:lnTo>
                    <a:pt x="5705" y="52102"/>
                  </a:lnTo>
                  <a:lnTo>
                    <a:pt x="5211" y="50620"/>
                  </a:lnTo>
                  <a:lnTo>
                    <a:pt x="4806" y="49093"/>
                  </a:lnTo>
                  <a:lnTo>
                    <a:pt x="4492" y="47565"/>
                  </a:lnTo>
                  <a:lnTo>
                    <a:pt x="4267" y="45993"/>
                  </a:lnTo>
                  <a:lnTo>
                    <a:pt x="4133" y="44466"/>
                  </a:lnTo>
                  <a:lnTo>
                    <a:pt x="4088" y="42894"/>
                  </a:lnTo>
                  <a:lnTo>
                    <a:pt x="4133" y="41322"/>
                  </a:lnTo>
                  <a:lnTo>
                    <a:pt x="4312" y="39750"/>
                  </a:lnTo>
                  <a:lnTo>
                    <a:pt x="4582" y="38178"/>
                  </a:lnTo>
                  <a:lnTo>
                    <a:pt x="4582" y="38133"/>
                  </a:lnTo>
                  <a:close/>
                  <a:moveTo>
                    <a:pt x="899" y="31441"/>
                  </a:moveTo>
                  <a:lnTo>
                    <a:pt x="854" y="31486"/>
                  </a:lnTo>
                  <a:lnTo>
                    <a:pt x="584" y="33013"/>
                  </a:lnTo>
                  <a:lnTo>
                    <a:pt x="360" y="34495"/>
                  </a:lnTo>
                  <a:lnTo>
                    <a:pt x="180" y="35977"/>
                  </a:lnTo>
                  <a:lnTo>
                    <a:pt x="90" y="37460"/>
                  </a:lnTo>
                  <a:lnTo>
                    <a:pt x="0" y="38942"/>
                  </a:lnTo>
                  <a:lnTo>
                    <a:pt x="0" y="40424"/>
                  </a:lnTo>
                  <a:lnTo>
                    <a:pt x="45" y="41861"/>
                  </a:lnTo>
                  <a:lnTo>
                    <a:pt x="135" y="43299"/>
                  </a:lnTo>
                  <a:lnTo>
                    <a:pt x="270" y="44736"/>
                  </a:lnTo>
                  <a:lnTo>
                    <a:pt x="450" y="46128"/>
                  </a:lnTo>
                  <a:lnTo>
                    <a:pt x="719" y="47521"/>
                  </a:lnTo>
                  <a:lnTo>
                    <a:pt x="989" y="48913"/>
                  </a:lnTo>
                  <a:lnTo>
                    <a:pt x="1348" y="50260"/>
                  </a:lnTo>
                  <a:lnTo>
                    <a:pt x="1752" y="51608"/>
                  </a:lnTo>
                  <a:lnTo>
                    <a:pt x="2201" y="52910"/>
                  </a:lnTo>
                  <a:lnTo>
                    <a:pt x="2695" y="54213"/>
                  </a:lnTo>
                  <a:lnTo>
                    <a:pt x="3234" y="55515"/>
                  </a:lnTo>
                  <a:lnTo>
                    <a:pt x="3863" y="56818"/>
                  </a:lnTo>
                  <a:lnTo>
                    <a:pt x="4537" y="58031"/>
                  </a:lnTo>
                  <a:lnTo>
                    <a:pt x="5255" y="59243"/>
                  </a:lnTo>
                  <a:lnTo>
                    <a:pt x="6019" y="60411"/>
                  </a:lnTo>
                  <a:lnTo>
                    <a:pt x="6827" y="61534"/>
                  </a:lnTo>
                  <a:lnTo>
                    <a:pt x="7681" y="62612"/>
                  </a:lnTo>
                  <a:lnTo>
                    <a:pt x="8534" y="63690"/>
                  </a:lnTo>
                  <a:lnTo>
                    <a:pt x="9477" y="64678"/>
                  </a:lnTo>
                  <a:lnTo>
                    <a:pt x="10466" y="65621"/>
                  </a:lnTo>
                  <a:lnTo>
                    <a:pt x="11499" y="66520"/>
                  </a:lnTo>
                  <a:lnTo>
                    <a:pt x="12532" y="67373"/>
                  </a:lnTo>
                  <a:lnTo>
                    <a:pt x="13610" y="68181"/>
                  </a:lnTo>
                  <a:lnTo>
                    <a:pt x="14733" y="68900"/>
                  </a:lnTo>
                  <a:lnTo>
                    <a:pt x="15855" y="69619"/>
                  </a:lnTo>
                  <a:lnTo>
                    <a:pt x="17023" y="70248"/>
                  </a:lnTo>
                  <a:lnTo>
                    <a:pt x="17203" y="70203"/>
                  </a:lnTo>
                  <a:lnTo>
                    <a:pt x="16035" y="69619"/>
                  </a:lnTo>
                  <a:lnTo>
                    <a:pt x="14912" y="68900"/>
                  </a:lnTo>
                  <a:lnTo>
                    <a:pt x="13789" y="68181"/>
                  </a:lnTo>
                  <a:lnTo>
                    <a:pt x="12666" y="67373"/>
                  </a:lnTo>
                  <a:lnTo>
                    <a:pt x="11633" y="66520"/>
                  </a:lnTo>
                  <a:lnTo>
                    <a:pt x="10600" y="65621"/>
                  </a:lnTo>
                  <a:lnTo>
                    <a:pt x="9612" y="64678"/>
                  </a:lnTo>
                  <a:lnTo>
                    <a:pt x="8669" y="63690"/>
                  </a:lnTo>
                  <a:lnTo>
                    <a:pt x="7771" y="62612"/>
                  </a:lnTo>
                  <a:lnTo>
                    <a:pt x="6917" y="61534"/>
                  </a:lnTo>
                  <a:lnTo>
                    <a:pt x="6109" y="60411"/>
                  </a:lnTo>
                  <a:lnTo>
                    <a:pt x="5345" y="59243"/>
                  </a:lnTo>
                  <a:lnTo>
                    <a:pt x="4627" y="58031"/>
                  </a:lnTo>
                  <a:lnTo>
                    <a:pt x="3953" y="56773"/>
                  </a:lnTo>
                  <a:lnTo>
                    <a:pt x="3324" y="55471"/>
                  </a:lnTo>
                  <a:lnTo>
                    <a:pt x="2785" y="54168"/>
                  </a:lnTo>
                  <a:lnTo>
                    <a:pt x="2291" y="52865"/>
                  </a:lnTo>
                  <a:lnTo>
                    <a:pt x="1842" y="51563"/>
                  </a:lnTo>
                  <a:lnTo>
                    <a:pt x="1438" y="50215"/>
                  </a:lnTo>
                  <a:lnTo>
                    <a:pt x="1078" y="48868"/>
                  </a:lnTo>
                  <a:lnTo>
                    <a:pt x="809" y="47521"/>
                  </a:lnTo>
                  <a:lnTo>
                    <a:pt x="584" y="46128"/>
                  </a:lnTo>
                  <a:lnTo>
                    <a:pt x="360" y="44691"/>
                  </a:lnTo>
                  <a:lnTo>
                    <a:pt x="225" y="43299"/>
                  </a:lnTo>
                  <a:lnTo>
                    <a:pt x="135" y="41861"/>
                  </a:lnTo>
                  <a:lnTo>
                    <a:pt x="90" y="40379"/>
                  </a:lnTo>
                  <a:lnTo>
                    <a:pt x="135" y="38942"/>
                  </a:lnTo>
                  <a:lnTo>
                    <a:pt x="180" y="37460"/>
                  </a:lnTo>
                  <a:lnTo>
                    <a:pt x="315" y="35977"/>
                  </a:lnTo>
                  <a:lnTo>
                    <a:pt x="450" y="34495"/>
                  </a:lnTo>
                  <a:lnTo>
                    <a:pt x="674" y="33013"/>
                  </a:lnTo>
                  <a:lnTo>
                    <a:pt x="944" y="31531"/>
                  </a:lnTo>
                  <a:lnTo>
                    <a:pt x="944" y="31486"/>
                  </a:lnTo>
                  <a:lnTo>
                    <a:pt x="899" y="31441"/>
                  </a:lnTo>
                  <a:close/>
                </a:path>
              </a:pathLst>
            </a:custGeom>
            <a:solidFill>
              <a:srgbClr val="D3D0CF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3"/>
            <p:cNvSpPr/>
            <p:nvPr/>
          </p:nvSpPr>
          <p:spPr>
            <a:xfrm>
              <a:off x="5571775" y="3078700"/>
              <a:ext cx="192050" cy="587275"/>
            </a:xfrm>
            <a:custGeom>
              <a:rect b="b" l="l" r="r" t="t"/>
              <a:pathLst>
                <a:path extrusionOk="0" fill="none" h="23491" w="7682">
                  <a:moveTo>
                    <a:pt x="540" y="0"/>
                  </a:moveTo>
                  <a:lnTo>
                    <a:pt x="540" y="0"/>
                  </a:lnTo>
                  <a:lnTo>
                    <a:pt x="540" y="0"/>
                  </a:lnTo>
                  <a:lnTo>
                    <a:pt x="495" y="0"/>
                  </a:lnTo>
                  <a:lnTo>
                    <a:pt x="495" y="45"/>
                  </a:lnTo>
                  <a:lnTo>
                    <a:pt x="495" y="45"/>
                  </a:lnTo>
                  <a:lnTo>
                    <a:pt x="360" y="809"/>
                  </a:lnTo>
                  <a:lnTo>
                    <a:pt x="225" y="1617"/>
                  </a:lnTo>
                  <a:lnTo>
                    <a:pt x="46" y="3189"/>
                  </a:lnTo>
                  <a:lnTo>
                    <a:pt x="1" y="4806"/>
                  </a:lnTo>
                  <a:lnTo>
                    <a:pt x="1" y="6378"/>
                  </a:lnTo>
                  <a:lnTo>
                    <a:pt x="180" y="7995"/>
                  </a:lnTo>
                  <a:lnTo>
                    <a:pt x="405" y="9567"/>
                  </a:lnTo>
                  <a:lnTo>
                    <a:pt x="719" y="11139"/>
                  </a:lnTo>
                  <a:lnTo>
                    <a:pt x="1169" y="12666"/>
                  </a:lnTo>
                  <a:lnTo>
                    <a:pt x="1663" y="14193"/>
                  </a:lnTo>
                  <a:lnTo>
                    <a:pt x="2292" y="15676"/>
                  </a:lnTo>
                  <a:lnTo>
                    <a:pt x="2965" y="17113"/>
                  </a:lnTo>
                  <a:lnTo>
                    <a:pt x="3774" y="18505"/>
                  </a:lnTo>
                  <a:lnTo>
                    <a:pt x="4627" y="19808"/>
                  </a:lnTo>
                  <a:lnTo>
                    <a:pt x="5570" y="21110"/>
                  </a:lnTo>
                  <a:lnTo>
                    <a:pt x="6603" y="22323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6469" y="22054"/>
                  </a:lnTo>
                  <a:lnTo>
                    <a:pt x="5480" y="20841"/>
                  </a:lnTo>
                  <a:lnTo>
                    <a:pt x="4582" y="19583"/>
                  </a:lnTo>
                  <a:lnTo>
                    <a:pt x="3729" y="18236"/>
                  </a:lnTo>
                  <a:lnTo>
                    <a:pt x="2965" y="16843"/>
                  </a:lnTo>
                  <a:lnTo>
                    <a:pt x="2292" y="15451"/>
                  </a:lnTo>
                  <a:lnTo>
                    <a:pt x="1708" y="13969"/>
                  </a:lnTo>
                  <a:lnTo>
                    <a:pt x="1214" y="12487"/>
                  </a:lnTo>
                  <a:lnTo>
                    <a:pt x="809" y="10960"/>
                  </a:lnTo>
                  <a:lnTo>
                    <a:pt x="495" y="9432"/>
                  </a:lnTo>
                  <a:lnTo>
                    <a:pt x="270" y="7860"/>
                  </a:lnTo>
                  <a:lnTo>
                    <a:pt x="136" y="6333"/>
                  </a:lnTo>
                  <a:lnTo>
                    <a:pt x="91" y="4761"/>
                  </a:lnTo>
                  <a:lnTo>
                    <a:pt x="136" y="3189"/>
                  </a:lnTo>
                  <a:lnTo>
                    <a:pt x="315" y="1617"/>
                  </a:lnTo>
                  <a:lnTo>
                    <a:pt x="585" y="45"/>
                  </a:lnTo>
                  <a:lnTo>
                    <a:pt x="585" y="45"/>
                  </a:lnTo>
                  <a:lnTo>
                    <a:pt x="585" y="0"/>
                  </a:lnTo>
                  <a:lnTo>
                    <a:pt x="54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3"/>
            <p:cNvSpPr/>
            <p:nvPr/>
          </p:nvSpPr>
          <p:spPr>
            <a:xfrm>
              <a:off x="5471850" y="2911375"/>
              <a:ext cx="430075" cy="970200"/>
            </a:xfrm>
            <a:custGeom>
              <a:rect b="b" l="l" r="r" t="t"/>
              <a:pathLst>
                <a:path extrusionOk="0" fill="none" h="38808" w="17203">
                  <a:moveTo>
                    <a:pt x="899" y="1"/>
                  </a:moveTo>
                  <a:lnTo>
                    <a:pt x="899" y="1"/>
                  </a:lnTo>
                  <a:lnTo>
                    <a:pt x="899" y="1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584" y="1573"/>
                  </a:lnTo>
                  <a:lnTo>
                    <a:pt x="360" y="3055"/>
                  </a:lnTo>
                  <a:lnTo>
                    <a:pt x="180" y="4537"/>
                  </a:lnTo>
                  <a:lnTo>
                    <a:pt x="90" y="6020"/>
                  </a:lnTo>
                  <a:lnTo>
                    <a:pt x="0" y="7502"/>
                  </a:lnTo>
                  <a:lnTo>
                    <a:pt x="0" y="8984"/>
                  </a:lnTo>
                  <a:lnTo>
                    <a:pt x="45" y="10421"/>
                  </a:lnTo>
                  <a:lnTo>
                    <a:pt x="135" y="11859"/>
                  </a:lnTo>
                  <a:lnTo>
                    <a:pt x="270" y="13296"/>
                  </a:lnTo>
                  <a:lnTo>
                    <a:pt x="450" y="14688"/>
                  </a:lnTo>
                  <a:lnTo>
                    <a:pt x="719" y="16081"/>
                  </a:lnTo>
                  <a:lnTo>
                    <a:pt x="989" y="17473"/>
                  </a:lnTo>
                  <a:lnTo>
                    <a:pt x="1348" y="18820"/>
                  </a:lnTo>
                  <a:lnTo>
                    <a:pt x="1752" y="20168"/>
                  </a:lnTo>
                  <a:lnTo>
                    <a:pt x="2201" y="21470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3234" y="24075"/>
                  </a:lnTo>
                  <a:lnTo>
                    <a:pt x="3863" y="25378"/>
                  </a:lnTo>
                  <a:lnTo>
                    <a:pt x="4537" y="26591"/>
                  </a:lnTo>
                  <a:lnTo>
                    <a:pt x="5255" y="27803"/>
                  </a:lnTo>
                  <a:lnTo>
                    <a:pt x="6019" y="28971"/>
                  </a:lnTo>
                  <a:lnTo>
                    <a:pt x="6827" y="30094"/>
                  </a:lnTo>
                  <a:lnTo>
                    <a:pt x="7681" y="31172"/>
                  </a:lnTo>
                  <a:lnTo>
                    <a:pt x="8534" y="32250"/>
                  </a:lnTo>
                  <a:lnTo>
                    <a:pt x="9477" y="33238"/>
                  </a:lnTo>
                  <a:lnTo>
                    <a:pt x="10466" y="34181"/>
                  </a:lnTo>
                  <a:lnTo>
                    <a:pt x="11499" y="35080"/>
                  </a:lnTo>
                  <a:lnTo>
                    <a:pt x="12532" y="35933"/>
                  </a:lnTo>
                  <a:lnTo>
                    <a:pt x="13610" y="36741"/>
                  </a:lnTo>
                  <a:lnTo>
                    <a:pt x="14733" y="37460"/>
                  </a:lnTo>
                  <a:lnTo>
                    <a:pt x="15855" y="38179"/>
                  </a:lnTo>
                  <a:lnTo>
                    <a:pt x="17023" y="38808"/>
                  </a:lnTo>
                  <a:lnTo>
                    <a:pt x="17023" y="38808"/>
                  </a:lnTo>
                  <a:lnTo>
                    <a:pt x="17203" y="38763"/>
                  </a:lnTo>
                  <a:lnTo>
                    <a:pt x="17203" y="38763"/>
                  </a:lnTo>
                  <a:lnTo>
                    <a:pt x="16035" y="38179"/>
                  </a:lnTo>
                  <a:lnTo>
                    <a:pt x="14912" y="37460"/>
                  </a:lnTo>
                  <a:lnTo>
                    <a:pt x="13789" y="36741"/>
                  </a:lnTo>
                  <a:lnTo>
                    <a:pt x="12666" y="35933"/>
                  </a:lnTo>
                  <a:lnTo>
                    <a:pt x="11633" y="35080"/>
                  </a:lnTo>
                  <a:lnTo>
                    <a:pt x="10600" y="34181"/>
                  </a:lnTo>
                  <a:lnTo>
                    <a:pt x="9612" y="33238"/>
                  </a:lnTo>
                  <a:lnTo>
                    <a:pt x="8669" y="32250"/>
                  </a:lnTo>
                  <a:lnTo>
                    <a:pt x="7771" y="31172"/>
                  </a:lnTo>
                  <a:lnTo>
                    <a:pt x="6917" y="30094"/>
                  </a:lnTo>
                  <a:lnTo>
                    <a:pt x="6109" y="28971"/>
                  </a:lnTo>
                  <a:lnTo>
                    <a:pt x="5345" y="27803"/>
                  </a:lnTo>
                  <a:lnTo>
                    <a:pt x="4627" y="26591"/>
                  </a:lnTo>
                  <a:lnTo>
                    <a:pt x="3953" y="25333"/>
                  </a:lnTo>
                  <a:lnTo>
                    <a:pt x="3324" y="24031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2291" y="21425"/>
                  </a:lnTo>
                  <a:lnTo>
                    <a:pt x="1842" y="20123"/>
                  </a:lnTo>
                  <a:lnTo>
                    <a:pt x="1438" y="18775"/>
                  </a:lnTo>
                  <a:lnTo>
                    <a:pt x="1078" y="17428"/>
                  </a:lnTo>
                  <a:lnTo>
                    <a:pt x="809" y="16081"/>
                  </a:lnTo>
                  <a:lnTo>
                    <a:pt x="584" y="14688"/>
                  </a:lnTo>
                  <a:lnTo>
                    <a:pt x="360" y="13251"/>
                  </a:lnTo>
                  <a:lnTo>
                    <a:pt x="225" y="11859"/>
                  </a:lnTo>
                  <a:lnTo>
                    <a:pt x="135" y="10421"/>
                  </a:lnTo>
                  <a:lnTo>
                    <a:pt x="90" y="8939"/>
                  </a:lnTo>
                  <a:lnTo>
                    <a:pt x="135" y="7502"/>
                  </a:lnTo>
                  <a:lnTo>
                    <a:pt x="180" y="6020"/>
                  </a:lnTo>
                  <a:lnTo>
                    <a:pt x="315" y="4537"/>
                  </a:lnTo>
                  <a:lnTo>
                    <a:pt x="450" y="3055"/>
                  </a:lnTo>
                  <a:lnTo>
                    <a:pt x="674" y="1573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944" y="46"/>
                  </a:lnTo>
                  <a:lnTo>
                    <a:pt x="8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3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540" y="1"/>
                  </a:moveTo>
                  <a:lnTo>
                    <a:pt x="540" y="1"/>
                  </a:lnTo>
                  <a:lnTo>
                    <a:pt x="495" y="46"/>
                  </a:lnTo>
                  <a:lnTo>
                    <a:pt x="1" y="3459"/>
                  </a:lnTo>
                  <a:lnTo>
                    <a:pt x="1" y="3459"/>
                  </a:lnTo>
                  <a:lnTo>
                    <a:pt x="46" y="3504"/>
                  </a:lnTo>
                  <a:lnTo>
                    <a:pt x="91" y="3459"/>
                  </a:lnTo>
                  <a:lnTo>
                    <a:pt x="585" y="91"/>
                  </a:lnTo>
                  <a:lnTo>
                    <a:pt x="585" y="91"/>
                  </a:lnTo>
                  <a:lnTo>
                    <a:pt x="540" y="1"/>
                  </a:lnTo>
                  <a:lnTo>
                    <a:pt x="54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3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1393" y="0"/>
                  </a:moveTo>
                  <a:lnTo>
                    <a:pt x="1393" y="0"/>
                  </a:lnTo>
                  <a:lnTo>
                    <a:pt x="1348" y="45"/>
                  </a:lnTo>
                  <a:lnTo>
                    <a:pt x="0" y="9298"/>
                  </a:lnTo>
                  <a:lnTo>
                    <a:pt x="0" y="9298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135" y="9298"/>
                  </a:lnTo>
                  <a:lnTo>
                    <a:pt x="1483" y="90"/>
                  </a:lnTo>
                  <a:lnTo>
                    <a:pt x="1483" y="90"/>
                  </a:lnTo>
                  <a:lnTo>
                    <a:pt x="1438" y="0"/>
                  </a:lnTo>
                  <a:lnTo>
                    <a:pt x="13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3"/>
            <p:cNvSpPr/>
            <p:nvPr/>
          </p:nvSpPr>
          <p:spPr>
            <a:xfrm>
              <a:off x="5897425" y="3880425"/>
              <a:ext cx="28100" cy="13500"/>
            </a:xfrm>
            <a:custGeom>
              <a:rect b="b" l="l" r="r" t="t"/>
              <a:pathLst>
                <a:path extrusionOk="0" h="540" w="1124">
                  <a:moveTo>
                    <a:pt x="180" y="1"/>
                  </a:moveTo>
                  <a:lnTo>
                    <a:pt x="0" y="46"/>
                  </a:lnTo>
                  <a:lnTo>
                    <a:pt x="1033" y="540"/>
                  </a:lnTo>
                  <a:lnTo>
                    <a:pt x="1123" y="495"/>
                  </a:lnTo>
                  <a:lnTo>
                    <a:pt x="1123" y="450"/>
                  </a:lnTo>
                  <a:lnTo>
                    <a:pt x="1078" y="450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C1BDB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3"/>
            <p:cNvSpPr/>
            <p:nvPr/>
          </p:nvSpPr>
          <p:spPr>
            <a:xfrm>
              <a:off x="5897425" y="3880425"/>
              <a:ext cx="28100" cy="13500"/>
            </a:xfrm>
            <a:custGeom>
              <a:rect b="b" l="l" r="r" t="t"/>
              <a:pathLst>
                <a:path extrusionOk="0" fill="none" h="540" w="1124">
                  <a:moveTo>
                    <a:pt x="180" y="1"/>
                  </a:moveTo>
                  <a:lnTo>
                    <a:pt x="180" y="1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033" y="540"/>
                  </a:lnTo>
                  <a:lnTo>
                    <a:pt x="1123" y="495"/>
                  </a:lnTo>
                  <a:lnTo>
                    <a:pt x="1123" y="495"/>
                  </a:lnTo>
                  <a:lnTo>
                    <a:pt x="1123" y="450"/>
                  </a:lnTo>
                  <a:lnTo>
                    <a:pt x="1078" y="450"/>
                  </a:lnTo>
                  <a:lnTo>
                    <a:pt x="1078" y="450"/>
                  </a:lnTo>
                  <a:lnTo>
                    <a:pt x="18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3"/>
            <p:cNvSpPr/>
            <p:nvPr/>
          </p:nvSpPr>
          <p:spPr>
            <a:xfrm>
              <a:off x="5366300" y="1961425"/>
              <a:ext cx="782675" cy="2069500"/>
            </a:xfrm>
            <a:custGeom>
              <a:rect b="b" l="l" r="r" t="t"/>
              <a:pathLst>
                <a:path extrusionOk="0" h="82780" w="31307">
                  <a:moveTo>
                    <a:pt x="11858" y="7367"/>
                  </a:moveTo>
                  <a:lnTo>
                    <a:pt x="11903" y="7457"/>
                  </a:lnTo>
                  <a:lnTo>
                    <a:pt x="11409" y="10825"/>
                  </a:lnTo>
                  <a:lnTo>
                    <a:pt x="11364" y="10870"/>
                  </a:lnTo>
                  <a:lnTo>
                    <a:pt x="11319" y="10825"/>
                  </a:lnTo>
                  <a:lnTo>
                    <a:pt x="11813" y="7412"/>
                  </a:lnTo>
                  <a:lnTo>
                    <a:pt x="11858" y="7367"/>
                  </a:lnTo>
                  <a:close/>
                  <a:moveTo>
                    <a:pt x="8804" y="6558"/>
                  </a:moveTo>
                  <a:lnTo>
                    <a:pt x="8849" y="6648"/>
                  </a:lnTo>
                  <a:lnTo>
                    <a:pt x="7501" y="15856"/>
                  </a:lnTo>
                  <a:lnTo>
                    <a:pt x="7411" y="15901"/>
                  </a:lnTo>
                  <a:lnTo>
                    <a:pt x="7366" y="15856"/>
                  </a:lnTo>
                  <a:lnTo>
                    <a:pt x="8714" y="6603"/>
                  </a:lnTo>
                  <a:lnTo>
                    <a:pt x="8759" y="6558"/>
                  </a:lnTo>
                  <a:close/>
                  <a:moveTo>
                    <a:pt x="5121" y="37999"/>
                  </a:moveTo>
                  <a:lnTo>
                    <a:pt x="5166" y="38044"/>
                  </a:lnTo>
                  <a:lnTo>
                    <a:pt x="5166" y="38089"/>
                  </a:lnTo>
                  <a:lnTo>
                    <a:pt x="4896" y="39571"/>
                  </a:lnTo>
                  <a:lnTo>
                    <a:pt x="4672" y="41053"/>
                  </a:lnTo>
                  <a:lnTo>
                    <a:pt x="4537" y="42535"/>
                  </a:lnTo>
                  <a:lnTo>
                    <a:pt x="4402" y="44018"/>
                  </a:lnTo>
                  <a:lnTo>
                    <a:pt x="4357" y="45500"/>
                  </a:lnTo>
                  <a:lnTo>
                    <a:pt x="4312" y="46937"/>
                  </a:lnTo>
                  <a:lnTo>
                    <a:pt x="4357" y="48419"/>
                  </a:lnTo>
                  <a:lnTo>
                    <a:pt x="4447" y="49857"/>
                  </a:lnTo>
                  <a:lnTo>
                    <a:pt x="4582" y="51249"/>
                  </a:lnTo>
                  <a:lnTo>
                    <a:pt x="4806" y="52686"/>
                  </a:lnTo>
                  <a:lnTo>
                    <a:pt x="5031" y="54079"/>
                  </a:lnTo>
                  <a:lnTo>
                    <a:pt x="5300" y="55426"/>
                  </a:lnTo>
                  <a:lnTo>
                    <a:pt x="5660" y="56773"/>
                  </a:lnTo>
                  <a:lnTo>
                    <a:pt x="6064" y="58121"/>
                  </a:lnTo>
                  <a:lnTo>
                    <a:pt x="6513" y="59423"/>
                  </a:lnTo>
                  <a:lnTo>
                    <a:pt x="7007" y="60726"/>
                  </a:lnTo>
                  <a:lnTo>
                    <a:pt x="7546" y="62029"/>
                  </a:lnTo>
                  <a:lnTo>
                    <a:pt x="8175" y="63331"/>
                  </a:lnTo>
                  <a:lnTo>
                    <a:pt x="8849" y="64589"/>
                  </a:lnTo>
                  <a:lnTo>
                    <a:pt x="9567" y="65801"/>
                  </a:lnTo>
                  <a:lnTo>
                    <a:pt x="10331" y="66969"/>
                  </a:lnTo>
                  <a:lnTo>
                    <a:pt x="11139" y="68092"/>
                  </a:lnTo>
                  <a:lnTo>
                    <a:pt x="11993" y="69170"/>
                  </a:lnTo>
                  <a:lnTo>
                    <a:pt x="12891" y="70248"/>
                  </a:lnTo>
                  <a:lnTo>
                    <a:pt x="13834" y="71236"/>
                  </a:lnTo>
                  <a:lnTo>
                    <a:pt x="14822" y="72179"/>
                  </a:lnTo>
                  <a:lnTo>
                    <a:pt x="15855" y="73078"/>
                  </a:lnTo>
                  <a:lnTo>
                    <a:pt x="16888" y="73931"/>
                  </a:lnTo>
                  <a:lnTo>
                    <a:pt x="18011" y="74739"/>
                  </a:lnTo>
                  <a:lnTo>
                    <a:pt x="19134" y="75458"/>
                  </a:lnTo>
                  <a:lnTo>
                    <a:pt x="20257" y="76177"/>
                  </a:lnTo>
                  <a:lnTo>
                    <a:pt x="21425" y="76761"/>
                  </a:lnTo>
                  <a:lnTo>
                    <a:pt x="22323" y="77210"/>
                  </a:lnTo>
                  <a:lnTo>
                    <a:pt x="22368" y="77210"/>
                  </a:lnTo>
                  <a:lnTo>
                    <a:pt x="22368" y="77255"/>
                  </a:lnTo>
                  <a:lnTo>
                    <a:pt x="22278" y="77300"/>
                  </a:lnTo>
                  <a:lnTo>
                    <a:pt x="21245" y="76806"/>
                  </a:lnTo>
                  <a:lnTo>
                    <a:pt x="20077" y="76177"/>
                  </a:lnTo>
                  <a:lnTo>
                    <a:pt x="18955" y="75458"/>
                  </a:lnTo>
                  <a:lnTo>
                    <a:pt x="17832" y="74739"/>
                  </a:lnTo>
                  <a:lnTo>
                    <a:pt x="16754" y="73931"/>
                  </a:lnTo>
                  <a:lnTo>
                    <a:pt x="15721" y="73078"/>
                  </a:lnTo>
                  <a:lnTo>
                    <a:pt x="14688" y="72179"/>
                  </a:lnTo>
                  <a:lnTo>
                    <a:pt x="13699" y="71236"/>
                  </a:lnTo>
                  <a:lnTo>
                    <a:pt x="12756" y="70248"/>
                  </a:lnTo>
                  <a:lnTo>
                    <a:pt x="11903" y="69170"/>
                  </a:lnTo>
                  <a:lnTo>
                    <a:pt x="11049" y="68092"/>
                  </a:lnTo>
                  <a:lnTo>
                    <a:pt x="10241" y="66969"/>
                  </a:lnTo>
                  <a:lnTo>
                    <a:pt x="9477" y="65801"/>
                  </a:lnTo>
                  <a:lnTo>
                    <a:pt x="8759" y="64589"/>
                  </a:lnTo>
                  <a:lnTo>
                    <a:pt x="8085" y="63376"/>
                  </a:lnTo>
                  <a:lnTo>
                    <a:pt x="7456" y="62073"/>
                  </a:lnTo>
                  <a:lnTo>
                    <a:pt x="6917" y="60771"/>
                  </a:lnTo>
                  <a:lnTo>
                    <a:pt x="6423" y="59468"/>
                  </a:lnTo>
                  <a:lnTo>
                    <a:pt x="5974" y="58166"/>
                  </a:lnTo>
                  <a:lnTo>
                    <a:pt x="5570" y="56818"/>
                  </a:lnTo>
                  <a:lnTo>
                    <a:pt x="5211" y="55471"/>
                  </a:lnTo>
                  <a:lnTo>
                    <a:pt x="4941" y="54079"/>
                  </a:lnTo>
                  <a:lnTo>
                    <a:pt x="4672" y="52686"/>
                  </a:lnTo>
                  <a:lnTo>
                    <a:pt x="4492" y="51294"/>
                  </a:lnTo>
                  <a:lnTo>
                    <a:pt x="4357" y="49857"/>
                  </a:lnTo>
                  <a:lnTo>
                    <a:pt x="4267" y="48419"/>
                  </a:lnTo>
                  <a:lnTo>
                    <a:pt x="4222" y="46982"/>
                  </a:lnTo>
                  <a:lnTo>
                    <a:pt x="4222" y="45500"/>
                  </a:lnTo>
                  <a:lnTo>
                    <a:pt x="4312" y="44018"/>
                  </a:lnTo>
                  <a:lnTo>
                    <a:pt x="4402" y="42535"/>
                  </a:lnTo>
                  <a:lnTo>
                    <a:pt x="4582" y="41053"/>
                  </a:lnTo>
                  <a:lnTo>
                    <a:pt x="4806" y="39571"/>
                  </a:lnTo>
                  <a:lnTo>
                    <a:pt x="5076" y="38044"/>
                  </a:lnTo>
                  <a:lnTo>
                    <a:pt x="5121" y="37999"/>
                  </a:lnTo>
                  <a:close/>
                  <a:moveTo>
                    <a:pt x="6917" y="1"/>
                  </a:moveTo>
                  <a:lnTo>
                    <a:pt x="6783" y="405"/>
                  </a:lnTo>
                  <a:lnTo>
                    <a:pt x="6019" y="2875"/>
                  </a:lnTo>
                  <a:lnTo>
                    <a:pt x="5076" y="6424"/>
                  </a:lnTo>
                  <a:lnTo>
                    <a:pt x="4492" y="8535"/>
                  </a:lnTo>
                  <a:lnTo>
                    <a:pt x="3953" y="10870"/>
                  </a:lnTo>
                  <a:lnTo>
                    <a:pt x="3369" y="13385"/>
                  </a:lnTo>
                  <a:lnTo>
                    <a:pt x="2785" y="16080"/>
                  </a:lnTo>
                  <a:lnTo>
                    <a:pt x="2246" y="18955"/>
                  </a:lnTo>
                  <a:lnTo>
                    <a:pt x="1752" y="21919"/>
                  </a:lnTo>
                  <a:lnTo>
                    <a:pt x="1258" y="25018"/>
                  </a:lnTo>
                  <a:lnTo>
                    <a:pt x="854" y="28207"/>
                  </a:lnTo>
                  <a:lnTo>
                    <a:pt x="494" y="31441"/>
                  </a:lnTo>
                  <a:lnTo>
                    <a:pt x="225" y="34765"/>
                  </a:lnTo>
                  <a:lnTo>
                    <a:pt x="90" y="38089"/>
                  </a:lnTo>
                  <a:lnTo>
                    <a:pt x="45" y="39796"/>
                  </a:lnTo>
                  <a:lnTo>
                    <a:pt x="0" y="41457"/>
                  </a:lnTo>
                  <a:lnTo>
                    <a:pt x="45" y="43479"/>
                  </a:lnTo>
                  <a:lnTo>
                    <a:pt x="90" y="45455"/>
                  </a:lnTo>
                  <a:lnTo>
                    <a:pt x="225" y="47431"/>
                  </a:lnTo>
                  <a:lnTo>
                    <a:pt x="405" y="49407"/>
                  </a:lnTo>
                  <a:lnTo>
                    <a:pt x="629" y="51384"/>
                  </a:lnTo>
                  <a:lnTo>
                    <a:pt x="899" y="53315"/>
                  </a:lnTo>
                  <a:lnTo>
                    <a:pt x="1213" y="55246"/>
                  </a:lnTo>
                  <a:lnTo>
                    <a:pt x="1617" y="57133"/>
                  </a:lnTo>
                  <a:lnTo>
                    <a:pt x="2111" y="58974"/>
                  </a:lnTo>
                  <a:lnTo>
                    <a:pt x="2650" y="60771"/>
                  </a:lnTo>
                  <a:lnTo>
                    <a:pt x="3234" y="62523"/>
                  </a:lnTo>
                  <a:lnTo>
                    <a:pt x="3908" y="64229"/>
                  </a:lnTo>
                  <a:lnTo>
                    <a:pt x="4672" y="65936"/>
                  </a:lnTo>
                  <a:lnTo>
                    <a:pt x="5525" y="67553"/>
                  </a:lnTo>
                  <a:lnTo>
                    <a:pt x="6423" y="69080"/>
                  </a:lnTo>
                  <a:lnTo>
                    <a:pt x="6917" y="69844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0004" y="82195"/>
                  </a:lnTo>
                  <a:lnTo>
                    <a:pt x="28746" y="81567"/>
                  </a:lnTo>
                  <a:lnTo>
                    <a:pt x="27533" y="80893"/>
                  </a:lnTo>
                  <a:lnTo>
                    <a:pt x="26366" y="80174"/>
                  </a:lnTo>
                  <a:lnTo>
                    <a:pt x="25243" y="79411"/>
                  </a:lnTo>
                  <a:lnTo>
                    <a:pt x="24165" y="78557"/>
                  </a:lnTo>
                  <a:lnTo>
                    <a:pt x="23132" y="77704"/>
                  </a:lnTo>
                  <a:lnTo>
                    <a:pt x="22144" y="76806"/>
                  </a:lnTo>
                  <a:lnTo>
                    <a:pt x="21245" y="75862"/>
                  </a:lnTo>
                  <a:lnTo>
                    <a:pt x="20347" y="74829"/>
                  </a:lnTo>
                  <a:lnTo>
                    <a:pt x="19494" y="73796"/>
                  </a:lnTo>
                  <a:lnTo>
                    <a:pt x="18730" y="72763"/>
                  </a:lnTo>
                  <a:lnTo>
                    <a:pt x="17966" y="71640"/>
                  </a:lnTo>
                  <a:lnTo>
                    <a:pt x="17248" y="70517"/>
                  </a:lnTo>
                  <a:lnTo>
                    <a:pt x="16574" y="69395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691"/>
                  </a:lnTo>
                  <a:lnTo>
                    <a:pt x="8804" y="44691"/>
                  </a:ln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4867" y="66071"/>
                  </a:lnTo>
                  <a:lnTo>
                    <a:pt x="14059" y="64184"/>
                  </a:lnTo>
                  <a:lnTo>
                    <a:pt x="13340" y="62253"/>
                  </a:lnTo>
                  <a:lnTo>
                    <a:pt x="12711" y="60277"/>
                  </a:lnTo>
                  <a:lnTo>
                    <a:pt x="12127" y="58301"/>
                  </a:lnTo>
                  <a:lnTo>
                    <a:pt x="11588" y="56324"/>
                  </a:lnTo>
                  <a:lnTo>
                    <a:pt x="11184" y="54303"/>
                  </a:lnTo>
                  <a:lnTo>
                    <a:pt x="10780" y="52282"/>
                  </a:lnTo>
                  <a:lnTo>
                    <a:pt x="10466" y="50306"/>
                  </a:lnTo>
                  <a:lnTo>
                    <a:pt x="10196" y="48284"/>
                  </a:lnTo>
                  <a:lnTo>
                    <a:pt x="9972" y="46353"/>
                  </a:lnTo>
                  <a:lnTo>
                    <a:pt x="9837" y="44422"/>
                  </a:lnTo>
                  <a:lnTo>
                    <a:pt x="9702" y="42490"/>
                  </a:lnTo>
                  <a:lnTo>
                    <a:pt x="9612" y="40649"/>
                  </a:lnTo>
                  <a:lnTo>
                    <a:pt x="9567" y="38852"/>
                  </a:lnTo>
                  <a:lnTo>
                    <a:pt x="9567" y="37101"/>
                  </a:lnTo>
                  <a:lnTo>
                    <a:pt x="9612" y="35708"/>
                  </a:lnTo>
                  <a:lnTo>
                    <a:pt x="9702" y="34361"/>
                  </a:lnTo>
                  <a:lnTo>
                    <a:pt x="9792" y="33013"/>
                  </a:lnTo>
                  <a:lnTo>
                    <a:pt x="9927" y="31666"/>
                  </a:lnTo>
                  <a:lnTo>
                    <a:pt x="10061" y="30274"/>
                  </a:lnTo>
                  <a:lnTo>
                    <a:pt x="10241" y="28926"/>
                  </a:lnTo>
                  <a:lnTo>
                    <a:pt x="10690" y="26276"/>
                  </a:lnTo>
                  <a:lnTo>
                    <a:pt x="11229" y="23626"/>
                  </a:lnTo>
                  <a:lnTo>
                    <a:pt x="11813" y="21111"/>
                  </a:lnTo>
                  <a:lnTo>
                    <a:pt x="12442" y="18641"/>
                  </a:lnTo>
                  <a:lnTo>
                    <a:pt x="13116" y="16350"/>
                  </a:lnTo>
                  <a:lnTo>
                    <a:pt x="13789" y="14149"/>
                  </a:lnTo>
                  <a:lnTo>
                    <a:pt x="14463" y="12173"/>
                  </a:lnTo>
                  <a:lnTo>
                    <a:pt x="15092" y="10331"/>
                  </a:lnTo>
                  <a:lnTo>
                    <a:pt x="15676" y="8714"/>
                  </a:lnTo>
                  <a:lnTo>
                    <a:pt x="16664" y="6199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close/>
                </a:path>
              </a:pathLst>
            </a:custGeom>
            <a:solidFill>
              <a:srgbClr val="562410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3"/>
            <p:cNvSpPr/>
            <p:nvPr/>
          </p:nvSpPr>
          <p:spPr>
            <a:xfrm>
              <a:off x="5471850" y="2911375"/>
              <a:ext cx="453675" cy="982550"/>
            </a:xfrm>
            <a:custGeom>
              <a:rect b="b" l="l" r="r" t="t"/>
              <a:pathLst>
                <a:path extrusionOk="0" fill="none" h="39302" w="18147">
                  <a:moveTo>
                    <a:pt x="17023" y="38808"/>
                  </a:moveTo>
                  <a:lnTo>
                    <a:pt x="17023" y="38808"/>
                  </a:lnTo>
                  <a:lnTo>
                    <a:pt x="15855" y="38179"/>
                  </a:lnTo>
                  <a:lnTo>
                    <a:pt x="14733" y="37460"/>
                  </a:lnTo>
                  <a:lnTo>
                    <a:pt x="13610" y="36741"/>
                  </a:lnTo>
                  <a:lnTo>
                    <a:pt x="12532" y="35933"/>
                  </a:lnTo>
                  <a:lnTo>
                    <a:pt x="11499" y="35080"/>
                  </a:lnTo>
                  <a:lnTo>
                    <a:pt x="10466" y="34181"/>
                  </a:lnTo>
                  <a:lnTo>
                    <a:pt x="9477" y="33238"/>
                  </a:lnTo>
                  <a:lnTo>
                    <a:pt x="8534" y="32250"/>
                  </a:lnTo>
                  <a:lnTo>
                    <a:pt x="7681" y="31172"/>
                  </a:lnTo>
                  <a:lnTo>
                    <a:pt x="6827" y="30094"/>
                  </a:lnTo>
                  <a:lnTo>
                    <a:pt x="6019" y="28971"/>
                  </a:lnTo>
                  <a:lnTo>
                    <a:pt x="5255" y="27803"/>
                  </a:lnTo>
                  <a:lnTo>
                    <a:pt x="4537" y="26591"/>
                  </a:lnTo>
                  <a:lnTo>
                    <a:pt x="3863" y="25378"/>
                  </a:lnTo>
                  <a:lnTo>
                    <a:pt x="3234" y="24075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2201" y="21470"/>
                  </a:lnTo>
                  <a:lnTo>
                    <a:pt x="1752" y="20168"/>
                  </a:lnTo>
                  <a:lnTo>
                    <a:pt x="1348" y="18820"/>
                  </a:lnTo>
                  <a:lnTo>
                    <a:pt x="989" y="17473"/>
                  </a:lnTo>
                  <a:lnTo>
                    <a:pt x="719" y="16081"/>
                  </a:lnTo>
                  <a:lnTo>
                    <a:pt x="450" y="14688"/>
                  </a:lnTo>
                  <a:lnTo>
                    <a:pt x="270" y="13296"/>
                  </a:lnTo>
                  <a:lnTo>
                    <a:pt x="135" y="11859"/>
                  </a:lnTo>
                  <a:lnTo>
                    <a:pt x="45" y="10421"/>
                  </a:lnTo>
                  <a:lnTo>
                    <a:pt x="0" y="8984"/>
                  </a:lnTo>
                  <a:lnTo>
                    <a:pt x="0" y="7502"/>
                  </a:lnTo>
                  <a:lnTo>
                    <a:pt x="90" y="6020"/>
                  </a:lnTo>
                  <a:lnTo>
                    <a:pt x="180" y="4537"/>
                  </a:lnTo>
                  <a:lnTo>
                    <a:pt x="360" y="3055"/>
                  </a:lnTo>
                  <a:lnTo>
                    <a:pt x="584" y="1573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944" y="46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674" y="1573"/>
                  </a:lnTo>
                  <a:lnTo>
                    <a:pt x="450" y="3055"/>
                  </a:lnTo>
                  <a:lnTo>
                    <a:pt x="315" y="4537"/>
                  </a:lnTo>
                  <a:lnTo>
                    <a:pt x="180" y="6020"/>
                  </a:lnTo>
                  <a:lnTo>
                    <a:pt x="135" y="7502"/>
                  </a:lnTo>
                  <a:lnTo>
                    <a:pt x="90" y="8939"/>
                  </a:lnTo>
                  <a:lnTo>
                    <a:pt x="135" y="10421"/>
                  </a:lnTo>
                  <a:lnTo>
                    <a:pt x="225" y="11859"/>
                  </a:lnTo>
                  <a:lnTo>
                    <a:pt x="360" y="13251"/>
                  </a:lnTo>
                  <a:lnTo>
                    <a:pt x="584" y="14688"/>
                  </a:lnTo>
                  <a:lnTo>
                    <a:pt x="809" y="16081"/>
                  </a:lnTo>
                  <a:lnTo>
                    <a:pt x="1078" y="17428"/>
                  </a:lnTo>
                  <a:lnTo>
                    <a:pt x="1438" y="18775"/>
                  </a:lnTo>
                  <a:lnTo>
                    <a:pt x="1842" y="20123"/>
                  </a:lnTo>
                  <a:lnTo>
                    <a:pt x="2291" y="21425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3324" y="24031"/>
                  </a:lnTo>
                  <a:lnTo>
                    <a:pt x="3953" y="25333"/>
                  </a:lnTo>
                  <a:lnTo>
                    <a:pt x="4627" y="26591"/>
                  </a:lnTo>
                  <a:lnTo>
                    <a:pt x="5345" y="27803"/>
                  </a:lnTo>
                  <a:lnTo>
                    <a:pt x="6109" y="28971"/>
                  </a:lnTo>
                  <a:lnTo>
                    <a:pt x="6917" y="30094"/>
                  </a:lnTo>
                  <a:lnTo>
                    <a:pt x="7771" y="31172"/>
                  </a:lnTo>
                  <a:lnTo>
                    <a:pt x="8669" y="32250"/>
                  </a:lnTo>
                  <a:lnTo>
                    <a:pt x="9612" y="33238"/>
                  </a:lnTo>
                  <a:lnTo>
                    <a:pt x="10600" y="34181"/>
                  </a:lnTo>
                  <a:lnTo>
                    <a:pt x="11633" y="35080"/>
                  </a:lnTo>
                  <a:lnTo>
                    <a:pt x="12666" y="35933"/>
                  </a:lnTo>
                  <a:lnTo>
                    <a:pt x="13789" y="36741"/>
                  </a:lnTo>
                  <a:lnTo>
                    <a:pt x="14912" y="37460"/>
                  </a:lnTo>
                  <a:lnTo>
                    <a:pt x="16035" y="38179"/>
                  </a:lnTo>
                  <a:lnTo>
                    <a:pt x="17203" y="38763"/>
                  </a:lnTo>
                  <a:lnTo>
                    <a:pt x="17203" y="38763"/>
                  </a:lnTo>
                  <a:lnTo>
                    <a:pt x="18101" y="39212"/>
                  </a:lnTo>
                  <a:lnTo>
                    <a:pt x="18101" y="39212"/>
                  </a:lnTo>
                  <a:lnTo>
                    <a:pt x="18146" y="39212"/>
                  </a:lnTo>
                  <a:lnTo>
                    <a:pt x="18146" y="39257"/>
                  </a:lnTo>
                  <a:lnTo>
                    <a:pt x="18056" y="39302"/>
                  </a:lnTo>
                  <a:lnTo>
                    <a:pt x="18056" y="39302"/>
                  </a:lnTo>
                  <a:lnTo>
                    <a:pt x="17023" y="388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3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46" y="3504"/>
                  </a:moveTo>
                  <a:lnTo>
                    <a:pt x="46" y="3504"/>
                  </a:lnTo>
                  <a:lnTo>
                    <a:pt x="1" y="3459"/>
                  </a:lnTo>
                  <a:lnTo>
                    <a:pt x="495" y="46"/>
                  </a:lnTo>
                  <a:lnTo>
                    <a:pt x="495" y="46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85" y="91"/>
                  </a:lnTo>
                  <a:lnTo>
                    <a:pt x="91" y="3459"/>
                  </a:lnTo>
                  <a:lnTo>
                    <a:pt x="46" y="350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3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45" y="9343"/>
                  </a:moveTo>
                  <a:lnTo>
                    <a:pt x="45" y="9343"/>
                  </a:lnTo>
                  <a:lnTo>
                    <a:pt x="45" y="9343"/>
                  </a:lnTo>
                  <a:lnTo>
                    <a:pt x="0" y="9298"/>
                  </a:lnTo>
                  <a:lnTo>
                    <a:pt x="1348" y="45"/>
                  </a:lnTo>
                  <a:lnTo>
                    <a:pt x="1348" y="45"/>
                  </a:lnTo>
                  <a:lnTo>
                    <a:pt x="1393" y="0"/>
                  </a:lnTo>
                  <a:lnTo>
                    <a:pt x="1438" y="0"/>
                  </a:lnTo>
                  <a:lnTo>
                    <a:pt x="1438" y="0"/>
                  </a:lnTo>
                  <a:lnTo>
                    <a:pt x="1483" y="90"/>
                  </a:lnTo>
                  <a:lnTo>
                    <a:pt x="135" y="9298"/>
                  </a:lnTo>
                  <a:lnTo>
                    <a:pt x="45" y="934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3"/>
            <p:cNvSpPr/>
            <p:nvPr/>
          </p:nvSpPr>
          <p:spPr>
            <a:xfrm>
              <a:off x="5366300" y="1961425"/>
              <a:ext cx="782675" cy="2069500"/>
            </a:xfrm>
            <a:custGeom>
              <a:rect b="b" l="l" r="r" t="t"/>
              <a:pathLst>
                <a:path extrusionOk="0" fill="none" h="82780" w="31307">
                  <a:moveTo>
                    <a:pt x="6917" y="1"/>
                  </a:moveTo>
                  <a:lnTo>
                    <a:pt x="6783" y="405"/>
                  </a:lnTo>
                  <a:lnTo>
                    <a:pt x="6783" y="405"/>
                  </a:lnTo>
                  <a:lnTo>
                    <a:pt x="6019" y="2875"/>
                  </a:lnTo>
                  <a:lnTo>
                    <a:pt x="5076" y="6424"/>
                  </a:lnTo>
                  <a:lnTo>
                    <a:pt x="4492" y="8535"/>
                  </a:lnTo>
                  <a:lnTo>
                    <a:pt x="3953" y="10870"/>
                  </a:lnTo>
                  <a:lnTo>
                    <a:pt x="3369" y="13385"/>
                  </a:lnTo>
                  <a:lnTo>
                    <a:pt x="2785" y="16080"/>
                  </a:lnTo>
                  <a:lnTo>
                    <a:pt x="2246" y="18955"/>
                  </a:lnTo>
                  <a:lnTo>
                    <a:pt x="1752" y="21919"/>
                  </a:lnTo>
                  <a:lnTo>
                    <a:pt x="1258" y="25018"/>
                  </a:lnTo>
                  <a:lnTo>
                    <a:pt x="854" y="28207"/>
                  </a:lnTo>
                  <a:lnTo>
                    <a:pt x="494" y="31441"/>
                  </a:lnTo>
                  <a:lnTo>
                    <a:pt x="225" y="34765"/>
                  </a:lnTo>
                  <a:lnTo>
                    <a:pt x="90" y="38089"/>
                  </a:lnTo>
                  <a:lnTo>
                    <a:pt x="45" y="39796"/>
                  </a:lnTo>
                  <a:lnTo>
                    <a:pt x="0" y="41457"/>
                  </a:lnTo>
                  <a:lnTo>
                    <a:pt x="0" y="41457"/>
                  </a:lnTo>
                  <a:lnTo>
                    <a:pt x="45" y="43479"/>
                  </a:lnTo>
                  <a:lnTo>
                    <a:pt x="90" y="45455"/>
                  </a:lnTo>
                  <a:lnTo>
                    <a:pt x="225" y="47431"/>
                  </a:lnTo>
                  <a:lnTo>
                    <a:pt x="405" y="49407"/>
                  </a:lnTo>
                  <a:lnTo>
                    <a:pt x="629" y="51384"/>
                  </a:lnTo>
                  <a:lnTo>
                    <a:pt x="899" y="53315"/>
                  </a:lnTo>
                  <a:lnTo>
                    <a:pt x="1213" y="55246"/>
                  </a:lnTo>
                  <a:lnTo>
                    <a:pt x="1617" y="57133"/>
                  </a:lnTo>
                  <a:lnTo>
                    <a:pt x="2111" y="58974"/>
                  </a:lnTo>
                  <a:lnTo>
                    <a:pt x="2650" y="60771"/>
                  </a:lnTo>
                  <a:lnTo>
                    <a:pt x="3234" y="62523"/>
                  </a:lnTo>
                  <a:lnTo>
                    <a:pt x="3908" y="64229"/>
                  </a:lnTo>
                  <a:lnTo>
                    <a:pt x="4672" y="65936"/>
                  </a:lnTo>
                  <a:lnTo>
                    <a:pt x="5525" y="67553"/>
                  </a:lnTo>
                  <a:lnTo>
                    <a:pt x="6423" y="69080"/>
                  </a:lnTo>
                  <a:lnTo>
                    <a:pt x="6917" y="69844"/>
                  </a:lnTo>
                  <a:lnTo>
                    <a:pt x="7411" y="70562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1306" y="82779"/>
                  </a:lnTo>
                  <a:lnTo>
                    <a:pt x="30004" y="82195"/>
                  </a:lnTo>
                  <a:lnTo>
                    <a:pt x="28746" y="81567"/>
                  </a:lnTo>
                  <a:lnTo>
                    <a:pt x="27533" y="80893"/>
                  </a:lnTo>
                  <a:lnTo>
                    <a:pt x="26366" y="80174"/>
                  </a:lnTo>
                  <a:lnTo>
                    <a:pt x="25243" y="79411"/>
                  </a:lnTo>
                  <a:lnTo>
                    <a:pt x="24165" y="78557"/>
                  </a:lnTo>
                  <a:lnTo>
                    <a:pt x="23132" y="77704"/>
                  </a:lnTo>
                  <a:lnTo>
                    <a:pt x="22144" y="76806"/>
                  </a:lnTo>
                  <a:lnTo>
                    <a:pt x="21245" y="75862"/>
                  </a:lnTo>
                  <a:lnTo>
                    <a:pt x="20347" y="74829"/>
                  </a:lnTo>
                  <a:lnTo>
                    <a:pt x="19494" y="73796"/>
                  </a:lnTo>
                  <a:lnTo>
                    <a:pt x="18730" y="72763"/>
                  </a:lnTo>
                  <a:lnTo>
                    <a:pt x="17966" y="71640"/>
                  </a:lnTo>
                  <a:lnTo>
                    <a:pt x="17248" y="70517"/>
                  </a:lnTo>
                  <a:lnTo>
                    <a:pt x="16574" y="69395"/>
                  </a:lnTo>
                  <a:lnTo>
                    <a:pt x="15900" y="68182"/>
                  </a:lnTo>
                  <a:lnTo>
                    <a:pt x="15900" y="68182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736"/>
                  </a:lnTo>
                  <a:lnTo>
                    <a:pt x="8714" y="44691"/>
                  </a:lnTo>
                  <a:lnTo>
                    <a:pt x="8759" y="44691"/>
                  </a:lnTo>
                  <a:lnTo>
                    <a:pt x="8759" y="44691"/>
                  </a:lnTo>
                  <a:lnTo>
                    <a:pt x="8759" y="44691"/>
                  </a:lnTo>
                  <a:lnTo>
                    <a:pt x="8804" y="44691"/>
                  </a:lnTo>
                  <a:lnTo>
                    <a:pt x="8804" y="44736"/>
                  </a:ln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4867" y="66071"/>
                  </a:lnTo>
                  <a:lnTo>
                    <a:pt x="14059" y="64184"/>
                  </a:lnTo>
                  <a:lnTo>
                    <a:pt x="13340" y="62253"/>
                  </a:lnTo>
                  <a:lnTo>
                    <a:pt x="12711" y="60277"/>
                  </a:lnTo>
                  <a:lnTo>
                    <a:pt x="12127" y="58301"/>
                  </a:lnTo>
                  <a:lnTo>
                    <a:pt x="11588" y="56324"/>
                  </a:lnTo>
                  <a:lnTo>
                    <a:pt x="11184" y="54303"/>
                  </a:lnTo>
                  <a:lnTo>
                    <a:pt x="10780" y="52282"/>
                  </a:lnTo>
                  <a:lnTo>
                    <a:pt x="10466" y="50306"/>
                  </a:lnTo>
                  <a:lnTo>
                    <a:pt x="10196" y="48284"/>
                  </a:lnTo>
                  <a:lnTo>
                    <a:pt x="9972" y="46353"/>
                  </a:lnTo>
                  <a:lnTo>
                    <a:pt x="9837" y="44422"/>
                  </a:lnTo>
                  <a:lnTo>
                    <a:pt x="9702" y="42490"/>
                  </a:lnTo>
                  <a:lnTo>
                    <a:pt x="9612" y="40649"/>
                  </a:lnTo>
                  <a:lnTo>
                    <a:pt x="9567" y="38852"/>
                  </a:lnTo>
                  <a:lnTo>
                    <a:pt x="9567" y="37101"/>
                  </a:lnTo>
                  <a:lnTo>
                    <a:pt x="9567" y="37101"/>
                  </a:lnTo>
                  <a:lnTo>
                    <a:pt x="9612" y="35708"/>
                  </a:lnTo>
                  <a:lnTo>
                    <a:pt x="9702" y="34361"/>
                  </a:lnTo>
                  <a:lnTo>
                    <a:pt x="9792" y="33013"/>
                  </a:lnTo>
                  <a:lnTo>
                    <a:pt x="9927" y="31666"/>
                  </a:lnTo>
                  <a:lnTo>
                    <a:pt x="10061" y="30274"/>
                  </a:lnTo>
                  <a:lnTo>
                    <a:pt x="10241" y="28926"/>
                  </a:lnTo>
                  <a:lnTo>
                    <a:pt x="10690" y="26276"/>
                  </a:lnTo>
                  <a:lnTo>
                    <a:pt x="11229" y="23626"/>
                  </a:lnTo>
                  <a:lnTo>
                    <a:pt x="11813" y="21111"/>
                  </a:lnTo>
                  <a:lnTo>
                    <a:pt x="12442" y="18641"/>
                  </a:lnTo>
                  <a:lnTo>
                    <a:pt x="13116" y="16350"/>
                  </a:lnTo>
                  <a:lnTo>
                    <a:pt x="13789" y="14149"/>
                  </a:lnTo>
                  <a:lnTo>
                    <a:pt x="14463" y="12173"/>
                  </a:lnTo>
                  <a:lnTo>
                    <a:pt x="15092" y="10331"/>
                  </a:lnTo>
                  <a:lnTo>
                    <a:pt x="15676" y="8714"/>
                  </a:lnTo>
                  <a:lnTo>
                    <a:pt x="16664" y="6199"/>
                  </a:lnTo>
                  <a:lnTo>
                    <a:pt x="17248" y="4762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3"/>
            <p:cNvSpPr/>
            <p:nvPr/>
          </p:nvSpPr>
          <p:spPr>
            <a:xfrm>
              <a:off x="5647025" y="1922125"/>
              <a:ext cx="113425" cy="87625"/>
            </a:xfrm>
            <a:custGeom>
              <a:rect b="b" l="l" r="r" t="t"/>
              <a:pathLst>
                <a:path extrusionOk="0" h="3505" w="4537">
                  <a:moveTo>
                    <a:pt x="0" y="1"/>
                  </a:moveTo>
                  <a:lnTo>
                    <a:pt x="0" y="315"/>
                  </a:lnTo>
                  <a:lnTo>
                    <a:pt x="0" y="540"/>
                  </a:lnTo>
                  <a:lnTo>
                    <a:pt x="45" y="764"/>
                  </a:lnTo>
                  <a:lnTo>
                    <a:pt x="180" y="989"/>
                  </a:lnTo>
                  <a:lnTo>
                    <a:pt x="315" y="1213"/>
                  </a:lnTo>
                  <a:lnTo>
                    <a:pt x="449" y="1438"/>
                  </a:lnTo>
                  <a:lnTo>
                    <a:pt x="674" y="1663"/>
                  </a:lnTo>
                  <a:lnTo>
                    <a:pt x="1213" y="2067"/>
                  </a:lnTo>
                  <a:lnTo>
                    <a:pt x="1842" y="2471"/>
                  </a:lnTo>
                  <a:lnTo>
                    <a:pt x="2650" y="2830"/>
                  </a:lnTo>
                  <a:lnTo>
                    <a:pt x="3548" y="3190"/>
                  </a:lnTo>
                  <a:lnTo>
                    <a:pt x="4537" y="3504"/>
                  </a:lnTo>
                  <a:lnTo>
                    <a:pt x="3593" y="3145"/>
                  </a:lnTo>
                  <a:lnTo>
                    <a:pt x="2785" y="2741"/>
                  </a:lnTo>
                  <a:lnTo>
                    <a:pt x="2066" y="2291"/>
                  </a:lnTo>
                  <a:lnTo>
                    <a:pt x="1482" y="1842"/>
                  </a:lnTo>
                  <a:lnTo>
                    <a:pt x="988" y="1393"/>
                  </a:lnTo>
                  <a:lnTo>
                    <a:pt x="584" y="944"/>
                  </a:lnTo>
                  <a:lnTo>
                    <a:pt x="270" y="45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D0CF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3"/>
            <p:cNvSpPr/>
            <p:nvPr/>
          </p:nvSpPr>
          <p:spPr>
            <a:xfrm>
              <a:off x="5647025" y="1922125"/>
              <a:ext cx="113425" cy="87625"/>
            </a:xfrm>
            <a:custGeom>
              <a:rect b="b" l="l" r="r" t="t"/>
              <a:pathLst>
                <a:path extrusionOk="0" fill="none" h="3505" w="453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315"/>
                  </a:lnTo>
                  <a:lnTo>
                    <a:pt x="0" y="315"/>
                  </a:lnTo>
                  <a:lnTo>
                    <a:pt x="0" y="540"/>
                  </a:lnTo>
                  <a:lnTo>
                    <a:pt x="45" y="764"/>
                  </a:lnTo>
                  <a:lnTo>
                    <a:pt x="180" y="989"/>
                  </a:lnTo>
                  <a:lnTo>
                    <a:pt x="315" y="1213"/>
                  </a:lnTo>
                  <a:lnTo>
                    <a:pt x="449" y="1438"/>
                  </a:lnTo>
                  <a:lnTo>
                    <a:pt x="674" y="1663"/>
                  </a:lnTo>
                  <a:lnTo>
                    <a:pt x="1213" y="2067"/>
                  </a:lnTo>
                  <a:lnTo>
                    <a:pt x="1842" y="2471"/>
                  </a:lnTo>
                  <a:lnTo>
                    <a:pt x="2650" y="2830"/>
                  </a:lnTo>
                  <a:lnTo>
                    <a:pt x="3548" y="3190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3593" y="3145"/>
                  </a:lnTo>
                  <a:lnTo>
                    <a:pt x="2785" y="2741"/>
                  </a:lnTo>
                  <a:lnTo>
                    <a:pt x="2066" y="2291"/>
                  </a:lnTo>
                  <a:lnTo>
                    <a:pt x="1482" y="1842"/>
                  </a:lnTo>
                  <a:lnTo>
                    <a:pt x="988" y="1393"/>
                  </a:lnTo>
                  <a:lnTo>
                    <a:pt x="584" y="944"/>
                  </a:lnTo>
                  <a:lnTo>
                    <a:pt x="270" y="450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3"/>
            <p:cNvSpPr/>
            <p:nvPr/>
          </p:nvSpPr>
          <p:spPr>
            <a:xfrm>
              <a:off x="5547075" y="1849150"/>
              <a:ext cx="330150" cy="220100"/>
            </a:xfrm>
            <a:custGeom>
              <a:rect b="b" l="l" r="r" t="t"/>
              <a:pathLst>
                <a:path extrusionOk="0" h="8804" w="13206">
                  <a:moveTo>
                    <a:pt x="3684" y="0"/>
                  </a:moveTo>
                  <a:lnTo>
                    <a:pt x="2830" y="404"/>
                  </a:lnTo>
                  <a:lnTo>
                    <a:pt x="2112" y="809"/>
                  </a:lnTo>
                  <a:lnTo>
                    <a:pt x="1483" y="1213"/>
                  </a:lnTo>
                  <a:lnTo>
                    <a:pt x="944" y="1662"/>
                  </a:lnTo>
                  <a:lnTo>
                    <a:pt x="540" y="2066"/>
                  </a:lnTo>
                  <a:lnTo>
                    <a:pt x="225" y="2515"/>
                  </a:lnTo>
                  <a:lnTo>
                    <a:pt x="135" y="2740"/>
                  </a:lnTo>
                  <a:lnTo>
                    <a:pt x="46" y="2965"/>
                  </a:lnTo>
                  <a:lnTo>
                    <a:pt x="1" y="3189"/>
                  </a:lnTo>
                  <a:lnTo>
                    <a:pt x="1" y="3369"/>
                  </a:lnTo>
                  <a:lnTo>
                    <a:pt x="46" y="3773"/>
                  </a:lnTo>
                  <a:lnTo>
                    <a:pt x="180" y="4132"/>
                  </a:lnTo>
                  <a:lnTo>
                    <a:pt x="405" y="4492"/>
                  </a:lnTo>
                  <a:lnTo>
                    <a:pt x="719" y="4896"/>
                  </a:lnTo>
                  <a:lnTo>
                    <a:pt x="1079" y="5255"/>
                  </a:lnTo>
                  <a:lnTo>
                    <a:pt x="1573" y="5615"/>
                  </a:lnTo>
                  <a:lnTo>
                    <a:pt x="2112" y="5974"/>
                  </a:lnTo>
                  <a:lnTo>
                    <a:pt x="2741" y="6333"/>
                  </a:lnTo>
                  <a:lnTo>
                    <a:pt x="3459" y="6693"/>
                  </a:lnTo>
                  <a:lnTo>
                    <a:pt x="4268" y="7007"/>
                  </a:lnTo>
                  <a:lnTo>
                    <a:pt x="5121" y="7321"/>
                  </a:lnTo>
                  <a:lnTo>
                    <a:pt x="6064" y="7681"/>
                  </a:lnTo>
                  <a:lnTo>
                    <a:pt x="7052" y="7950"/>
                  </a:lnTo>
                  <a:lnTo>
                    <a:pt x="8175" y="8265"/>
                  </a:lnTo>
                  <a:lnTo>
                    <a:pt x="9298" y="8534"/>
                  </a:lnTo>
                  <a:lnTo>
                    <a:pt x="10556" y="8804"/>
                  </a:lnTo>
                  <a:lnTo>
                    <a:pt x="13206" y="7501"/>
                  </a:lnTo>
                  <a:lnTo>
                    <a:pt x="13161" y="7456"/>
                  </a:lnTo>
                  <a:lnTo>
                    <a:pt x="11813" y="7276"/>
                  </a:lnTo>
                  <a:lnTo>
                    <a:pt x="10601" y="7007"/>
                  </a:lnTo>
                  <a:lnTo>
                    <a:pt x="9523" y="6738"/>
                  </a:lnTo>
                  <a:lnTo>
                    <a:pt x="8535" y="6423"/>
                  </a:lnTo>
                  <a:lnTo>
                    <a:pt x="7546" y="6109"/>
                  </a:lnTo>
                  <a:lnTo>
                    <a:pt x="6648" y="5749"/>
                  </a:lnTo>
                  <a:lnTo>
                    <a:pt x="5840" y="5390"/>
                  </a:lnTo>
                  <a:lnTo>
                    <a:pt x="5211" y="4986"/>
                  </a:lnTo>
                  <a:lnTo>
                    <a:pt x="4672" y="4582"/>
                  </a:lnTo>
                  <a:lnTo>
                    <a:pt x="4447" y="4357"/>
                  </a:lnTo>
                  <a:lnTo>
                    <a:pt x="4313" y="4132"/>
                  </a:lnTo>
                  <a:lnTo>
                    <a:pt x="4178" y="3908"/>
                  </a:lnTo>
                  <a:lnTo>
                    <a:pt x="4043" y="3683"/>
                  </a:lnTo>
                  <a:lnTo>
                    <a:pt x="3998" y="3459"/>
                  </a:lnTo>
                  <a:lnTo>
                    <a:pt x="3998" y="3234"/>
                  </a:lnTo>
                  <a:lnTo>
                    <a:pt x="3998" y="2920"/>
                  </a:lnTo>
                  <a:lnTo>
                    <a:pt x="3863" y="2471"/>
                  </a:lnTo>
                  <a:lnTo>
                    <a:pt x="3729" y="2066"/>
                  </a:lnTo>
                  <a:lnTo>
                    <a:pt x="3639" y="1662"/>
                  </a:lnTo>
                  <a:lnTo>
                    <a:pt x="3594" y="1303"/>
                  </a:lnTo>
                  <a:lnTo>
                    <a:pt x="3594" y="943"/>
                  </a:lnTo>
                  <a:lnTo>
                    <a:pt x="3594" y="584"/>
                  </a:lnTo>
                  <a:lnTo>
                    <a:pt x="3684" y="0"/>
                  </a:lnTo>
                  <a:close/>
                </a:path>
              </a:pathLst>
            </a:custGeom>
            <a:solidFill>
              <a:srgbClr val="9D401D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3"/>
            <p:cNvSpPr/>
            <p:nvPr/>
          </p:nvSpPr>
          <p:spPr>
            <a:xfrm>
              <a:off x="5547075" y="1849150"/>
              <a:ext cx="330150" cy="220100"/>
            </a:xfrm>
            <a:custGeom>
              <a:rect b="b" l="l" r="r" t="t"/>
              <a:pathLst>
                <a:path extrusionOk="0" fill="none" h="8804" w="13206">
                  <a:moveTo>
                    <a:pt x="3684" y="0"/>
                  </a:moveTo>
                  <a:lnTo>
                    <a:pt x="3684" y="0"/>
                  </a:lnTo>
                  <a:lnTo>
                    <a:pt x="2830" y="404"/>
                  </a:lnTo>
                  <a:lnTo>
                    <a:pt x="2112" y="809"/>
                  </a:lnTo>
                  <a:lnTo>
                    <a:pt x="1483" y="1213"/>
                  </a:lnTo>
                  <a:lnTo>
                    <a:pt x="944" y="1662"/>
                  </a:lnTo>
                  <a:lnTo>
                    <a:pt x="540" y="2066"/>
                  </a:lnTo>
                  <a:lnTo>
                    <a:pt x="225" y="2515"/>
                  </a:lnTo>
                  <a:lnTo>
                    <a:pt x="135" y="2740"/>
                  </a:lnTo>
                  <a:lnTo>
                    <a:pt x="46" y="2965"/>
                  </a:lnTo>
                  <a:lnTo>
                    <a:pt x="1" y="3189"/>
                  </a:lnTo>
                  <a:lnTo>
                    <a:pt x="1" y="3369"/>
                  </a:lnTo>
                  <a:lnTo>
                    <a:pt x="1" y="3369"/>
                  </a:lnTo>
                  <a:lnTo>
                    <a:pt x="46" y="3773"/>
                  </a:lnTo>
                  <a:lnTo>
                    <a:pt x="180" y="4132"/>
                  </a:lnTo>
                  <a:lnTo>
                    <a:pt x="405" y="4492"/>
                  </a:lnTo>
                  <a:lnTo>
                    <a:pt x="719" y="4896"/>
                  </a:lnTo>
                  <a:lnTo>
                    <a:pt x="1079" y="5255"/>
                  </a:lnTo>
                  <a:lnTo>
                    <a:pt x="1573" y="5615"/>
                  </a:lnTo>
                  <a:lnTo>
                    <a:pt x="2112" y="5974"/>
                  </a:lnTo>
                  <a:lnTo>
                    <a:pt x="2741" y="6333"/>
                  </a:lnTo>
                  <a:lnTo>
                    <a:pt x="3459" y="6693"/>
                  </a:lnTo>
                  <a:lnTo>
                    <a:pt x="4268" y="7007"/>
                  </a:lnTo>
                  <a:lnTo>
                    <a:pt x="5121" y="7321"/>
                  </a:lnTo>
                  <a:lnTo>
                    <a:pt x="6064" y="7681"/>
                  </a:lnTo>
                  <a:lnTo>
                    <a:pt x="7052" y="7950"/>
                  </a:lnTo>
                  <a:lnTo>
                    <a:pt x="8175" y="8265"/>
                  </a:lnTo>
                  <a:lnTo>
                    <a:pt x="9298" y="8534"/>
                  </a:lnTo>
                  <a:lnTo>
                    <a:pt x="10556" y="8804"/>
                  </a:lnTo>
                  <a:lnTo>
                    <a:pt x="13206" y="7501"/>
                  </a:lnTo>
                  <a:lnTo>
                    <a:pt x="13206" y="7501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1813" y="7276"/>
                  </a:lnTo>
                  <a:lnTo>
                    <a:pt x="10601" y="7007"/>
                  </a:lnTo>
                  <a:lnTo>
                    <a:pt x="9523" y="6738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7546" y="6109"/>
                  </a:lnTo>
                  <a:lnTo>
                    <a:pt x="6648" y="5749"/>
                  </a:lnTo>
                  <a:lnTo>
                    <a:pt x="5840" y="5390"/>
                  </a:lnTo>
                  <a:lnTo>
                    <a:pt x="5211" y="4986"/>
                  </a:lnTo>
                  <a:lnTo>
                    <a:pt x="4672" y="4582"/>
                  </a:lnTo>
                  <a:lnTo>
                    <a:pt x="4447" y="4357"/>
                  </a:lnTo>
                  <a:lnTo>
                    <a:pt x="4313" y="4132"/>
                  </a:lnTo>
                  <a:lnTo>
                    <a:pt x="4178" y="3908"/>
                  </a:lnTo>
                  <a:lnTo>
                    <a:pt x="4043" y="3683"/>
                  </a:lnTo>
                  <a:lnTo>
                    <a:pt x="3998" y="3459"/>
                  </a:lnTo>
                  <a:lnTo>
                    <a:pt x="3998" y="3234"/>
                  </a:lnTo>
                  <a:lnTo>
                    <a:pt x="3998" y="3234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863" y="2471"/>
                  </a:lnTo>
                  <a:lnTo>
                    <a:pt x="3729" y="2066"/>
                  </a:lnTo>
                  <a:lnTo>
                    <a:pt x="3639" y="1662"/>
                  </a:lnTo>
                  <a:lnTo>
                    <a:pt x="3594" y="1303"/>
                  </a:lnTo>
                  <a:lnTo>
                    <a:pt x="3594" y="943"/>
                  </a:lnTo>
                  <a:lnTo>
                    <a:pt x="3594" y="584"/>
                  </a:lnTo>
                  <a:lnTo>
                    <a:pt x="368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3"/>
            <p:cNvSpPr/>
            <p:nvPr/>
          </p:nvSpPr>
          <p:spPr>
            <a:xfrm>
              <a:off x="5904150" y="3999450"/>
              <a:ext cx="267275" cy="102200"/>
            </a:xfrm>
            <a:custGeom>
              <a:rect b="b" l="l" r="r" t="t"/>
              <a:pathLst>
                <a:path extrusionOk="0" h="4088" w="10691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D401D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3"/>
            <p:cNvSpPr/>
            <p:nvPr/>
          </p:nvSpPr>
          <p:spPr>
            <a:xfrm>
              <a:off x="5904150" y="3999450"/>
              <a:ext cx="267275" cy="102200"/>
            </a:xfrm>
            <a:custGeom>
              <a:rect b="b" l="l" r="r" t="t"/>
              <a:pathLst>
                <a:path extrusionOk="0" fill="none" h="4088" w="10691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3"/>
            <p:cNvSpPr/>
            <p:nvPr/>
          </p:nvSpPr>
          <p:spPr>
            <a:xfrm>
              <a:off x="6308400" y="3999450"/>
              <a:ext cx="275125" cy="102200"/>
            </a:xfrm>
            <a:custGeom>
              <a:rect b="b" l="l" r="r" t="t"/>
              <a:pathLst>
                <a:path extrusionOk="0" h="4088" w="11005">
                  <a:moveTo>
                    <a:pt x="11004" y="1"/>
                  </a:moveTo>
                  <a:lnTo>
                    <a:pt x="10735" y="90"/>
                  </a:lnTo>
                  <a:lnTo>
                    <a:pt x="9522" y="450"/>
                  </a:lnTo>
                  <a:lnTo>
                    <a:pt x="8265" y="764"/>
                  </a:lnTo>
                  <a:lnTo>
                    <a:pt x="6962" y="1079"/>
                  </a:lnTo>
                  <a:lnTo>
                    <a:pt x="5615" y="1303"/>
                  </a:lnTo>
                  <a:lnTo>
                    <a:pt x="4267" y="1528"/>
                  </a:lnTo>
                  <a:lnTo>
                    <a:pt x="2875" y="1707"/>
                  </a:lnTo>
                  <a:lnTo>
                    <a:pt x="1437" y="1842"/>
                  </a:lnTo>
                  <a:lnTo>
                    <a:pt x="0" y="1932"/>
                  </a:lnTo>
                  <a:lnTo>
                    <a:pt x="449" y="4088"/>
                  </a:lnTo>
                  <a:lnTo>
                    <a:pt x="1572" y="3998"/>
                  </a:lnTo>
                  <a:lnTo>
                    <a:pt x="2695" y="3908"/>
                  </a:lnTo>
                  <a:lnTo>
                    <a:pt x="3683" y="3774"/>
                  </a:lnTo>
                  <a:lnTo>
                    <a:pt x="4626" y="3594"/>
                  </a:lnTo>
                  <a:lnTo>
                    <a:pt x="6288" y="3279"/>
                  </a:lnTo>
                  <a:lnTo>
                    <a:pt x="7726" y="2875"/>
                  </a:lnTo>
                  <a:lnTo>
                    <a:pt x="8893" y="2516"/>
                  </a:lnTo>
                  <a:lnTo>
                    <a:pt x="9792" y="2157"/>
                  </a:lnTo>
                  <a:lnTo>
                    <a:pt x="10465" y="1842"/>
                  </a:lnTo>
                  <a:lnTo>
                    <a:pt x="10915" y="1573"/>
                  </a:lnTo>
                  <a:lnTo>
                    <a:pt x="11004" y="1528"/>
                  </a:lnTo>
                  <a:lnTo>
                    <a:pt x="11004" y="1"/>
                  </a:lnTo>
                  <a:close/>
                </a:path>
              </a:pathLst>
            </a:custGeom>
            <a:solidFill>
              <a:srgbClr val="C96E4D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3"/>
            <p:cNvSpPr/>
            <p:nvPr/>
          </p:nvSpPr>
          <p:spPr>
            <a:xfrm>
              <a:off x="6308400" y="3999450"/>
              <a:ext cx="275125" cy="102200"/>
            </a:xfrm>
            <a:custGeom>
              <a:rect b="b" l="l" r="r" t="t"/>
              <a:pathLst>
                <a:path extrusionOk="0" fill="none" h="4088" w="11005">
                  <a:moveTo>
                    <a:pt x="11004" y="1"/>
                  </a:moveTo>
                  <a:lnTo>
                    <a:pt x="10735" y="90"/>
                  </a:lnTo>
                  <a:lnTo>
                    <a:pt x="10735" y="90"/>
                  </a:lnTo>
                  <a:lnTo>
                    <a:pt x="9522" y="450"/>
                  </a:lnTo>
                  <a:lnTo>
                    <a:pt x="8265" y="764"/>
                  </a:lnTo>
                  <a:lnTo>
                    <a:pt x="6962" y="1079"/>
                  </a:lnTo>
                  <a:lnTo>
                    <a:pt x="5615" y="1303"/>
                  </a:lnTo>
                  <a:lnTo>
                    <a:pt x="4267" y="1528"/>
                  </a:lnTo>
                  <a:lnTo>
                    <a:pt x="2875" y="1707"/>
                  </a:lnTo>
                  <a:lnTo>
                    <a:pt x="1437" y="1842"/>
                  </a:lnTo>
                  <a:lnTo>
                    <a:pt x="0" y="1932"/>
                  </a:lnTo>
                  <a:lnTo>
                    <a:pt x="449" y="4088"/>
                  </a:lnTo>
                  <a:lnTo>
                    <a:pt x="449" y="4088"/>
                  </a:lnTo>
                  <a:lnTo>
                    <a:pt x="449" y="4088"/>
                  </a:lnTo>
                  <a:lnTo>
                    <a:pt x="1572" y="3998"/>
                  </a:lnTo>
                  <a:lnTo>
                    <a:pt x="2695" y="3908"/>
                  </a:lnTo>
                  <a:lnTo>
                    <a:pt x="3683" y="3774"/>
                  </a:lnTo>
                  <a:lnTo>
                    <a:pt x="4626" y="3594"/>
                  </a:lnTo>
                  <a:lnTo>
                    <a:pt x="6288" y="3279"/>
                  </a:lnTo>
                  <a:lnTo>
                    <a:pt x="7726" y="2875"/>
                  </a:lnTo>
                  <a:lnTo>
                    <a:pt x="8893" y="2516"/>
                  </a:lnTo>
                  <a:lnTo>
                    <a:pt x="9792" y="2157"/>
                  </a:lnTo>
                  <a:lnTo>
                    <a:pt x="10465" y="1842"/>
                  </a:lnTo>
                  <a:lnTo>
                    <a:pt x="10915" y="1573"/>
                  </a:lnTo>
                  <a:lnTo>
                    <a:pt x="11004" y="1528"/>
                  </a:lnTo>
                  <a:lnTo>
                    <a:pt x="1100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3"/>
            <p:cNvSpPr/>
            <p:nvPr/>
          </p:nvSpPr>
          <p:spPr>
            <a:xfrm>
              <a:off x="6604825" y="1844650"/>
              <a:ext cx="335775" cy="225725"/>
            </a:xfrm>
            <a:custGeom>
              <a:rect b="b" l="l" r="r" t="t"/>
              <a:pathLst>
                <a:path extrusionOk="0" h="9029" w="13431">
                  <a:moveTo>
                    <a:pt x="9388" y="1"/>
                  </a:moveTo>
                  <a:lnTo>
                    <a:pt x="9478" y="584"/>
                  </a:lnTo>
                  <a:lnTo>
                    <a:pt x="9523" y="1213"/>
                  </a:lnTo>
                  <a:lnTo>
                    <a:pt x="9523" y="1573"/>
                  </a:lnTo>
                  <a:lnTo>
                    <a:pt x="9478" y="1932"/>
                  </a:lnTo>
                  <a:lnTo>
                    <a:pt x="9388" y="2291"/>
                  </a:lnTo>
                  <a:lnTo>
                    <a:pt x="9253" y="2695"/>
                  </a:lnTo>
                  <a:lnTo>
                    <a:pt x="9388" y="3055"/>
                  </a:lnTo>
                  <a:lnTo>
                    <a:pt x="9478" y="3414"/>
                  </a:lnTo>
                  <a:lnTo>
                    <a:pt x="9433" y="3773"/>
                  </a:lnTo>
                  <a:lnTo>
                    <a:pt x="9298" y="4088"/>
                  </a:lnTo>
                  <a:lnTo>
                    <a:pt x="9074" y="4447"/>
                  </a:lnTo>
                  <a:lnTo>
                    <a:pt x="8759" y="4762"/>
                  </a:lnTo>
                  <a:lnTo>
                    <a:pt x="8400" y="5076"/>
                  </a:lnTo>
                  <a:lnTo>
                    <a:pt x="7906" y="5345"/>
                  </a:lnTo>
                  <a:lnTo>
                    <a:pt x="7412" y="5660"/>
                  </a:lnTo>
                  <a:lnTo>
                    <a:pt x="6783" y="5929"/>
                  </a:lnTo>
                  <a:lnTo>
                    <a:pt x="6154" y="6199"/>
                  </a:lnTo>
                  <a:lnTo>
                    <a:pt x="5435" y="6468"/>
                  </a:lnTo>
                  <a:lnTo>
                    <a:pt x="4627" y="6693"/>
                  </a:lnTo>
                  <a:lnTo>
                    <a:pt x="3819" y="6918"/>
                  </a:lnTo>
                  <a:lnTo>
                    <a:pt x="1977" y="7322"/>
                  </a:lnTo>
                  <a:lnTo>
                    <a:pt x="1" y="7726"/>
                  </a:lnTo>
                  <a:lnTo>
                    <a:pt x="2651" y="9029"/>
                  </a:lnTo>
                  <a:lnTo>
                    <a:pt x="3908" y="8759"/>
                  </a:lnTo>
                  <a:lnTo>
                    <a:pt x="5076" y="8490"/>
                  </a:lnTo>
                  <a:lnTo>
                    <a:pt x="6199" y="8175"/>
                  </a:lnTo>
                  <a:lnTo>
                    <a:pt x="7232" y="7906"/>
                  </a:lnTo>
                  <a:lnTo>
                    <a:pt x="8220" y="7546"/>
                  </a:lnTo>
                  <a:lnTo>
                    <a:pt x="9074" y="7232"/>
                  </a:lnTo>
                  <a:lnTo>
                    <a:pt x="9882" y="6873"/>
                  </a:lnTo>
                  <a:lnTo>
                    <a:pt x="10646" y="6558"/>
                  </a:lnTo>
                  <a:lnTo>
                    <a:pt x="11274" y="6199"/>
                  </a:lnTo>
                  <a:lnTo>
                    <a:pt x="11813" y="5840"/>
                  </a:lnTo>
                  <a:lnTo>
                    <a:pt x="12307" y="5435"/>
                  </a:lnTo>
                  <a:lnTo>
                    <a:pt x="12712" y="5076"/>
                  </a:lnTo>
                  <a:lnTo>
                    <a:pt x="13026" y="4717"/>
                  </a:lnTo>
                  <a:lnTo>
                    <a:pt x="13251" y="4312"/>
                  </a:lnTo>
                  <a:lnTo>
                    <a:pt x="13385" y="3953"/>
                  </a:lnTo>
                  <a:lnTo>
                    <a:pt x="13430" y="3549"/>
                  </a:lnTo>
                  <a:lnTo>
                    <a:pt x="13430" y="3324"/>
                  </a:lnTo>
                  <a:lnTo>
                    <a:pt x="13385" y="3100"/>
                  </a:lnTo>
                  <a:lnTo>
                    <a:pt x="13296" y="2875"/>
                  </a:lnTo>
                  <a:lnTo>
                    <a:pt x="13161" y="2651"/>
                  </a:lnTo>
                  <a:lnTo>
                    <a:pt x="12846" y="2201"/>
                  </a:lnTo>
                  <a:lnTo>
                    <a:pt x="12397" y="1752"/>
                  </a:lnTo>
                  <a:lnTo>
                    <a:pt x="11813" y="1303"/>
                  </a:lnTo>
                  <a:lnTo>
                    <a:pt x="11140" y="854"/>
                  </a:lnTo>
                  <a:lnTo>
                    <a:pt x="10331" y="450"/>
                  </a:lnTo>
                  <a:lnTo>
                    <a:pt x="9388" y="1"/>
                  </a:lnTo>
                  <a:close/>
                </a:path>
              </a:pathLst>
            </a:custGeom>
            <a:solidFill>
              <a:srgbClr val="C96E4D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3"/>
            <p:cNvSpPr/>
            <p:nvPr/>
          </p:nvSpPr>
          <p:spPr>
            <a:xfrm>
              <a:off x="6604825" y="1844650"/>
              <a:ext cx="335775" cy="225725"/>
            </a:xfrm>
            <a:custGeom>
              <a:rect b="b" l="l" r="r" t="t"/>
              <a:pathLst>
                <a:path extrusionOk="0" fill="none" h="9029" w="13431">
                  <a:moveTo>
                    <a:pt x="9388" y="1"/>
                  </a:moveTo>
                  <a:lnTo>
                    <a:pt x="9388" y="1"/>
                  </a:lnTo>
                  <a:lnTo>
                    <a:pt x="9478" y="584"/>
                  </a:lnTo>
                  <a:lnTo>
                    <a:pt x="9523" y="1213"/>
                  </a:lnTo>
                  <a:lnTo>
                    <a:pt x="9523" y="1573"/>
                  </a:lnTo>
                  <a:lnTo>
                    <a:pt x="9478" y="1932"/>
                  </a:lnTo>
                  <a:lnTo>
                    <a:pt x="9388" y="2291"/>
                  </a:lnTo>
                  <a:lnTo>
                    <a:pt x="9253" y="2695"/>
                  </a:lnTo>
                  <a:lnTo>
                    <a:pt x="9253" y="2695"/>
                  </a:lnTo>
                  <a:lnTo>
                    <a:pt x="9388" y="3055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33" y="3773"/>
                  </a:lnTo>
                  <a:lnTo>
                    <a:pt x="9298" y="4088"/>
                  </a:lnTo>
                  <a:lnTo>
                    <a:pt x="9074" y="4447"/>
                  </a:lnTo>
                  <a:lnTo>
                    <a:pt x="8759" y="4762"/>
                  </a:lnTo>
                  <a:lnTo>
                    <a:pt x="8400" y="5076"/>
                  </a:lnTo>
                  <a:lnTo>
                    <a:pt x="7906" y="5345"/>
                  </a:lnTo>
                  <a:lnTo>
                    <a:pt x="7412" y="5660"/>
                  </a:lnTo>
                  <a:lnTo>
                    <a:pt x="6783" y="5929"/>
                  </a:lnTo>
                  <a:lnTo>
                    <a:pt x="6154" y="6199"/>
                  </a:lnTo>
                  <a:lnTo>
                    <a:pt x="5435" y="6468"/>
                  </a:lnTo>
                  <a:lnTo>
                    <a:pt x="4627" y="6693"/>
                  </a:lnTo>
                  <a:lnTo>
                    <a:pt x="3819" y="6918"/>
                  </a:lnTo>
                  <a:lnTo>
                    <a:pt x="1977" y="7322"/>
                  </a:lnTo>
                  <a:lnTo>
                    <a:pt x="1" y="7726"/>
                  </a:lnTo>
                  <a:lnTo>
                    <a:pt x="2651" y="9029"/>
                  </a:lnTo>
                  <a:lnTo>
                    <a:pt x="2651" y="9029"/>
                  </a:lnTo>
                  <a:lnTo>
                    <a:pt x="3908" y="8759"/>
                  </a:lnTo>
                  <a:lnTo>
                    <a:pt x="5076" y="8490"/>
                  </a:lnTo>
                  <a:lnTo>
                    <a:pt x="6199" y="8175"/>
                  </a:lnTo>
                  <a:lnTo>
                    <a:pt x="7232" y="7906"/>
                  </a:lnTo>
                  <a:lnTo>
                    <a:pt x="8220" y="7546"/>
                  </a:lnTo>
                  <a:lnTo>
                    <a:pt x="9074" y="7232"/>
                  </a:lnTo>
                  <a:lnTo>
                    <a:pt x="9882" y="6873"/>
                  </a:lnTo>
                  <a:lnTo>
                    <a:pt x="10646" y="6558"/>
                  </a:lnTo>
                  <a:lnTo>
                    <a:pt x="11274" y="6199"/>
                  </a:lnTo>
                  <a:lnTo>
                    <a:pt x="11813" y="5840"/>
                  </a:lnTo>
                  <a:lnTo>
                    <a:pt x="12307" y="5435"/>
                  </a:lnTo>
                  <a:lnTo>
                    <a:pt x="12712" y="5076"/>
                  </a:lnTo>
                  <a:lnTo>
                    <a:pt x="13026" y="4717"/>
                  </a:lnTo>
                  <a:lnTo>
                    <a:pt x="13251" y="4312"/>
                  </a:lnTo>
                  <a:lnTo>
                    <a:pt x="13385" y="3953"/>
                  </a:lnTo>
                  <a:lnTo>
                    <a:pt x="13430" y="3549"/>
                  </a:lnTo>
                  <a:lnTo>
                    <a:pt x="13430" y="3549"/>
                  </a:lnTo>
                  <a:lnTo>
                    <a:pt x="13430" y="3324"/>
                  </a:lnTo>
                  <a:lnTo>
                    <a:pt x="13385" y="3100"/>
                  </a:lnTo>
                  <a:lnTo>
                    <a:pt x="13296" y="2875"/>
                  </a:lnTo>
                  <a:lnTo>
                    <a:pt x="13161" y="2651"/>
                  </a:lnTo>
                  <a:lnTo>
                    <a:pt x="12846" y="2201"/>
                  </a:lnTo>
                  <a:lnTo>
                    <a:pt x="12397" y="1752"/>
                  </a:lnTo>
                  <a:lnTo>
                    <a:pt x="11813" y="1303"/>
                  </a:lnTo>
                  <a:lnTo>
                    <a:pt x="11140" y="854"/>
                  </a:lnTo>
                  <a:lnTo>
                    <a:pt x="10331" y="450"/>
                  </a:lnTo>
                  <a:lnTo>
                    <a:pt x="938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3"/>
            <p:cNvSpPr/>
            <p:nvPr/>
          </p:nvSpPr>
          <p:spPr>
            <a:xfrm>
              <a:off x="6667700" y="2093925"/>
              <a:ext cx="343625" cy="1777550"/>
            </a:xfrm>
            <a:custGeom>
              <a:rect b="b" l="l" r="r" t="t"/>
              <a:pathLst>
                <a:path extrusionOk="0" h="71102" w="13745">
                  <a:moveTo>
                    <a:pt x="4358" y="3235"/>
                  </a:moveTo>
                  <a:lnTo>
                    <a:pt x="4313" y="3280"/>
                  </a:lnTo>
                  <a:lnTo>
                    <a:pt x="4942" y="6693"/>
                  </a:lnTo>
                  <a:lnTo>
                    <a:pt x="4987" y="6918"/>
                  </a:lnTo>
                  <a:lnTo>
                    <a:pt x="5031" y="6738"/>
                  </a:lnTo>
                  <a:lnTo>
                    <a:pt x="5076" y="6648"/>
                  </a:lnTo>
                  <a:lnTo>
                    <a:pt x="4403" y="3280"/>
                  </a:lnTo>
                  <a:lnTo>
                    <a:pt x="4358" y="3235"/>
                  </a:lnTo>
                  <a:close/>
                  <a:moveTo>
                    <a:pt x="7592" y="1438"/>
                  </a:moveTo>
                  <a:lnTo>
                    <a:pt x="7592" y="1483"/>
                  </a:lnTo>
                  <a:lnTo>
                    <a:pt x="7996" y="2965"/>
                  </a:lnTo>
                  <a:lnTo>
                    <a:pt x="8400" y="4492"/>
                  </a:lnTo>
                  <a:lnTo>
                    <a:pt x="8715" y="5974"/>
                  </a:lnTo>
                  <a:lnTo>
                    <a:pt x="9074" y="7502"/>
                  </a:lnTo>
                  <a:lnTo>
                    <a:pt x="9343" y="9029"/>
                  </a:lnTo>
                  <a:lnTo>
                    <a:pt x="9613" y="10556"/>
                  </a:lnTo>
                  <a:lnTo>
                    <a:pt x="9837" y="12083"/>
                  </a:lnTo>
                  <a:lnTo>
                    <a:pt x="10017" y="13655"/>
                  </a:lnTo>
                  <a:lnTo>
                    <a:pt x="10062" y="13700"/>
                  </a:lnTo>
                  <a:lnTo>
                    <a:pt x="10107" y="13655"/>
                  </a:lnTo>
                  <a:lnTo>
                    <a:pt x="10107" y="13610"/>
                  </a:lnTo>
                  <a:lnTo>
                    <a:pt x="9927" y="12083"/>
                  </a:lnTo>
                  <a:lnTo>
                    <a:pt x="9703" y="10556"/>
                  </a:lnTo>
                  <a:lnTo>
                    <a:pt x="9433" y="9029"/>
                  </a:lnTo>
                  <a:lnTo>
                    <a:pt x="9164" y="7502"/>
                  </a:lnTo>
                  <a:lnTo>
                    <a:pt x="8849" y="5974"/>
                  </a:lnTo>
                  <a:lnTo>
                    <a:pt x="8490" y="4447"/>
                  </a:lnTo>
                  <a:lnTo>
                    <a:pt x="8086" y="2965"/>
                  </a:lnTo>
                  <a:lnTo>
                    <a:pt x="7681" y="1483"/>
                  </a:lnTo>
                  <a:lnTo>
                    <a:pt x="7637" y="1438"/>
                  </a:lnTo>
                  <a:close/>
                  <a:moveTo>
                    <a:pt x="9927" y="1"/>
                  </a:moveTo>
                  <a:lnTo>
                    <a:pt x="9927" y="46"/>
                  </a:lnTo>
                  <a:lnTo>
                    <a:pt x="10691" y="3190"/>
                  </a:lnTo>
                  <a:lnTo>
                    <a:pt x="11365" y="6379"/>
                  </a:lnTo>
                  <a:lnTo>
                    <a:pt x="11948" y="9523"/>
                  </a:lnTo>
                  <a:lnTo>
                    <a:pt x="12442" y="12757"/>
                  </a:lnTo>
                  <a:lnTo>
                    <a:pt x="12892" y="15946"/>
                  </a:lnTo>
                  <a:lnTo>
                    <a:pt x="13206" y="19179"/>
                  </a:lnTo>
                  <a:lnTo>
                    <a:pt x="13476" y="22413"/>
                  </a:lnTo>
                  <a:lnTo>
                    <a:pt x="13610" y="25647"/>
                  </a:lnTo>
                  <a:lnTo>
                    <a:pt x="13655" y="25647"/>
                  </a:lnTo>
                  <a:lnTo>
                    <a:pt x="13655" y="25692"/>
                  </a:lnTo>
                  <a:lnTo>
                    <a:pt x="13700" y="25647"/>
                  </a:lnTo>
                  <a:lnTo>
                    <a:pt x="13745" y="25602"/>
                  </a:lnTo>
                  <a:lnTo>
                    <a:pt x="13565" y="22368"/>
                  </a:lnTo>
                  <a:lnTo>
                    <a:pt x="13296" y="19179"/>
                  </a:lnTo>
                  <a:lnTo>
                    <a:pt x="12981" y="15946"/>
                  </a:lnTo>
                  <a:lnTo>
                    <a:pt x="12532" y="12712"/>
                  </a:lnTo>
                  <a:lnTo>
                    <a:pt x="12038" y="9523"/>
                  </a:lnTo>
                  <a:lnTo>
                    <a:pt x="11454" y="6334"/>
                  </a:lnTo>
                  <a:lnTo>
                    <a:pt x="10781" y="3190"/>
                  </a:lnTo>
                  <a:lnTo>
                    <a:pt x="10017" y="1"/>
                  </a:lnTo>
                  <a:close/>
                  <a:moveTo>
                    <a:pt x="8086" y="54752"/>
                  </a:moveTo>
                  <a:lnTo>
                    <a:pt x="8041" y="54797"/>
                  </a:lnTo>
                  <a:lnTo>
                    <a:pt x="7996" y="55516"/>
                  </a:lnTo>
                  <a:lnTo>
                    <a:pt x="7906" y="56234"/>
                  </a:lnTo>
                  <a:lnTo>
                    <a:pt x="7771" y="56953"/>
                  </a:lnTo>
                  <a:lnTo>
                    <a:pt x="7637" y="57627"/>
                  </a:lnTo>
                  <a:lnTo>
                    <a:pt x="7412" y="58345"/>
                  </a:lnTo>
                  <a:lnTo>
                    <a:pt x="7187" y="59019"/>
                  </a:lnTo>
                  <a:lnTo>
                    <a:pt x="6918" y="59693"/>
                  </a:lnTo>
                  <a:lnTo>
                    <a:pt x="6604" y="60322"/>
                  </a:lnTo>
                  <a:lnTo>
                    <a:pt x="6244" y="60951"/>
                  </a:lnTo>
                  <a:lnTo>
                    <a:pt x="5840" y="61579"/>
                  </a:lnTo>
                  <a:lnTo>
                    <a:pt x="5436" y="62163"/>
                  </a:lnTo>
                  <a:lnTo>
                    <a:pt x="4987" y="62702"/>
                  </a:lnTo>
                  <a:lnTo>
                    <a:pt x="4493" y="63241"/>
                  </a:lnTo>
                  <a:lnTo>
                    <a:pt x="3998" y="63735"/>
                  </a:lnTo>
                  <a:lnTo>
                    <a:pt x="3459" y="64229"/>
                  </a:lnTo>
                  <a:lnTo>
                    <a:pt x="2876" y="64634"/>
                  </a:lnTo>
                  <a:lnTo>
                    <a:pt x="2876" y="64723"/>
                  </a:lnTo>
                  <a:lnTo>
                    <a:pt x="3055" y="64903"/>
                  </a:lnTo>
                  <a:lnTo>
                    <a:pt x="2920" y="64723"/>
                  </a:lnTo>
                  <a:lnTo>
                    <a:pt x="3504" y="64274"/>
                  </a:lnTo>
                  <a:lnTo>
                    <a:pt x="4043" y="63825"/>
                  </a:lnTo>
                  <a:lnTo>
                    <a:pt x="4582" y="63286"/>
                  </a:lnTo>
                  <a:lnTo>
                    <a:pt x="5076" y="62747"/>
                  </a:lnTo>
                  <a:lnTo>
                    <a:pt x="5526" y="62208"/>
                  </a:lnTo>
                  <a:lnTo>
                    <a:pt x="5930" y="61624"/>
                  </a:lnTo>
                  <a:lnTo>
                    <a:pt x="6334" y="60995"/>
                  </a:lnTo>
                  <a:lnTo>
                    <a:pt x="6693" y="60367"/>
                  </a:lnTo>
                  <a:lnTo>
                    <a:pt x="7008" y="59693"/>
                  </a:lnTo>
                  <a:lnTo>
                    <a:pt x="7277" y="59064"/>
                  </a:lnTo>
                  <a:lnTo>
                    <a:pt x="7547" y="58345"/>
                  </a:lnTo>
                  <a:lnTo>
                    <a:pt x="7726" y="57672"/>
                  </a:lnTo>
                  <a:lnTo>
                    <a:pt x="7906" y="56953"/>
                  </a:lnTo>
                  <a:lnTo>
                    <a:pt x="7996" y="56234"/>
                  </a:lnTo>
                  <a:lnTo>
                    <a:pt x="8086" y="55516"/>
                  </a:lnTo>
                  <a:lnTo>
                    <a:pt x="8131" y="54797"/>
                  </a:lnTo>
                  <a:lnTo>
                    <a:pt x="8086" y="54752"/>
                  </a:lnTo>
                  <a:close/>
                  <a:moveTo>
                    <a:pt x="13116" y="49093"/>
                  </a:moveTo>
                  <a:lnTo>
                    <a:pt x="13071" y="49138"/>
                  </a:lnTo>
                  <a:lnTo>
                    <a:pt x="12937" y="50800"/>
                  </a:lnTo>
                  <a:lnTo>
                    <a:pt x="12667" y="52417"/>
                  </a:lnTo>
                  <a:lnTo>
                    <a:pt x="12353" y="54034"/>
                  </a:lnTo>
                  <a:lnTo>
                    <a:pt x="11904" y="55651"/>
                  </a:lnTo>
                  <a:lnTo>
                    <a:pt x="11365" y="57178"/>
                  </a:lnTo>
                  <a:lnTo>
                    <a:pt x="10736" y="58705"/>
                  </a:lnTo>
                  <a:lnTo>
                    <a:pt x="10017" y="60232"/>
                  </a:lnTo>
                  <a:lnTo>
                    <a:pt x="9209" y="61669"/>
                  </a:lnTo>
                  <a:lnTo>
                    <a:pt x="8310" y="63062"/>
                  </a:lnTo>
                  <a:lnTo>
                    <a:pt x="7322" y="64409"/>
                  </a:lnTo>
                  <a:lnTo>
                    <a:pt x="6289" y="65667"/>
                  </a:lnTo>
                  <a:lnTo>
                    <a:pt x="5166" y="66879"/>
                  </a:lnTo>
                  <a:lnTo>
                    <a:pt x="3998" y="68047"/>
                  </a:lnTo>
                  <a:lnTo>
                    <a:pt x="2696" y="69125"/>
                  </a:lnTo>
                  <a:lnTo>
                    <a:pt x="1393" y="70113"/>
                  </a:lnTo>
                  <a:lnTo>
                    <a:pt x="1" y="71012"/>
                  </a:lnTo>
                  <a:lnTo>
                    <a:pt x="1" y="71101"/>
                  </a:lnTo>
                  <a:lnTo>
                    <a:pt x="46" y="71101"/>
                  </a:lnTo>
                  <a:lnTo>
                    <a:pt x="1438" y="70203"/>
                  </a:lnTo>
                  <a:lnTo>
                    <a:pt x="2786" y="69215"/>
                  </a:lnTo>
                  <a:lnTo>
                    <a:pt x="4043" y="68137"/>
                  </a:lnTo>
                  <a:lnTo>
                    <a:pt x="5256" y="66969"/>
                  </a:lnTo>
                  <a:lnTo>
                    <a:pt x="6379" y="65756"/>
                  </a:lnTo>
                  <a:lnTo>
                    <a:pt x="7412" y="64454"/>
                  </a:lnTo>
                  <a:lnTo>
                    <a:pt x="8400" y="63106"/>
                  </a:lnTo>
                  <a:lnTo>
                    <a:pt x="9298" y="61714"/>
                  </a:lnTo>
                  <a:lnTo>
                    <a:pt x="10107" y="60277"/>
                  </a:lnTo>
                  <a:lnTo>
                    <a:pt x="10826" y="58750"/>
                  </a:lnTo>
                  <a:lnTo>
                    <a:pt x="11454" y="57223"/>
                  </a:lnTo>
                  <a:lnTo>
                    <a:pt x="11993" y="55651"/>
                  </a:lnTo>
                  <a:lnTo>
                    <a:pt x="12442" y="54079"/>
                  </a:lnTo>
                  <a:lnTo>
                    <a:pt x="12802" y="52417"/>
                  </a:lnTo>
                  <a:lnTo>
                    <a:pt x="13026" y="50800"/>
                  </a:lnTo>
                  <a:lnTo>
                    <a:pt x="13161" y="49138"/>
                  </a:lnTo>
                  <a:lnTo>
                    <a:pt x="13116" y="490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3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5211" y="0"/>
                  </a:moveTo>
                  <a:lnTo>
                    <a:pt x="5211" y="0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121" y="764"/>
                  </a:lnTo>
                  <a:lnTo>
                    <a:pt x="5031" y="1482"/>
                  </a:lnTo>
                  <a:lnTo>
                    <a:pt x="4896" y="2201"/>
                  </a:lnTo>
                  <a:lnTo>
                    <a:pt x="4762" y="2875"/>
                  </a:lnTo>
                  <a:lnTo>
                    <a:pt x="4537" y="3593"/>
                  </a:lnTo>
                  <a:lnTo>
                    <a:pt x="4312" y="4267"/>
                  </a:lnTo>
                  <a:lnTo>
                    <a:pt x="4043" y="4941"/>
                  </a:lnTo>
                  <a:lnTo>
                    <a:pt x="3729" y="5570"/>
                  </a:lnTo>
                  <a:lnTo>
                    <a:pt x="3369" y="6199"/>
                  </a:lnTo>
                  <a:lnTo>
                    <a:pt x="2965" y="6827"/>
                  </a:lnTo>
                  <a:lnTo>
                    <a:pt x="2561" y="7411"/>
                  </a:lnTo>
                  <a:lnTo>
                    <a:pt x="2112" y="7950"/>
                  </a:lnTo>
                  <a:lnTo>
                    <a:pt x="1618" y="8489"/>
                  </a:lnTo>
                  <a:lnTo>
                    <a:pt x="1123" y="8983"/>
                  </a:lnTo>
                  <a:lnTo>
                    <a:pt x="584" y="9477"/>
                  </a:lnTo>
                  <a:lnTo>
                    <a:pt x="1" y="9882"/>
                  </a:lnTo>
                  <a:lnTo>
                    <a:pt x="1" y="9971"/>
                  </a:lnTo>
                  <a:lnTo>
                    <a:pt x="180" y="10151"/>
                  </a:lnTo>
                  <a:lnTo>
                    <a:pt x="45" y="9971"/>
                  </a:lnTo>
                  <a:lnTo>
                    <a:pt x="45" y="9971"/>
                  </a:lnTo>
                  <a:lnTo>
                    <a:pt x="629" y="9522"/>
                  </a:lnTo>
                  <a:lnTo>
                    <a:pt x="1168" y="9073"/>
                  </a:lnTo>
                  <a:lnTo>
                    <a:pt x="1707" y="8534"/>
                  </a:lnTo>
                  <a:lnTo>
                    <a:pt x="2201" y="7995"/>
                  </a:lnTo>
                  <a:lnTo>
                    <a:pt x="2651" y="7456"/>
                  </a:lnTo>
                  <a:lnTo>
                    <a:pt x="3055" y="6872"/>
                  </a:lnTo>
                  <a:lnTo>
                    <a:pt x="3459" y="6243"/>
                  </a:lnTo>
                  <a:lnTo>
                    <a:pt x="3818" y="5615"/>
                  </a:lnTo>
                  <a:lnTo>
                    <a:pt x="4133" y="4941"/>
                  </a:lnTo>
                  <a:lnTo>
                    <a:pt x="4402" y="4312"/>
                  </a:lnTo>
                  <a:lnTo>
                    <a:pt x="4672" y="3593"/>
                  </a:lnTo>
                  <a:lnTo>
                    <a:pt x="4851" y="2920"/>
                  </a:lnTo>
                  <a:lnTo>
                    <a:pt x="5031" y="2201"/>
                  </a:lnTo>
                  <a:lnTo>
                    <a:pt x="5121" y="1482"/>
                  </a:lnTo>
                  <a:lnTo>
                    <a:pt x="5211" y="764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3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13116" y="1"/>
                  </a:moveTo>
                  <a:lnTo>
                    <a:pt x="13116" y="1"/>
                  </a:lnTo>
                  <a:lnTo>
                    <a:pt x="13116" y="1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2937" y="1708"/>
                  </a:lnTo>
                  <a:lnTo>
                    <a:pt x="12667" y="3325"/>
                  </a:lnTo>
                  <a:lnTo>
                    <a:pt x="12353" y="4942"/>
                  </a:lnTo>
                  <a:lnTo>
                    <a:pt x="11904" y="6559"/>
                  </a:lnTo>
                  <a:lnTo>
                    <a:pt x="11365" y="8086"/>
                  </a:lnTo>
                  <a:lnTo>
                    <a:pt x="10736" y="9613"/>
                  </a:lnTo>
                  <a:lnTo>
                    <a:pt x="10017" y="11140"/>
                  </a:lnTo>
                  <a:lnTo>
                    <a:pt x="9209" y="12577"/>
                  </a:lnTo>
                  <a:lnTo>
                    <a:pt x="8310" y="13970"/>
                  </a:lnTo>
                  <a:lnTo>
                    <a:pt x="7322" y="15317"/>
                  </a:lnTo>
                  <a:lnTo>
                    <a:pt x="6289" y="16575"/>
                  </a:lnTo>
                  <a:lnTo>
                    <a:pt x="5166" y="17787"/>
                  </a:lnTo>
                  <a:lnTo>
                    <a:pt x="3998" y="18955"/>
                  </a:lnTo>
                  <a:lnTo>
                    <a:pt x="2696" y="20033"/>
                  </a:lnTo>
                  <a:lnTo>
                    <a:pt x="1393" y="21021"/>
                  </a:lnTo>
                  <a:lnTo>
                    <a:pt x="1" y="21920"/>
                  </a:lnTo>
                  <a:lnTo>
                    <a:pt x="1" y="22009"/>
                  </a:lnTo>
                  <a:lnTo>
                    <a:pt x="46" y="22009"/>
                  </a:lnTo>
                  <a:lnTo>
                    <a:pt x="46" y="22009"/>
                  </a:lnTo>
                  <a:lnTo>
                    <a:pt x="1438" y="21111"/>
                  </a:lnTo>
                  <a:lnTo>
                    <a:pt x="2786" y="20123"/>
                  </a:lnTo>
                  <a:lnTo>
                    <a:pt x="4043" y="19045"/>
                  </a:lnTo>
                  <a:lnTo>
                    <a:pt x="5256" y="17877"/>
                  </a:lnTo>
                  <a:lnTo>
                    <a:pt x="6379" y="16664"/>
                  </a:lnTo>
                  <a:lnTo>
                    <a:pt x="7412" y="15362"/>
                  </a:lnTo>
                  <a:lnTo>
                    <a:pt x="8400" y="14014"/>
                  </a:lnTo>
                  <a:lnTo>
                    <a:pt x="9298" y="12622"/>
                  </a:lnTo>
                  <a:lnTo>
                    <a:pt x="10107" y="11185"/>
                  </a:lnTo>
                  <a:lnTo>
                    <a:pt x="10826" y="9658"/>
                  </a:lnTo>
                  <a:lnTo>
                    <a:pt x="11454" y="8131"/>
                  </a:lnTo>
                  <a:lnTo>
                    <a:pt x="11993" y="6559"/>
                  </a:lnTo>
                  <a:lnTo>
                    <a:pt x="12442" y="4987"/>
                  </a:lnTo>
                  <a:lnTo>
                    <a:pt x="12802" y="3325"/>
                  </a:lnTo>
                  <a:lnTo>
                    <a:pt x="13026" y="1708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1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3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46" y="0"/>
                  </a:moveTo>
                  <a:lnTo>
                    <a:pt x="46" y="225"/>
                  </a:lnTo>
                  <a:lnTo>
                    <a:pt x="1" y="270"/>
                  </a:lnTo>
                  <a:lnTo>
                    <a:pt x="630" y="3683"/>
                  </a:lnTo>
                  <a:lnTo>
                    <a:pt x="675" y="3908"/>
                  </a:lnTo>
                  <a:lnTo>
                    <a:pt x="719" y="3728"/>
                  </a:lnTo>
                  <a:lnTo>
                    <a:pt x="719" y="3728"/>
                  </a:lnTo>
                  <a:lnTo>
                    <a:pt x="764" y="3638"/>
                  </a:lnTo>
                  <a:lnTo>
                    <a:pt x="91" y="270"/>
                  </a:lnTo>
                  <a:lnTo>
                    <a:pt x="46" y="225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3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46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405" y="1527"/>
                  </a:lnTo>
                  <a:lnTo>
                    <a:pt x="809" y="3054"/>
                  </a:lnTo>
                  <a:lnTo>
                    <a:pt x="1124" y="4536"/>
                  </a:lnTo>
                  <a:lnTo>
                    <a:pt x="1483" y="6064"/>
                  </a:lnTo>
                  <a:lnTo>
                    <a:pt x="1752" y="7591"/>
                  </a:lnTo>
                  <a:lnTo>
                    <a:pt x="2022" y="9118"/>
                  </a:lnTo>
                  <a:lnTo>
                    <a:pt x="2246" y="10645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71" y="12262"/>
                  </a:lnTo>
                  <a:lnTo>
                    <a:pt x="2471" y="12262"/>
                  </a:lnTo>
                  <a:lnTo>
                    <a:pt x="2516" y="12217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336" y="10645"/>
                  </a:lnTo>
                  <a:lnTo>
                    <a:pt x="2112" y="9118"/>
                  </a:lnTo>
                  <a:lnTo>
                    <a:pt x="1842" y="7591"/>
                  </a:lnTo>
                  <a:lnTo>
                    <a:pt x="1573" y="6064"/>
                  </a:lnTo>
                  <a:lnTo>
                    <a:pt x="1258" y="4536"/>
                  </a:lnTo>
                  <a:lnTo>
                    <a:pt x="899" y="3009"/>
                  </a:lnTo>
                  <a:lnTo>
                    <a:pt x="495" y="1527"/>
                  </a:lnTo>
                  <a:lnTo>
                    <a:pt x="90" y="45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3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45" y="0"/>
                  </a:moveTo>
                  <a:lnTo>
                    <a:pt x="45" y="225"/>
                  </a:lnTo>
                  <a:lnTo>
                    <a:pt x="45" y="225"/>
                  </a:lnTo>
                  <a:lnTo>
                    <a:pt x="0" y="22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764" y="3414"/>
                  </a:lnTo>
                  <a:lnTo>
                    <a:pt x="1438" y="6603"/>
                  </a:lnTo>
                  <a:lnTo>
                    <a:pt x="2021" y="9747"/>
                  </a:lnTo>
                  <a:lnTo>
                    <a:pt x="2515" y="12981"/>
                  </a:lnTo>
                  <a:lnTo>
                    <a:pt x="2965" y="16170"/>
                  </a:lnTo>
                  <a:lnTo>
                    <a:pt x="3279" y="19403"/>
                  </a:lnTo>
                  <a:lnTo>
                    <a:pt x="3549" y="22637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728" y="25871"/>
                  </a:lnTo>
                  <a:lnTo>
                    <a:pt x="3728" y="25916"/>
                  </a:lnTo>
                  <a:lnTo>
                    <a:pt x="3728" y="25916"/>
                  </a:lnTo>
                  <a:lnTo>
                    <a:pt x="3773" y="25871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638" y="22592"/>
                  </a:lnTo>
                  <a:lnTo>
                    <a:pt x="3369" y="19403"/>
                  </a:lnTo>
                  <a:lnTo>
                    <a:pt x="3054" y="16170"/>
                  </a:lnTo>
                  <a:lnTo>
                    <a:pt x="2605" y="12936"/>
                  </a:lnTo>
                  <a:lnTo>
                    <a:pt x="2111" y="9747"/>
                  </a:lnTo>
                  <a:lnTo>
                    <a:pt x="1527" y="6558"/>
                  </a:lnTo>
                  <a:lnTo>
                    <a:pt x="854" y="3414"/>
                  </a:lnTo>
                  <a:lnTo>
                    <a:pt x="90" y="225"/>
                  </a:lnTo>
                  <a:lnTo>
                    <a:pt x="45" y="225"/>
                  </a:lnTo>
                  <a:lnTo>
                    <a:pt x="4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3"/>
            <p:cNvSpPr/>
            <p:nvPr/>
          </p:nvSpPr>
          <p:spPr>
            <a:xfrm>
              <a:off x="6328600" y="1961425"/>
              <a:ext cx="792775" cy="2069500"/>
            </a:xfrm>
            <a:custGeom>
              <a:rect b="b" l="l" r="r" t="t"/>
              <a:pathLst>
                <a:path extrusionOk="0" h="82780" w="31711">
                  <a:moveTo>
                    <a:pt x="17922" y="8535"/>
                  </a:moveTo>
                  <a:lnTo>
                    <a:pt x="17967" y="8580"/>
                  </a:lnTo>
                  <a:lnTo>
                    <a:pt x="18640" y="11948"/>
                  </a:lnTo>
                  <a:lnTo>
                    <a:pt x="18595" y="12038"/>
                  </a:lnTo>
                  <a:lnTo>
                    <a:pt x="18551" y="12218"/>
                  </a:lnTo>
                  <a:lnTo>
                    <a:pt x="18506" y="11993"/>
                  </a:lnTo>
                  <a:lnTo>
                    <a:pt x="17877" y="8580"/>
                  </a:lnTo>
                  <a:lnTo>
                    <a:pt x="17922" y="8535"/>
                  </a:lnTo>
                  <a:close/>
                  <a:moveTo>
                    <a:pt x="21201" y="6738"/>
                  </a:moveTo>
                  <a:lnTo>
                    <a:pt x="21245" y="6783"/>
                  </a:lnTo>
                  <a:lnTo>
                    <a:pt x="21650" y="8265"/>
                  </a:lnTo>
                  <a:lnTo>
                    <a:pt x="22054" y="9747"/>
                  </a:lnTo>
                  <a:lnTo>
                    <a:pt x="22413" y="11274"/>
                  </a:lnTo>
                  <a:lnTo>
                    <a:pt x="22728" y="12802"/>
                  </a:lnTo>
                  <a:lnTo>
                    <a:pt x="22997" y="14329"/>
                  </a:lnTo>
                  <a:lnTo>
                    <a:pt x="23267" y="15856"/>
                  </a:lnTo>
                  <a:lnTo>
                    <a:pt x="23491" y="17383"/>
                  </a:lnTo>
                  <a:lnTo>
                    <a:pt x="23671" y="18910"/>
                  </a:lnTo>
                  <a:lnTo>
                    <a:pt x="23671" y="18955"/>
                  </a:lnTo>
                  <a:lnTo>
                    <a:pt x="23626" y="19000"/>
                  </a:lnTo>
                  <a:lnTo>
                    <a:pt x="23581" y="18955"/>
                  </a:lnTo>
                  <a:lnTo>
                    <a:pt x="23401" y="17383"/>
                  </a:lnTo>
                  <a:lnTo>
                    <a:pt x="23177" y="15856"/>
                  </a:lnTo>
                  <a:lnTo>
                    <a:pt x="22907" y="14329"/>
                  </a:lnTo>
                  <a:lnTo>
                    <a:pt x="22638" y="12802"/>
                  </a:lnTo>
                  <a:lnTo>
                    <a:pt x="22279" y="11274"/>
                  </a:lnTo>
                  <a:lnTo>
                    <a:pt x="21964" y="9792"/>
                  </a:lnTo>
                  <a:lnTo>
                    <a:pt x="21560" y="8265"/>
                  </a:lnTo>
                  <a:lnTo>
                    <a:pt x="21156" y="6783"/>
                  </a:lnTo>
                  <a:lnTo>
                    <a:pt x="21156" y="6738"/>
                  </a:lnTo>
                  <a:close/>
                  <a:moveTo>
                    <a:pt x="23581" y="5301"/>
                  </a:moveTo>
                  <a:lnTo>
                    <a:pt x="24345" y="8490"/>
                  </a:lnTo>
                  <a:lnTo>
                    <a:pt x="25018" y="11634"/>
                  </a:lnTo>
                  <a:lnTo>
                    <a:pt x="25602" y="14823"/>
                  </a:lnTo>
                  <a:lnTo>
                    <a:pt x="26096" y="18012"/>
                  </a:lnTo>
                  <a:lnTo>
                    <a:pt x="26545" y="21246"/>
                  </a:lnTo>
                  <a:lnTo>
                    <a:pt x="26860" y="24479"/>
                  </a:lnTo>
                  <a:lnTo>
                    <a:pt x="27129" y="27668"/>
                  </a:lnTo>
                  <a:lnTo>
                    <a:pt x="27309" y="30902"/>
                  </a:lnTo>
                  <a:lnTo>
                    <a:pt x="27264" y="30947"/>
                  </a:lnTo>
                  <a:lnTo>
                    <a:pt x="27219" y="30992"/>
                  </a:lnTo>
                  <a:lnTo>
                    <a:pt x="27219" y="30947"/>
                  </a:lnTo>
                  <a:lnTo>
                    <a:pt x="27174" y="30947"/>
                  </a:lnTo>
                  <a:lnTo>
                    <a:pt x="27040" y="27713"/>
                  </a:lnTo>
                  <a:lnTo>
                    <a:pt x="26770" y="24479"/>
                  </a:lnTo>
                  <a:lnTo>
                    <a:pt x="26456" y="21246"/>
                  </a:lnTo>
                  <a:lnTo>
                    <a:pt x="26006" y="18057"/>
                  </a:lnTo>
                  <a:lnTo>
                    <a:pt x="25512" y="14823"/>
                  </a:lnTo>
                  <a:lnTo>
                    <a:pt x="24929" y="11679"/>
                  </a:lnTo>
                  <a:lnTo>
                    <a:pt x="24255" y="8490"/>
                  </a:lnTo>
                  <a:lnTo>
                    <a:pt x="23491" y="5346"/>
                  </a:lnTo>
                  <a:lnTo>
                    <a:pt x="23491" y="5301"/>
                  </a:lnTo>
                  <a:close/>
                  <a:moveTo>
                    <a:pt x="21650" y="60052"/>
                  </a:moveTo>
                  <a:lnTo>
                    <a:pt x="21695" y="60097"/>
                  </a:lnTo>
                  <a:lnTo>
                    <a:pt x="21650" y="60816"/>
                  </a:lnTo>
                  <a:lnTo>
                    <a:pt x="21560" y="61534"/>
                  </a:lnTo>
                  <a:lnTo>
                    <a:pt x="21470" y="62253"/>
                  </a:lnTo>
                  <a:lnTo>
                    <a:pt x="21290" y="62972"/>
                  </a:lnTo>
                  <a:lnTo>
                    <a:pt x="21111" y="63645"/>
                  </a:lnTo>
                  <a:lnTo>
                    <a:pt x="20841" y="64364"/>
                  </a:lnTo>
                  <a:lnTo>
                    <a:pt x="20572" y="64993"/>
                  </a:lnTo>
                  <a:lnTo>
                    <a:pt x="20257" y="65667"/>
                  </a:lnTo>
                  <a:lnTo>
                    <a:pt x="19898" y="66295"/>
                  </a:lnTo>
                  <a:lnTo>
                    <a:pt x="19494" y="66924"/>
                  </a:lnTo>
                  <a:lnTo>
                    <a:pt x="19090" y="67508"/>
                  </a:lnTo>
                  <a:lnTo>
                    <a:pt x="18640" y="68047"/>
                  </a:lnTo>
                  <a:lnTo>
                    <a:pt x="18146" y="68586"/>
                  </a:lnTo>
                  <a:lnTo>
                    <a:pt x="17607" y="69125"/>
                  </a:lnTo>
                  <a:lnTo>
                    <a:pt x="17068" y="69574"/>
                  </a:lnTo>
                  <a:lnTo>
                    <a:pt x="16484" y="70023"/>
                  </a:lnTo>
                  <a:lnTo>
                    <a:pt x="16619" y="70203"/>
                  </a:lnTo>
                  <a:lnTo>
                    <a:pt x="16440" y="70023"/>
                  </a:lnTo>
                  <a:lnTo>
                    <a:pt x="16440" y="69934"/>
                  </a:lnTo>
                  <a:lnTo>
                    <a:pt x="17023" y="69529"/>
                  </a:lnTo>
                  <a:lnTo>
                    <a:pt x="17562" y="69035"/>
                  </a:lnTo>
                  <a:lnTo>
                    <a:pt x="18057" y="68541"/>
                  </a:lnTo>
                  <a:lnTo>
                    <a:pt x="18551" y="68002"/>
                  </a:lnTo>
                  <a:lnTo>
                    <a:pt x="19000" y="67463"/>
                  </a:lnTo>
                  <a:lnTo>
                    <a:pt x="19404" y="66879"/>
                  </a:lnTo>
                  <a:lnTo>
                    <a:pt x="19808" y="66251"/>
                  </a:lnTo>
                  <a:lnTo>
                    <a:pt x="20168" y="65622"/>
                  </a:lnTo>
                  <a:lnTo>
                    <a:pt x="20482" y="64993"/>
                  </a:lnTo>
                  <a:lnTo>
                    <a:pt x="20751" y="64319"/>
                  </a:lnTo>
                  <a:lnTo>
                    <a:pt x="20976" y="63645"/>
                  </a:lnTo>
                  <a:lnTo>
                    <a:pt x="21201" y="62927"/>
                  </a:lnTo>
                  <a:lnTo>
                    <a:pt x="21335" y="62253"/>
                  </a:lnTo>
                  <a:lnTo>
                    <a:pt x="21470" y="61534"/>
                  </a:lnTo>
                  <a:lnTo>
                    <a:pt x="21560" y="60816"/>
                  </a:lnTo>
                  <a:lnTo>
                    <a:pt x="21605" y="60097"/>
                  </a:lnTo>
                  <a:lnTo>
                    <a:pt x="21650" y="60052"/>
                  </a:lnTo>
                  <a:close/>
                  <a:moveTo>
                    <a:pt x="26680" y="54393"/>
                  </a:moveTo>
                  <a:lnTo>
                    <a:pt x="26725" y="54438"/>
                  </a:lnTo>
                  <a:lnTo>
                    <a:pt x="26590" y="56100"/>
                  </a:lnTo>
                  <a:lnTo>
                    <a:pt x="26366" y="57717"/>
                  </a:lnTo>
                  <a:lnTo>
                    <a:pt x="26006" y="59379"/>
                  </a:lnTo>
                  <a:lnTo>
                    <a:pt x="25557" y="60951"/>
                  </a:lnTo>
                  <a:lnTo>
                    <a:pt x="25018" y="62523"/>
                  </a:lnTo>
                  <a:lnTo>
                    <a:pt x="24390" y="64050"/>
                  </a:lnTo>
                  <a:lnTo>
                    <a:pt x="23671" y="65577"/>
                  </a:lnTo>
                  <a:lnTo>
                    <a:pt x="22862" y="67014"/>
                  </a:lnTo>
                  <a:lnTo>
                    <a:pt x="21964" y="68406"/>
                  </a:lnTo>
                  <a:lnTo>
                    <a:pt x="20976" y="69754"/>
                  </a:lnTo>
                  <a:lnTo>
                    <a:pt x="19943" y="71056"/>
                  </a:lnTo>
                  <a:lnTo>
                    <a:pt x="18820" y="72269"/>
                  </a:lnTo>
                  <a:lnTo>
                    <a:pt x="17607" y="73437"/>
                  </a:lnTo>
                  <a:lnTo>
                    <a:pt x="16350" y="74515"/>
                  </a:lnTo>
                  <a:lnTo>
                    <a:pt x="15002" y="75503"/>
                  </a:lnTo>
                  <a:lnTo>
                    <a:pt x="13610" y="76401"/>
                  </a:lnTo>
                  <a:lnTo>
                    <a:pt x="13565" y="76401"/>
                  </a:lnTo>
                  <a:lnTo>
                    <a:pt x="13565" y="76312"/>
                  </a:lnTo>
                  <a:lnTo>
                    <a:pt x="14957" y="75413"/>
                  </a:lnTo>
                  <a:lnTo>
                    <a:pt x="16260" y="74425"/>
                  </a:lnTo>
                  <a:lnTo>
                    <a:pt x="17562" y="73347"/>
                  </a:lnTo>
                  <a:lnTo>
                    <a:pt x="18730" y="72179"/>
                  </a:lnTo>
                  <a:lnTo>
                    <a:pt x="19853" y="70967"/>
                  </a:lnTo>
                  <a:lnTo>
                    <a:pt x="20886" y="69709"/>
                  </a:lnTo>
                  <a:lnTo>
                    <a:pt x="21874" y="68362"/>
                  </a:lnTo>
                  <a:lnTo>
                    <a:pt x="22773" y="66969"/>
                  </a:lnTo>
                  <a:lnTo>
                    <a:pt x="23581" y="65532"/>
                  </a:lnTo>
                  <a:lnTo>
                    <a:pt x="24300" y="64005"/>
                  </a:lnTo>
                  <a:lnTo>
                    <a:pt x="24929" y="62478"/>
                  </a:lnTo>
                  <a:lnTo>
                    <a:pt x="25468" y="60951"/>
                  </a:lnTo>
                  <a:lnTo>
                    <a:pt x="25917" y="59334"/>
                  </a:lnTo>
                  <a:lnTo>
                    <a:pt x="26231" y="57717"/>
                  </a:lnTo>
                  <a:lnTo>
                    <a:pt x="26501" y="56100"/>
                  </a:lnTo>
                  <a:lnTo>
                    <a:pt x="26635" y="54438"/>
                  </a:lnTo>
                  <a:lnTo>
                    <a:pt x="26680" y="54393"/>
                  </a:lnTo>
                  <a:close/>
                  <a:moveTo>
                    <a:pt x="24839" y="1"/>
                  </a:moveTo>
                  <a:lnTo>
                    <a:pt x="24569" y="315"/>
                  </a:lnTo>
                  <a:lnTo>
                    <a:pt x="24300" y="674"/>
                  </a:lnTo>
                  <a:lnTo>
                    <a:pt x="23940" y="1034"/>
                  </a:lnTo>
                  <a:lnTo>
                    <a:pt x="23536" y="1393"/>
                  </a:lnTo>
                  <a:lnTo>
                    <a:pt x="23087" y="1708"/>
                  </a:lnTo>
                  <a:lnTo>
                    <a:pt x="22593" y="2022"/>
                  </a:lnTo>
                  <a:lnTo>
                    <a:pt x="22009" y="2336"/>
                  </a:lnTo>
                  <a:lnTo>
                    <a:pt x="21425" y="2651"/>
                  </a:lnTo>
                  <a:lnTo>
                    <a:pt x="20751" y="2920"/>
                  </a:lnTo>
                  <a:lnTo>
                    <a:pt x="19314" y="3459"/>
                  </a:lnTo>
                  <a:lnTo>
                    <a:pt x="17742" y="3953"/>
                  </a:lnTo>
                  <a:lnTo>
                    <a:pt x="15990" y="4402"/>
                  </a:lnTo>
                  <a:lnTo>
                    <a:pt x="14149" y="4852"/>
                  </a:lnTo>
                  <a:lnTo>
                    <a:pt x="14778" y="6334"/>
                  </a:lnTo>
                  <a:lnTo>
                    <a:pt x="15766" y="8894"/>
                  </a:lnTo>
                  <a:lnTo>
                    <a:pt x="16350" y="10511"/>
                  </a:lnTo>
                  <a:lnTo>
                    <a:pt x="17023" y="12352"/>
                  </a:lnTo>
                  <a:lnTo>
                    <a:pt x="17652" y="14329"/>
                  </a:lnTo>
                  <a:lnTo>
                    <a:pt x="18326" y="16530"/>
                  </a:lnTo>
                  <a:lnTo>
                    <a:pt x="19000" y="18820"/>
                  </a:lnTo>
                  <a:lnTo>
                    <a:pt x="19629" y="21246"/>
                  </a:lnTo>
                  <a:lnTo>
                    <a:pt x="20168" y="23761"/>
                  </a:lnTo>
                  <a:lnTo>
                    <a:pt x="20707" y="26366"/>
                  </a:lnTo>
                  <a:lnTo>
                    <a:pt x="21156" y="29016"/>
                  </a:lnTo>
                  <a:lnTo>
                    <a:pt x="21335" y="30363"/>
                  </a:lnTo>
                  <a:lnTo>
                    <a:pt x="21470" y="31711"/>
                  </a:lnTo>
                  <a:lnTo>
                    <a:pt x="21605" y="33058"/>
                  </a:lnTo>
                  <a:lnTo>
                    <a:pt x="21695" y="34406"/>
                  </a:lnTo>
                  <a:lnTo>
                    <a:pt x="21784" y="35753"/>
                  </a:lnTo>
                  <a:lnTo>
                    <a:pt x="21784" y="37101"/>
                  </a:lnTo>
                  <a:lnTo>
                    <a:pt x="21784" y="40020"/>
                  </a:lnTo>
                  <a:lnTo>
                    <a:pt x="21740" y="41592"/>
                  </a:lnTo>
                  <a:lnTo>
                    <a:pt x="21650" y="43164"/>
                  </a:lnTo>
                  <a:lnTo>
                    <a:pt x="21560" y="44736"/>
                  </a:lnTo>
                  <a:lnTo>
                    <a:pt x="21425" y="46353"/>
                  </a:lnTo>
                  <a:lnTo>
                    <a:pt x="21245" y="48015"/>
                  </a:lnTo>
                  <a:lnTo>
                    <a:pt x="21021" y="49677"/>
                  </a:lnTo>
                  <a:lnTo>
                    <a:pt x="20751" y="51339"/>
                  </a:lnTo>
                  <a:lnTo>
                    <a:pt x="20482" y="53001"/>
                  </a:lnTo>
                  <a:lnTo>
                    <a:pt x="20123" y="54707"/>
                  </a:lnTo>
                  <a:lnTo>
                    <a:pt x="19763" y="56369"/>
                  </a:lnTo>
                  <a:lnTo>
                    <a:pt x="19359" y="58031"/>
                  </a:lnTo>
                  <a:lnTo>
                    <a:pt x="18865" y="59693"/>
                  </a:lnTo>
                  <a:lnTo>
                    <a:pt x="18371" y="61355"/>
                  </a:lnTo>
                  <a:lnTo>
                    <a:pt x="17787" y="62972"/>
                  </a:lnTo>
                  <a:lnTo>
                    <a:pt x="17158" y="64589"/>
                  </a:lnTo>
                  <a:lnTo>
                    <a:pt x="16484" y="66161"/>
                  </a:lnTo>
                  <a:lnTo>
                    <a:pt x="15721" y="67688"/>
                  </a:lnTo>
                  <a:lnTo>
                    <a:pt x="14957" y="69215"/>
                  </a:lnTo>
                  <a:lnTo>
                    <a:pt x="14104" y="70652"/>
                  </a:lnTo>
                  <a:lnTo>
                    <a:pt x="13161" y="72089"/>
                  </a:lnTo>
                  <a:lnTo>
                    <a:pt x="12173" y="73437"/>
                  </a:lnTo>
                  <a:lnTo>
                    <a:pt x="11095" y="74784"/>
                  </a:lnTo>
                  <a:lnTo>
                    <a:pt x="9972" y="76042"/>
                  </a:lnTo>
                  <a:lnTo>
                    <a:pt x="8804" y="77210"/>
                  </a:lnTo>
                  <a:lnTo>
                    <a:pt x="7546" y="78333"/>
                  </a:lnTo>
                  <a:lnTo>
                    <a:pt x="6199" y="79411"/>
                  </a:lnTo>
                  <a:lnTo>
                    <a:pt x="5480" y="79905"/>
                  </a:lnTo>
                  <a:lnTo>
                    <a:pt x="4762" y="80354"/>
                  </a:lnTo>
                  <a:lnTo>
                    <a:pt x="4043" y="80803"/>
                  </a:lnTo>
                  <a:lnTo>
                    <a:pt x="3279" y="81252"/>
                  </a:lnTo>
                  <a:lnTo>
                    <a:pt x="2471" y="81656"/>
                  </a:lnTo>
                  <a:lnTo>
                    <a:pt x="1662" y="82061"/>
                  </a:lnTo>
                  <a:lnTo>
                    <a:pt x="854" y="82420"/>
                  </a:lnTo>
                  <a:lnTo>
                    <a:pt x="1" y="82779"/>
                  </a:lnTo>
                  <a:lnTo>
                    <a:pt x="2022" y="82600"/>
                  </a:lnTo>
                  <a:lnTo>
                    <a:pt x="3953" y="82375"/>
                  </a:lnTo>
                  <a:lnTo>
                    <a:pt x="5840" y="82061"/>
                  </a:lnTo>
                  <a:lnTo>
                    <a:pt x="7636" y="81611"/>
                  </a:lnTo>
                  <a:lnTo>
                    <a:pt x="9388" y="81162"/>
                  </a:lnTo>
                  <a:lnTo>
                    <a:pt x="11050" y="80578"/>
                  </a:lnTo>
                  <a:lnTo>
                    <a:pt x="12667" y="79950"/>
                  </a:lnTo>
                  <a:lnTo>
                    <a:pt x="14239" y="79186"/>
                  </a:lnTo>
                  <a:lnTo>
                    <a:pt x="15721" y="78423"/>
                  </a:lnTo>
                  <a:lnTo>
                    <a:pt x="17158" y="77524"/>
                  </a:lnTo>
                  <a:lnTo>
                    <a:pt x="18506" y="76581"/>
                  </a:lnTo>
                  <a:lnTo>
                    <a:pt x="19808" y="75503"/>
                  </a:lnTo>
                  <a:lnTo>
                    <a:pt x="21021" y="74425"/>
                  </a:lnTo>
                  <a:lnTo>
                    <a:pt x="22189" y="73212"/>
                  </a:lnTo>
                  <a:lnTo>
                    <a:pt x="23267" y="71955"/>
                  </a:lnTo>
                  <a:lnTo>
                    <a:pt x="24300" y="70562"/>
                  </a:lnTo>
                  <a:lnTo>
                    <a:pt x="24794" y="69844"/>
                  </a:lnTo>
                  <a:lnTo>
                    <a:pt x="25288" y="69080"/>
                  </a:lnTo>
                  <a:lnTo>
                    <a:pt x="26231" y="67553"/>
                  </a:lnTo>
                  <a:lnTo>
                    <a:pt x="27040" y="65936"/>
                  </a:lnTo>
                  <a:lnTo>
                    <a:pt x="27803" y="64229"/>
                  </a:lnTo>
                  <a:lnTo>
                    <a:pt x="28477" y="62523"/>
                  </a:lnTo>
                  <a:lnTo>
                    <a:pt x="29106" y="60771"/>
                  </a:lnTo>
                  <a:lnTo>
                    <a:pt x="29645" y="58974"/>
                  </a:lnTo>
                  <a:lnTo>
                    <a:pt x="30094" y="57133"/>
                  </a:lnTo>
                  <a:lnTo>
                    <a:pt x="30498" y="55246"/>
                  </a:lnTo>
                  <a:lnTo>
                    <a:pt x="30857" y="53315"/>
                  </a:lnTo>
                  <a:lnTo>
                    <a:pt x="31127" y="51384"/>
                  </a:lnTo>
                  <a:lnTo>
                    <a:pt x="31351" y="49407"/>
                  </a:lnTo>
                  <a:lnTo>
                    <a:pt x="31531" y="47431"/>
                  </a:lnTo>
                  <a:lnTo>
                    <a:pt x="31621" y="45455"/>
                  </a:lnTo>
                  <a:lnTo>
                    <a:pt x="31711" y="43479"/>
                  </a:lnTo>
                  <a:lnTo>
                    <a:pt x="31711" y="41457"/>
                  </a:lnTo>
                  <a:lnTo>
                    <a:pt x="31711" y="39796"/>
                  </a:lnTo>
                  <a:lnTo>
                    <a:pt x="31666" y="38089"/>
                  </a:lnTo>
                  <a:lnTo>
                    <a:pt x="31486" y="34765"/>
                  </a:lnTo>
                  <a:lnTo>
                    <a:pt x="31217" y="31441"/>
                  </a:lnTo>
                  <a:lnTo>
                    <a:pt x="30902" y="28163"/>
                  </a:lnTo>
                  <a:lnTo>
                    <a:pt x="30453" y="25018"/>
                  </a:lnTo>
                  <a:lnTo>
                    <a:pt x="30004" y="21919"/>
                  </a:lnTo>
                  <a:lnTo>
                    <a:pt x="29465" y="18955"/>
                  </a:lnTo>
                  <a:lnTo>
                    <a:pt x="28926" y="16080"/>
                  </a:lnTo>
                  <a:lnTo>
                    <a:pt x="28342" y="13385"/>
                  </a:lnTo>
                  <a:lnTo>
                    <a:pt x="27758" y="10870"/>
                  </a:lnTo>
                  <a:lnTo>
                    <a:pt x="27219" y="8535"/>
                  </a:lnTo>
                  <a:lnTo>
                    <a:pt x="26680" y="6424"/>
                  </a:lnTo>
                  <a:lnTo>
                    <a:pt x="25692" y="2875"/>
                  </a:lnTo>
                  <a:lnTo>
                    <a:pt x="24929" y="360"/>
                  </a:lnTo>
                  <a:lnTo>
                    <a:pt x="24839" y="1"/>
                  </a:lnTo>
                  <a:close/>
                </a:path>
              </a:pathLst>
            </a:custGeom>
            <a:solidFill>
              <a:srgbClr val="815341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3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180" y="10151"/>
                  </a:moveTo>
                  <a:lnTo>
                    <a:pt x="1" y="9971"/>
                  </a:lnTo>
                  <a:lnTo>
                    <a:pt x="1" y="9882"/>
                  </a:lnTo>
                  <a:lnTo>
                    <a:pt x="1" y="9882"/>
                  </a:lnTo>
                  <a:lnTo>
                    <a:pt x="584" y="9477"/>
                  </a:lnTo>
                  <a:lnTo>
                    <a:pt x="1123" y="8983"/>
                  </a:lnTo>
                  <a:lnTo>
                    <a:pt x="1618" y="8489"/>
                  </a:lnTo>
                  <a:lnTo>
                    <a:pt x="2112" y="7950"/>
                  </a:lnTo>
                  <a:lnTo>
                    <a:pt x="2561" y="7411"/>
                  </a:lnTo>
                  <a:lnTo>
                    <a:pt x="2965" y="6827"/>
                  </a:lnTo>
                  <a:lnTo>
                    <a:pt x="3369" y="6199"/>
                  </a:lnTo>
                  <a:lnTo>
                    <a:pt x="3729" y="5570"/>
                  </a:lnTo>
                  <a:lnTo>
                    <a:pt x="4043" y="4941"/>
                  </a:lnTo>
                  <a:lnTo>
                    <a:pt x="4312" y="4267"/>
                  </a:lnTo>
                  <a:lnTo>
                    <a:pt x="4537" y="3593"/>
                  </a:lnTo>
                  <a:lnTo>
                    <a:pt x="4762" y="2875"/>
                  </a:lnTo>
                  <a:lnTo>
                    <a:pt x="4896" y="2201"/>
                  </a:lnTo>
                  <a:lnTo>
                    <a:pt x="5031" y="1482"/>
                  </a:lnTo>
                  <a:lnTo>
                    <a:pt x="5121" y="764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211" y="0"/>
                  </a:lnTo>
                  <a:lnTo>
                    <a:pt x="5211" y="0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764"/>
                  </a:lnTo>
                  <a:lnTo>
                    <a:pt x="5121" y="1482"/>
                  </a:lnTo>
                  <a:lnTo>
                    <a:pt x="5031" y="2201"/>
                  </a:lnTo>
                  <a:lnTo>
                    <a:pt x="4851" y="2920"/>
                  </a:lnTo>
                  <a:lnTo>
                    <a:pt x="4672" y="3593"/>
                  </a:lnTo>
                  <a:lnTo>
                    <a:pt x="4402" y="4312"/>
                  </a:lnTo>
                  <a:lnTo>
                    <a:pt x="4133" y="4941"/>
                  </a:lnTo>
                  <a:lnTo>
                    <a:pt x="3818" y="5615"/>
                  </a:lnTo>
                  <a:lnTo>
                    <a:pt x="3459" y="6243"/>
                  </a:lnTo>
                  <a:lnTo>
                    <a:pt x="3055" y="6872"/>
                  </a:lnTo>
                  <a:lnTo>
                    <a:pt x="2651" y="7456"/>
                  </a:lnTo>
                  <a:lnTo>
                    <a:pt x="2201" y="7995"/>
                  </a:lnTo>
                  <a:lnTo>
                    <a:pt x="1707" y="8534"/>
                  </a:lnTo>
                  <a:lnTo>
                    <a:pt x="1168" y="9073"/>
                  </a:lnTo>
                  <a:lnTo>
                    <a:pt x="629" y="9522"/>
                  </a:lnTo>
                  <a:lnTo>
                    <a:pt x="45" y="9971"/>
                  </a:lnTo>
                  <a:lnTo>
                    <a:pt x="180" y="101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33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46" y="22009"/>
                  </a:moveTo>
                  <a:lnTo>
                    <a:pt x="1" y="22009"/>
                  </a:lnTo>
                  <a:lnTo>
                    <a:pt x="1" y="21920"/>
                  </a:lnTo>
                  <a:lnTo>
                    <a:pt x="1" y="21920"/>
                  </a:lnTo>
                  <a:lnTo>
                    <a:pt x="1393" y="21021"/>
                  </a:lnTo>
                  <a:lnTo>
                    <a:pt x="2696" y="20033"/>
                  </a:lnTo>
                  <a:lnTo>
                    <a:pt x="3998" y="18955"/>
                  </a:lnTo>
                  <a:lnTo>
                    <a:pt x="5166" y="17787"/>
                  </a:lnTo>
                  <a:lnTo>
                    <a:pt x="6289" y="16575"/>
                  </a:lnTo>
                  <a:lnTo>
                    <a:pt x="7322" y="15317"/>
                  </a:lnTo>
                  <a:lnTo>
                    <a:pt x="8310" y="13970"/>
                  </a:lnTo>
                  <a:lnTo>
                    <a:pt x="9209" y="12577"/>
                  </a:lnTo>
                  <a:lnTo>
                    <a:pt x="10017" y="11140"/>
                  </a:lnTo>
                  <a:lnTo>
                    <a:pt x="10736" y="9613"/>
                  </a:lnTo>
                  <a:lnTo>
                    <a:pt x="11365" y="8086"/>
                  </a:lnTo>
                  <a:lnTo>
                    <a:pt x="11904" y="6559"/>
                  </a:lnTo>
                  <a:lnTo>
                    <a:pt x="12353" y="4942"/>
                  </a:lnTo>
                  <a:lnTo>
                    <a:pt x="12667" y="3325"/>
                  </a:lnTo>
                  <a:lnTo>
                    <a:pt x="12937" y="1708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3116" y="1"/>
                  </a:lnTo>
                  <a:lnTo>
                    <a:pt x="13116" y="1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026" y="1708"/>
                  </a:lnTo>
                  <a:lnTo>
                    <a:pt x="12802" y="3325"/>
                  </a:lnTo>
                  <a:lnTo>
                    <a:pt x="12442" y="4987"/>
                  </a:lnTo>
                  <a:lnTo>
                    <a:pt x="11993" y="6559"/>
                  </a:lnTo>
                  <a:lnTo>
                    <a:pt x="11454" y="8131"/>
                  </a:lnTo>
                  <a:lnTo>
                    <a:pt x="10826" y="9658"/>
                  </a:lnTo>
                  <a:lnTo>
                    <a:pt x="10107" y="11185"/>
                  </a:lnTo>
                  <a:lnTo>
                    <a:pt x="9298" y="12622"/>
                  </a:lnTo>
                  <a:lnTo>
                    <a:pt x="8400" y="14014"/>
                  </a:lnTo>
                  <a:lnTo>
                    <a:pt x="7412" y="15362"/>
                  </a:lnTo>
                  <a:lnTo>
                    <a:pt x="6379" y="16664"/>
                  </a:lnTo>
                  <a:lnTo>
                    <a:pt x="5256" y="17877"/>
                  </a:lnTo>
                  <a:lnTo>
                    <a:pt x="4043" y="19045"/>
                  </a:lnTo>
                  <a:lnTo>
                    <a:pt x="2786" y="20123"/>
                  </a:lnTo>
                  <a:lnTo>
                    <a:pt x="1438" y="21111"/>
                  </a:lnTo>
                  <a:lnTo>
                    <a:pt x="46" y="220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3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675" y="3908"/>
                  </a:moveTo>
                  <a:lnTo>
                    <a:pt x="630" y="3683"/>
                  </a:lnTo>
                  <a:lnTo>
                    <a:pt x="1" y="270"/>
                  </a:lnTo>
                  <a:lnTo>
                    <a:pt x="46" y="225"/>
                  </a:lnTo>
                  <a:lnTo>
                    <a:pt x="46" y="0"/>
                  </a:lnTo>
                  <a:lnTo>
                    <a:pt x="46" y="225"/>
                  </a:lnTo>
                  <a:lnTo>
                    <a:pt x="91" y="270"/>
                  </a:lnTo>
                  <a:lnTo>
                    <a:pt x="764" y="3638"/>
                  </a:lnTo>
                  <a:lnTo>
                    <a:pt x="764" y="3638"/>
                  </a:lnTo>
                  <a:lnTo>
                    <a:pt x="719" y="3728"/>
                  </a:lnTo>
                  <a:lnTo>
                    <a:pt x="675" y="39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3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2471" y="12262"/>
                  </a:moveTo>
                  <a:lnTo>
                    <a:pt x="2471" y="12262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246" y="10645"/>
                  </a:lnTo>
                  <a:lnTo>
                    <a:pt x="2022" y="9118"/>
                  </a:lnTo>
                  <a:lnTo>
                    <a:pt x="1752" y="7591"/>
                  </a:lnTo>
                  <a:lnTo>
                    <a:pt x="1483" y="6064"/>
                  </a:lnTo>
                  <a:lnTo>
                    <a:pt x="1124" y="4536"/>
                  </a:lnTo>
                  <a:lnTo>
                    <a:pt x="809" y="3054"/>
                  </a:lnTo>
                  <a:lnTo>
                    <a:pt x="405" y="1527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0"/>
                  </a:lnTo>
                  <a:lnTo>
                    <a:pt x="1" y="0"/>
                  </a:lnTo>
                  <a:lnTo>
                    <a:pt x="46" y="0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495" y="1527"/>
                  </a:lnTo>
                  <a:lnTo>
                    <a:pt x="899" y="3009"/>
                  </a:lnTo>
                  <a:lnTo>
                    <a:pt x="1258" y="4536"/>
                  </a:lnTo>
                  <a:lnTo>
                    <a:pt x="1573" y="6064"/>
                  </a:lnTo>
                  <a:lnTo>
                    <a:pt x="1842" y="7591"/>
                  </a:lnTo>
                  <a:lnTo>
                    <a:pt x="2112" y="9118"/>
                  </a:lnTo>
                  <a:lnTo>
                    <a:pt x="2336" y="10645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516" y="12217"/>
                  </a:lnTo>
                  <a:lnTo>
                    <a:pt x="2471" y="1226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3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3728" y="25916"/>
                  </a:moveTo>
                  <a:lnTo>
                    <a:pt x="3728" y="25916"/>
                  </a:lnTo>
                  <a:lnTo>
                    <a:pt x="3728" y="25871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549" y="22637"/>
                  </a:lnTo>
                  <a:lnTo>
                    <a:pt x="3279" y="19403"/>
                  </a:lnTo>
                  <a:lnTo>
                    <a:pt x="2965" y="16170"/>
                  </a:lnTo>
                  <a:lnTo>
                    <a:pt x="2515" y="12981"/>
                  </a:lnTo>
                  <a:lnTo>
                    <a:pt x="2021" y="9747"/>
                  </a:lnTo>
                  <a:lnTo>
                    <a:pt x="1438" y="6603"/>
                  </a:lnTo>
                  <a:lnTo>
                    <a:pt x="764" y="3414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25"/>
                  </a:lnTo>
                  <a:lnTo>
                    <a:pt x="45" y="225"/>
                  </a:lnTo>
                  <a:lnTo>
                    <a:pt x="45" y="0"/>
                  </a:lnTo>
                  <a:lnTo>
                    <a:pt x="45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854" y="3414"/>
                  </a:lnTo>
                  <a:lnTo>
                    <a:pt x="1527" y="6558"/>
                  </a:lnTo>
                  <a:lnTo>
                    <a:pt x="2111" y="9747"/>
                  </a:lnTo>
                  <a:lnTo>
                    <a:pt x="2605" y="12936"/>
                  </a:lnTo>
                  <a:lnTo>
                    <a:pt x="3054" y="16170"/>
                  </a:lnTo>
                  <a:lnTo>
                    <a:pt x="3369" y="19403"/>
                  </a:lnTo>
                  <a:lnTo>
                    <a:pt x="3638" y="22592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773" y="25871"/>
                  </a:lnTo>
                  <a:lnTo>
                    <a:pt x="3728" y="259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3"/>
            <p:cNvSpPr/>
            <p:nvPr/>
          </p:nvSpPr>
          <p:spPr>
            <a:xfrm>
              <a:off x="6328600" y="1961425"/>
              <a:ext cx="792775" cy="2069500"/>
            </a:xfrm>
            <a:custGeom>
              <a:rect b="b" l="l" r="r" t="t"/>
              <a:pathLst>
                <a:path extrusionOk="0" fill="none" h="82780" w="31711">
                  <a:moveTo>
                    <a:pt x="24839" y="1"/>
                  </a:moveTo>
                  <a:lnTo>
                    <a:pt x="24569" y="315"/>
                  </a:lnTo>
                  <a:lnTo>
                    <a:pt x="24569" y="315"/>
                  </a:lnTo>
                  <a:lnTo>
                    <a:pt x="24300" y="674"/>
                  </a:lnTo>
                  <a:lnTo>
                    <a:pt x="23940" y="1034"/>
                  </a:lnTo>
                  <a:lnTo>
                    <a:pt x="23536" y="1393"/>
                  </a:lnTo>
                  <a:lnTo>
                    <a:pt x="23087" y="1708"/>
                  </a:lnTo>
                  <a:lnTo>
                    <a:pt x="22593" y="2022"/>
                  </a:lnTo>
                  <a:lnTo>
                    <a:pt x="22009" y="2336"/>
                  </a:lnTo>
                  <a:lnTo>
                    <a:pt x="21425" y="2651"/>
                  </a:lnTo>
                  <a:lnTo>
                    <a:pt x="20751" y="2920"/>
                  </a:lnTo>
                  <a:lnTo>
                    <a:pt x="19314" y="3459"/>
                  </a:lnTo>
                  <a:lnTo>
                    <a:pt x="17742" y="3953"/>
                  </a:lnTo>
                  <a:lnTo>
                    <a:pt x="15990" y="4402"/>
                  </a:lnTo>
                  <a:lnTo>
                    <a:pt x="14149" y="4852"/>
                  </a:lnTo>
                  <a:lnTo>
                    <a:pt x="14149" y="4852"/>
                  </a:lnTo>
                  <a:lnTo>
                    <a:pt x="14778" y="6334"/>
                  </a:lnTo>
                  <a:lnTo>
                    <a:pt x="15766" y="8894"/>
                  </a:lnTo>
                  <a:lnTo>
                    <a:pt x="16350" y="10511"/>
                  </a:lnTo>
                  <a:lnTo>
                    <a:pt x="17023" y="12352"/>
                  </a:lnTo>
                  <a:lnTo>
                    <a:pt x="17652" y="14329"/>
                  </a:lnTo>
                  <a:lnTo>
                    <a:pt x="18326" y="16530"/>
                  </a:lnTo>
                  <a:lnTo>
                    <a:pt x="19000" y="18820"/>
                  </a:lnTo>
                  <a:lnTo>
                    <a:pt x="19629" y="21246"/>
                  </a:lnTo>
                  <a:lnTo>
                    <a:pt x="20168" y="23761"/>
                  </a:lnTo>
                  <a:lnTo>
                    <a:pt x="20707" y="26366"/>
                  </a:lnTo>
                  <a:lnTo>
                    <a:pt x="21156" y="29016"/>
                  </a:lnTo>
                  <a:lnTo>
                    <a:pt x="21335" y="30363"/>
                  </a:lnTo>
                  <a:lnTo>
                    <a:pt x="21470" y="31711"/>
                  </a:lnTo>
                  <a:lnTo>
                    <a:pt x="21605" y="33058"/>
                  </a:lnTo>
                  <a:lnTo>
                    <a:pt x="21695" y="34406"/>
                  </a:lnTo>
                  <a:lnTo>
                    <a:pt x="21784" y="35753"/>
                  </a:lnTo>
                  <a:lnTo>
                    <a:pt x="21784" y="37101"/>
                  </a:lnTo>
                  <a:lnTo>
                    <a:pt x="21784" y="37101"/>
                  </a:lnTo>
                  <a:lnTo>
                    <a:pt x="21784" y="40020"/>
                  </a:lnTo>
                  <a:lnTo>
                    <a:pt x="21740" y="41592"/>
                  </a:lnTo>
                  <a:lnTo>
                    <a:pt x="21650" y="43164"/>
                  </a:lnTo>
                  <a:lnTo>
                    <a:pt x="21560" y="44736"/>
                  </a:lnTo>
                  <a:lnTo>
                    <a:pt x="21425" y="46353"/>
                  </a:lnTo>
                  <a:lnTo>
                    <a:pt x="21245" y="48015"/>
                  </a:lnTo>
                  <a:lnTo>
                    <a:pt x="21021" y="49677"/>
                  </a:lnTo>
                  <a:lnTo>
                    <a:pt x="20751" y="51339"/>
                  </a:lnTo>
                  <a:lnTo>
                    <a:pt x="20482" y="53001"/>
                  </a:lnTo>
                  <a:lnTo>
                    <a:pt x="20123" y="54707"/>
                  </a:lnTo>
                  <a:lnTo>
                    <a:pt x="19763" y="56369"/>
                  </a:lnTo>
                  <a:lnTo>
                    <a:pt x="19359" y="58031"/>
                  </a:lnTo>
                  <a:lnTo>
                    <a:pt x="18865" y="59693"/>
                  </a:lnTo>
                  <a:lnTo>
                    <a:pt x="18371" y="61355"/>
                  </a:lnTo>
                  <a:lnTo>
                    <a:pt x="17787" y="62972"/>
                  </a:lnTo>
                  <a:lnTo>
                    <a:pt x="17158" y="64589"/>
                  </a:lnTo>
                  <a:lnTo>
                    <a:pt x="16484" y="66161"/>
                  </a:lnTo>
                  <a:lnTo>
                    <a:pt x="15721" y="67688"/>
                  </a:lnTo>
                  <a:lnTo>
                    <a:pt x="14957" y="69215"/>
                  </a:lnTo>
                  <a:lnTo>
                    <a:pt x="14104" y="70652"/>
                  </a:lnTo>
                  <a:lnTo>
                    <a:pt x="13161" y="72089"/>
                  </a:lnTo>
                  <a:lnTo>
                    <a:pt x="12173" y="73437"/>
                  </a:lnTo>
                  <a:lnTo>
                    <a:pt x="11095" y="74784"/>
                  </a:lnTo>
                  <a:lnTo>
                    <a:pt x="9972" y="76042"/>
                  </a:lnTo>
                  <a:lnTo>
                    <a:pt x="8804" y="77210"/>
                  </a:lnTo>
                  <a:lnTo>
                    <a:pt x="7546" y="78333"/>
                  </a:lnTo>
                  <a:lnTo>
                    <a:pt x="6199" y="79411"/>
                  </a:lnTo>
                  <a:lnTo>
                    <a:pt x="5480" y="79905"/>
                  </a:lnTo>
                  <a:lnTo>
                    <a:pt x="4762" y="80354"/>
                  </a:lnTo>
                  <a:lnTo>
                    <a:pt x="4043" y="80803"/>
                  </a:lnTo>
                  <a:lnTo>
                    <a:pt x="3279" y="81252"/>
                  </a:lnTo>
                  <a:lnTo>
                    <a:pt x="2471" y="81656"/>
                  </a:lnTo>
                  <a:lnTo>
                    <a:pt x="1662" y="82061"/>
                  </a:lnTo>
                  <a:lnTo>
                    <a:pt x="854" y="82420"/>
                  </a:lnTo>
                  <a:lnTo>
                    <a:pt x="1" y="82779"/>
                  </a:lnTo>
                  <a:lnTo>
                    <a:pt x="1" y="82779"/>
                  </a:lnTo>
                  <a:lnTo>
                    <a:pt x="2022" y="82600"/>
                  </a:lnTo>
                  <a:lnTo>
                    <a:pt x="3953" y="82375"/>
                  </a:lnTo>
                  <a:lnTo>
                    <a:pt x="5840" y="82061"/>
                  </a:lnTo>
                  <a:lnTo>
                    <a:pt x="7636" y="81611"/>
                  </a:lnTo>
                  <a:lnTo>
                    <a:pt x="9388" y="81162"/>
                  </a:lnTo>
                  <a:lnTo>
                    <a:pt x="11050" y="80578"/>
                  </a:lnTo>
                  <a:lnTo>
                    <a:pt x="12667" y="79950"/>
                  </a:lnTo>
                  <a:lnTo>
                    <a:pt x="14239" y="79186"/>
                  </a:lnTo>
                  <a:lnTo>
                    <a:pt x="15721" y="78423"/>
                  </a:lnTo>
                  <a:lnTo>
                    <a:pt x="17158" y="77524"/>
                  </a:lnTo>
                  <a:lnTo>
                    <a:pt x="18506" y="76581"/>
                  </a:lnTo>
                  <a:lnTo>
                    <a:pt x="19808" y="75503"/>
                  </a:lnTo>
                  <a:lnTo>
                    <a:pt x="21021" y="74425"/>
                  </a:lnTo>
                  <a:lnTo>
                    <a:pt x="22189" y="73212"/>
                  </a:lnTo>
                  <a:lnTo>
                    <a:pt x="23267" y="71955"/>
                  </a:lnTo>
                  <a:lnTo>
                    <a:pt x="24300" y="70562"/>
                  </a:lnTo>
                  <a:lnTo>
                    <a:pt x="24300" y="70562"/>
                  </a:lnTo>
                  <a:lnTo>
                    <a:pt x="24794" y="69844"/>
                  </a:lnTo>
                  <a:lnTo>
                    <a:pt x="25288" y="69080"/>
                  </a:lnTo>
                  <a:lnTo>
                    <a:pt x="26231" y="67553"/>
                  </a:lnTo>
                  <a:lnTo>
                    <a:pt x="27040" y="65936"/>
                  </a:lnTo>
                  <a:lnTo>
                    <a:pt x="27803" y="64229"/>
                  </a:lnTo>
                  <a:lnTo>
                    <a:pt x="28477" y="62523"/>
                  </a:lnTo>
                  <a:lnTo>
                    <a:pt x="29106" y="60771"/>
                  </a:lnTo>
                  <a:lnTo>
                    <a:pt x="29645" y="58974"/>
                  </a:lnTo>
                  <a:lnTo>
                    <a:pt x="30094" y="57133"/>
                  </a:lnTo>
                  <a:lnTo>
                    <a:pt x="30498" y="55246"/>
                  </a:lnTo>
                  <a:lnTo>
                    <a:pt x="30857" y="53315"/>
                  </a:lnTo>
                  <a:lnTo>
                    <a:pt x="31127" y="51384"/>
                  </a:lnTo>
                  <a:lnTo>
                    <a:pt x="31351" y="49407"/>
                  </a:lnTo>
                  <a:lnTo>
                    <a:pt x="31531" y="47431"/>
                  </a:lnTo>
                  <a:lnTo>
                    <a:pt x="31621" y="45455"/>
                  </a:lnTo>
                  <a:lnTo>
                    <a:pt x="31711" y="43479"/>
                  </a:lnTo>
                  <a:lnTo>
                    <a:pt x="31711" y="41457"/>
                  </a:lnTo>
                  <a:lnTo>
                    <a:pt x="31711" y="41457"/>
                  </a:lnTo>
                  <a:lnTo>
                    <a:pt x="31711" y="39796"/>
                  </a:lnTo>
                  <a:lnTo>
                    <a:pt x="31666" y="38089"/>
                  </a:lnTo>
                  <a:lnTo>
                    <a:pt x="31486" y="34765"/>
                  </a:lnTo>
                  <a:lnTo>
                    <a:pt x="31217" y="31441"/>
                  </a:lnTo>
                  <a:lnTo>
                    <a:pt x="30902" y="28163"/>
                  </a:lnTo>
                  <a:lnTo>
                    <a:pt x="30453" y="25018"/>
                  </a:lnTo>
                  <a:lnTo>
                    <a:pt x="30004" y="21919"/>
                  </a:lnTo>
                  <a:lnTo>
                    <a:pt x="29465" y="18955"/>
                  </a:lnTo>
                  <a:lnTo>
                    <a:pt x="28926" y="16080"/>
                  </a:lnTo>
                  <a:lnTo>
                    <a:pt x="28342" y="13385"/>
                  </a:lnTo>
                  <a:lnTo>
                    <a:pt x="27758" y="10870"/>
                  </a:lnTo>
                  <a:lnTo>
                    <a:pt x="27219" y="8535"/>
                  </a:lnTo>
                  <a:lnTo>
                    <a:pt x="26680" y="6424"/>
                  </a:lnTo>
                  <a:lnTo>
                    <a:pt x="25692" y="2875"/>
                  </a:lnTo>
                  <a:lnTo>
                    <a:pt x="24929" y="360"/>
                  </a:lnTo>
                  <a:lnTo>
                    <a:pt x="2483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3"/>
            <p:cNvSpPr/>
            <p:nvPr/>
          </p:nvSpPr>
          <p:spPr>
            <a:xfrm>
              <a:off x="6356675" y="1889575"/>
              <a:ext cx="360475" cy="110050"/>
            </a:xfrm>
            <a:custGeom>
              <a:rect b="b" l="l" r="r" t="t"/>
              <a:pathLst>
                <a:path extrusionOk="0" h="4402" w="14419">
                  <a:moveTo>
                    <a:pt x="1393" y="0"/>
                  </a:moveTo>
                  <a:lnTo>
                    <a:pt x="674" y="45"/>
                  </a:lnTo>
                  <a:lnTo>
                    <a:pt x="360" y="90"/>
                  </a:lnTo>
                  <a:lnTo>
                    <a:pt x="90" y="180"/>
                  </a:lnTo>
                  <a:lnTo>
                    <a:pt x="1" y="315"/>
                  </a:lnTo>
                  <a:lnTo>
                    <a:pt x="45" y="449"/>
                  </a:lnTo>
                  <a:lnTo>
                    <a:pt x="135" y="539"/>
                  </a:lnTo>
                  <a:lnTo>
                    <a:pt x="315" y="674"/>
                  </a:lnTo>
                  <a:lnTo>
                    <a:pt x="584" y="719"/>
                  </a:lnTo>
                  <a:lnTo>
                    <a:pt x="854" y="809"/>
                  </a:lnTo>
                  <a:lnTo>
                    <a:pt x="1438" y="898"/>
                  </a:lnTo>
                  <a:lnTo>
                    <a:pt x="2965" y="1078"/>
                  </a:lnTo>
                  <a:lnTo>
                    <a:pt x="4492" y="1258"/>
                  </a:lnTo>
                  <a:lnTo>
                    <a:pt x="5211" y="1393"/>
                  </a:lnTo>
                  <a:lnTo>
                    <a:pt x="5884" y="1527"/>
                  </a:lnTo>
                  <a:lnTo>
                    <a:pt x="6513" y="1752"/>
                  </a:lnTo>
                  <a:lnTo>
                    <a:pt x="7007" y="1976"/>
                  </a:lnTo>
                  <a:lnTo>
                    <a:pt x="7187" y="2111"/>
                  </a:lnTo>
                  <a:lnTo>
                    <a:pt x="7322" y="2246"/>
                  </a:lnTo>
                  <a:lnTo>
                    <a:pt x="7411" y="2426"/>
                  </a:lnTo>
                  <a:lnTo>
                    <a:pt x="7411" y="2560"/>
                  </a:lnTo>
                  <a:lnTo>
                    <a:pt x="7411" y="2695"/>
                  </a:lnTo>
                  <a:lnTo>
                    <a:pt x="7322" y="2830"/>
                  </a:lnTo>
                  <a:lnTo>
                    <a:pt x="7142" y="3010"/>
                  </a:lnTo>
                  <a:lnTo>
                    <a:pt x="6917" y="3099"/>
                  </a:lnTo>
                  <a:lnTo>
                    <a:pt x="6558" y="3234"/>
                  </a:lnTo>
                  <a:lnTo>
                    <a:pt x="6199" y="3324"/>
                  </a:lnTo>
                  <a:lnTo>
                    <a:pt x="5390" y="3548"/>
                  </a:lnTo>
                  <a:lnTo>
                    <a:pt x="5031" y="3683"/>
                  </a:lnTo>
                  <a:lnTo>
                    <a:pt x="4806" y="3863"/>
                  </a:lnTo>
                  <a:lnTo>
                    <a:pt x="4762" y="3953"/>
                  </a:lnTo>
                  <a:lnTo>
                    <a:pt x="4762" y="4043"/>
                  </a:lnTo>
                  <a:lnTo>
                    <a:pt x="4851" y="4132"/>
                  </a:lnTo>
                  <a:lnTo>
                    <a:pt x="4941" y="4222"/>
                  </a:lnTo>
                  <a:lnTo>
                    <a:pt x="5211" y="4312"/>
                  </a:lnTo>
                  <a:lnTo>
                    <a:pt x="5480" y="4357"/>
                  </a:lnTo>
                  <a:lnTo>
                    <a:pt x="6154" y="4402"/>
                  </a:lnTo>
                  <a:lnTo>
                    <a:pt x="6423" y="4357"/>
                  </a:lnTo>
                  <a:lnTo>
                    <a:pt x="7636" y="4357"/>
                  </a:lnTo>
                  <a:lnTo>
                    <a:pt x="8894" y="4312"/>
                  </a:lnTo>
                  <a:lnTo>
                    <a:pt x="10106" y="4222"/>
                  </a:lnTo>
                  <a:lnTo>
                    <a:pt x="11319" y="4087"/>
                  </a:lnTo>
                  <a:lnTo>
                    <a:pt x="11858" y="3998"/>
                  </a:lnTo>
                  <a:lnTo>
                    <a:pt x="12397" y="3863"/>
                  </a:lnTo>
                  <a:lnTo>
                    <a:pt x="12891" y="3728"/>
                  </a:lnTo>
                  <a:lnTo>
                    <a:pt x="13340" y="3548"/>
                  </a:lnTo>
                  <a:lnTo>
                    <a:pt x="13745" y="3369"/>
                  </a:lnTo>
                  <a:lnTo>
                    <a:pt x="14059" y="3144"/>
                  </a:lnTo>
                  <a:lnTo>
                    <a:pt x="14284" y="2920"/>
                  </a:lnTo>
                  <a:lnTo>
                    <a:pt x="14418" y="2695"/>
                  </a:lnTo>
                  <a:lnTo>
                    <a:pt x="14418" y="2560"/>
                  </a:lnTo>
                  <a:lnTo>
                    <a:pt x="14418" y="2471"/>
                  </a:lnTo>
                  <a:lnTo>
                    <a:pt x="14373" y="2336"/>
                  </a:lnTo>
                  <a:lnTo>
                    <a:pt x="14328" y="2201"/>
                  </a:lnTo>
                  <a:lnTo>
                    <a:pt x="14104" y="1976"/>
                  </a:lnTo>
                  <a:lnTo>
                    <a:pt x="13834" y="1707"/>
                  </a:lnTo>
                  <a:lnTo>
                    <a:pt x="13430" y="1527"/>
                  </a:lnTo>
                  <a:lnTo>
                    <a:pt x="13026" y="1303"/>
                  </a:lnTo>
                  <a:lnTo>
                    <a:pt x="12487" y="1123"/>
                  </a:lnTo>
                  <a:lnTo>
                    <a:pt x="11948" y="988"/>
                  </a:lnTo>
                  <a:lnTo>
                    <a:pt x="10870" y="719"/>
                  </a:lnTo>
                  <a:lnTo>
                    <a:pt x="9612" y="539"/>
                  </a:lnTo>
                  <a:lnTo>
                    <a:pt x="8310" y="360"/>
                  </a:lnTo>
                  <a:lnTo>
                    <a:pt x="6917" y="225"/>
                  </a:lnTo>
                  <a:lnTo>
                    <a:pt x="5525" y="135"/>
                  </a:lnTo>
                  <a:lnTo>
                    <a:pt x="4178" y="90"/>
                  </a:lnTo>
                  <a:lnTo>
                    <a:pt x="1573" y="0"/>
                  </a:lnTo>
                  <a:close/>
                </a:path>
              </a:pathLst>
            </a:custGeom>
            <a:solidFill>
              <a:srgbClr val="99C462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3"/>
            <p:cNvSpPr/>
            <p:nvPr/>
          </p:nvSpPr>
          <p:spPr>
            <a:xfrm>
              <a:off x="6356675" y="1889575"/>
              <a:ext cx="360475" cy="110050"/>
            </a:xfrm>
            <a:custGeom>
              <a:rect b="b" l="l" r="r" t="t"/>
              <a:pathLst>
                <a:path extrusionOk="0" fill="none" h="4402" w="14419">
                  <a:moveTo>
                    <a:pt x="1393" y="0"/>
                  </a:moveTo>
                  <a:lnTo>
                    <a:pt x="1393" y="0"/>
                  </a:lnTo>
                  <a:lnTo>
                    <a:pt x="674" y="45"/>
                  </a:lnTo>
                  <a:lnTo>
                    <a:pt x="360" y="90"/>
                  </a:lnTo>
                  <a:lnTo>
                    <a:pt x="90" y="180"/>
                  </a:lnTo>
                  <a:lnTo>
                    <a:pt x="90" y="180"/>
                  </a:lnTo>
                  <a:lnTo>
                    <a:pt x="1" y="315"/>
                  </a:lnTo>
                  <a:lnTo>
                    <a:pt x="45" y="449"/>
                  </a:lnTo>
                  <a:lnTo>
                    <a:pt x="135" y="539"/>
                  </a:lnTo>
                  <a:lnTo>
                    <a:pt x="315" y="674"/>
                  </a:lnTo>
                  <a:lnTo>
                    <a:pt x="315" y="674"/>
                  </a:lnTo>
                  <a:lnTo>
                    <a:pt x="584" y="719"/>
                  </a:lnTo>
                  <a:lnTo>
                    <a:pt x="854" y="809"/>
                  </a:lnTo>
                  <a:lnTo>
                    <a:pt x="1438" y="898"/>
                  </a:lnTo>
                  <a:lnTo>
                    <a:pt x="1438" y="898"/>
                  </a:lnTo>
                  <a:lnTo>
                    <a:pt x="2965" y="1078"/>
                  </a:lnTo>
                  <a:lnTo>
                    <a:pt x="4492" y="1258"/>
                  </a:lnTo>
                  <a:lnTo>
                    <a:pt x="4492" y="1258"/>
                  </a:lnTo>
                  <a:lnTo>
                    <a:pt x="5211" y="1393"/>
                  </a:lnTo>
                  <a:lnTo>
                    <a:pt x="5884" y="1527"/>
                  </a:lnTo>
                  <a:lnTo>
                    <a:pt x="6513" y="1752"/>
                  </a:lnTo>
                  <a:lnTo>
                    <a:pt x="7007" y="1976"/>
                  </a:lnTo>
                  <a:lnTo>
                    <a:pt x="7007" y="1976"/>
                  </a:lnTo>
                  <a:lnTo>
                    <a:pt x="7187" y="2111"/>
                  </a:lnTo>
                  <a:lnTo>
                    <a:pt x="7322" y="2246"/>
                  </a:lnTo>
                  <a:lnTo>
                    <a:pt x="7411" y="2426"/>
                  </a:lnTo>
                  <a:lnTo>
                    <a:pt x="7411" y="2560"/>
                  </a:lnTo>
                  <a:lnTo>
                    <a:pt x="7411" y="2695"/>
                  </a:lnTo>
                  <a:lnTo>
                    <a:pt x="7322" y="2830"/>
                  </a:lnTo>
                  <a:lnTo>
                    <a:pt x="7142" y="3010"/>
                  </a:lnTo>
                  <a:lnTo>
                    <a:pt x="6917" y="3099"/>
                  </a:lnTo>
                  <a:lnTo>
                    <a:pt x="6917" y="3099"/>
                  </a:lnTo>
                  <a:lnTo>
                    <a:pt x="6558" y="3234"/>
                  </a:lnTo>
                  <a:lnTo>
                    <a:pt x="6199" y="3324"/>
                  </a:lnTo>
                  <a:lnTo>
                    <a:pt x="5390" y="3548"/>
                  </a:lnTo>
                  <a:lnTo>
                    <a:pt x="5390" y="3548"/>
                  </a:lnTo>
                  <a:lnTo>
                    <a:pt x="5031" y="3683"/>
                  </a:lnTo>
                  <a:lnTo>
                    <a:pt x="4806" y="3863"/>
                  </a:lnTo>
                  <a:lnTo>
                    <a:pt x="4762" y="3953"/>
                  </a:lnTo>
                  <a:lnTo>
                    <a:pt x="4762" y="4043"/>
                  </a:lnTo>
                  <a:lnTo>
                    <a:pt x="4851" y="4132"/>
                  </a:lnTo>
                  <a:lnTo>
                    <a:pt x="4941" y="4222"/>
                  </a:lnTo>
                  <a:lnTo>
                    <a:pt x="4941" y="4222"/>
                  </a:lnTo>
                  <a:lnTo>
                    <a:pt x="5211" y="4312"/>
                  </a:lnTo>
                  <a:lnTo>
                    <a:pt x="5480" y="4357"/>
                  </a:lnTo>
                  <a:lnTo>
                    <a:pt x="6154" y="4402"/>
                  </a:lnTo>
                  <a:lnTo>
                    <a:pt x="6154" y="4402"/>
                  </a:lnTo>
                  <a:lnTo>
                    <a:pt x="6423" y="4357"/>
                  </a:lnTo>
                  <a:lnTo>
                    <a:pt x="6423" y="4357"/>
                  </a:lnTo>
                  <a:lnTo>
                    <a:pt x="7636" y="4357"/>
                  </a:lnTo>
                  <a:lnTo>
                    <a:pt x="8894" y="4312"/>
                  </a:lnTo>
                  <a:lnTo>
                    <a:pt x="10106" y="4222"/>
                  </a:lnTo>
                  <a:lnTo>
                    <a:pt x="11319" y="4087"/>
                  </a:lnTo>
                  <a:lnTo>
                    <a:pt x="11319" y="4087"/>
                  </a:lnTo>
                  <a:lnTo>
                    <a:pt x="11858" y="3998"/>
                  </a:lnTo>
                  <a:lnTo>
                    <a:pt x="12397" y="3863"/>
                  </a:lnTo>
                  <a:lnTo>
                    <a:pt x="12891" y="3728"/>
                  </a:lnTo>
                  <a:lnTo>
                    <a:pt x="13340" y="3548"/>
                  </a:lnTo>
                  <a:lnTo>
                    <a:pt x="13745" y="3369"/>
                  </a:lnTo>
                  <a:lnTo>
                    <a:pt x="14059" y="3144"/>
                  </a:lnTo>
                  <a:lnTo>
                    <a:pt x="14284" y="2920"/>
                  </a:lnTo>
                  <a:lnTo>
                    <a:pt x="14418" y="2695"/>
                  </a:lnTo>
                  <a:lnTo>
                    <a:pt x="14418" y="2695"/>
                  </a:lnTo>
                  <a:lnTo>
                    <a:pt x="14418" y="2560"/>
                  </a:lnTo>
                  <a:lnTo>
                    <a:pt x="14418" y="2471"/>
                  </a:lnTo>
                  <a:lnTo>
                    <a:pt x="14373" y="2336"/>
                  </a:lnTo>
                  <a:lnTo>
                    <a:pt x="14328" y="2201"/>
                  </a:lnTo>
                  <a:lnTo>
                    <a:pt x="14104" y="1976"/>
                  </a:lnTo>
                  <a:lnTo>
                    <a:pt x="13834" y="1707"/>
                  </a:lnTo>
                  <a:lnTo>
                    <a:pt x="13430" y="1527"/>
                  </a:lnTo>
                  <a:lnTo>
                    <a:pt x="13026" y="1303"/>
                  </a:lnTo>
                  <a:lnTo>
                    <a:pt x="12487" y="1123"/>
                  </a:lnTo>
                  <a:lnTo>
                    <a:pt x="11948" y="988"/>
                  </a:lnTo>
                  <a:lnTo>
                    <a:pt x="11948" y="988"/>
                  </a:lnTo>
                  <a:lnTo>
                    <a:pt x="10870" y="719"/>
                  </a:lnTo>
                  <a:lnTo>
                    <a:pt x="9612" y="539"/>
                  </a:lnTo>
                  <a:lnTo>
                    <a:pt x="8310" y="360"/>
                  </a:lnTo>
                  <a:lnTo>
                    <a:pt x="6917" y="225"/>
                  </a:lnTo>
                  <a:lnTo>
                    <a:pt x="5525" y="135"/>
                  </a:lnTo>
                  <a:lnTo>
                    <a:pt x="4178" y="90"/>
                  </a:lnTo>
                  <a:lnTo>
                    <a:pt x="1573" y="0"/>
                  </a:lnTo>
                  <a:lnTo>
                    <a:pt x="1573" y="0"/>
                  </a:lnTo>
                  <a:lnTo>
                    <a:pt x="13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3"/>
            <p:cNvSpPr/>
            <p:nvPr/>
          </p:nvSpPr>
          <p:spPr>
            <a:xfrm>
              <a:off x="6379125" y="1981650"/>
              <a:ext cx="52800" cy="17975"/>
            </a:xfrm>
            <a:custGeom>
              <a:rect b="b" l="l" r="r" t="t"/>
              <a:pathLst>
                <a:path extrusionOk="0" h="719" w="2112">
                  <a:moveTo>
                    <a:pt x="630" y="0"/>
                  </a:moveTo>
                  <a:lnTo>
                    <a:pt x="315" y="90"/>
                  </a:lnTo>
                  <a:lnTo>
                    <a:pt x="91" y="225"/>
                  </a:lnTo>
                  <a:lnTo>
                    <a:pt x="1" y="270"/>
                  </a:lnTo>
                  <a:lnTo>
                    <a:pt x="1" y="360"/>
                  </a:lnTo>
                  <a:lnTo>
                    <a:pt x="1" y="449"/>
                  </a:lnTo>
                  <a:lnTo>
                    <a:pt x="91" y="494"/>
                  </a:lnTo>
                  <a:lnTo>
                    <a:pt x="315" y="629"/>
                  </a:lnTo>
                  <a:lnTo>
                    <a:pt x="630" y="719"/>
                  </a:lnTo>
                  <a:lnTo>
                    <a:pt x="1438" y="719"/>
                  </a:lnTo>
                  <a:lnTo>
                    <a:pt x="1797" y="629"/>
                  </a:lnTo>
                  <a:lnTo>
                    <a:pt x="2022" y="494"/>
                  </a:lnTo>
                  <a:lnTo>
                    <a:pt x="2067" y="449"/>
                  </a:lnTo>
                  <a:lnTo>
                    <a:pt x="2112" y="360"/>
                  </a:lnTo>
                  <a:lnTo>
                    <a:pt x="2067" y="270"/>
                  </a:lnTo>
                  <a:lnTo>
                    <a:pt x="2022" y="225"/>
                  </a:lnTo>
                  <a:lnTo>
                    <a:pt x="1797" y="90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rgbClr val="99C462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3"/>
            <p:cNvSpPr/>
            <p:nvPr/>
          </p:nvSpPr>
          <p:spPr>
            <a:xfrm>
              <a:off x="6379125" y="1981650"/>
              <a:ext cx="52800" cy="17975"/>
            </a:xfrm>
            <a:custGeom>
              <a:rect b="b" l="l" r="r" t="t"/>
              <a:pathLst>
                <a:path extrusionOk="0" fill="none" h="719" w="2112">
                  <a:moveTo>
                    <a:pt x="1034" y="0"/>
                  </a:moveTo>
                  <a:lnTo>
                    <a:pt x="1034" y="0"/>
                  </a:lnTo>
                  <a:lnTo>
                    <a:pt x="630" y="0"/>
                  </a:lnTo>
                  <a:lnTo>
                    <a:pt x="315" y="90"/>
                  </a:lnTo>
                  <a:lnTo>
                    <a:pt x="91" y="225"/>
                  </a:lnTo>
                  <a:lnTo>
                    <a:pt x="1" y="270"/>
                  </a:lnTo>
                  <a:lnTo>
                    <a:pt x="1" y="360"/>
                  </a:lnTo>
                  <a:lnTo>
                    <a:pt x="1" y="360"/>
                  </a:lnTo>
                  <a:lnTo>
                    <a:pt x="1" y="449"/>
                  </a:lnTo>
                  <a:lnTo>
                    <a:pt x="91" y="494"/>
                  </a:lnTo>
                  <a:lnTo>
                    <a:pt x="315" y="629"/>
                  </a:lnTo>
                  <a:lnTo>
                    <a:pt x="630" y="719"/>
                  </a:lnTo>
                  <a:lnTo>
                    <a:pt x="1034" y="719"/>
                  </a:lnTo>
                  <a:lnTo>
                    <a:pt x="1034" y="719"/>
                  </a:lnTo>
                  <a:lnTo>
                    <a:pt x="1438" y="719"/>
                  </a:lnTo>
                  <a:lnTo>
                    <a:pt x="1797" y="629"/>
                  </a:lnTo>
                  <a:lnTo>
                    <a:pt x="2022" y="494"/>
                  </a:lnTo>
                  <a:lnTo>
                    <a:pt x="2067" y="449"/>
                  </a:lnTo>
                  <a:lnTo>
                    <a:pt x="2112" y="360"/>
                  </a:lnTo>
                  <a:lnTo>
                    <a:pt x="2112" y="360"/>
                  </a:lnTo>
                  <a:lnTo>
                    <a:pt x="2067" y="270"/>
                  </a:lnTo>
                  <a:lnTo>
                    <a:pt x="2022" y="225"/>
                  </a:lnTo>
                  <a:lnTo>
                    <a:pt x="1797" y="90"/>
                  </a:lnTo>
                  <a:lnTo>
                    <a:pt x="1438" y="0"/>
                  </a:lnTo>
                  <a:lnTo>
                    <a:pt x="103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3"/>
            <p:cNvSpPr/>
            <p:nvPr/>
          </p:nvSpPr>
          <p:spPr>
            <a:xfrm>
              <a:off x="5522375" y="1736850"/>
              <a:ext cx="1442925" cy="394150"/>
            </a:xfrm>
            <a:custGeom>
              <a:rect b="b" l="l" r="r" t="t"/>
              <a:pathLst>
                <a:path extrusionOk="0" h="15766" w="57717">
                  <a:moveTo>
                    <a:pt x="28881" y="1348"/>
                  </a:moveTo>
                  <a:lnTo>
                    <a:pt x="31845" y="1393"/>
                  </a:lnTo>
                  <a:lnTo>
                    <a:pt x="34675" y="1528"/>
                  </a:lnTo>
                  <a:lnTo>
                    <a:pt x="37415" y="1708"/>
                  </a:lnTo>
                  <a:lnTo>
                    <a:pt x="39975" y="1932"/>
                  </a:lnTo>
                  <a:lnTo>
                    <a:pt x="42400" y="2246"/>
                  </a:lnTo>
                  <a:lnTo>
                    <a:pt x="44691" y="2606"/>
                  </a:lnTo>
                  <a:lnTo>
                    <a:pt x="46757" y="3010"/>
                  </a:lnTo>
                  <a:lnTo>
                    <a:pt x="48689" y="3459"/>
                  </a:lnTo>
                  <a:lnTo>
                    <a:pt x="50395" y="3953"/>
                  </a:lnTo>
                  <a:lnTo>
                    <a:pt x="51922" y="4447"/>
                  </a:lnTo>
                  <a:lnTo>
                    <a:pt x="53225" y="4986"/>
                  </a:lnTo>
                  <a:lnTo>
                    <a:pt x="53809" y="5301"/>
                  </a:lnTo>
                  <a:lnTo>
                    <a:pt x="54303" y="5570"/>
                  </a:lnTo>
                  <a:lnTo>
                    <a:pt x="54797" y="5840"/>
                  </a:lnTo>
                  <a:lnTo>
                    <a:pt x="55201" y="6154"/>
                  </a:lnTo>
                  <a:lnTo>
                    <a:pt x="55516" y="6424"/>
                  </a:lnTo>
                  <a:lnTo>
                    <a:pt x="55830" y="6693"/>
                  </a:lnTo>
                  <a:lnTo>
                    <a:pt x="56055" y="7007"/>
                  </a:lnTo>
                  <a:lnTo>
                    <a:pt x="56189" y="7277"/>
                  </a:lnTo>
                  <a:lnTo>
                    <a:pt x="56324" y="7591"/>
                  </a:lnTo>
                  <a:lnTo>
                    <a:pt x="56324" y="7861"/>
                  </a:lnTo>
                  <a:lnTo>
                    <a:pt x="56324" y="8175"/>
                  </a:lnTo>
                  <a:lnTo>
                    <a:pt x="56189" y="8445"/>
                  </a:lnTo>
                  <a:lnTo>
                    <a:pt x="56055" y="8759"/>
                  </a:lnTo>
                  <a:lnTo>
                    <a:pt x="55830" y="9029"/>
                  </a:lnTo>
                  <a:lnTo>
                    <a:pt x="55516" y="9343"/>
                  </a:lnTo>
                  <a:lnTo>
                    <a:pt x="55201" y="9613"/>
                  </a:lnTo>
                  <a:lnTo>
                    <a:pt x="54797" y="9927"/>
                  </a:lnTo>
                  <a:lnTo>
                    <a:pt x="54303" y="10196"/>
                  </a:lnTo>
                  <a:lnTo>
                    <a:pt x="53809" y="10466"/>
                  </a:lnTo>
                  <a:lnTo>
                    <a:pt x="53225" y="10735"/>
                  </a:lnTo>
                  <a:lnTo>
                    <a:pt x="51922" y="11274"/>
                  </a:lnTo>
                  <a:lnTo>
                    <a:pt x="50395" y="11813"/>
                  </a:lnTo>
                  <a:lnTo>
                    <a:pt x="48689" y="12307"/>
                  </a:lnTo>
                  <a:lnTo>
                    <a:pt x="46757" y="12757"/>
                  </a:lnTo>
                  <a:lnTo>
                    <a:pt x="44691" y="13161"/>
                  </a:lnTo>
                  <a:lnTo>
                    <a:pt x="42400" y="13520"/>
                  </a:lnTo>
                  <a:lnTo>
                    <a:pt x="39975" y="13790"/>
                  </a:lnTo>
                  <a:lnTo>
                    <a:pt x="37415" y="14059"/>
                  </a:lnTo>
                  <a:lnTo>
                    <a:pt x="34675" y="14239"/>
                  </a:lnTo>
                  <a:lnTo>
                    <a:pt x="31845" y="14374"/>
                  </a:lnTo>
                  <a:lnTo>
                    <a:pt x="25872" y="14374"/>
                  </a:lnTo>
                  <a:lnTo>
                    <a:pt x="23042" y="14239"/>
                  </a:lnTo>
                  <a:lnTo>
                    <a:pt x="20302" y="14059"/>
                  </a:lnTo>
                  <a:lnTo>
                    <a:pt x="17742" y="13790"/>
                  </a:lnTo>
                  <a:lnTo>
                    <a:pt x="15317" y="13520"/>
                  </a:lnTo>
                  <a:lnTo>
                    <a:pt x="13071" y="13161"/>
                  </a:lnTo>
                  <a:lnTo>
                    <a:pt x="10960" y="12757"/>
                  </a:lnTo>
                  <a:lnTo>
                    <a:pt x="9029" y="12307"/>
                  </a:lnTo>
                  <a:lnTo>
                    <a:pt x="7322" y="11813"/>
                  </a:lnTo>
                  <a:lnTo>
                    <a:pt x="5795" y="11274"/>
                  </a:lnTo>
                  <a:lnTo>
                    <a:pt x="4492" y="10735"/>
                  </a:lnTo>
                  <a:lnTo>
                    <a:pt x="3908" y="10466"/>
                  </a:lnTo>
                  <a:lnTo>
                    <a:pt x="3414" y="10196"/>
                  </a:lnTo>
                  <a:lnTo>
                    <a:pt x="2920" y="9927"/>
                  </a:lnTo>
                  <a:lnTo>
                    <a:pt x="2516" y="9613"/>
                  </a:lnTo>
                  <a:lnTo>
                    <a:pt x="2201" y="9343"/>
                  </a:lnTo>
                  <a:lnTo>
                    <a:pt x="1887" y="9029"/>
                  </a:lnTo>
                  <a:lnTo>
                    <a:pt x="1662" y="8759"/>
                  </a:lnTo>
                  <a:lnTo>
                    <a:pt x="1528" y="8445"/>
                  </a:lnTo>
                  <a:lnTo>
                    <a:pt x="1438" y="8175"/>
                  </a:lnTo>
                  <a:lnTo>
                    <a:pt x="1393" y="7861"/>
                  </a:lnTo>
                  <a:lnTo>
                    <a:pt x="1438" y="7591"/>
                  </a:lnTo>
                  <a:lnTo>
                    <a:pt x="1528" y="7277"/>
                  </a:lnTo>
                  <a:lnTo>
                    <a:pt x="1662" y="7007"/>
                  </a:lnTo>
                  <a:lnTo>
                    <a:pt x="1887" y="6693"/>
                  </a:lnTo>
                  <a:lnTo>
                    <a:pt x="2201" y="6424"/>
                  </a:lnTo>
                  <a:lnTo>
                    <a:pt x="2516" y="6154"/>
                  </a:lnTo>
                  <a:lnTo>
                    <a:pt x="2920" y="5840"/>
                  </a:lnTo>
                  <a:lnTo>
                    <a:pt x="3414" y="5570"/>
                  </a:lnTo>
                  <a:lnTo>
                    <a:pt x="3908" y="5301"/>
                  </a:lnTo>
                  <a:lnTo>
                    <a:pt x="4492" y="4986"/>
                  </a:lnTo>
                  <a:lnTo>
                    <a:pt x="5795" y="4447"/>
                  </a:lnTo>
                  <a:lnTo>
                    <a:pt x="7322" y="3953"/>
                  </a:lnTo>
                  <a:lnTo>
                    <a:pt x="9029" y="3459"/>
                  </a:lnTo>
                  <a:lnTo>
                    <a:pt x="10960" y="3010"/>
                  </a:lnTo>
                  <a:lnTo>
                    <a:pt x="13071" y="2606"/>
                  </a:lnTo>
                  <a:lnTo>
                    <a:pt x="15317" y="2246"/>
                  </a:lnTo>
                  <a:lnTo>
                    <a:pt x="17742" y="1932"/>
                  </a:lnTo>
                  <a:lnTo>
                    <a:pt x="20302" y="1708"/>
                  </a:lnTo>
                  <a:lnTo>
                    <a:pt x="23042" y="1528"/>
                  </a:lnTo>
                  <a:lnTo>
                    <a:pt x="25872" y="1393"/>
                  </a:lnTo>
                  <a:lnTo>
                    <a:pt x="28881" y="1348"/>
                  </a:lnTo>
                  <a:close/>
                  <a:moveTo>
                    <a:pt x="26231" y="1"/>
                  </a:moveTo>
                  <a:lnTo>
                    <a:pt x="23626" y="91"/>
                  </a:lnTo>
                  <a:lnTo>
                    <a:pt x="21021" y="270"/>
                  </a:lnTo>
                  <a:lnTo>
                    <a:pt x="18461" y="495"/>
                  </a:lnTo>
                  <a:lnTo>
                    <a:pt x="15990" y="764"/>
                  </a:lnTo>
                  <a:lnTo>
                    <a:pt x="13565" y="1124"/>
                  </a:lnTo>
                  <a:lnTo>
                    <a:pt x="11319" y="1528"/>
                  </a:lnTo>
                  <a:lnTo>
                    <a:pt x="9208" y="2022"/>
                  </a:lnTo>
                  <a:lnTo>
                    <a:pt x="7232" y="2516"/>
                  </a:lnTo>
                  <a:lnTo>
                    <a:pt x="6289" y="2830"/>
                  </a:lnTo>
                  <a:lnTo>
                    <a:pt x="5435" y="3145"/>
                  </a:lnTo>
                  <a:lnTo>
                    <a:pt x="4627" y="3459"/>
                  </a:lnTo>
                  <a:lnTo>
                    <a:pt x="3863" y="3774"/>
                  </a:lnTo>
                  <a:lnTo>
                    <a:pt x="3190" y="4133"/>
                  </a:lnTo>
                  <a:lnTo>
                    <a:pt x="2561" y="4492"/>
                  </a:lnTo>
                  <a:lnTo>
                    <a:pt x="1977" y="4852"/>
                  </a:lnTo>
                  <a:lnTo>
                    <a:pt x="1483" y="5256"/>
                  </a:lnTo>
                  <a:lnTo>
                    <a:pt x="1034" y="5660"/>
                  </a:lnTo>
                  <a:lnTo>
                    <a:pt x="674" y="6064"/>
                  </a:lnTo>
                  <a:lnTo>
                    <a:pt x="360" y="6513"/>
                  </a:lnTo>
                  <a:lnTo>
                    <a:pt x="180" y="6963"/>
                  </a:lnTo>
                  <a:lnTo>
                    <a:pt x="45" y="7412"/>
                  </a:lnTo>
                  <a:lnTo>
                    <a:pt x="1" y="7861"/>
                  </a:lnTo>
                  <a:lnTo>
                    <a:pt x="45" y="8355"/>
                  </a:lnTo>
                  <a:lnTo>
                    <a:pt x="180" y="8804"/>
                  </a:lnTo>
                  <a:lnTo>
                    <a:pt x="360" y="9253"/>
                  </a:lnTo>
                  <a:lnTo>
                    <a:pt x="674" y="9702"/>
                  </a:lnTo>
                  <a:lnTo>
                    <a:pt x="1034" y="10107"/>
                  </a:lnTo>
                  <a:lnTo>
                    <a:pt x="1483" y="10511"/>
                  </a:lnTo>
                  <a:lnTo>
                    <a:pt x="1977" y="10915"/>
                  </a:lnTo>
                  <a:lnTo>
                    <a:pt x="2561" y="11274"/>
                  </a:lnTo>
                  <a:lnTo>
                    <a:pt x="3190" y="11634"/>
                  </a:lnTo>
                  <a:lnTo>
                    <a:pt x="3863" y="11993"/>
                  </a:lnTo>
                  <a:lnTo>
                    <a:pt x="4627" y="12307"/>
                  </a:lnTo>
                  <a:lnTo>
                    <a:pt x="5435" y="12622"/>
                  </a:lnTo>
                  <a:lnTo>
                    <a:pt x="6289" y="12936"/>
                  </a:lnTo>
                  <a:lnTo>
                    <a:pt x="7232" y="13206"/>
                  </a:lnTo>
                  <a:lnTo>
                    <a:pt x="9208" y="13745"/>
                  </a:lnTo>
                  <a:lnTo>
                    <a:pt x="11319" y="14239"/>
                  </a:lnTo>
                  <a:lnTo>
                    <a:pt x="13565" y="14643"/>
                  </a:lnTo>
                  <a:lnTo>
                    <a:pt x="15990" y="14957"/>
                  </a:lnTo>
                  <a:lnTo>
                    <a:pt x="18461" y="15272"/>
                  </a:lnTo>
                  <a:lnTo>
                    <a:pt x="21021" y="15496"/>
                  </a:lnTo>
                  <a:lnTo>
                    <a:pt x="23626" y="15631"/>
                  </a:lnTo>
                  <a:lnTo>
                    <a:pt x="26231" y="15766"/>
                  </a:lnTo>
                  <a:lnTo>
                    <a:pt x="31486" y="15766"/>
                  </a:lnTo>
                  <a:lnTo>
                    <a:pt x="34136" y="15631"/>
                  </a:lnTo>
                  <a:lnTo>
                    <a:pt x="36741" y="15496"/>
                  </a:lnTo>
                  <a:lnTo>
                    <a:pt x="39256" y="15272"/>
                  </a:lnTo>
                  <a:lnTo>
                    <a:pt x="41772" y="14957"/>
                  </a:lnTo>
                  <a:lnTo>
                    <a:pt x="44152" y="14643"/>
                  </a:lnTo>
                  <a:lnTo>
                    <a:pt x="46398" y="14239"/>
                  </a:lnTo>
                  <a:lnTo>
                    <a:pt x="48554" y="13745"/>
                  </a:lnTo>
                  <a:lnTo>
                    <a:pt x="50485" y="13206"/>
                  </a:lnTo>
                  <a:lnTo>
                    <a:pt x="51428" y="12936"/>
                  </a:lnTo>
                  <a:lnTo>
                    <a:pt x="52282" y="12622"/>
                  </a:lnTo>
                  <a:lnTo>
                    <a:pt x="53090" y="12307"/>
                  </a:lnTo>
                  <a:lnTo>
                    <a:pt x="53854" y="11993"/>
                  </a:lnTo>
                  <a:lnTo>
                    <a:pt x="54528" y="11634"/>
                  </a:lnTo>
                  <a:lnTo>
                    <a:pt x="55156" y="11274"/>
                  </a:lnTo>
                  <a:lnTo>
                    <a:pt x="55740" y="10915"/>
                  </a:lnTo>
                  <a:lnTo>
                    <a:pt x="56234" y="10511"/>
                  </a:lnTo>
                  <a:lnTo>
                    <a:pt x="56683" y="10107"/>
                  </a:lnTo>
                  <a:lnTo>
                    <a:pt x="57043" y="9702"/>
                  </a:lnTo>
                  <a:lnTo>
                    <a:pt x="57357" y="9253"/>
                  </a:lnTo>
                  <a:lnTo>
                    <a:pt x="57537" y="8804"/>
                  </a:lnTo>
                  <a:lnTo>
                    <a:pt x="57672" y="8355"/>
                  </a:lnTo>
                  <a:lnTo>
                    <a:pt x="57717" y="7861"/>
                  </a:lnTo>
                  <a:lnTo>
                    <a:pt x="57672" y="7412"/>
                  </a:lnTo>
                  <a:lnTo>
                    <a:pt x="57537" y="6963"/>
                  </a:lnTo>
                  <a:lnTo>
                    <a:pt x="57357" y="6513"/>
                  </a:lnTo>
                  <a:lnTo>
                    <a:pt x="57043" y="6064"/>
                  </a:lnTo>
                  <a:lnTo>
                    <a:pt x="56683" y="5660"/>
                  </a:lnTo>
                  <a:lnTo>
                    <a:pt x="56234" y="5256"/>
                  </a:lnTo>
                  <a:lnTo>
                    <a:pt x="55740" y="4852"/>
                  </a:lnTo>
                  <a:lnTo>
                    <a:pt x="55156" y="4492"/>
                  </a:lnTo>
                  <a:lnTo>
                    <a:pt x="54528" y="4133"/>
                  </a:lnTo>
                  <a:lnTo>
                    <a:pt x="53854" y="3774"/>
                  </a:lnTo>
                  <a:lnTo>
                    <a:pt x="53090" y="3459"/>
                  </a:lnTo>
                  <a:lnTo>
                    <a:pt x="52282" y="3145"/>
                  </a:lnTo>
                  <a:lnTo>
                    <a:pt x="51428" y="2830"/>
                  </a:lnTo>
                  <a:lnTo>
                    <a:pt x="50485" y="2516"/>
                  </a:lnTo>
                  <a:lnTo>
                    <a:pt x="48554" y="2022"/>
                  </a:lnTo>
                  <a:lnTo>
                    <a:pt x="46398" y="1528"/>
                  </a:lnTo>
                  <a:lnTo>
                    <a:pt x="44152" y="1124"/>
                  </a:lnTo>
                  <a:lnTo>
                    <a:pt x="41772" y="764"/>
                  </a:lnTo>
                  <a:lnTo>
                    <a:pt x="39256" y="495"/>
                  </a:lnTo>
                  <a:lnTo>
                    <a:pt x="36741" y="270"/>
                  </a:lnTo>
                  <a:lnTo>
                    <a:pt x="34136" y="91"/>
                  </a:lnTo>
                  <a:lnTo>
                    <a:pt x="31486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3"/>
            <p:cNvSpPr/>
            <p:nvPr/>
          </p:nvSpPr>
          <p:spPr>
            <a:xfrm>
              <a:off x="5650375" y="1826675"/>
              <a:ext cx="1186925" cy="146000"/>
            </a:xfrm>
            <a:custGeom>
              <a:rect b="b" l="l" r="r" t="t"/>
              <a:pathLst>
                <a:path extrusionOk="0" h="5840" w="47477">
                  <a:moveTo>
                    <a:pt x="21785" y="1"/>
                  </a:moveTo>
                  <a:lnTo>
                    <a:pt x="19853" y="46"/>
                  </a:lnTo>
                  <a:lnTo>
                    <a:pt x="17877" y="136"/>
                  </a:lnTo>
                  <a:lnTo>
                    <a:pt x="15946" y="270"/>
                  </a:lnTo>
                  <a:lnTo>
                    <a:pt x="14014" y="450"/>
                  </a:lnTo>
                  <a:lnTo>
                    <a:pt x="12173" y="630"/>
                  </a:lnTo>
                  <a:lnTo>
                    <a:pt x="10376" y="899"/>
                  </a:lnTo>
                  <a:lnTo>
                    <a:pt x="8670" y="1169"/>
                  </a:lnTo>
                  <a:lnTo>
                    <a:pt x="7053" y="1483"/>
                  </a:lnTo>
                  <a:lnTo>
                    <a:pt x="5570" y="1842"/>
                  </a:lnTo>
                  <a:lnTo>
                    <a:pt x="4223" y="2247"/>
                  </a:lnTo>
                  <a:lnTo>
                    <a:pt x="3010" y="2651"/>
                  </a:lnTo>
                  <a:lnTo>
                    <a:pt x="2471" y="2920"/>
                  </a:lnTo>
                  <a:lnTo>
                    <a:pt x="1977" y="3145"/>
                  </a:lnTo>
                  <a:lnTo>
                    <a:pt x="1528" y="3414"/>
                  </a:lnTo>
                  <a:lnTo>
                    <a:pt x="1169" y="3684"/>
                  </a:lnTo>
                  <a:lnTo>
                    <a:pt x="809" y="3953"/>
                  </a:lnTo>
                  <a:lnTo>
                    <a:pt x="495" y="4223"/>
                  </a:lnTo>
                  <a:lnTo>
                    <a:pt x="270" y="4537"/>
                  </a:lnTo>
                  <a:lnTo>
                    <a:pt x="91" y="4852"/>
                  </a:lnTo>
                  <a:lnTo>
                    <a:pt x="46" y="4987"/>
                  </a:lnTo>
                  <a:lnTo>
                    <a:pt x="1" y="5076"/>
                  </a:lnTo>
                  <a:lnTo>
                    <a:pt x="46" y="5346"/>
                  </a:lnTo>
                  <a:lnTo>
                    <a:pt x="181" y="5570"/>
                  </a:lnTo>
                  <a:lnTo>
                    <a:pt x="270" y="5660"/>
                  </a:lnTo>
                  <a:lnTo>
                    <a:pt x="405" y="5750"/>
                  </a:lnTo>
                  <a:lnTo>
                    <a:pt x="540" y="5795"/>
                  </a:lnTo>
                  <a:lnTo>
                    <a:pt x="675" y="5840"/>
                  </a:lnTo>
                  <a:lnTo>
                    <a:pt x="944" y="5795"/>
                  </a:lnTo>
                  <a:lnTo>
                    <a:pt x="1169" y="5660"/>
                  </a:lnTo>
                  <a:lnTo>
                    <a:pt x="1259" y="5570"/>
                  </a:lnTo>
                  <a:lnTo>
                    <a:pt x="1348" y="5436"/>
                  </a:lnTo>
                  <a:lnTo>
                    <a:pt x="1438" y="5256"/>
                  </a:lnTo>
                  <a:lnTo>
                    <a:pt x="1618" y="5076"/>
                  </a:lnTo>
                  <a:lnTo>
                    <a:pt x="1797" y="4897"/>
                  </a:lnTo>
                  <a:lnTo>
                    <a:pt x="2067" y="4717"/>
                  </a:lnTo>
                  <a:lnTo>
                    <a:pt x="2651" y="4313"/>
                  </a:lnTo>
                  <a:lnTo>
                    <a:pt x="3459" y="3953"/>
                  </a:lnTo>
                  <a:lnTo>
                    <a:pt x="4403" y="3639"/>
                  </a:lnTo>
                  <a:lnTo>
                    <a:pt x="5525" y="3280"/>
                  </a:lnTo>
                  <a:lnTo>
                    <a:pt x="6783" y="2965"/>
                  </a:lnTo>
                  <a:lnTo>
                    <a:pt x="8175" y="2651"/>
                  </a:lnTo>
                  <a:lnTo>
                    <a:pt x="9703" y="2381"/>
                  </a:lnTo>
                  <a:lnTo>
                    <a:pt x="11364" y="2157"/>
                  </a:lnTo>
                  <a:lnTo>
                    <a:pt x="13161" y="1932"/>
                  </a:lnTo>
                  <a:lnTo>
                    <a:pt x="15047" y="1708"/>
                  </a:lnTo>
                  <a:lnTo>
                    <a:pt x="17069" y="1573"/>
                  </a:lnTo>
                  <a:lnTo>
                    <a:pt x="19180" y="1438"/>
                  </a:lnTo>
                  <a:lnTo>
                    <a:pt x="21425" y="1393"/>
                  </a:lnTo>
                  <a:lnTo>
                    <a:pt x="23761" y="1348"/>
                  </a:lnTo>
                  <a:lnTo>
                    <a:pt x="26097" y="1393"/>
                  </a:lnTo>
                  <a:lnTo>
                    <a:pt x="28297" y="1483"/>
                  </a:lnTo>
                  <a:lnTo>
                    <a:pt x="30453" y="1573"/>
                  </a:lnTo>
                  <a:lnTo>
                    <a:pt x="32475" y="1708"/>
                  </a:lnTo>
                  <a:lnTo>
                    <a:pt x="34406" y="1932"/>
                  </a:lnTo>
                  <a:lnTo>
                    <a:pt x="36158" y="2157"/>
                  </a:lnTo>
                  <a:lnTo>
                    <a:pt x="37819" y="2381"/>
                  </a:lnTo>
                  <a:lnTo>
                    <a:pt x="39391" y="2651"/>
                  </a:lnTo>
                  <a:lnTo>
                    <a:pt x="40784" y="2965"/>
                  </a:lnTo>
                  <a:lnTo>
                    <a:pt x="41997" y="3280"/>
                  </a:lnTo>
                  <a:lnTo>
                    <a:pt x="43119" y="3639"/>
                  </a:lnTo>
                  <a:lnTo>
                    <a:pt x="44063" y="3998"/>
                  </a:lnTo>
                  <a:lnTo>
                    <a:pt x="44826" y="4358"/>
                  </a:lnTo>
                  <a:lnTo>
                    <a:pt x="45455" y="4717"/>
                  </a:lnTo>
                  <a:lnTo>
                    <a:pt x="45680" y="4897"/>
                  </a:lnTo>
                  <a:lnTo>
                    <a:pt x="45904" y="5076"/>
                  </a:lnTo>
                  <a:lnTo>
                    <a:pt x="46039" y="5256"/>
                  </a:lnTo>
                  <a:lnTo>
                    <a:pt x="46174" y="5436"/>
                  </a:lnTo>
                  <a:lnTo>
                    <a:pt x="46263" y="5615"/>
                  </a:lnTo>
                  <a:lnTo>
                    <a:pt x="46398" y="5750"/>
                  </a:lnTo>
                  <a:lnTo>
                    <a:pt x="46578" y="5840"/>
                  </a:lnTo>
                  <a:lnTo>
                    <a:pt x="46937" y="5840"/>
                  </a:lnTo>
                  <a:lnTo>
                    <a:pt x="47072" y="5795"/>
                  </a:lnTo>
                  <a:lnTo>
                    <a:pt x="47207" y="5705"/>
                  </a:lnTo>
                  <a:lnTo>
                    <a:pt x="47297" y="5615"/>
                  </a:lnTo>
                  <a:lnTo>
                    <a:pt x="47431" y="5391"/>
                  </a:lnTo>
                  <a:lnTo>
                    <a:pt x="47476" y="5121"/>
                  </a:lnTo>
                  <a:lnTo>
                    <a:pt x="47476" y="4987"/>
                  </a:lnTo>
                  <a:lnTo>
                    <a:pt x="47431" y="4897"/>
                  </a:lnTo>
                  <a:lnTo>
                    <a:pt x="47252" y="4582"/>
                  </a:lnTo>
                  <a:lnTo>
                    <a:pt x="47027" y="4313"/>
                  </a:lnTo>
                  <a:lnTo>
                    <a:pt x="46758" y="3998"/>
                  </a:lnTo>
                  <a:lnTo>
                    <a:pt x="46398" y="3729"/>
                  </a:lnTo>
                  <a:lnTo>
                    <a:pt x="46039" y="3504"/>
                  </a:lnTo>
                  <a:lnTo>
                    <a:pt x="45590" y="3235"/>
                  </a:lnTo>
                  <a:lnTo>
                    <a:pt x="45096" y="3010"/>
                  </a:lnTo>
                  <a:lnTo>
                    <a:pt x="44602" y="2741"/>
                  </a:lnTo>
                  <a:lnTo>
                    <a:pt x="43434" y="2337"/>
                  </a:lnTo>
                  <a:lnTo>
                    <a:pt x="42086" y="1932"/>
                  </a:lnTo>
                  <a:lnTo>
                    <a:pt x="40604" y="1573"/>
                  </a:lnTo>
                  <a:lnTo>
                    <a:pt x="39032" y="1214"/>
                  </a:lnTo>
                  <a:lnTo>
                    <a:pt x="37325" y="944"/>
                  </a:lnTo>
                  <a:lnTo>
                    <a:pt x="35529" y="675"/>
                  </a:lnTo>
                  <a:lnTo>
                    <a:pt x="33642" y="495"/>
                  </a:lnTo>
                  <a:lnTo>
                    <a:pt x="31711" y="315"/>
                  </a:lnTo>
                  <a:lnTo>
                    <a:pt x="29735" y="181"/>
                  </a:lnTo>
                  <a:lnTo>
                    <a:pt x="27758" y="46"/>
                  </a:lnTo>
                  <a:lnTo>
                    <a:pt x="25737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3"/>
            <p:cNvSpPr/>
            <p:nvPr/>
          </p:nvSpPr>
          <p:spPr>
            <a:xfrm>
              <a:off x="5636900" y="1785150"/>
              <a:ext cx="1213875" cy="288600"/>
            </a:xfrm>
            <a:custGeom>
              <a:rect b="b" l="l" r="r" t="t"/>
              <a:pathLst>
                <a:path extrusionOk="0" h="11544" w="48555">
                  <a:moveTo>
                    <a:pt x="24300" y="1392"/>
                  </a:moveTo>
                  <a:lnTo>
                    <a:pt x="26860" y="1437"/>
                  </a:lnTo>
                  <a:lnTo>
                    <a:pt x="29330" y="1527"/>
                  </a:lnTo>
                  <a:lnTo>
                    <a:pt x="31666" y="1662"/>
                  </a:lnTo>
                  <a:lnTo>
                    <a:pt x="33867" y="1842"/>
                  </a:lnTo>
                  <a:lnTo>
                    <a:pt x="35888" y="2066"/>
                  </a:lnTo>
                  <a:lnTo>
                    <a:pt x="37775" y="2291"/>
                  </a:lnTo>
                  <a:lnTo>
                    <a:pt x="39481" y="2605"/>
                  </a:lnTo>
                  <a:lnTo>
                    <a:pt x="41053" y="2920"/>
                  </a:lnTo>
                  <a:lnTo>
                    <a:pt x="42446" y="3234"/>
                  </a:lnTo>
                  <a:lnTo>
                    <a:pt x="43658" y="3593"/>
                  </a:lnTo>
                  <a:lnTo>
                    <a:pt x="44736" y="3953"/>
                  </a:lnTo>
                  <a:lnTo>
                    <a:pt x="45590" y="4312"/>
                  </a:lnTo>
                  <a:lnTo>
                    <a:pt x="46308" y="4716"/>
                  </a:lnTo>
                  <a:lnTo>
                    <a:pt x="46578" y="4896"/>
                  </a:lnTo>
                  <a:lnTo>
                    <a:pt x="46802" y="5075"/>
                  </a:lnTo>
                  <a:lnTo>
                    <a:pt x="46937" y="5255"/>
                  </a:lnTo>
                  <a:lnTo>
                    <a:pt x="47072" y="5435"/>
                  </a:lnTo>
                  <a:lnTo>
                    <a:pt x="47162" y="5614"/>
                  </a:lnTo>
                  <a:lnTo>
                    <a:pt x="47207" y="5794"/>
                  </a:lnTo>
                  <a:lnTo>
                    <a:pt x="47162" y="5974"/>
                  </a:lnTo>
                  <a:lnTo>
                    <a:pt x="47072" y="6153"/>
                  </a:lnTo>
                  <a:lnTo>
                    <a:pt x="46937" y="6333"/>
                  </a:lnTo>
                  <a:lnTo>
                    <a:pt x="46802" y="6513"/>
                  </a:lnTo>
                  <a:lnTo>
                    <a:pt x="46578" y="6692"/>
                  </a:lnTo>
                  <a:lnTo>
                    <a:pt x="46308" y="6872"/>
                  </a:lnTo>
                  <a:lnTo>
                    <a:pt x="45590" y="7231"/>
                  </a:lnTo>
                  <a:lnTo>
                    <a:pt x="44736" y="7591"/>
                  </a:lnTo>
                  <a:lnTo>
                    <a:pt x="43658" y="7950"/>
                  </a:lnTo>
                  <a:lnTo>
                    <a:pt x="42446" y="8309"/>
                  </a:lnTo>
                  <a:lnTo>
                    <a:pt x="41053" y="8669"/>
                  </a:lnTo>
                  <a:lnTo>
                    <a:pt x="39481" y="8983"/>
                  </a:lnTo>
                  <a:lnTo>
                    <a:pt x="37775" y="9253"/>
                  </a:lnTo>
                  <a:lnTo>
                    <a:pt x="35888" y="9522"/>
                  </a:lnTo>
                  <a:lnTo>
                    <a:pt x="33867" y="9747"/>
                  </a:lnTo>
                  <a:lnTo>
                    <a:pt x="31666" y="9926"/>
                  </a:lnTo>
                  <a:lnTo>
                    <a:pt x="29330" y="10061"/>
                  </a:lnTo>
                  <a:lnTo>
                    <a:pt x="26860" y="10151"/>
                  </a:lnTo>
                  <a:lnTo>
                    <a:pt x="21695" y="10151"/>
                  </a:lnTo>
                  <a:lnTo>
                    <a:pt x="19225" y="10061"/>
                  </a:lnTo>
                  <a:lnTo>
                    <a:pt x="16889" y="9926"/>
                  </a:lnTo>
                  <a:lnTo>
                    <a:pt x="14733" y="9747"/>
                  </a:lnTo>
                  <a:lnTo>
                    <a:pt x="12667" y="9522"/>
                  </a:lnTo>
                  <a:lnTo>
                    <a:pt x="10781" y="9253"/>
                  </a:lnTo>
                  <a:lnTo>
                    <a:pt x="9074" y="8983"/>
                  </a:lnTo>
                  <a:lnTo>
                    <a:pt x="7502" y="8669"/>
                  </a:lnTo>
                  <a:lnTo>
                    <a:pt x="6109" y="8309"/>
                  </a:lnTo>
                  <a:lnTo>
                    <a:pt x="4897" y="7950"/>
                  </a:lnTo>
                  <a:lnTo>
                    <a:pt x="3819" y="7591"/>
                  </a:lnTo>
                  <a:lnTo>
                    <a:pt x="2965" y="7231"/>
                  </a:lnTo>
                  <a:lnTo>
                    <a:pt x="2292" y="6872"/>
                  </a:lnTo>
                  <a:lnTo>
                    <a:pt x="2022" y="6692"/>
                  </a:lnTo>
                  <a:lnTo>
                    <a:pt x="1798" y="6513"/>
                  </a:lnTo>
                  <a:lnTo>
                    <a:pt x="1618" y="6333"/>
                  </a:lnTo>
                  <a:lnTo>
                    <a:pt x="1483" y="6153"/>
                  </a:lnTo>
                  <a:lnTo>
                    <a:pt x="1393" y="5974"/>
                  </a:lnTo>
                  <a:lnTo>
                    <a:pt x="1393" y="5794"/>
                  </a:lnTo>
                  <a:lnTo>
                    <a:pt x="1393" y="5614"/>
                  </a:lnTo>
                  <a:lnTo>
                    <a:pt x="1483" y="5435"/>
                  </a:lnTo>
                  <a:lnTo>
                    <a:pt x="1618" y="5255"/>
                  </a:lnTo>
                  <a:lnTo>
                    <a:pt x="1798" y="5075"/>
                  </a:lnTo>
                  <a:lnTo>
                    <a:pt x="2022" y="4896"/>
                  </a:lnTo>
                  <a:lnTo>
                    <a:pt x="2292" y="4716"/>
                  </a:lnTo>
                  <a:lnTo>
                    <a:pt x="2965" y="4312"/>
                  </a:lnTo>
                  <a:lnTo>
                    <a:pt x="3819" y="3953"/>
                  </a:lnTo>
                  <a:lnTo>
                    <a:pt x="4897" y="3593"/>
                  </a:lnTo>
                  <a:lnTo>
                    <a:pt x="6109" y="3234"/>
                  </a:lnTo>
                  <a:lnTo>
                    <a:pt x="7502" y="2920"/>
                  </a:lnTo>
                  <a:lnTo>
                    <a:pt x="9074" y="2605"/>
                  </a:lnTo>
                  <a:lnTo>
                    <a:pt x="10781" y="2291"/>
                  </a:lnTo>
                  <a:lnTo>
                    <a:pt x="12667" y="2066"/>
                  </a:lnTo>
                  <a:lnTo>
                    <a:pt x="14733" y="1842"/>
                  </a:lnTo>
                  <a:lnTo>
                    <a:pt x="16889" y="1662"/>
                  </a:lnTo>
                  <a:lnTo>
                    <a:pt x="19225" y="1527"/>
                  </a:lnTo>
                  <a:lnTo>
                    <a:pt x="21695" y="1437"/>
                  </a:lnTo>
                  <a:lnTo>
                    <a:pt x="24300" y="1392"/>
                  </a:lnTo>
                  <a:close/>
                  <a:moveTo>
                    <a:pt x="24300" y="0"/>
                  </a:moveTo>
                  <a:lnTo>
                    <a:pt x="22009" y="45"/>
                  </a:lnTo>
                  <a:lnTo>
                    <a:pt x="19764" y="90"/>
                  </a:lnTo>
                  <a:lnTo>
                    <a:pt x="17563" y="225"/>
                  </a:lnTo>
                  <a:lnTo>
                    <a:pt x="15407" y="404"/>
                  </a:lnTo>
                  <a:lnTo>
                    <a:pt x="13296" y="584"/>
                  </a:lnTo>
                  <a:lnTo>
                    <a:pt x="11275" y="853"/>
                  </a:lnTo>
                  <a:lnTo>
                    <a:pt x="9388" y="1123"/>
                  </a:lnTo>
                  <a:lnTo>
                    <a:pt x="7592" y="1482"/>
                  </a:lnTo>
                  <a:lnTo>
                    <a:pt x="5975" y="1842"/>
                  </a:lnTo>
                  <a:lnTo>
                    <a:pt x="4492" y="2291"/>
                  </a:lnTo>
                  <a:lnTo>
                    <a:pt x="3190" y="2785"/>
                  </a:lnTo>
                  <a:lnTo>
                    <a:pt x="2606" y="3009"/>
                  </a:lnTo>
                  <a:lnTo>
                    <a:pt x="2112" y="3279"/>
                  </a:lnTo>
                  <a:lnTo>
                    <a:pt x="1618" y="3548"/>
                  </a:lnTo>
                  <a:lnTo>
                    <a:pt x="1214" y="3863"/>
                  </a:lnTo>
                  <a:lnTo>
                    <a:pt x="854" y="4132"/>
                  </a:lnTo>
                  <a:lnTo>
                    <a:pt x="540" y="4447"/>
                  </a:lnTo>
                  <a:lnTo>
                    <a:pt x="315" y="4761"/>
                  </a:lnTo>
                  <a:lnTo>
                    <a:pt x="136" y="5075"/>
                  </a:lnTo>
                  <a:lnTo>
                    <a:pt x="46" y="5435"/>
                  </a:lnTo>
                  <a:lnTo>
                    <a:pt x="1" y="5794"/>
                  </a:lnTo>
                  <a:lnTo>
                    <a:pt x="46" y="6109"/>
                  </a:lnTo>
                  <a:lnTo>
                    <a:pt x="136" y="6468"/>
                  </a:lnTo>
                  <a:lnTo>
                    <a:pt x="315" y="6782"/>
                  </a:lnTo>
                  <a:lnTo>
                    <a:pt x="540" y="7097"/>
                  </a:lnTo>
                  <a:lnTo>
                    <a:pt x="854" y="7411"/>
                  </a:lnTo>
                  <a:lnTo>
                    <a:pt x="1214" y="7725"/>
                  </a:lnTo>
                  <a:lnTo>
                    <a:pt x="1618" y="7995"/>
                  </a:lnTo>
                  <a:lnTo>
                    <a:pt x="2112" y="8264"/>
                  </a:lnTo>
                  <a:lnTo>
                    <a:pt x="2606" y="8534"/>
                  </a:lnTo>
                  <a:lnTo>
                    <a:pt x="3190" y="8803"/>
                  </a:lnTo>
                  <a:lnTo>
                    <a:pt x="4492" y="9253"/>
                  </a:lnTo>
                  <a:lnTo>
                    <a:pt x="5975" y="9702"/>
                  </a:lnTo>
                  <a:lnTo>
                    <a:pt x="7592" y="10061"/>
                  </a:lnTo>
                  <a:lnTo>
                    <a:pt x="9388" y="10420"/>
                  </a:lnTo>
                  <a:lnTo>
                    <a:pt x="11275" y="10735"/>
                  </a:lnTo>
                  <a:lnTo>
                    <a:pt x="13296" y="10959"/>
                  </a:lnTo>
                  <a:lnTo>
                    <a:pt x="15407" y="11184"/>
                  </a:lnTo>
                  <a:lnTo>
                    <a:pt x="17563" y="11319"/>
                  </a:lnTo>
                  <a:lnTo>
                    <a:pt x="19764" y="11453"/>
                  </a:lnTo>
                  <a:lnTo>
                    <a:pt x="22009" y="11543"/>
                  </a:lnTo>
                  <a:lnTo>
                    <a:pt x="26546" y="11543"/>
                  </a:lnTo>
                  <a:lnTo>
                    <a:pt x="28792" y="11453"/>
                  </a:lnTo>
                  <a:lnTo>
                    <a:pt x="30992" y="11319"/>
                  </a:lnTo>
                  <a:lnTo>
                    <a:pt x="33148" y="11184"/>
                  </a:lnTo>
                  <a:lnTo>
                    <a:pt x="35259" y="10959"/>
                  </a:lnTo>
                  <a:lnTo>
                    <a:pt x="37280" y="10735"/>
                  </a:lnTo>
                  <a:lnTo>
                    <a:pt x="39167" y="10420"/>
                  </a:lnTo>
                  <a:lnTo>
                    <a:pt x="40964" y="10061"/>
                  </a:lnTo>
                  <a:lnTo>
                    <a:pt x="42580" y="9702"/>
                  </a:lnTo>
                  <a:lnTo>
                    <a:pt x="44063" y="9253"/>
                  </a:lnTo>
                  <a:lnTo>
                    <a:pt x="45365" y="8803"/>
                  </a:lnTo>
                  <a:lnTo>
                    <a:pt x="45949" y="8534"/>
                  </a:lnTo>
                  <a:lnTo>
                    <a:pt x="46488" y="8264"/>
                  </a:lnTo>
                  <a:lnTo>
                    <a:pt x="46937" y="7995"/>
                  </a:lnTo>
                  <a:lnTo>
                    <a:pt x="47341" y="7725"/>
                  </a:lnTo>
                  <a:lnTo>
                    <a:pt x="47701" y="7411"/>
                  </a:lnTo>
                  <a:lnTo>
                    <a:pt x="48015" y="7097"/>
                  </a:lnTo>
                  <a:lnTo>
                    <a:pt x="48240" y="6782"/>
                  </a:lnTo>
                  <a:lnTo>
                    <a:pt x="48419" y="6468"/>
                  </a:lnTo>
                  <a:lnTo>
                    <a:pt x="48509" y="6109"/>
                  </a:lnTo>
                  <a:lnTo>
                    <a:pt x="48554" y="5794"/>
                  </a:lnTo>
                  <a:lnTo>
                    <a:pt x="48509" y="5435"/>
                  </a:lnTo>
                  <a:lnTo>
                    <a:pt x="48419" y="5075"/>
                  </a:lnTo>
                  <a:lnTo>
                    <a:pt x="48240" y="4761"/>
                  </a:lnTo>
                  <a:lnTo>
                    <a:pt x="48015" y="4447"/>
                  </a:lnTo>
                  <a:lnTo>
                    <a:pt x="47701" y="4132"/>
                  </a:lnTo>
                  <a:lnTo>
                    <a:pt x="47341" y="3863"/>
                  </a:lnTo>
                  <a:lnTo>
                    <a:pt x="46937" y="3548"/>
                  </a:lnTo>
                  <a:lnTo>
                    <a:pt x="46488" y="3279"/>
                  </a:lnTo>
                  <a:lnTo>
                    <a:pt x="45949" y="3009"/>
                  </a:lnTo>
                  <a:lnTo>
                    <a:pt x="45365" y="2785"/>
                  </a:lnTo>
                  <a:lnTo>
                    <a:pt x="44063" y="2291"/>
                  </a:lnTo>
                  <a:lnTo>
                    <a:pt x="42580" y="1842"/>
                  </a:lnTo>
                  <a:lnTo>
                    <a:pt x="40964" y="1482"/>
                  </a:lnTo>
                  <a:lnTo>
                    <a:pt x="39167" y="1123"/>
                  </a:lnTo>
                  <a:lnTo>
                    <a:pt x="37280" y="853"/>
                  </a:lnTo>
                  <a:lnTo>
                    <a:pt x="35259" y="584"/>
                  </a:lnTo>
                  <a:lnTo>
                    <a:pt x="33148" y="404"/>
                  </a:lnTo>
                  <a:lnTo>
                    <a:pt x="30992" y="225"/>
                  </a:lnTo>
                  <a:lnTo>
                    <a:pt x="28792" y="90"/>
                  </a:lnTo>
                  <a:lnTo>
                    <a:pt x="26546" y="45"/>
                  </a:lnTo>
                  <a:lnTo>
                    <a:pt x="2430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3"/>
            <p:cNvSpPr/>
            <p:nvPr/>
          </p:nvSpPr>
          <p:spPr>
            <a:xfrm>
              <a:off x="5341600" y="1916525"/>
              <a:ext cx="919650" cy="2142475"/>
            </a:xfrm>
            <a:custGeom>
              <a:rect b="b" l="l" r="r" t="t"/>
              <a:pathLst>
                <a:path extrusionOk="0" h="85699" w="36786">
                  <a:moveTo>
                    <a:pt x="7860" y="0"/>
                  </a:moveTo>
                  <a:lnTo>
                    <a:pt x="7636" y="90"/>
                  </a:lnTo>
                  <a:lnTo>
                    <a:pt x="7411" y="225"/>
                  </a:lnTo>
                  <a:lnTo>
                    <a:pt x="7321" y="359"/>
                  </a:lnTo>
                  <a:lnTo>
                    <a:pt x="7276" y="449"/>
                  </a:lnTo>
                  <a:lnTo>
                    <a:pt x="6558" y="2695"/>
                  </a:lnTo>
                  <a:lnTo>
                    <a:pt x="5839" y="5210"/>
                  </a:lnTo>
                  <a:lnTo>
                    <a:pt x="4896" y="8534"/>
                  </a:lnTo>
                  <a:lnTo>
                    <a:pt x="3908" y="12576"/>
                  </a:lnTo>
                  <a:lnTo>
                    <a:pt x="3414" y="14822"/>
                  </a:lnTo>
                  <a:lnTo>
                    <a:pt x="2875" y="17203"/>
                  </a:lnTo>
                  <a:lnTo>
                    <a:pt x="2381" y="19673"/>
                  </a:lnTo>
                  <a:lnTo>
                    <a:pt x="1932" y="22278"/>
                  </a:lnTo>
                  <a:lnTo>
                    <a:pt x="1482" y="24973"/>
                  </a:lnTo>
                  <a:lnTo>
                    <a:pt x="1078" y="27713"/>
                  </a:lnTo>
                  <a:lnTo>
                    <a:pt x="719" y="30408"/>
                  </a:lnTo>
                  <a:lnTo>
                    <a:pt x="449" y="33147"/>
                  </a:lnTo>
                  <a:lnTo>
                    <a:pt x="225" y="35977"/>
                  </a:lnTo>
                  <a:lnTo>
                    <a:pt x="45" y="38897"/>
                  </a:lnTo>
                  <a:lnTo>
                    <a:pt x="0" y="41861"/>
                  </a:lnTo>
                  <a:lnTo>
                    <a:pt x="0" y="44870"/>
                  </a:lnTo>
                  <a:lnTo>
                    <a:pt x="45" y="46397"/>
                  </a:lnTo>
                  <a:lnTo>
                    <a:pt x="90" y="47880"/>
                  </a:lnTo>
                  <a:lnTo>
                    <a:pt x="225" y="49407"/>
                  </a:lnTo>
                  <a:lnTo>
                    <a:pt x="315" y="50934"/>
                  </a:lnTo>
                  <a:lnTo>
                    <a:pt x="494" y="52416"/>
                  </a:lnTo>
                  <a:lnTo>
                    <a:pt x="674" y="53943"/>
                  </a:lnTo>
                  <a:lnTo>
                    <a:pt x="899" y="55425"/>
                  </a:lnTo>
                  <a:lnTo>
                    <a:pt x="1168" y="56908"/>
                  </a:lnTo>
                  <a:lnTo>
                    <a:pt x="1482" y="58345"/>
                  </a:lnTo>
                  <a:lnTo>
                    <a:pt x="1797" y="59782"/>
                  </a:lnTo>
                  <a:lnTo>
                    <a:pt x="2201" y="61219"/>
                  </a:lnTo>
                  <a:lnTo>
                    <a:pt x="2605" y="62657"/>
                  </a:lnTo>
                  <a:lnTo>
                    <a:pt x="3054" y="64049"/>
                  </a:lnTo>
                  <a:lnTo>
                    <a:pt x="3593" y="65397"/>
                  </a:lnTo>
                  <a:lnTo>
                    <a:pt x="4132" y="66744"/>
                  </a:lnTo>
                  <a:lnTo>
                    <a:pt x="4716" y="68047"/>
                  </a:lnTo>
                  <a:lnTo>
                    <a:pt x="5345" y="69304"/>
                  </a:lnTo>
                  <a:lnTo>
                    <a:pt x="6064" y="70562"/>
                  </a:lnTo>
                  <a:lnTo>
                    <a:pt x="6827" y="71774"/>
                  </a:lnTo>
                  <a:lnTo>
                    <a:pt x="7591" y="72942"/>
                  </a:lnTo>
                  <a:lnTo>
                    <a:pt x="8175" y="73751"/>
                  </a:lnTo>
                  <a:lnTo>
                    <a:pt x="8759" y="74469"/>
                  </a:lnTo>
                  <a:lnTo>
                    <a:pt x="9387" y="75233"/>
                  </a:lnTo>
                  <a:lnTo>
                    <a:pt x="10016" y="75907"/>
                  </a:lnTo>
                  <a:lnTo>
                    <a:pt x="10690" y="76625"/>
                  </a:lnTo>
                  <a:lnTo>
                    <a:pt x="11364" y="77254"/>
                  </a:lnTo>
                  <a:lnTo>
                    <a:pt x="12082" y="77883"/>
                  </a:lnTo>
                  <a:lnTo>
                    <a:pt x="12801" y="78512"/>
                  </a:lnTo>
                  <a:lnTo>
                    <a:pt x="13520" y="79096"/>
                  </a:lnTo>
                  <a:lnTo>
                    <a:pt x="14283" y="79635"/>
                  </a:lnTo>
                  <a:lnTo>
                    <a:pt x="15092" y="80174"/>
                  </a:lnTo>
                  <a:lnTo>
                    <a:pt x="15900" y="80713"/>
                  </a:lnTo>
                  <a:lnTo>
                    <a:pt x="16709" y="81162"/>
                  </a:lnTo>
                  <a:lnTo>
                    <a:pt x="17562" y="81656"/>
                  </a:lnTo>
                  <a:lnTo>
                    <a:pt x="18415" y="82060"/>
                  </a:lnTo>
                  <a:lnTo>
                    <a:pt x="19314" y="82509"/>
                  </a:lnTo>
                  <a:lnTo>
                    <a:pt x="20212" y="82869"/>
                  </a:lnTo>
                  <a:lnTo>
                    <a:pt x="21110" y="83228"/>
                  </a:lnTo>
                  <a:lnTo>
                    <a:pt x="22054" y="83587"/>
                  </a:lnTo>
                  <a:lnTo>
                    <a:pt x="23042" y="83902"/>
                  </a:lnTo>
                  <a:lnTo>
                    <a:pt x="23985" y="84171"/>
                  </a:lnTo>
                  <a:lnTo>
                    <a:pt x="25018" y="84441"/>
                  </a:lnTo>
                  <a:lnTo>
                    <a:pt x="26051" y="84665"/>
                  </a:lnTo>
                  <a:lnTo>
                    <a:pt x="27084" y="84890"/>
                  </a:lnTo>
                  <a:lnTo>
                    <a:pt x="28117" y="85069"/>
                  </a:lnTo>
                  <a:lnTo>
                    <a:pt x="29195" y="85249"/>
                  </a:lnTo>
                  <a:lnTo>
                    <a:pt x="30318" y="85384"/>
                  </a:lnTo>
                  <a:lnTo>
                    <a:pt x="31441" y="85474"/>
                  </a:lnTo>
                  <a:lnTo>
                    <a:pt x="33731" y="85653"/>
                  </a:lnTo>
                  <a:lnTo>
                    <a:pt x="36112" y="85698"/>
                  </a:lnTo>
                  <a:lnTo>
                    <a:pt x="36247" y="85698"/>
                  </a:lnTo>
                  <a:lnTo>
                    <a:pt x="36381" y="85653"/>
                  </a:lnTo>
                  <a:lnTo>
                    <a:pt x="36606" y="85474"/>
                  </a:lnTo>
                  <a:lnTo>
                    <a:pt x="36741" y="85249"/>
                  </a:lnTo>
                  <a:lnTo>
                    <a:pt x="36786" y="85159"/>
                  </a:lnTo>
                  <a:lnTo>
                    <a:pt x="36786" y="84980"/>
                  </a:lnTo>
                  <a:lnTo>
                    <a:pt x="36786" y="84845"/>
                  </a:lnTo>
                  <a:lnTo>
                    <a:pt x="36741" y="84710"/>
                  </a:lnTo>
                  <a:lnTo>
                    <a:pt x="36606" y="84530"/>
                  </a:lnTo>
                  <a:lnTo>
                    <a:pt x="36381" y="84351"/>
                  </a:lnTo>
                  <a:lnTo>
                    <a:pt x="36247" y="84306"/>
                  </a:lnTo>
                  <a:lnTo>
                    <a:pt x="36112" y="84306"/>
                  </a:lnTo>
                  <a:lnTo>
                    <a:pt x="33821" y="84261"/>
                  </a:lnTo>
                  <a:lnTo>
                    <a:pt x="31620" y="84126"/>
                  </a:lnTo>
                  <a:lnTo>
                    <a:pt x="29465" y="83902"/>
                  </a:lnTo>
                  <a:lnTo>
                    <a:pt x="27398" y="83542"/>
                  </a:lnTo>
                  <a:lnTo>
                    <a:pt x="26410" y="83363"/>
                  </a:lnTo>
                  <a:lnTo>
                    <a:pt x="25422" y="83093"/>
                  </a:lnTo>
                  <a:lnTo>
                    <a:pt x="24479" y="82869"/>
                  </a:lnTo>
                  <a:lnTo>
                    <a:pt x="23536" y="82599"/>
                  </a:lnTo>
                  <a:lnTo>
                    <a:pt x="22593" y="82285"/>
                  </a:lnTo>
                  <a:lnTo>
                    <a:pt x="21694" y="81970"/>
                  </a:lnTo>
                  <a:lnTo>
                    <a:pt x="20796" y="81611"/>
                  </a:lnTo>
                  <a:lnTo>
                    <a:pt x="19943" y="81252"/>
                  </a:lnTo>
                  <a:lnTo>
                    <a:pt x="19089" y="80847"/>
                  </a:lnTo>
                  <a:lnTo>
                    <a:pt x="18236" y="80443"/>
                  </a:lnTo>
                  <a:lnTo>
                    <a:pt x="17427" y="79994"/>
                  </a:lnTo>
                  <a:lnTo>
                    <a:pt x="16664" y="79545"/>
                  </a:lnTo>
                  <a:lnTo>
                    <a:pt x="15900" y="79051"/>
                  </a:lnTo>
                  <a:lnTo>
                    <a:pt x="15137" y="78557"/>
                  </a:lnTo>
                  <a:lnTo>
                    <a:pt x="14418" y="78018"/>
                  </a:lnTo>
                  <a:lnTo>
                    <a:pt x="13699" y="77434"/>
                  </a:lnTo>
                  <a:lnTo>
                    <a:pt x="13026" y="76895"/>
                  </a:lnTo>
                  <a:lnTo>
                    <a:pt x="12352" y="76266"/>
                  </a:lnTo>
                  <a:lnTo>
                    <a:pt x="11678" y="75637"/>
                  </a:lnTo>
                  <a:lnTo>
                    <a:pt x="11049" y="75008"/>
                  </a:lnTo>
                  <a:lnTo>
                    <a:pt x="10421" y="74335"/>
                  </a:lnTo>
                  <a:lnTo>
                    <a:pt x="9837" y="73616"/>
                  </a:lnTo>
                  <a:lnTo>
                    <a:pt x="9298" y="72897"/>
                  </a:lnTo>
                  <a:lnTo>
                    <a:pt x="8714" y="72134"/>
                  </a:lnTo>
                  <a:lnTo>
                    <a:pt x="7995" y="71056"/>
                  </a:lnTo>
                  <a:lnTo>
                    <a:pt x="7276" y="69933"/>
                  </a:lnTo>
                  <a:lnTo>
                    <a:pt x="6648" y="68765"/>
                  </a:lnTo>
                  <a:lnTo>
                    <a:pt x="6019" y="67597"/>
                  </a:lnTo>
                  <a:lnTo>
                    <a:pt x="5480" y="66385"/>
                  </a:lnTo>
                  <a:lnTo>
                    <a:pt x="4941" y="65127"/>
                  </a:lnTo>
                  <a:lnTo>
                    <a:pt x="4447" y="63825"/>
                  </a:lnTo>
                  <a:lnTo>
                    <a:pt x="3998" y="62522"/>
                  </a:lnTo>
                  <a:lnTo>
                    <a:pt x="3593" y="61219"/>
                  </a:lnTo>
                  <a:lnTo>
                    <a:pt x="3234" y="59872"/>
                  </a:lnTo>
                  <a:lnTo>
                    <a:pt x="2920" y="58525"/>
                  </a:lnTo>
                  <a:lnTo>
                    <a:pt x="2605" y="57132"/>
                  </a:lnTo>
                  <a:lnTo>
                    <a:pt x="2381" y="55695"/>
                  </a:lnTo>
                  <a:lnTo>
                    <a:pt x="2111" y="54303"/>
                  </a:lnTo>
                  <a:lnTo>
                    <a:pt x="1932" y="52865"/>
                  </a:lnTo>
                  <a:lnTo>
                    <a:pt x="1752" y="51428"/>
                  </a:lnTo>
                  <a:lnTo>
                    <a:pt x="1617" y="49991"/>
                  </a:lnTo>
                  <a:lnTo>
                    <a:pt x="1527" y="48508"/>
                  </a:lnTo>
                  <a:lnTo>
                    <a:pt x="1438" y="47071"/>
                  </a:lnTo>
                  <a:lnTo>
                    <a:pt x="1393" y="45589"/>
                  </a:lnTo>
                  <a:lnTo>
                    <a:pt x="1393" y="42625"/>
                  </a:lnTo>
                  <a:lnTo>
                    <a:pt x="1438" y="39660"/>
                  </a:lnTo>
                  <a:lnTo>
                    <a:pt x="1572" y="36741"/>
                  </a:lnTo>
                  <a:lnTo>
                    <a:pt x="1797" y="33821"/>
                  </a:lnTo>
                  <a:lnTo>
                    <a:pt x="2111" y="30947"/>
                  </a:lnTo>
                  <a:lnTo>
                    <a:pt x="2471" y="28117"/>
                  </a:lnTo>
                  <a:lnTo>
                    <a:pt x="2830" y="25377"/>
                  </a:lnTo>
                  <a:lnTo>
                    <a:pt x="3279" y="22682"/>
                  </a:lnTo>
                  <a:lnTo>
                    <a:pt x="3728" y="20122"/>
                  </a:lnTo>
                  <a:lnTo>
                    <a:pt x="4222" y="17652"/>
                  </a:lnTo>
                  <a:lnTo>
                    <a:pt x="4716" y="15271"/>
                  </a:lnTo>
                  <a:lnTo>
                    <a:pt x="5255" y="13026"/>
                  </a:lnTo>
                  <a:lnTo>
                    <a:pt x="6243" y="9028"/>
                  </a:lnTo>
                  <a:lnTo>
                    <a:pt x="7142" y="5704"/>
                  </a:lnTo>
                  <a:lnTo>
                    <a:pt x="7860" y="3189"/>
                  </a:lnTo>
                  <a:lnTo>
                    <a:pt x="8579" y="898"/>
                  </a:lnTo>
                  <a:lnTo>
                    <a:pt x="8624" y="764"/>
                  </a:lnTo>
                  <a:lnTo>
                    <a:pt x="8624" y="629"/>
                  </a:lnTo>
                  <a:lnTo>
                    <a:pt x="8534" y="404"/>
                  </a:lnTo>
                  <a:lnTo>
                    <a:pt x="8399" y="180"/>
                  </a:lnTo>
                  <a:lnTo>
                    <a:pt x="8265" y="90"/>
                  </a:lnTo>
                  <a:lnTo>
                    <a:pt x="8130" y="45"/>
                  </a:lnTo>
                  <a:lnTo>
                    <a:pt x="7995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3"/>
            <p:cNvSpPr/>
            <p:nvPr/>
          </p:nvSpPr>
          <p:spPr>
            <a:xfrm>
              <a:off x="5879450" y="3971375"/>
              <a:ext cx="381800" cy="158350"/>
            </a:xfrm>
            <a:custGeom>
              <a:rect b="b" l="l" r="r" t="t"/>
              <a:pathLst>
                <a:path extrusionOk="0" h="6334" w="15272">
                  <a:moveTo>
                    <a:pt x="674" y="1"/>
                  </a:moveTo>
                  <a:lnTo>
                    <a:pt x="540" y="46"/>
                  </a:lnTo>
                  <a:lnTo>
                    <a:pt x="405" y="91"/>
                  </a:lnTo>
                  <a:lnTo>
                    <a:pt x="180" y="225"/>
                  </a:lnTo>
                  <a:lnTo>
                    <a:pt x="45" y="450"/>
                  </a:lnTo>
                  <a:lnTo>
                    <a:pt x="1" y="585"/>
                  </a:lnTo>
                  <a:lnTo>
                    <a:pt x="1" y="719"/>
                  </a:lnTo>
                  <a:lnTo>
                    <a:pt x="1" y="2786"/>
                  </a:lnTo>
                  <a:lnTo>
                    <a:pt x="1" y="2965"/>
                  </a:lnTo>
                  <a:lnTo>
                    <a:pt x="90" y="3100"/>
                  </a:lnTo>
                  <a:lnTo>
                    <a:pt x="180" y="3235"/>
                  </a:lnTo>
                  <a:lnTo>
                    <a:pt x="270" y="3369"/>
                  </a:lnTo>
                  <a:lnTo>
                    <a:pt x="540" y="3549"/>
                  </a:lnTo>
                  <a:lnTo>
                    <a:pt x="1168" y="3863"/>
                  </a:lnTo>
                  <a:lnTo>
                    <a:pt x="2201" y="4358"/>
                  </a:lnTo>
                  <a:lnTo>
                    <a:pt x="2920" y="4627"/>
                  </a:lnTo>
                  <a:lnTo>
                    <a:pt x="3729" y="4897"/>
                  </a:lnTo>
                  <a:lnTo>
                    <a:pt x="4627" y="5166"/>
                  </a:lnTo>
                  <a:lnTo>
                    <a:pt x="5660" y="5391"/>
                  </a:lnTo>
                  <a:lnTo>
                    <a:pt x="6828" y="5660"/>
                  </a:lnTo>
                  <a:lnTo>
                    <a:pt x="8130" y="5885"/>
                  </a:lnTo>
                  <a:lnTo>
                    <a:pt x="9523" y="6064"/>
                  </a:lnTo>
                  <a:lnTo>
                    <a:pt x="11095" y="6199"/>
                  </a:lnTo>
                  <a:lnTo>
                    <a:pt x="12756" y="6289"/>
                  </a:lnTo>
                  <a:lnTo>
                    <a:pt x="14598" y="6334"/>
                  </a:lnTo>
                  <a:lnTo>
                    <a:pt x="14733" y="6289"/>
                  </a:lnTo>
                  <a:lnTo>
                    <a:pt x="14867" y="6244"/>
                  </a:lnTo>
                  <a:lnTo>
                    <a:pt x="15092" y="6109"/>
                  </a:lnTo>
                  <a:lnTo>
                    <a:pt x="15227" y="5885"/>
                  </a:lnTo>
                  <a:lnTo>
                    <a:pt x="15272" y="5750"/>
                  </a:lnTo>
                  <a:lnTo>
                    <a:pt x="15272" y="5615"/>
                  </a:lnTo>
                  <a:lnTo>
                    <a:pt x="15272" y="5480"/>
                  </a:lnTo>
                  <a:lnTo>
                    <a:pt x="15227" y="5346"/>
                  </a:lnTo>
                  <a:lnTo>
                    <a:pt x="15092" y="5121"/>
                  </a:lnTo>
                  <a:lnTo>
                    <a:pt x="14867" y="4986"/>
                  </a:lnTo>
                  <a:lnTo>
                    <a:pt x="14733" y="4941"/>
                  </a:lnTo>
                  <a:lnTo>
                    <a:pt x="14598" y="4941"/>
                  </a:lnTo>
                  <a:lnTo>
                    <a:pt x="13116" y="4897"/>
                  </a:lnTo>
                  <a:lnTo>
                    <a:pt x="11723" y="4852"/>
                  </a:lnTo>
                  <a:lnTo>
                    <a:pt x="10421" y="4762"/>
                  </a:lnTo>
                  <a:lnTo>
                    <a:pt x="9253" y="4627"/>
                  </a:lnTo>
                  <a:lnTo>
                    <a:pt x="8130" y="4447"/>
                  </a:lnTo>
                  <a:lnTo>
                    <a:pt x="7097" y="4313"/>
                  </a:lnTo>
                  <a:lnTo>
                    <a:pt x="6199" y="4088"/>
                  </a:lnTo>
                  <a:lnTo>
                    <a:pt x="5345" y="3908"/>
                  </a:lnTo>
                  <a:lnTo>
                    <a:pt x="3863" y="3459"/>
                  </a:lnTo>
                  <a:lnTo>
                    <a:pt x="2740" y="3055"/>
                  </a:lnTo>
                  <a:lnTo>
                    <a:pt x="1932" y="2696"/>
                  </a:lnTo>
                  <a:lnTo>
                    <a:pt x="1393" y="2426"/>
                  </a:lnTo>
                  <a:lnTo>
                    <a:pt x="1393" y="719"/>
                  </a:lnTo>
                  <a:lnTo>
                    <a:pt x="1348" y="585"/>
                  </a:lnTo>
                  <a:lnTo>
                    <a:pt x="1303" y="450"/>
                  </a:lnTo>
                  <a:lnTo>
                    <a:pt x="1168" y="225"/>
                  </a:lnTo>
                  <a:lnTo>
                    <a:pt x="944" y="91"/>
                  </a:lnTo>
                  <a:lnTo>
                    <a:pt x="809" y="46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3"/>
            <p:cNvSpPr/>
            <p:nvPr/>
          </p:nvSpPr>
          <p:spPr>
            <a:xfrm>
              <a:off x="6226425" y="1916525"/>
              <a:ext cx="920775" cy="2142475"/>
            </a:xfrm>
            <a:custGeom>
              <a:rect b="b" l="l" r="r" t="t"/>
              <a:pathLst>
                <a:path extrusionOk="0" h="85699" w="36831">
                  <a:moveTo>
                    <a:pt x="28791" y="0"/>
                  </a:moveTo>
                  <a:lnTo>
                    <a:pt x="28656" y="45"/>
                  </a:lnTo>
                  <a:lnTo>
                    <a:pt x="28521" y="90"/>
                  </a:lnTo>
                  <a:lnTo>
                    <a:pt x="28432" y="180"/>
                  </a:lnTo>
                  <a:lnTo>
                    <a:pt x="28252" y="404"/>
                  </a:lnTo>
                  <a:lnTo>
                    <a:pt x="28207" y="629"/>
                  </a:lnTo>
                  <a:lnTo>
                    <a:pt x="28207" y="764"/>
                  </a:lnTo>
                  <a:lnTo>
                    <a:pt x="28207" y="898"/>
                  </a:lnTo>
                  <a:lnTo>
                    <a:pt x="28926" y="3189"/>
                  </a:lnTo>
                  <a:lnTo>
                    <a:pt x="29689" y="5704"/>
                  </a:lnTo>
                  <a:lnTo>
                    <a:pt x="30588" y="9028"/>
                  </a:lnTo>
                  <a:lnTo>
                    <a:pt x="31576" y="13026"/>
                  </a:lnTo>
                  <a:lnTo>
                    <a:pt x="32070" y="15271"/>
                  </a:lnTo>
                  <a:lnTo>
                    <a:pt x="32564" y="17607"/>
                  </a:lnTo>
                  <a:lnTo>
                    <a:pt x="33058" y="20122"/>
                  </a:lnTo>
                  <a:lnTo>
                    <a:pt x="33507" y="22682"/>
                  </a:lnTo>
                  <a:lnTo>
                    <a:pt x="33956" y="25377"/>
                  </a:lnTo>
                  <a:lnTo>
                    <a:pt x="34360" y="28117"/>
                  </a:lnTo>
                  <a:lnTo>
                    <a:pt x="34720" y="30947"/>
                  </a:lnTo>
                  <a:lnTo>
                    <a:pt x="34989" y="33821"/>
                  </a:lnTo>
                  <a:lnTo>
                    <a:pt x="35214" y="36741"/>
                  </a:lnTo>
                  <a:lnTo>
                    <a:pt x="35349" y="39660"/>
                  </a:lnTo>
                  <a:lnTo>
                    <a:pt x="35438" y="42625"/>
                  </a:lnTo>
                  <a:lnTo>
                    <a:pt x="35393" y="45589"/>
                  </a:lnTo>
                  <a:lnTo>
                    <a:pt x="35349" y="47071"/>
                  </a:lnTo>
                  <a:lnTo>
                    <a:pt x="35259" y="48508"/>
                  </a:lnTo>
                  <a:lnTo>
                    <a:pt x="35169" y="49991"/>
                  </a:lnTo>
                  <a:lnTo>
                    <a:pt x="35034" y="51428"/>
                  </a:lnTo>
                  <a:lnTo>
                    <a:pt x="34854" y="52865"/>
                  </a:lnTo>
                  <a:lnTo>
                    <a:pt x="34675" y="54303"/>
                  </a:lnTo>
                  <a:lnTo>
                    <a:pt x="34450" y="55695"/>
                  </a:lnTo>
                  <a:lnTo>
                    <a:pt x="34181" y="57132"/>
                  </a:lnTo>
                  <a:lnTo>
                    <a:pt x="33866" y="58480"/>
                  </a:lnTo>
                  <a:lnTo>
                    <a:pt x="33552" y="59872"/>
                  </a:lnTo>
                  <a:lnTo>
                    <a:pt x="33193" y="61219"/>
                  </a:lnTo>
                  <a:lnTo>
                    <a:pt x="32788" y="62522"/>
                  </a:lnTo>
                  <a:lnTo>
                    <a:pt x="32339" y="63825"/>
                  </a:lnTo>
                  <a:lnTo>
                    <a:pt x="31845" y="65127"/>
                  </a:lnTo>
                  <a:lnTo>
                    <a:pt x="31351" y="66340"/>
                  </a:lnTo>
                  <a:lnTo>
                    <a:pt x="30767" y="67597"/>
                  </a:lnTo>
                  <a:lnTo>
                    <a:pt x="30183" y="68765"/>
                  </a:lnTo>
                  <a:lnTo>
                    <a:pt x="29510" y="69933"/>
                  </a:lnTo>
                  <a:lnTo>
                    <a:pt x="28836" y="71056"/>
                  </a:lnTo>
                  <a:lnTo>
                    <a:pt x="28072" y="72134"/>
                  </a:lnTo>
                  <a:lnTo>
                    <a:pt x="27533" y="72897"/>
                  </a:lnTo>
                  <a:lnTo>
                    <a:pt x="26949" y="73616"/>
                  </a:lnTo>
                  <a:lnTo>
                    <a:pt x="26366" y="74335"/>
                  </a:lnTo>
                  <a:lnTo>
                    <a:pt x="25737" y="75008"/>
                  </a:lnTo>
                  <a:lnTo>
                    <a:pt x="25108" y="75637"/>
                  </a:lnTo>
                  <a:lnTo>
                    <a:pt x="24479" y="76266"/>
                  </a:lnTo>
                  <a:lnTo>
                    <a:pt x="23805" y="76895"/>
                  </a:lnTo>
                  <a:lnTo>
                    <a:pt x="23087" y="77434"/>
                  </a:lnTo>
                  <a:lnTo>
                    <a:pt x="22413" y="78018"/>
                  </a:lnTo>
                  <a:lnTo>
                    <a:pt x="21649" y="78557"/>
                  </a:lnTo>
                  <a:lnTo>
                    <a:pt x="20931" y="79051"/>
                  </a:lnTo>
                  <a:lnTo>
                    <a:pt x="20122" y="79545"/>
                  </a:lnTo>
                  <a:lnTo>
                    <a:pt x="19359" y="79994"/>
                  </a:lnTo>
                  <a:lnTo>
                    <a:pt x="18550" y="80443"/>
                  </a:lnTo>
                  <a:lnTo>
                    <a:pt x="17697" y="80847"/>
                  </a:lnTo>
                  <a:lnTo>
                    <a:pt x="16888" y="81252"/>
                  </a:lnTo>
                  <a:lnTo>
                    <a:pt x="15990" y="81611"/>
                  </a:lnTo>
                  <a:lnTo>
                    <a:pt x="15137" y="81970"/>
                  </a:lnTo>
                  <a:lnTo>
                    <a:pt x="14194" y="82285"/>
                  </a:lnTo>
                  <a:lnTo>
                    <a:pt x="13295" y="82599"/>
                  </a:lnTo>
                  <a:lnTo>
                    <a:pt x="12352" y="82869"/>
                  </a:lnTo>
                  <a:lnTo>
                    <a:pt x="11364" y="83093"/>
                  </a:lnTo>
                  <a:lnTo>
                    <a:pt x="10376" y="83363"/>
                  </a:lnTo>
                  <a:lnTo>
                    <a:pt x="9388" y="83542"/>
                  </a:lnTo>
                  <a:lnTo>
                    <a:pt x="7322" y="83902"/>
                  </a:lnTo>
                  <a:lnTo>
                    <a:pt x="5211" y="84126"/>
                  </a:lnTo>
                  <a:lnTo>
                    <a:pt x="2965" y="84261"/>
                  </a:lnTo>
                  <a:lnTo>
                    <a:pt x="719" y="84306"/>
                  </a:lnTo>
                  <a:lnTo>
                    <a:pt x="539" y="84306"/>
                  </a:lnTo>
                  <a:lnTo>
                    <a:pt x="449" y="84351"/>
                  </a:lnTo>
                  <a:lnTo>
                    <a:pt x="225" y="84530"/>
                  </a:lnTo>
                  <a:lnTo>
                    <a:pt x="45" y="84710"/>
                  </a:lnTo>
                  <a:lnTo>
                    <a:pt x="45" y="84845"/>
                  </a:lnTo>
                  <a:lnTo>
                    <a:pt x="0" y="84980"/>
                  </a:lnTo>
                  <a:lnTo>
                    <a:pt x="45" y="85159"/>
                  </a:lnTo>
                  <a:lnTo>
                    <a:pt x="45" y="85249"/>
                  </a:lnTo>
                  <a:lnTo>
                    <a:pt x="225" y="85474"/>
                  </a:lnTo>
                  <a:lnTo>
                    <a:pt x="449" y="85653"/>
                  </a:lnTo>
                  <a:lnTo>
                    <a:pt x="539" y="85698"/>
                  </a:lnTo>
                  <a:lnTo>
                    <a:pt x="719" y="85698"/>
                  </a:lnTo>
                  <a:lnTo>
                    <a:pt x="3055" y="85653"/>
                  </a:lnTo>
                  <a:lnTo>
                    <a:pt x="5390" y="85474"/>
                  </a:lnTo>
                  <a:lnTo>
                    <a:pt x="6468" y="85384"/>
                  </a:lnTo>
                  <a:lnTo>
                    <a:pt x="7591" y="85249"/>
                  </a:lnTo>
                  <a:lnTo>
                    <a:pt x="8669" y="85069"/>
                  </a:lnTo>
                  <a:lnTo>
                    <a:pt x="9747" y="84890"/>
                  </a:lnTo>
                  <a:lnTo>
                    <a:pt x="10780" y="84665"/>
                  </a:lnTo>
                  <a:lnTo>
                    <a:pt x="11813" y="84441"/>
                  </a:lnTo>
                  <a:lnTo>
                    <a:pt x="12801" y="84171"/>
                  </a:lnTo>
                  <a:lnTo>
                    <a:pt x="13789" y="83902"/>
                  </a:lnTo>
                  <a:lnTo>
                    <a:pt x="14733" y="83587"/>
                  </a:lnTo>
                  <a:lnTo>
                    <a:pt x="15676" y="83228"/>
                  </a:lnTo>
                  <a:lnTo>
                    <a:pt x="16619" y="82869"/>
                  </a:lnTo>
                  <a:lnTo>
                    <a:pt x="17517" y="82509"/>
                  </a:lnTo>
                  <a:lnTo>
                    <a:pt x="18371" y="82060"/>
                  </a:lnTo>
                  <a:lnTo>
                    <a:pt x="19269" y="81656"/>
                  </a:lnTo>
                  <a:lnTo>
                    <a:pt x="20077" y="81162"/>
                  </a:lnTo>
                  <a:lnTo>
                    <a:pt x="20931" y="80713"/>
                  </a:lnTo>
                  <a:lnTo>
                    <a:pt x="21739" y="80174"/>
                  </a:lnTo>
                  <a:lnTo>
                    <a:pt x="22503" y="79635"/>
                  </a:lnTo>
                  <a:lnTo>
                    <a:pt x="23266" y="79096"/>
                  </a:lnTo>
                  <a:lnTo>
                    <a:pt x="23985" y="78512"/>
                  </a:lnTo>
                  <a:lnTo>
                    <a:pt x="24704" y="77883"/>
                  </a:lnTo>
                  <a:lnTo>
                    <a:pt x="25422" y="77254"/>
                  </a:lnTo>
                  <a:lnTo>
                    <a:pt x="26096" y="76625"/>
                  </a:lnTo>
                  <a:lnTo>
                    <a:pt x="26770" y="75907"/>
                  </a:lnTo>
                  <a:lnTo>
                    <a:pt x="27399" y="75233"/>
                  </a:lnTo>
                  <a:lnTo>
                    <a:pt x="28027" y="74469"/>
                  </a:lnTo>
                  <a:lnTo>
                    <a:pt x="28611" y="73751"/>
                  </a:lnTo>
                  <a:lnTo>
                    <a:pt x="29195" y="72942"/>
                  </a:lnTo>
                  <a:lnTo>
                    <a:pt x="30004" y="71774"/>
                  </a:lnTo>
                  <a:lnTo>
                    <a:pt x="30722" y="70562"/>
                  </a:lnTo>
                  <a:lnTo>
                    <a:pt x="31441" y="69304"/>
                  </a:lnTo>
                  <a:lnTo>
                    <a:pt x="32070" y="68047"/>
                  </a:lnTo>
                  <a:lnTo>
                    <a:pt x="32654" y="66744"/>
                  </a:lnTo>
                  <a:lnTo>
                    <a:pt x="33238" y="65397"/>
                  </a:lnTo>
                  <a:lnTo>
                    <a:pt x="33732" y="64049"/>
                  </a:lnTo>
                  <a:lnTo>
                    <a:pt x="34181" y="62657"/>
                  </a:lnTo>
                  <a:lnTo>
                    <a:pt x="34630" y="61219"/>
                  </a:lnTo>
                  <a:lnTo>
                    <a:pt x="34989" y="59782"/>
                  </a:lnTo>
                  <a:lnTo>
                    <a:pt x="35304" y="58345"/>
                  </a:lnTo>
                  <a:lnTo>
                    <a:pt x="35618" y="56908"/>
                  </a:lnTo>
                  <a:lnTo>
                    <a:pt x="35888" y="55425"/>
                  </a:lnTo>
                  <a:lnTo>
                    <a:pt x="36112" y="53943"/>
                  </a:lnTo>
                  <a:lnTo>
                    <a:pt x="36292" y="52416"/>
                  </a:lnTo>
                  <a:lnTo>
                    <a:pt x="36471" y="50934"/>
                  </a:lnTo>
                  <a:lnTo>
                    <a:pt x="36606" y="49407"/>
                  </a:lnTo>
                  <a:lnTo>
                    <a:pt x="36696" y="47880"/>
                  </a:lnTo>
                  <a:lnTo>
                    <a:pt x="36741" y="46397"/>
                  </a:lnTo>
                  <a:lnTo>
                    <a:pt x="36786" y="44870"/>
                  </a:lnTo>
                  <a:lnTo>
                    <a:pt x="36831" y="41861"/>
                  </a:lnTo>
                  <a:lnTo>
                    <a:pt x="36741" y="38897"/>
                  </a:lnTo>
                  <a:lnTo>
                    <a:pt x="36561" y="35977"/>
                  </a:lnTo>
                  <a:lnTo>
                    <a:pt x="36337" y="33147"/>
                  </a:lnTo>
                  <a:lnTo>
                    <a:pt x="36067" y="30408"/>
                  </a:lnTo>
                  <a:lnTo>
                    <a:pt x="35708" y="27713"/>
                  </a:lnTo>
                  <a:lnTo>
                    <a:pt x="35349" y="24973"/>
                  </a:lnTo>
                  <a:lnTo>
                    <a:pt x="34899" y="22278"/>
                  </a:lnTo>
                  <a:lnTo>
                    <a:pt x="34405" y="19673"/>
                  </a:lnTo>
                  <a:lnTo>
                    <a:pt x="33911" y="17203"/>
                  </a:lnTo>
                  <a:lnTo>
                    <a:pt x="33417" y="14822"/>
                  </a:lnTo>
                  <a:lnTo>
                    <a:pt x="32878" y="12576"/>
                  </a:lnTo>
                  <a:lnTo>
                    <a:pt x="31890" y="8534"/>
                  </a:lnTo>
                  <a:lnTo>
                    <a:pt x="30992" y="5210"/>
                  </a:lnTo>
                  <a:lnTo>
                    <a:pt x="30228" y="2695"/>
                  </a:lnTo>
                  <a:lnTo>
                    <a:pt x="29510" y="449"/>
                  </a:lnTo>
                  <a:lnTo>
                    <a:pt x="29465" y="359"/>
                  </a:lnTo>
                  <a:lnTo>
                    <a:pt x="29375" y="225"/>
                  </a:lnTo>
                  <a:lnTo>
                    <a:pt x="29195" y="90"/>
                  </a:lnTo>
                  <a:lnTo>
                    <a:pt x="28926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3"/>
            <p:cNvSpPr/>
            <p:nvPr/>
          </p:nvSpPr>
          <p:spPr>
            <a:xfrm>
              <a:off x="6226425" y="3971375"/>
              <a:ext cx="381800" cy="158350"/>
            </a:xfrm>
            <a:custGeom>
              <a:rect b="b" l="l" r="r" t="t"/>
              <a:pathLst>
                <a:path extrusionOk="0" h="6334" w="15272">
                  <a:moveTo>
                    <a:pt x="14598" y="1"/>
                  </a:moveTo>
                  <a:lnTo>
                    <a:pt x="14463" y="46"/>
                  </a:lnTo>
                  <a:lnTo>
                    <a:pt x="14328" y="91"/>
                  </a:lnTo>
                  <a:lnTo>
                    <a:pt x="14104" y="225"/>
                  </a:lnTo>
                  <a:lnTo>
                    <a:pt x="13969" y="450"/>
                  </a:lnTo>
                  <a:lnTo>
                    <a:pt x="13924" y="585"/>
                  </a:lnTo>
                  <a:lnTo>
                    <a:pt x="13924" y="719"/>
                  </a:lnTo>
                  <a:lnTo>
                    <a:pt x="13924" y="2426"/>
                  </a:lnTo>
                  <a:lnTo>
                    <a:pt x="13385" y="2696"/>
                  </a:lnTo>
                  <a:lnTo>
                    <a:pt x="12577" y="3055"/>
                  </a:lnTo>
                  <a:lnTo>
                    <a:pt x="11409" y="3459"/>
                  </a:lnTo>
                  <a:lnTo>
                    <a:pt x="9972" y="3908"/>
                  </a:lnTo>
                  <a:lnTo>
                    <a:pt x="9118" y="4088"/>
                  </a:lnTo>
                  <a:lnTo>
                    <a:pt x="8175" y="4313"/>
                  </a:lnTo>
                  <a:lnTo>
                    <a:pt x="7187" y="4447"/>
                  </a:lnTo>
                  <a:lnTo>
                    <a:pt x="6064" y="4627"/>
                  </a:lnTo>
                  <a:lnTo>
                    <a:pt x="4851" y="4762"/>
                  </a:lnTo>
                  <a:lnTo>
                    <a:pt x="3594" y="4852"/>
                  </a:lnTo>
                  <a:lnTo>
                    <a:pt x="2201" y="4897"/>
                  </a:lnTo>
                  <a:lnTo>
                    <a:pt x="719" y="4941"/>
                  </a:lnTo>
                  <a:lnTo>
                    <a:pt x="539" y="4941"/>
                  </a:lnTo>
                  <a:lnTo>
                    <a:pt x="449" y="4986"/>
                  </a:lnTo>
                  <a:lnTo>
                    <a:pt x="225" y="5121"/>
                  </a:lnTo>
                  <a:lnTo>
                    <a:pt x="45" y="5346"/>
                  </a:lnTo>
                  <a:lnTo>
                    <a:pt x="45" y="5480"/>
                  </a:lnTo>
                  <a:lnTo>
                    <a:pt x="0" y="5615"/>
                  </a:lnTo>
                  <a:lnTo>
                    <a:pt x="45" y="5750"/>
                  </a:lnTo>
                  <a:lnTo>
                    <a:pt x="45" y="5885"/>
                  </a:lnTo>
                  <a:lnTo>
                    <a:pt x="225" y="6109"/>
                  </a:lnTo>
                  <a:lnTo>
                    <a:pt x="449" y="6244"/>
                  </a:lnTo>
                  <a:lnTo>
                    <a:pt x="539" y="6289"/>
                  </a:lnTo>
                  <a:lnTo>
                    <a:pt x="719" y="6334"/>
                  </a:lnTo>
                  <a:lnTo>
                    <a:pt x="2516" y="6289"/>
                  </a:lnTo>
                  <a:lnTo>
                    <a:pt x="4222" y="6199"/>
                  </a:lnTo>
                  <a:lnTo>
                    <a:pt x="5749" y="6064"/>
                  </a:lnTo>
                  <a:lnTo>
                    <a:pt x="7187" y="5885"/>
                  </a:lnTo>
                  <a:lnTo>
                    <a:pt x="8444" y="5660"/>
                  </a:lnTo>
                  <a:lnTo>
                    <a:pt x="9612" y="5391"/>
                  </a:lnTo>
                  <a:lnTo>
                    <a:pt x="10645" y="5166"/>
                  </a:lnTo>
                  <a:lnTo>
                    <a:pt x="11588" y="4897"/>
                  </a:lnTo>
                  <a:lnTo>
                    <a:pt x="12352" y="4627"/>
                  </a:lnTo>
                  <a:lnTo>
                    <a:pt x="13071" y="4358"/>
                  </a:lnTo>
                  <a:lnTo>
                    <a:pt x="14104" y="3863"/>
                  </a:lnTo>
                  <a:lnTo>
                    <a:pt x="14777" y="3549"/>
                  </a:lnTo>
                  <a:lnTo>
                    <a:pt x="15002" y="3369"/>
                  </a:lnTo>
                  <a:lnTo>
                    <a:pt x="15137" y="3235"/>
                  </a:lnTo>
                  <a:lnTo>
                    <a:pt x="15227" y="3100"/>
                  </a:lnTo>
                  <a:lnTo>
                    <a:pt x="15271" y="2965"/>
                  </a:lnTo>
                  <a:lnTo>
                    <a:pt x="15271" y="2786"/>
                  </a:lnTo>
                  <a:lnTo>
                    <a:pt x="15271" y="719"/>
                  </a:lnTo>
                  <a:lnTo>
                    <a:pt x="15271" y="585"/>
                  </a:lnTo>
                  <a:lnTo>
                    <a:pt x="15227" y="450"/>
                  </a:lnTo>
                  <a:lnTo>
                    <a:pt x="15092" y="225"/>
                  </a:lnTo>
                  <a:lnTo>
                    <a:pt x="14867" y="91"/>
                  </a:lnTo>
                  <a:lnTo>
                    <a:pt x="14733" y="46"/>
                  </a:lnTo>
                  <a:lnTo>
                    <a:pt x="14598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33"/>
            <p:cNvSpPr/>
            <p:nvPr/>
          </p:nvSpPr>
          <p:spPr>
            <a:xfrm>
              <a:off x="5465100" y="2904650"/>
              <a:ext cx="467150" cy="996025"/>
            </a:xfrm>
            <a:custGeom>
              <a:rect b="b" l="l" r="r" t="t"/>
              <a:pathLst>
                <a:path extrusionOk="0" h="39841" w="18686">
                  <a:moveTo>
                    <a:pt x="1124" y="0"/>
                  </a:moveTo>
                  <a:lnTo>
                    <a:pt x="989" y="45"/>
                  </a:lnTo>
                  <a:lnTo>
                    <a:pt x="899" y="135"/>
                  </a:lnTo>
                  <a:lnTo>
                    <a:pt x="854" y="270"/>
                  </a:lnTo>
                  <a:lnTo>
                    <a:pt x="585" y="1797"/>
                  </a:lnTo>
                  <a:lnTo>
                    <a:pt x="360" y="3279"/>
                  </a:lnTo>
                  <a:lnTo>
                    <a:pt x="181" y="4806"/>
                  </a:lnTo>
                  <a:lnTo>
                    <a:pt x="46" y="6289"/>
                  </a:lnTo>
                  <a:lnTo>
                    <a:pt x="1" y="7771"/>
                  </a:lnTo>
                  <a:lnTo>
                    <a:pt x="1" y="9253"/>
                  </a:lnTo>
                  <a:lnTo>
                    <a:pt x="1" y="10690"/>
                  </a:lnTo>
                  <a:lnTo>
                    <a:pt x="91" y="12172"/>
                  </a:lnTo>
                  <a:lnTo>
                    <a:pt x="270" y="13610"/>
                  </a:lnTo>
                  <a:lnTo>
                    <a:pt x="450" y="15002"/>
                  </a:lnTo>
                  <a:lnTo>
                    <a:pt x="675" y="16439"/>
                  </a:lnTo>
                  <a:lnTo>
                    <a:pt x="989" y="17787"/>
                  </a:lnTo>
                  <a:lnTo>
                    <a:pt x="1348" y="19179"/>
                  </a:lnTo>
                  <a:lnTo>
                    <a:pt x="1708" y="20527"/>
                  </a:lnTo>
                  <a:lnTo>
                    <a:pt x="2157" y="21829"/>
                  </a:lnTo>
                  <a:lnTo>
                    <a:pt x="2651" y="23132"/>
                  </a:lnTo>
                  <a:lnTo>
                    <a:pt x="3280" y="24524"/>
                  </a:lnTo>
                  <a:lnTo>
                    <a:pt x="3953" y="25916"/>
                  </a:lnTo>
                  <a:lnTo>
                    <a:pt x="4627" y="27219"/>
                  </a:lnTo>
                  <a:lnTo>
                    <a:pt x="5436" y="28477"/>
                  </a:lnTo>
                  <a:lnTo>
                    <a:pt x="6244" y="29734"/>
                  </a:lnTo>
                  <a:lnTo>
                    <a:pt x="7142" y="30902"/>
                  </a:lnTo>
                  <a:lnTo>
                    <a:pt x="8041" y="32070"/>
                  </a:lnTo>
                  <a:lnTo>
                    <a:pt x="9029" y="33148"/>
                  </a:lnTo>
                  <a:lnTo>
                    <a:pt x="10017" y="34181"/>
                  </a:lnTo>
                  <a:lnTo>
                    <a:pt x="11095" y="35169"/>
                  </a:lnTo>
                  <a:lnTo>
                    <a:pt x="12173" y="36112"/>
                  </a:lnTo>
                  <a:lnTo>
                    <a:pt x="13341" y="36966"/>
                  </a:lnTo>
                  <a:lnTo>
                    <a:pt x="14508" y="37774"/>
                  </a:lnTo>
                  <a:lnTo>
                    <a:pt x="15721" y="38538"/>
                  </a:lnTo>
                  <a:lnTo>
                    <a:pt x="16934" y="39211"/>
                  </a:lnTo>
                  <a:lnTo>
                    <a:pt x="18192" y="39840"/>
                  </a:lnTo>
                  <a:lnTo>
                    <a:pt x="18461" y="39840"/>
                  </a:lnTo>
                  <a:lnTo>
                    <a:pt x="18551" y="39795"/>
                  </a:lnTo>
                  <a:lnTo>
                    <a:pt x="18596" y="39750"/>
                  </a:lnTo>
                  <a:lnTo>
                    <a:pt x="18686" y="39660"/>
                  </a:lnTo>
                  <a:lnTo>
                    <a:pt x="18686" y="39526"/>
                  </a:lnTo>
                  <a:lnTo>
                    <a:pt x="18686" y="39391"/>
                  </a:lnTo>
                  <a:lnTo>
                    <a:pt x="18596" y="39301"/>
                  </a:lnTo>
                  <a:lnTo>
                    <a:pt x="18506" y="39211"/>
                  </a:lnTo>
                  <a:lnTo>
                    <a:pt x="17248" y="38583"/>
                  </a:lnTo>
                  <a:lnTo>
                    <a:pt x="16036" y="37954"/>
                  </a:lnTo>
                  <a:lnTo>
                    <a:pt x="14868" y="37190"/>
                  </a:lnTo>
                  <a:lnTo>
                    <a:pt x="13745" y="36427"/>
                  </a:lnTo>
                  <a:lnTo>
                    <a:pt x="12622" y="35573"/>
                  </a:lnTo>
                  <a:lnTo>
                    <a:pt x="11544" y="34630"/>
                  </a:lnTo>
                  <a:lnTo>
                    <a:pt x="10511" y="33687"/>
                  </a:lnTo>
                  <a:lnTo>
                    <a:pt x="9523" y="32654"/>
                  </a:lnTo>
                  <a:lnTo>
                    <a:pt x="8580" y="31621"/>
                  </a:lnTo>
                  <a:lnTo>
                    <a:pt x="7681" y="30498"/>
                  </a:lnTo>
                  <a:lnTo>
                    <a:pt x="6828" y="29330"/>
                  </a:lnTo>
                  <a:lnTo>
                    <a:pt x="6020" y="28117"/>
                  </a:lnTo>
                  <a:lnTo>
                    <a:pt x="5256" y="26860"/>
                  </a:lnTo>
                  <a:lnTo>
                    <a:pt x="4537" y="25557"/>
                  </a:lnTo>
                  <a:lnTo>
                    <a:pt x="3909" y="24255"/>
                  </a:lnTo>
                  <a:lnTo>
                    <a:pt x="3325" y="22907"/>
                  </a:lnTo>
                  <a:lnTo>
                    <a:pt x="2831" y="21605"/>
                  </a:lnTo>
                  <a:lnTo>
                    <a:pt x="2381" y="20302"/>
                  </a:lnTo>
                  <a:lnTo>
                    <a:pt x="1977" y="19000"/>
                  </a:lnTo>
                  <a:lnTo>
                    <a:pt x="1663" y="17652"/>
                  </a:lnTo>
                  <a:lnTo>
                    <a:pt x="1348" y="16260"/>
                  </a:lnTo>
                  <a:lnTo>
                    <a:pt x="1124" y="14912"/>
                  </a:lnTo>
                  <a:lnTo>
                    <a:pt x="944" y="13520"/>
                  </a:lnTo>
                  <a:lnTo>
                    <a:pt x="809" y="12083"/>
                  </a:lnTo>
                  <a:lnTo>
                    <a:pt x="720" y="10645"/>
                  </a:lnTo>
                  <a:lnTo>
                    <a:pt x="675" y="9208"/>
                  </a:lnTo>
                  <a:lnTo>
                    <a:pt x="675" y="7771"/>
                  </a:lnTo>
                  <a:lnTo>
                    <a:pt x="764" y="6333"/>
                  </a:lnTo>
                  <a:lnTo>
                    <a:pt x="854" y="4851"/>
                  </a:lnTo>
                  <a:lnTo>
                    <a:pt x="1034" y="3369"/>
                  </a:lnTo>
                  <a:lnTo>
                    <a:pt x="1259" y="1887"/>
                  </a:lnTo>
                  <a:lnTo>
                    <a:pt x="1528" y="405"/>
                  </a:lnTo>
                  <a:lnTo>
                    <a:pt x="1528" y="270"/>
                  </a:lnTo>
                  <a:lnTo>
                    <a:pt x="1483" y="135"/>
                  </a:lnTo>
                  <a:lnTo>
                    <a:pt x="1348" y="45"/>
                  </a:lnTo>
                  <a:lnTo>
                    <a:pt x="1259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33"/>
            <p:cNvSpPr/>
            <p:nvPr/>
          </p:nvSpPr>
          <p:spPr>
            <a:xfrm>
              <a:off x="5563925" y="3070825"/>
              <a:ext cx="296475" cy="674875"/>
            </a:xfrm>
            <a:custGeom>
              <a:rect b="b" l="l" r="r" t="t"/>
              <a:pathLst>
                <a:path extrusionOk="0" h="26995" w="11859">
                  <a:moveTo>
                    <a:pt x="764" y="1"/>
                  </a:moveTo>
                  <a:lnTo>
                    <a:pt x="674" y="46"/>
                  </a:lnTo>
                  <a:lnTo>
                    <a:pt x="584" y="181"/>
                  </a:lnTo>
                  <a:lnTo>
                    <a:pt x="494" y="270"/>
                  </a:lnTo>
                  <a:lnTo>
                    <a:pt x="315" y="1214"/>
                  </a:lnTo>
                  <a:lnTo>
                    <a:pt x="180" y="2157"/>
                  </a:lnTo>
                  <a:lnTo>
                    <a:pt x="90" y="3100"/>
                  </a:lnTo>
                  <a:lnTo>
                    <a:pt x="45" y="4043"/>
                  </a:lnTo>
                  <a:lnTo>
                    <a:pt x="0" y="5031"/>
                  </a:lnTo>
                  <a:lnTo>
                    <a:pt x="0" y="5975"/>
                  </a:lnTo>
                  <a:lnTo>
                    <a:pt x="45" y="6918"/>
                  </a:lnTo>
                  <a:lnTo>
                    <a:pt x="135" y="7861"/>
                  </a:lnTo>
                  <a:lnTo>
                    <a:pt x="225" y="8804"/>
                  </a:lnTo>
                  <a:lnTo>
                    <a:pt x="405" y="9747"/>
                  </a:lnTo>
                  <a:lnTo>
                    <a:pt x="584" y="10691"/>
                  </a:lnTo>
                  <a:lnTo>
                    <a:pt x="764" y="11589"/>
                  </a:lnTo>
                  <a:lnTo>
                    <a:pt x="1033" y="12532"/>
                  </a:lnTo>
                  <a:lnTo>
                    <a:pt x="1303" y="13430"/>
                  </a:lnTo>
                  <a:lnTo>
                    <a:pt x="1617" y="14329"/>
                  </a:lnTo>
                  <a:lnTo>
                    <a:pt x="1977" y="15227"/>
                  </a:lnTo>
                  <a:lnTo>
                    <a:pt x="2336" y="16080"/>
                  </a:lnTo>
                  <a:lnTo>
                    <a:pt x="2740" y="16934"/>
                  </a:lnTo>
                  <a:lnTo>
                    <a:pt x="3189" y="17787"/>
                  </a:lnTo>
                  <a:lnTo>
                    <a:pt x="3639" y="18641"/>
                  </a:lnTo>
                  <a:lnTo>
                    <a:pt x="4133" y="19449"/>
                  </a:lnTo>
                  <a:lnTo>
                    <a:pt x="4672" y="20258"/>
                  </a:lnTo>
                  <a:lnTo>
                    <a:pt x="5211" y="21021"/>
                  </a:lnTo>
                  <a:lnTo>
                    <a:pt x="5794" y="21785"/>
                  </a:lnTo>
                  <a:lnTo>
                    <a:pt x="6378" y="22503"/>
                  </a:lnTo>
                  <a:lnTo>
                    <a:pt x="7007" y="23222"/>
                  </a:lnTo>
                  <a:lnTo>
                    <a:pt x="7681" y="23896"/>
                  </a:lnTo>
                  <a:lnTo>
                    <a:pt x="8355" y="24569"/>
                  </a:lnTo>
                  <a:lnTo>
                    <a:pt x="9073" y="25198"/>
                  </a:lnTo>
                  <a:lnTo>
                    <a:pt x="9792" y="25782"/>
                  </a:lnTo>
                  <a:lnTo>
                    <a:pt x="10555" y="26366"/>
                  </a:lnTo>
                  <a:lnTo>
                    <a:pt x="11319" y="26950"/>
                  </a:lnTo>
                  <a:lnTo>
                    <a:pt x="11409" y="26995"/>
                  </a:lnTo>
                  <a:lnTo>
                    <a:pt x="11544" y="26995"/>
                  </a:lnTo>
                  <a:lnTo>
                    <a:pt x="11678" y="26950"/>
                  </a:lnTo>
                  <a:lnTo>
                    <a:pt x="11813" y="26860"/>
                  </a:lnTo>
                  <a:lnTo>
                    <a:pt x="11858" y="26725"/>
                  </a:lnTo>
                  <a:lnTo>
                    <a:pt x="11858" y="26591"/>
                  </a:lnTo>
                  <a:lnTo>
                    <a:pt x="11813" y="26456"/>
                  </a:lnTo>
                  <a:lnTo>
                    <a:pt x="11723" y="26366"/>
                  </a:lnTo>
                  <a:lnTo>
                    <a:pt x="10960" y="25827"/>
                  </a:lnTo>
                  <a:lnTo>
                    <a:pt x="10196" y="25243"/>
                  </a:lnTo>
                  <a:lnTo>
                    <a:pt x="9522" y="24659"/>
                  </a:lnTo>
                  <a:lnTo>
                    <a:pt x="8804" y="24030"/>
                  </a:lnTo>
                  <a:lnTo>
                    <a:pt x="8130" y="23402"/>
                  </a:lnTo>
                  <a:lnTo>
                    <a:pt x="7501" y="22728"/>
                  </a:lnTo>
                  <a:lnTo>
                    <a:pt x="6917" y="22054"/>
                  </a:lnTo>
                  <a:lnTo>
                    <a:pt x="6289" y="21336"/>
                  </a:lnTo>
                  <a:lnTo>
                    <a:pt x="5750" y="20617"/>
                  </a:lnTo>
                  <a:lnTo>
                    <a:pt x="5211" y="19853"/>
                  </a:lnTo>
                  <a:lnTo>
                    <a:pt x="4717" y="19090"/>
                  </a:lnTo>
                  <a:lnTo>
                    <a:pt x="4222" y="18281"/>
                  </a:lnTo>
                  <a:lnTo>
                    <a:pt x="3773" y="17473"/>
                  </a:lnTo>
                  <a:lnTo>
                    <a:pt x="3369" y="16664"/>
                  </a:lnTo>
                  <a:lnTo>
                    <a:pt x="2965" y="15811"/>
                  </a:lnTo>
                  <a:lnTo>
                    <a:pt x="2606" y="14958"/>
                  </a:lnTo>
                  <a:lnTo>
                    <a:pt x="2246" y="14104"/>
                  </a:lnTo>
                  <a:lnTo>
                    <a:pt x="1977" y="13206"/>
                  </a:lnTo>
                  <a:lnTo>
                    <a:pt x="1707" y="12353"/>
                  </a:lnTo>
                  <a:lnTo>
                    <a:pt x="1438" y="11454"/>
                  </a:lnTo>
                  <a:lnTo>
                    <a:pt x="1258" y="10556"/>
                  </a:lnTo>
                  <a:lnTo>
                    <a:pt x="1078" y="9613"/>
                  </a:lnTo>
                  <a:lnTo>
                    <a:pt x="944" y="8714"/>
                  </a:lnTo>
                  <a:lnTo>
                    <a:pt x="809" y="7816"/>
                  </a:lnTo>
                  <a:lnTo>
                    <a:pt x="719" y="6873"/>
                  </a:lnTo>
                  <a:lnTo>
                    <a:pt x="719" y="5975"/>
                  </a:lnTo>
                  <a:lnTo>
                    <a:pt x="674" y="5031"/>
                  </a:lnTo>
                  <a:lnTo>
                    <a:pt x="719" y="4088"/>
                  </a:lnTo>
                  <a:lnTo>
                    <a:pt x="764" y="3190"/>
                  </a:lnTo>
                  <a:lnTo>
                    <a:pt x="899" y="2247"/>
                  </a:lnTo>
                  <a:lnTo>
                    <a:pt x="1033" y="1348"/>
                  </a:lnTo>
                  <a:lnTo>
                    <a:pt x="1168" y="405"/>
                  </a:lnTo>
                  <a:lnTo>
                    <a:pt x="1168" y="270"/>
                  </a:lnTo>
                  <a:lnTo>
                    <a:pt x="1123" y="181"/>
                  </a:lnTo>
                  <a:lnTo>
                    <a:pt x="1033" y="91"/>
                  </a:lnTo>
                  <a:lnTo>
                    <a:pt x="94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3"/>
            <p:cNvSpPr/>
            <p:nvPr/>
          </p:nvSpPr>
          <p:spPr>
            <a:xfrm>
              <a:off x="5664975" y="3232525"/>
              <a:ext cx="123550" cy="321175"/>
            </a:xfrm>
            <a:custGeom>
              <a:rect b="b" l="l" r="r" t="t"/>
              <a:pathLst>
                <a:path extrusionOk="0" h="12847" w="4942">
                  <a:moveTo>
                    <a:pt x="270" y="1"/>
                  </a:moveTo>
                  <a:lnTo>
                    <a:pt x="136" y="90"/>
                  </a:lnTo>
                  <a:lnTo>
                    <a:pt x="91" y="180"/>
                  </a:lnTo>
                  <a:lnTo>
                    <a:pt x="46" y="315"/>
                  </a:lnTo>
                  <a:lnTo>
                    <a:pt x="1" y="1168"/>
                  </a:lnTo>
                  <a:lnTo>
                    <a:pt x="1" y="1977"/>
                  </a:lnTo>
                  <a:lnTo>
                    <a:pt x="46" y="2830"/>
                  </a:lnTo>
                  <a:lnTo>
                    <a:pt x="180" y="3684"/>
                  </a:lnTo>
                  <a:lnTo>
                    <a:pt x="315" y="4492"/>
                  </a:lnTo>
                  <a:lnTo>
                    <a:pt x="495" y="5346"/>
                  </a:lnTo>
                  <a:lnTo>
                    <a:pt x="719" y="6154"/>
                  </a:lnTo>
                  <a:lnTo>
                    <a:pt x="944" y="6962"/>
                  </a:lnTo>
                  <a:lnTo>
                    <a:pt x="1258" y="7726"/>
                  </a:lnTo>
                  <a:lnTo>
                    <a:pt x="1573" y="8535"/>
                  </a:lnTo>
                  <a:lnTo>
                    <a:pt x="1977" y="9253"/>
                  </a:lnTo>
                  <a:lnTo>
                    <a:pt x="2381" y="10017"/>
                  </a:lnTo>
                  <a:lnTo>
                    <a:pt x="2830" y="10735"/>
                  </a:lnTo>
                  <a:lnTo>
                    <a:pt x="3280" y="11409"/>
                  </a:lnTo>
                  <a:lnTo>
                    <a:pt x="3819" y="12083"/>
                  </a:lnTo>
                  <a:lnTo>
                    <a:pt x="4358" y="12712"/>
                  </a:lnTo>
                  <a:lnTo>
                    <a:pt x="4492" y="12801"/>
                  </a:lnTo>
                  <a:lnTo>
                    <a:pt x="4627" y="12846"/>
                  </a:lnTo>
                  <a:lnTo>
                    <a:pt x="4717" y="12801"/>
                  </a:lnTo>
                  <a:lnTo>
                    <a:pt x="4852" y="12757"/>
                  </a:lnTo>
                  <a:lnTo>
                    <a:pt x="4941" y="12622"/>
                  </a:lnTo>
                  <a:lnTo>
                    <a:pt x="4941" y="12487"/>
                  </a:lnTo>
                  <a:lnTo>
                    <a:pt x="4941" y="12352"/>
                  </a:lnTo>
                  <a:lnTo>
                    <a:pt x="4852" y="12262"/>
                  </a:lnTo>
                  <a:lnTo>
                    <a:pt x="4358" y="11634"/>
                  </a:lnTo>
                  <a:lnTo>
                    <a:pt x="3863" y="11005"/>
                  </a:lnTo>
                  <a:lnTo>
                    <a:pt x="3414" y="10331"/>
                  </a:lnTo>
                  <a:lnTo>
                    <a:pt x="2965" y="9657"/>
                  </a:lnTo>
                  <a:lnTo>
                    <a:pt x="2561" y="8939"/>
                  </a:lnTo>
                  <a:lnTo>
                    <a:pt x="2202" y="8220"/>
                  </a:lnTo>
                  <a:lnTo>
                    <a:pt x="1887" y="7501"/>
                  </a:lnTo>
                  <a:lnTo>
                    <a:pt x="1618" y="6738"/>
                  </a:lnTo>
                  <a:lnTo>
                    <a:pt x="1348" y="5929"/>
                  </a:lnTo>
                  <a:lnTo>
                    <a:pt x="1169" y="5166"/>
                  </a:lnTo>
                  <a:lnTo>
                    <a:pt x="989" y="4357"/>
                  </a:lnTo>
                  <a:lnTo>
                    <a:pt x="854" y="3594"/>
                  </a:lnTo>
                  <a:lnTo>
                    <a:pt x="764" y="2785"/>
                  </a:lnTo>
                  <a:lnTo>
                    <a:pt x="719" y="1977"/>
                  </a:lnTo>
                  <a:lnTo>
                    <a:pt x="675" y="1168"/>
                  </a:lnTo>
                  <a:lnTo>
                    <a:pt x="719" y="360"/>
                  </a:lnTo>
                  <a:lnTo>
                    <a:pt x="719" y="225"/>
                  </a:lnTo>
                  <a:lnTo>
                    <a:pt x="630" y="90"/>
                  </a:lnTo>
                  <a:lnTo>
                    <a:pt x="540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3"/>
            <p:cNvSpPr/>
            <p:nvPr/>
          </p:nvSpPr>
          <p:spPr>
            <a:xfrm>
              <a:off x="5543700" y="2118625"/>
              <a:ext cx="50575" cy="248200"/>
            </a:xfrm>
            <a:custGeom>
              <a:rect b="b" l="l" r="r" t="t"/>
              <a:pathLst>
                <a:path extrusionOk="0" h="9928" w="2023">
                  <a:moveTo>
                    <a:pt x="1618" y="1"/>
                  </a:moveTo>
                  <a:lnTo>
                    <a:pt x="1483" y="46"/>
                  </a:lnTo>
                  <a:lnTo>
                    <a:pt x="1393" y="136"/>
                  </a:lnTo>
                  <a:lnTo>
                    <a:pt x="1348" y="270"/>
                  </a:lnTo>
                  <a:lnTo>
                    <a:pt x="1" y="9523"/>
                  </a:lnTo>
                  <a:lnTo>
                    <a:pt x="1" y="9658"/>
                  </a:lnTo>
                  <a:lnTo>
                    <a:pt x="46" y="9747"/>
                  </a:lnTo>
                  <a:lnTo>
                    <a:pt x="181" y="9837"/>
                  </a:lnTo>
                  <a:lnTo>
                    <a:pt x="270" y="9882"/>
                  </a:lnTo>
                  <a:lnTo>
                    <a:pt x="360" y="9927"/>
                  </a:lnTo>
                  <a:lnTo>
                    <a:pt x="450" y="9882"/>
                  </a:lnTo>
                  <a:lnTo>
                    <a:pt x="585" y="9837"/>
                  </a:lnTo>
                  <a:lnTo>
                    <a:pt x="630" y="9747"/>
                  </a:lnTo>
                  <a:lnTo>
                    <a:pt x="675" y="9613"/>
                  </a:lnTo>
                  <a:lnTo>
                    <a:pt x="2022" y="360"/>
                  </a:lnTo>
                  <a:lnTo>
                    <a:pt x="2022" y="225"/>
                  </a:lnTo>
                  <a:lnTo>
                    <a:pt x="1977" y="136"/>
                  </a:lnTo>
                  <a:lnTo>
                    <a:pt x="1842" y="46"/>
                  </a:lnTo>
                  <a:lnTo>
                    <a:pt x="1753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3"/>
            <p:cNvSpPr/>
            <p:nvPr/>
          </p:nvSpPr>
          <p:spPr>
            <a:xfrm>
              <a:off x="5642525" y="2138850"/>
              <a:ext cx="29225" cy="102200"/>
            </a:xfrm>
            <a:custGeom>
              <a:rect b="b" l="l" r="r" t="t"/>
              <a:pathLst>
                <a:path extrusionOk="0" h="4088" w="1169">
                  <a:moveTo>
                    <a:pt x="719" y="0"/>
                  </a:moveTo>
                  <a:lnTo>
                    <a:pt x="584" y="45"/>
                  </a:lnTo>
                  <a:lnTo>
                    <a:pt x="495" y="135"/>
                  </a:lnTo>
                  <a:lnTo>
                    <a:pt x="450" y="270"/>
                  </a:lnTo>
                  <a:lnTo>
                    <a:pt x="0" y="3683"/>
                  </a:lnTo>
                  <a:lnTo>
                    <a:pt x="0" y="3818"/>
                  </a:lnTo>
                  <a:lnTo>
                    <a:pt x="45" y="3953"/>
                  </a:lnTo>
                  <a:lnTo>
                    <a:pt x="135" y="4043"/>
                  </a:lnTo>
                  <a:lnTo>
                    <a:pt x="270" y="4088"/>
                  </a:lnTo>
                  <a:lnTo>
                    <a:pt x="315" y="4088"/>
                  </a:lnTo>
                  <a:lnTo>
                    <a:pt x="450" y="4043"/>
                  </a:lnTo>
                  <a:lnTo>
                    <a:pt x="539" y="3998"/>
                  </a:lnTo>
                  <a:lnTo>
                    <a:pt x="629" y="3908"/>
                  </a:lnTo>
                  <a:lnTo>
                    <a:pt x="674" y="3773"/>
                  </a:lnTo>
                  <a:lnTo>
                    <a:pt x="1168" y="360"/>
                  </a:lnTo>
                  <a:lnTo>
                    <a:pt x="1123" y="225"/>
                  </a:lnTo>
                  <a:lnTo>
                    <a:pt x="1078" y="135"/>
                  </a:lnTo>
                  <a:lnTo>
                    <a:pt x="989" y="45"/>
                  </a:lnTo>
                  <a:lnTo>
                    <a:pt x="854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3"/>
            <p:cNvSpPr/>
            <p:nvPr/>
          </p:nvSpPr>
          <p:spPr>
            <a:xfrm>
              <a:off x="6909125" y="2086075"/>
              <a:ext cx="108950" cy="656900"/>
            </a:xfrm>
            <a:custGeom>
              <a:rect b="b" l="l" r="r" t="t"/>
              <a:pathLst>
                <a:path extrusionOk="0" h="26276" w="4358">
                  <a:moveTo>
                    <a:pt x="225" y="0"/>
                  </a:moveTo>
                  <a:lnTo>
                    <a:pt x="135" y="90"/>
                  </a:lnTo>
                  <a:lnTo>
                    <a:pt x="46" y="180"/>
                  </a:lnTo>
                  <a:lnTo>
                    <a:pt x="1" y="315"/>
                  </a:lnTo>
                  <a:lnTo>
                    <a:pt x="1" y="449"/>
                  </a:lnTo>
                  <a:lnTo>
                    <a:pt x="764" y="3594"/>
                  </a:lnTo>
                  <a:lnTo>
                    <a:pt x="1393" y="6738"/>
                  </a:lnTo>
                  <a:lnTo>
                    <a:pt x="2022" y="9927"/>
                  </a:lnTo>
                  <a:lnTo>
                    <a:pt x="2516" y="13116"/>
                  </a:lnTo>
                  <a:lnTo>
                    <a:pt x="2920" y="16305"/>
                  </a:lnTo>
                  <a:lnTo>
                    <a:pt x="3280" y="19493"/>
                  </a:lnTo>
                  <a:lnTo>
                    <a:pt x="3504" y="22727"/>
                  </a:lnTo>
                  <a:lnTo>
                    <a:pt x="3684" y="25961"/>
                  </a:lnTo>
                  <a:lnTo>
                    <a:pt x="3684" y="26096"/>
                  </a:lnTo>
                  <a:lnTo>
                    <a:pt x="3774" y="26186"/>
                  </a:lnTo>
                  <a:lnTo>
                    <a:pt x="3908" y="26276"/>
                  </a:lnTo>
                  <a:lnTo>
                    <a:pt x="4043" y="26276"/>
                  </a:lnTo>
                  <a:lnTo>
                    <a:pt x="4178" y="26231"/>
                  </a:lnTo>
                  <a:lnTo>
                    <a:pt x="4268" y="26186"/>
                  </a:lnTo>
                  <a:lnTo>
                    <a:pt x="4358" y="26051"/>
                  </a:lnTo>
                  <a:lnTo>
                    <a:pt x="4358" y="25916"/>
                  </a:lnTo>
                  <a:lnTo>
                    <a:pt x="4178" y="22682"/>
                  </a:lnTo>
                  <a:lnTo>
                    <a:pt x="3953" y="19449"/>
                  </a:lnTo>
                  <a:lnTo>
                    <a:pt x="3594" y="16215"/>
                  </a:lnTo>
                  <a:lnTo>
                    <a:pt x="3190" y="12981"/>
                  </a:lnTo>
                  <a:lnTo>
                    <a:pt x="2696" y="9792"/>
                  </a:lnTo>
                  <a:lnTo>
                    <a:pt x="2112" y="6603"/>
                  </a:lnTo>
                  <a:lnTo>
                    <a:pt x="1438" y="3414"/>
                  </a:lnTo>
                  <a:lnTo>
                    <a:pt x="674" y="270"/>
                  </a:lnTo>
                  <a:lnTo>
                    <a:pt x="585" y="135"/>
                  </a:lnTo>
                  <a:lnTo>
                    <a:pt x="495" y="45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3"/>
            <p:cNvSpPr/>
            <p:nvPr/>
          </p:nvSpPr>
          <p:spPr>
            <a:xfrm>
              <a:off x="6849625" y="2122000"/>
              <a:ext cx="78625" cy="321175"/>
            </a:xfrm>
            <a:custGeom>
              <a:rect b="b" l="l" r="r" t="t"/>
              <a:pathLst>
                <a:path extrusionOk="0" h="12847" w="3145">
                  <a:moveTo>
                    <a:pt x="270" y="1"/>
                  </a:moveTo>
                  <a:lnTo>
                    <a:pt x="135" y="90"/>
                  </a:lnTo>
                  <a:lnTo>
                    <a:pt x="45" y="180"/>
                  </a:lnTo>
                  <a:lnTo>
                    <a:pt x="0" y="315"/>
                  </a:lnTo>
                  <a:lnTo>
                    <a:pt x="0" y="450"/>
                  </a:lnTo>
                  <a:lnTo>
                    <a:pt x="449" y="1932"/>
                  </a:lnTo>
                  <a:lnTo>
                    <a:pt x="809" y="3414"/>
                  </a:lnTo>
                  <a:lnTo>
                    <a:pt x="1168" y="4941"/>
                  </a:lnTo>
                  <a:lnTo>
                    <a:pt x="1482" y="6423"/>
                  </a:lnTo>
                  <a:lnTo>
                    <a:pt x="1752" y="7951"/>
                  </a:lnTo>
                  <a:lnTo>
                    <a:pt x="2021" y="9478"/>
                  </a:lnTo>
                  <a:lnTo>
                    <a:pt x="2246" y="11005"/>
                  </a:lnTo>
                  <a:lnTo>
                    <a:pt x="2426" y="12532"/>
                  </a:lnTo>
                  <a:lnTo>
                    <a:pt x="2471" y="12667"/>
                  </a:lnTo>
                  <a:lnTo>
                    <a:pt x="2560" y="12757"/>
                  </a:lnTo>
                  <a:lnTo>
                    <a:pt x="2650" y="12846"/>
                  </a:lnTo>
                  <a:lnTo>
                    <a:pt x="2830" y="12846"/>
                  </a:lnTo>
                  <a:lnTo>
                    <a:pt x="2965" y="12801"/>
                  </a:lnTo>
                  <a:lnTo>
                    <a:pt x="3054" y="12712"/>
                  </a:lnTo>
                  <a:lnTo>
                    <a:pt x="3099" y="12622"/>
                  </a:lnTo>
                  <a:lnTo>
                    <a:pt x="3144" y="12487"/>
                  </a:lnTo>
                  <a:lnTo>
                    <a:pt x="2920" y="10915"/>
                  </a:lnTo>
                  <a:lnTo>
                    <a:pt x="2695" y="9388"/>
                  </a:lnTo>
                  <a:lnTo>
                    <a:pt x="2471" y="7861"/>
                  </a:lnTo>
                  <a:lnTo>
                    <a:pt x="2156" y="6289"/>
                  </a:lnTo>
                  <a:lnTo>
                    <a:pt x="1842" y="4762"/>
                  </a:lnTo>
                  <a:lnTo>
                    <a:pt x="1482" y="3279"/>
                  </a:lnTo>
                  <a:lnTo>
                    <a:pt x="1078" y="1752"/>
                  </a:lnTo>
                  <a:lnTo>
                    <a:pt x="674" y="270"/>
                  </a:lnTo>
                  <a:lnTo>
                    <a:pt x="629" y="135"/>
                  </a:lnTo>
                  <a:lnTo>
                    <a:pt x="494" y="46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3"/>
            <p:cNvSpPr/>
            <p:nvPr/>
          </p:nvSpPr>
          <p:spPr>
            <a:xfrm>
              <a:off x="6767650" y="2166925"/>
              <a:ext cx="33700" cy="102200"/>
            </a:xfrm>
            <a:custGeom>
              <a:rect b="b" l="l" r="r" t="t"/>
              <a:pathLst>
                <a:path extrusionOk="0" h="4088" w="1348">
                  <a:moveTo>
                    <a:pt x="315" y="0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4"/>
                  </a:lnTo>
                  <a:lnTo>
                    <a:pt x="674" y="3818"/>
                  </a:lnTo>
                  <a:lnTo>
                    <a:pt x="719" y="3908"/>
                  </a:lnTo>
                  <a:lnTo>
                    <a:pt x="809" y="3998"/>
                  </a:lnTo>
                  <a:lnTo>
                    <a:pt x="899" y="4087"/>
                  </a:lnTo>
                  <a:lnTo>
                    <a:pt x="1078" y="4087"/>
                  </a:lnTo>
                  <a:lnTo>
                    <a:pt x="1213" y="4043"/>
                  </a:lnTo>
                  <a:lnTo>
                    <a:pt x="1303" y="3953"/>
                  </a:lnTo>
                  <a:lnTo>
                    <a:pt x="1348" y="3818"/>
                  </a:lnTo>
                  <a:lnTo>
                    <a:pt x="1348" y="3683"/>
                  </a:lnTo>
                  <a:lnTo>
                    <a:pt x="719" y="270"/>
                  </a:lnTo>
                  <a:lnTo>
                    <a:pt x="629" y="135"/>
                  </a:lnTo>
                  <a:lnTo>
                    <a:pt x="539" y="45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3"/>
            <p:cNvSpPr/>
            <p:nvPr/>
          </p:nvSpPr>
          <p:spPr>
            <a:xfrm>
              <a:off x="6659850" y="3313375"/>
              <a:ext cx="344750" cy="565950"/>
            </a:xfrm>
            <a:custGeom>
              <a:rect b="b" l="l" r="r" t="t"/>
              <a:pathLst>
                <a:path extrusionOk="0" h="22638" w="13790">
                  <a:moveTo>
                    <a:pt x="13340" y="1"/>
                  </a:moveTo>
                  <a:lnTo>
                    <a:pt x="13206" y="90"/>
                  </a:lnTo>
                  <a:lnTo>
                    <a:pt x="13116" y="180"/>
                  </a:lnTo>
                  <a:lnTo>
                    <a:pt x="13116" y="315"/>
                  </a:lnTo>
                  <a:lnTo>
                    <a:pt x="12936" y="1977"/>
                  </a:lnTo>
                  <a:lnTo>
                    <a:pt x="12712" y="3594"/>
                  </a:lnTo>
                  <a:lnTo>
                    <a:pt x="12352" y="5211"/>
                  </a:lnTo>
                  <a:lnTo>
                    <a:pt x="11903" y="6783"/>
                  </a:lnTo>
                  <a:lnTo>
                    <a:pt x="11409" y="8310"/>
                  </a:lnTo>
                  <a:lnTo>
                    <a:pt x="10780" y="9837"/>
                  </a:lnTo>
                  <a:lnTo>
                    <a:pt x="10062" y="11319"/>
                  </a:lnTo>
                  <a:lnTo>
                    <a:pt x="9253" y="12712"/>
                  </a:lnTo>
                  <a:lnTo>
                    <a:pt x="8355" y="14104"/>
                  </a:lnTo>
                  <a:lnTo>
                    <a:pt x="7412" y="15451"/>
                  </a:lnTo>
                  <a:lnTo>
                    <a:pt x="6379" y="16709"/>
                  </a:lnTo>
                  <a:lnTo>
                    <a:pt x="5256" y="17922"/>
                  </a:lnTo>
                  <a:lnTo>
                    <a:pt x="4088" y="19045"/>
                  </a:lnTo>
                  <a:lnTo>
                    <a:pt x="2830" y="20122"/>
                  </a:lnTo>
                  <a:lnTo>
                    <a:pt x="1528" y="21111"/>
                  </a:lnTo>
                  <a:lnTo>
                    <a:pt x="180" y="22009"/>
                  </a:lnTo>
                  <a:lnTo>
                    <a:pt x="46" y="22099"/>
                  </a:lnTo>
                  <a:lnTo>
                    <a:pt x="1" y="22189"/>
                  </a:lnTo>
                  <a:lnTo>
                    <a:pt x="1" y="22323"/>
                  </a:lnTo>
                  <a:lnTo>
                    <a:pt x="46" y="22458"/>
                  </a:lnTo>
                  <a:lnTo>
                    <a:pt x="180" y="22593"/>
                  </a:lnTo>
                  <a:lnTo>
                    <a:pt x="360" y="22638"/>
                  </a:lnTo>
                  <a:lnTo>
                    <a:pt x="450" y="22638"/>
                  </a:lnTo>
                  <a:lnTo>
                    <a:pt x="540" y="22593"/>
                  </a:lnTo>
                  <a:lnTo>
                    <a:pt x="1932" y="21650"/>
                  </a:lnTo>
                  <a:lnTo>
                    <a:pt x="3279" y="20661"/>
                  </a:lnTo>
                  <a:lnTo>
                    <a:pt x="4537" y="19539"/>
                  </a:lnTo>
                  <a:lnTo>
                    <a:pt x="5750" y="18371"/>
                  </a:lnTo>
                  <a:lnTo>
                    <a:pt x="6918" y="17158"/>
                  </a:lnTo>
                  <a:lnTo>
                    <a:pt x="7951" y="15856"/>
                  </a:lnTo>
                  <a:lnTo>
                    <a:pt x="8939" y="14508"/>
                  </a:lnTo>
                  <a:lnTo>
                    <a:pt x="9837" y="13071"/>
                  </a:lnTo>
                  <a:lnTo>
                    <a:pt x="10645" y="11634"/>
                  </a:lnTo>
                  <a:lnTo>
                    <a:pt x="11409" y="10106"/>
                  </a:lnTo>
                  <a:lnTo>
                    <a:pt x="12038" y="8534"/>
                  </a:lnTo>
                  <a:lnTo>
                    <a:pt x="12577" y="6962"/>
                  </a:lnTo>
                  <a:lnTo>
                    <a:pt x="13026" y="5345"/>
                  </a:lnTo>
                  <a:lnTo>
                    <a:pt x="13385" y="3728"/>
                  </a:lnTo>
                  <a:lnTo>
                    <a:pt x="13655" y="2067"/>
                  </a:lnTo>
                  <a:lnTo>
                    <a:pt x="13790" y="360"/>
                  </a:lnTo>
                  <a:lnTo>
                    <a:pt x="13745" y="225"/>
                  </a:lnTo>
                  <a:lnTo>
                    <a:pt x="13700" y="135"/>
                  </a:lnTo>
                  <a:lnTo>
                    <a:pt x="13610" y="45"/>
                  </a:lnTo>
                  <a:lnTo>
                    <a:pt x="1347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3"/>
            <p:cNvSpPr/>
            <p:nvPr/>
          </p:nvSpPr>
          <p:spPr>
            <a:xfrm>
              <a:off x="6731725" y="3454850"/>
              <a:ext cx="146000" cy="265025"/>
            </a:xfrm>
            <a:custGeom>
              <a:rect b="b" l="l" r="r" t="t"/>
              <a:pathLst>
                <a:path extrusionOk="0" h="10601" w="5840">
                  <a:moveTo>
                    <a:pt x="5525" y="1"/>
                  </a:moveTo>
                  <a:lnTo>
                    <a:pt x="5390" y="46"/>
                  </a:lnTo>
                  <a:lnTo>
                    <a:pt x="5255" y="136"/>
                  </a:lnTo>
                  <a:lnTo>
                    <a:pt x="5210" y="225"/>
                  </a:lnTo>
                  <a:lnTo>
                    <a:pt x="5165" y="360"/>
                  </a:lnTo>
                  <a:lnTo>
                    <a:pt x="5120" y="1034"/>
                  </a:lnTo>
                  <a:lnTo>
                    <a:pt x="5076" y="1753"/>
                  </a:lnTo>
                  <a:lnTo>
                    <a:pt x="4941" y="2426"/>
                  </a:lnTo>
                  <a:lnTo>
                    <a:pt x="4806" y="3145"/>
                  </a:lnTo>
                  <a:lnTo>
                    <a:pt x="4582" y="3819"/>
                  </a:lnTo>
                  <a:lnTo>
                    <a:pt x="4357" y="4447"/>
                  </a:lnTo>
                  <a:lnTo>
                    <a:pt x="4087" y="5121"/>
                  </a:lnTo>
                  <a:lnTo>
                    <a:pt x="3773" y="5750"/>
                  </a:lnTo>
                  <a:lnTo>
                    <a:pt x="3414" y="6379"/>
                  </a:lnTo>
                  <a:lnTo>
                    <a:pt x="3054" y="6963"/>
                  </a:lnTo>
                  <a:lnTo>
                    <a:pt x="2650" y="7502"/>
                  </a:lnTo>
                  <a:lnTo>
                    <a:pt x="2201" y="8086"/>
                  </a:lnTo>
                  <a:lnTo>
                    <a:pt x="1752" y="8580"/>
                  </a:lnTo>
                  <a:lnTo>
                    <a:pt x="1213" y="9074"/>
                  </a:lnTo>
                  <a:lnTo>
                    <a:pt x="719" y="9523"/>
                  </a:lnTo>
                  <a:lnTo>
                    <a:pt x="135" y="9972"/>
                  </a:lnTo>
                  <a:lnTo>
                    <a:pt x="45" y="10062"/>
                  </a:lnTo>
                  <a:lnTo>
                    <a:pt x="0" y="10197"/>
                  </a:lnTo>
                  <a:lnTo>
                    <a:pt x="0" y="10331"/>
                  </a:lnTo>
                  <a:lnTo>
                    <a:pt x="90" y="10466"/>
                  </a:lnTo>
                  <a:lnTo>
                    <a:pt x="180" y="10556"/>
                  </a:lnTo>
                  <a:lnTo>
                    <a:pt x="359" y="10601"/>
                  </a:lnTo>
                  <a:lnTo>
                    <a:pt x="449" y="10601"/>
                  </a:lnTo>
                  <a:lnTo>
                    <a:pt x="539" y="10511"/>
                  </a:lnTo>
                  <a:lnTo>
                    <a:pt x="1123" y="10062"/>
                  </a:lnTo>
                  <a:lnTo>
                    <a:pt x="1707" y="9613"/>
                  </a:lnTo>
                  <a:lnTo>
                    <a:pt x="2246" y="9074"/>
                  </a:lnTo>
                  <a:lnTo>
                    <a:pt x="2740" y="8535"/>
                  </a:lnTo>
                  <a:lnTo>
                    <a:pt x="3189" y="7951"/>
                  </a:lnTo>
                  <a:lnTo>
                    <a:pt x="3638" y="7322"/>
                  </a:lnTo>
                  <a:lnTo>
                    <a:pt x="4043" y="6693"/>
                  </a:lnTo>
                  <a:lnTo>
                    <a:pt x="4402" y="6064"/>
                  </a:lnTo>
                  <a:lnTo>
                    <a:pt x="4716" y="5391"/>
                  </a:lnTo>
                  <a:lnTo>
                    <a:pt x="4986" y="4717"/>
                  </a:lnTo>
                  <a:lnTo>
                    <a:pt x="5255" y="3998"/>
                  </a:lnTo>
                  <a:lnTo>
                    <a:pt x="5435" y="3280"/>
                  </a:lnTo>
                  <a:lnTo>
                    <a:pt x="5615" y="2561"/>
                  </a:lnTo>
                  <a:lnTo>
                    <a:pt x="5749" y="1842"/>
                  </a:lnTo>
                  <a:lnTo>
                    <a:pt x="5839" y="1124"/>
                  </a:lnTo>
                  <a:lnTo>
                    <a:pt x="5839" y="360"/>
                  </a:lnTo>
                  <a:lnTo>
                    <a:pt x="5839" y="225"/>
                  </a:lnTo>
                  <a:lnTo>
                    <a:pt x="5749" y="136"/>
                  </a:lnTo>
                  <a:lnTo>
                    <a:pt x="5659" y="46"/>
                  </a:lnTo>
                  <a:lnTo>
                    <a:pt x="552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3"/>
            <p:cNvSpPr/>
            <p:nvPr/>
          </p:nvSpPr>
          <p:spPr>
            <a:xfrm>
              <a:off x="6124250" y="2244400"/>
              <a:ext cx="16850" cy="85350"/>
            </a:xfrm>
            <a:custGeom>
              <a:rect b="b" l="l" r="r" t="t"/>
              <a:pathLst>
                <a:path extrusionOk="0" h="3414" w="674">
                  <a:moveTo>
                    <a:pt x="180" y="0"/>
                  </a:moveTo>
                  <a:lnTo>
                    <a:pt x="90" y="90"/>
                  </a:lnTo>
                  <a:lnTo>
                    <a:pt x="0" y="180"/>
                  </a:lnTo>
                  <a:lnTo>
                    <a:pt x="0" y="315"/>
                  </a:lnTo>
                  <a:lnTo>
                    <a:pt x="0" y="3100"/>
                  </a:lnTo>
                  <a:lnTo>
                    <a:pt x="0" y="3234"/>
                  </a:lnTo>
                  <a:lnTo>
                    <a:pt x="90" y="3324"/>
                  </a:lnTo>
                  <a:lnTo>
                    <a:pt x="180" y="3414"/>
                  </a:lnTo>
                  <a:lnTo>
                    <a:pt x="449" y="3414"/>
                  </a:lnTo>
                  <a:lnTo>
                    <a:pt x="584" y="3324"/>
                  </a:lnTo>
                  <a:lnTo>
                    <a:pt x="674" y="3234"/>
                  </a:lnTo>
                  <a:lnTo>
                    <a:pt x="674" y="3100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3"/>
            <p:cNvSpPr/>
            <p:nvPr/>
          </p:nvSpPr>
          <p:spPr>
            <a:xfrm>
              <a:off x="6220800" y="2207350"/>
              <a:ext cx="18000" cy="220100"/>
            </a:xfrm>
            <a:custGeom>
              <a:rect b="b" l="l" r="r" t="t"/>
              <a:pathLst>
                <a:path extrusionOk="0" h="8804" w="720">
                  <a:moveTo>
                    <a:pt x="360" y="0"/>
                  </a:moveTo>
                  <a:lnTo>
                    <a:pt x="225" y="45"/>
                  </a:lnTo>
                  <a:lnTo>
                    <a:pt x="136" y="90"/>
                  </a:lnTo>
                  <a:lnTo>
                    <a:pt x="46" y="225"/>
                  </a:lnTo>
                  <a:lnTo>
                    <a:pt x="1" y="359"/>
                  </a:lnTo>
                  <a:lnTo>
                    <a:pt x="1" y="8444"/>
                  </a:lnTo>
                  <a:lnTo>
                    <a:pt x="46" y="8579"/>
                  </a:lnTo>
                  <a:lnTo>
                    <a:pt x="136" y="8714"/>
                  </a:lnTo>
                  <a:lnTo>
                    <a:pt x="225" y="8759"/>
                  </a:lnTo>
                  <a:lnTo>
                    <a:pt x="360" y="8804"/>
                  </a:lnTo>
                  <a:lnTo>
                    <a:pt x="495" y="8759"/>
                  </a:lnTo>
                  <a:lnTo>
                    <a:pt x="630" y="8714"/>
                  </a:lnTo>
                  <a:lnTo>
                    <a:pt x="674" y="8579"/>
                  </a:lnTo>
                  <a:lnTo>
                    <a:pt x="719" y="8444"/>
                  </a:lnTo>
                  <a:lnTo>
                    <a:pt x="719" y="359"/>
                  </a:lnTo>
                  <a:lnTo>
                    <a:pt x="674" y="225"/>
                  </a:lnTo>
                  <a:lnTo>
                    <a:pt x="630" y="90"/>
                  </a:lnTo>
                  <a:lnTo>
                    <a:pt x="495" y="45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3"/>
            <p:cNvSpPr/>
            <p:nvPr/>
          </p:nvSpPr>
          <p:spPr>
            <a:xfrm>
              <a:off x="6358925" y="2252250"/>
              <a:ext cx="16875" cy="57300"/>
            </a:xfrm>
            <a:custGeom>
              <a:rect b="b" l="l" r="r" t="t"/>
              <a:pathLst>
                <a:path extrusionOk="0" h="2292" w="675">
                  <a:moveTo>
                    <a:pt x="225" y="1"/>
                  </a:moveTo>
                  <a:lnTo>
                    <a:pt x="90" y="91"/>
                  </a:lnTo>
                  <a:lnTo>
                    <a:pt x="45" y="180"/>
                  </a:lnTo>
                  <a:lnTo>
                    <a:pt x="0" y="315"/>
                  </a:lnTo>
                  <a:lnTo>
                    <a:pt x="0" y="1932"/>
                  </a:lnTo>
                  <a:lnTo>
                    <a:pt x="45" y="2067"/>
                  </a:lnTo>
                  <a:lnTo>
                    <a:pt x="90" y="2202"/>
                  </a:lnTo>
                  <a:lnTo>
                    <a:pt x="225" y="2291"/>
                  </a:lnTo>
                  <a:lnTo>
                    <a:pt x="494" y="2291"/>
                  </a:lnTo>
                  <a:lnTo>
                    <a:pt x="584" y="2202"/>
                  </a:lnTo>
                  <a:lnTo>
                    <a:pt x="674" y="2067"/>
                  </a:lnTo>
                  <a:lnTo>
                    <a:pt x="674" y="1932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1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3"/>
            <p:cNvSpPr/>
            <p:nvPr/>
          </p:nvSpPr>
          <p:spPr>
            <a:xfrm>
              <a:off x="6575625" y="3630025"/>
              <a:ext cx="780425" cy="370575"/>
            </a:xfrm>
            <a:custGeom>
              <a:rect b="b" l="l" r="r" t="t"/>
              <a:pathLst>
                <a:path extrusionOk="0" h="14823" w="31217">
                  <a:moveTo>
                    <a:pt x="23087" y="1528"/>
                  </a:moveTo>
                  <a:lnTo>
                    <a:pt x="23087" y="1618"/>
                  </a:lnTo>
                  <a:lnTo>
                    <a:pt x="21381" y="2920"/>
                  </a:lnTo>
                  <a:lnTo>
                    <a:pt x="21336" y="2920"/>
                  </a:lnTo>
                  <a:lnTo>
                    <a:pt x="21156" y="3055"/>
                  </a:lnTo>
                  <a:lnTo>
                    <a:pt x="21336" y="2875"/>
                  </a:lnTo>
                  <a:lnTo>
                    <a:pt x="22998" y="1528"/>
                  </a:lnTo>
                  <a:close/>
                  <a:moveTo>
                    <a:pt x="18281" y="3414"/>
                  </a:moveTo>
                  <a:lnTo>
                    <a:pt x="18371" y="3459"/>
                  </a:lnTo>
                  <a:lnTo>
                    <a:pt x="18326" y="3504"/>
                  </a:lnTo>
                  <a:lnTo>
                    <a:pt x="16530" y="4896"/>
                  </a:lnTo>
                  <a:lnTo>
                    <a:pt x="16485" y="4896"/>
                  </a:lnTo>
                  <a:lnTo>
                    <a:pt x="16305" y="5031"/>
                  </a:lnTo>
                  <a:lnTo>
                    <a:pt x="16305" y="5031"/>
                  </a:lnTo>
                  <a:lnTo>
                    <a:pt x="16485" y="4807"/>
                  </a:lnTo>
                  <a:lnTo>
                    <a:pt x="18281" y="3414"/>
                  </a:lnTo>
                  <a:close/>
                  <a:moveTo>
                    <a:pt x="15227" y="4717"/>
                  </a:moveTo>
                  <a:lnTo>
                    <a:pt x="15182" y="4807"/>
                  </a:lnTo>
                  <a:lnTo>
                    <a:pt x="14643" y="5390"/>
                  </a:lnTo>
                  <a:lnTo>
                    <a:pt x="14598" y="5390"/>
                  </a:lnTo>
                  <a:lnTo>
                    <a:pt x="14598" y="5345"/>
                  </a:lnTo>
                  <a:lnTo>
                    <a:pt x="15137" y="4717"/>
                  </a:lnTo>
                  <a:close/>
                  <a:moveTo>
                    <a:pt x="12667" y="4312"/>
                  </a:moveTo>
                  <a:lnTo>
                    <a:pt x="12667" y="4357"/>
                  </a:lnTo>
                  <a:lnTo>
                    <a:pt x="11140" y="6693"/>
                  </a:lnTo>
                  <a:lnTo>
                    <a:pt x="11050" y="6693"/>
                  </a:lnTo>
                  <a:lnTo>
                    <a:pt x="10960" y="6873"/>
                  </a:lnTo>
                  <a:lnTo>
                    <a:pt x="11050" y="6648"/>
                  </a:lnTo>
                  <a:lnTo>
                    <a:pt x="12577" y="4312"/>
                  </a:lnTo>
                  <a:close/>
                  <a:moveTo>
                    <a:pt x="11230" y="3684"/>
                  </a:moveTo>
                  <a:lnTo>
                    <a:pt x="11230" y="3729"/>
                  </a:lnTo>
                  <a:lnTo>
                    <a:pt x="11230" y="3773"/>
                  </a:lnTo>
                  <a:lnTo>
                    <a:pt x="10152" y="4851"/>
                  </a:lnTo>
                  <a:lnTo>
                    <a:pt x="9164" y="6019"/>
                  </a:lnTo>
                  <a:lnTo>
                    <a:pt x="8220" y="7232"/>
                  </a:lnTo>
                  <a:lnTo>
                    <a:pt x="7412" y="8490"/>
                  </a:lnTo>
                  <a:lnTo>
                    <a:pt x="7322" y="8490"/>
                  </a:lnTo>
                  <a:lnTo>
                    <a:pt x="7232" y="8669"/>
                  </a:lnTo>
                  <a:lnTo>
                    <a:pt x="7322" y="8445"/>
                  </a:lnTo>
                  <a:lnTo>
                    <a:pt x="8176" y="7142"/>
                  </a:lnTo>
                  <a:lnTo>
                    <a:pt x="9074" y="5929"/>
                  </a:lnTo>
                  <a:lnTo>
                    <a:pt x="10107" y="4762"/>
                  </a:lnTo>
                  <a:lnTo>
                    <a:pt x="11185" y="3684"/>
                  </a:lnTo>
                  <a:close/>
                  <a:moveTo>
                    <a:pt x="5570" y="7277"/>
                  </a:moveTo>
                  <a:lnTo>
                    <a:pt x="5570" y="7322"/>
                  </a:lnTo>
                  <a:lnTo>
                    <a:pt x="3998" y="10556"/>
                  </a:lnTo>
                  <a:lnTo>
                    <a:pt x="3953" y="10601"/>
                  </a:lnTo>
                  <a:lnTo>
                    <a:pt x="3864" y="10780"/>
                  </a:lnTo>
                  <a:lnTo>
                    <a:pt x="3909" y="10556"/>
                  </a:lnTo>
                  <a:lnTo>
                    <a:pt x="5481" y="7277"/>
                  </a:lnTo>
                  <a:close/>
                  <a:moveTo>
                    <a:pt x="12532" y="1"/>
                  </a:moveTo>
                  <a:lnTo>
                    <a:pt x="11724" y="90"/>
                  </a:lnTo>
                  <a:lnTo>
                    <a:pt x="10915" y="315"/>
                  </a:lnTo>
                  <a:lnTo>
                    <a:pt x="10556" y="450"/>
                  </a:lnTo>
                  <a:lnTo>
                    <a:pt x="10152" y="584"/>
                  </a:lnTo>
                  <a:lnTo>
                    <a:pt x="9792" y="764"/>
                  </a:lnTo>
                  <a:lnTo>
                    <a:pt x="9433" y="989"/>
                  </a:lnTo>
                  <a:lnTo>
                    <a:pt x="9074" y="1258"/>
                  </a:lnTo>
                  <a:lnTo>
                    <a:pt x="8714" y="1528"/>
                  </a:lnTo>
                  <a:lnTo>
                    <a:pt x="8400" y="1842"/>
                  </a:lnTo>
                  <a:lnTo>
                    <a:pt x="8086" y="2201"/>
                  </a:lnTo>
                  <a:lnTo>
                    <a:pt x="7996" y="2291"/>
                  </a:lnTo>
                  <a:lnTo>
                    <a:pt x="7861" y="2336"/>
                  </a:lnTo>
                  <a:lnTo>
                    <a:pt x="7187" y="2471"/>
                  </a:lnTo>
                  <a:lnTo>
                    <a:pt x="6514" y="2651"/>
                  </a:lnTo>
                  <a:lnTo>
                    <a:pt x="5705" y="2965"/>
                  </a:lnTo>
                  <a:lnTo>
                    <a:pt x="5256" y="3190"/>
                  </a:lnTo>
                  <a:lnTo>
                    <a:pt x="4762" y="3414"/>
                  </a:lnTo>
                  <a:lnTo>
                    <a:pt x="4268" y="3729"/>
                  </a:lnTo>
                  <a:lnTo>
                    <a:pt x="3819" y="4043"/>
                  </a:lnTo>
                  <a:lnTo>
                    <a:pt x="3325" y="4402"/>
                  </a:lnTo>
                  <a:lnTo>
                    <a:pt x="2831" y="4851"/>
                  </a:lnTo>
                  <a:lnTo>
                    <a:pt x="2381" y="5301"/>
                  </a:lnTo>
                  <a:lnTo>
                    <a:pt x="1932" y="5840"/>
                  </a:lnTo>
                  <a:lnTo>
                    <a:pt x="1663" y="6244"/>
                  </a:lnTo>
                  <a:lnTo>
                    <a:pt x="1348" y="6693"/>
                  </a:lnTo>
                  <a:lnTo>
                    <a:pt x="1124" y="7142"/>
                  </a:lnTo>
                  <a:lnTo>
                    <a:pt x="899" y="7591"/>
                  </a:lnTo>
                  <a:lnTo>
                    <a:pt x="720" y="8085"/>
                  </a:lnTo>
                  <a:lnTo>
                    <a:pt x="540" y="8579"/>
                  </a:lnTo>
                  <a:lnTo>
                    <a:pt x="405" y="9118"/>
                  </a:lnTo>
                  <a:lnTo>
                    <a:pt x="270" y="9657"/>
                  </a:lnTo>
                  <a:lnTo>
                    <a:pt x="181" y="10196"/>
                  </a:lnTo>
                  <a:lnTo>
                    <a:pt x="91" y="10780"/>
                  </a:lnTo>
                  <a:lnTo>
                    <a:pt x="1" y="11948"/>
                  </a:lnTo>
                  <a:lnTo>
                    <a:pt x="46" y="13206"/>
                  </a:lnTo>
                  <a:lnTo>
                    <a:pt x="181" y="14508"/>
                  </a:lnTo>
                  <a:lnTo>
                    <a:pt x="226" y="14823"/>
                  </a:lnTo>
                  <a:lnTo>
                    <a:pt x="450" y="14688"/>
                  </a:lnTo>
                  <a:lnTo>
                    <a:pt x="2247" y="13700"/>
                  </a:lnTo>
                  <a:lnTo>
                    <a:pt x="4043" y="12712"/>
                  </a:lnTo>
                  <a:lnTo>
                    <a:pt x="5885" y="11813"/>
                  </a:lnTo>
                  <a:lnTo>
                    <a:pt x="7681" y="10870"/>
                  </a:lnTo>
                  <a:lnTo>
                    <a:pt x="9523" y="10017"/>
                  </a:lnTo>
                  <a:lnTo>
                    <a:pt x="11364" y="9163"/>
                  </a:lnTo>
                  <a:lnTo>
                    <a:pt x="13251" y="8355"/>
                  </a:lnTo>
                  <a:lnTo>
                    <a:pt x="15137" y="7546"/>
                  </a:lnTo>
                  <a:lnTo>
                    <a:pt x="17024" y="6828"/>
                  </a:lnTo>
                  <a:lnTo>
                    <a:pt x="18910" y="6064"/>
                  </a:lnTo>
                  <a:lnTo>
                    <a:pt x="20842" y="5390"/>
                  </a:lnTo>
                  <a:lnTo>
                    <a:pt x="22773" y="4717"/>
                  </a:lnTo>
                  <a:lnTo>
                    <a:pt x="24704" y="4088"/>
                  </a:lnTo>
                  <a:lnTo>
                    <a:pt x="26636" y="3459"/>
                  </a:lnTo>
                  <a:lnTo>
                    <a:pt x="28612" y="2875"/>
                  </a:lnTo>
                  <a:lnTo>
                    <a:pt x="30588" y="2336"/>
                  </a:lnTo>
                  <a:lnTo>
                    <a:pt x="31217" y="2157"/>
                  </a:lnTo>
                  <a:lnTo>
                    <a:pt x="30588" y="1977"/>
                  </a:lnTo>
                  <a:lnTo>
                    <a:pt x="29555" y="1618"/>
                  </a:lnTo>
                  <a:lnTo>
                    <a:pt x="28253" y="1258"/>
                  </a:lnTo>
                  <a:lnTo>
                    <a:pt x="26770" y="854"/>
                  </a:lnTo>
                  <a:lnTo>
                    <a:pt x="25962" y="719"/>
                  </a:lnTo>
                  <a:lnTo>
                    <a:pt x="25109" y="584"/>
                  </a:lnTo>
                  <a:lnTo>
                    <a:pt x="24210" y="450"/>
                  </a:lnTo>
                  <a:lnTo>
                    <a:pt x="23357" y="360"/>
                  </a:lnTo>
                  <a:lnTo>
                    <a:pt x="22459" y="315"/>
                  </a:lnTo>
                  <a:lnTo>
                    <a:pt x="21515" y="315"/>
                  </a:lnTo>
                  <a:lnTo>
                    <a:pt x="20662" y="405"/>
                  </a:lnTo>
                  <a:lnTo>
                    <a:pt x="19764" y="495"/>
                  </a:lnTo>
                  <a:lnTo>
                    <a:pt x="18910" y="674"/>
                  </a:lnTo>
                  <a:lnTo>
                    <a:pt x="18057" y="944"/>
                  </a:lnTo>
                  <a:lnTo>
                    <a:pt x="17832" y="944"/>
                  </a:lnTo>
                  <a:lnTo>
                    <a:pt x="17473" y="764"/>
                  </a:lnTo>
                  <a:lnTo>
                    <a:pt x="16664" y="495"/>
                  </a:lnTo>
                  <a:lnTo>
                    <a:pt x="16081" y="360"/>
                  </a:lnTo>
                  <a:lnTo>
                    <a:pt x="15497" y="225"/>
                  </a:lnTo>
                  <a:lnTo>
                    <a:pt x="14823" y="90"/>
                  </a:lnTo>
                  <a:lnTo>
                    <a:pt x="14059" y="1"/>
                  </a:lnTo>
                  <a:close/>
                </a:path>
              </a:pathLst>
            </a:custGeom>
            <a:solidFill>
              <a:srgbClr val="9AC456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3"/>
            <p:cNvSpPr/>
            <p:nvPr/>
          </p:nvSpPr>
          <p:spPr>
            <a:xfrm>
              <a:off x="6583500" y="3687300"/>
              <a:ext cx="769200" cy="441300"/>
            </a:xfrm>
            <a:custGeom>
              <a:rect b="b" l="l" r="r" t="t"/>
              <a:pathLst>
                <a:path extrusionOk="0" h="17652" w="30768">
                  <a:moveTo>
                    <a:pt x="24479" y="4716"/>
                  </a:moveTo>
                  <a:lnTo>
                    <a:pt x="24434" y="4806"/>
                  </a:lnTo>
                  <a:lnTo>
                    <a:pt x="22997" y="5121"/>
                  </a:lnTo>
                  <a:lnTo>
                    <a:pt x="23042" y="5300"/>
                  </a:lnTo>
                  <a:lnTo>
                    <a:pt x="22952" y="5076"/>
                  </a:lnTo>
                  <a:lnTo>
                    <a:pt x="22952" y="5031"/>
                  </a:lnTo>
                  <a:lnTo>
                    <a:pt x="24434" y="4716"/>
                  </a:lnTo>
                  <a:close/>
                  <a:moveTo>
                    <a:pt x="20347" y="6333"/>
                  </a:moveTo>
                  <a:lnTo>
                    <a:pt x="20437" y="6378"/>
                  </a:lnTo>
                  <a:lnTo>
                    <a:pt x="20392" y="6423"/>
                  </a:lnTo>
                  <a:lnTo>
                    <a:pt x="19179" y="6648"/>
                  </a:lnTo>
                  <a:lnTo>
                    <a:pt x="19179" y="6872"/>
                  </a:lnTo>
                  <a:lnTo>
                    <a:pt x="19089" y="6648"/>
                  </a:lnTo>
                  <a:lnTo>
                    <a:pt x="19089" y="6603"/>
                  </a:lnTo>
                  <a:lnTo>
                    <a:pt x="19134" y="6558"/>
                  </a:lnTo>
                  <a:lnTo>
                    <a:pt x="20347" y="6333"/>
                  </a:lnTo>
                  <a:close/>
                  <a:moveTo>
                    <a:pt x="17607" y="8534"/>
                  </a:moveTo>
                  <a:lnTo>
                    <a:pt x="17652" y="8579"/>
                  </a:lnTo>
                  <a:lnTo>
                    <a:pt x="17607" y="8579"/>
                  </a:lnTo>
                  <a:lnTo>
                    <a:pt x="17562" y="8624"/>
                  </a:lnTo>
                  <a:lnTo>
                    <a:pt x="16170" y="8669"/>
                  </a:lnTo>
                  <a:lnTo>
                    <a:pt x="16170" y="8893"/>
                  </a:lnTo>
                  <a:lnTo>
                    <a:pt x="16125" y="8624"/>
                  </a:lnTo>
                  <a:lnTo>
                    <a:pt x="16125" y="8579"/>
                  </a:lnTo>
                  <a:lnTo>
                    <a:pt x="16170" y="8579"/>
                  </a:lnTo>
                  <a:lnTo>
                    <a:pt x="17562" y="8534"/>
                  </a:lnTo>
                  <a:close/>
                  <a:moveTo>
                    <a:pt x="12442" y="10061"/>
                  </a:moveTo>
                  <a:lnTo>
                    <a:pt x="14912" y="10421"/>
                  </a:lnTo>
                  <a:lnTo>
                    <a:pt x="14957" y="10421"/>
                  </a:lnTo>
                  <a:lnTo>
                    <a:pt x="14957" y="10465"/>
                  </a:lnTo>
                  <a:lnTo>
                    <a:pt x="14912" y="10510"/>
                  </a:lnTo>
                  <a:lnTo>
                    <a:pt x="12442" y="10151"/>
                  </a:lnTo>
                  <a:lnTo>
                    <a:pt x="12397" y="10106"/>
                  </a:lnTo>
                  <a:lnTo>
                    <a:pt x="12442" y="10061"/>
                  </a:lnTo>
                  <a:close/>
                  <a:moveTo>
                    <a:pt x="7950" y="11903"/>
                  </a:moveTo>
                  <a:lnTo>
                    <a:pt x="8220" y="12172"/>
                  </a:lnTo>
                  <a:lnTo>
                    <a:pt x="8534" y="12352"/>
                  </a:lnTo>
                  <a:lnTo>
                    <a:pt x="8849" y="12532"/>
                  </a:lnTo>
                  <a:lnTo>
                    <a:pt x="9163" y="12711"/>
                  </a:lnTo>
                  <a:lnTo>
                    <a:pt x="9522" y="12801"/>
                  </a:lnTo>
                  <a:lnTo>
                    <a:pt x="9882" y="12891"/>
                  </a:lnTo>
                  <a:lnTo>
                    <a:pt x="10241" y="12936"/>
                  </a:lnTo>
                  <a:lnTo>
                    <a:pt x="10645" y="12936"/>
                  </a:lnTo>
                  <a:lnTo>
                    <a:pt x="10645" y="12981"/>
                  </a:lnTo>
                  <a:lnTo>
                    <a:pt x="10600" y="13026"/>
                  </a:lnTo>
                  <a:lnTo>
                    <a:pt x="10196" y="13026"/>
                  </a:lnTo>
                  <a:lnTo>
                    <a:pt x="9837" y="12981"/>
                  </a:lnTo>
                  <a:lnTo>
                    <a:pt x="9477" y="12891"/>
                  </a:lnTo>
                  <a:lnTo>
                    <a:pt x="9118" y="12801"/>
                  </a:lnTo>
                  <a:lnTo>
                    <a:pt x="8804" y="12621"/>
                  </a:lnTo>
                  <a:lnTo>
                    <a:pt x="8489" y="12442"/>
                  </a:lnTo>
                  <a:lnTo>
                    <a:pt x="8175" y="12262"/>
                  </a:lnTo>
                  <a:lnTo>
                    <a:pt x="7905" y="11993"/>
                  </a:lnTo>
                  <a:lnTo>
                    <a:pt x="7771" y="12127"/>
                  </a:lnTo>
                  <a:lnTo>
                    <a:pt x="7905" y="11903"/>
                  </a:lnTo>
                  <a:close/>
                  <a:moveTo>
                    <a:pt x="4088" y="12846"/>
                  </a:moveTo>
                  <a:lnTo>
                    <a:pt x="4851" y="13385"/>
                  </a:lnTo>
                  <a:lnTo>
                    <a:pt x="5615" y="13834"/>
                  </a:lnTo>
                  <a:lnTo>
                    <a:pt x="6423" y="14238"/>
                  </a:lnTo>
                  <a:lnTo>
                    <a:pt x="7277" y="14553"/>
                  </a:lnTo>
                  <a:lnTo>
                    <a:pt x="8130" y="14777"/>
                  </a:lnTo>
                  <a:lnTo>
                    <a:pt x="9028" y="14957"/>
                  </a:lnTo>
                  <a:lnTo>
                    <a:pt x="9882" y="15047"/>
                  </a:lnTo>
                  <a:lnTo>
                    <a:pt x="10780" y="15047"/>
                  </a:lnTo>
                  <a:lnTo>
                    <a:pt x="10825" y="15092"/>
                  </a:lnTo>
                  <a:lnTo>
                    <a:pt x="10780" y="15137"/>
                  </a:lnTo>
                  <a:lnTo>
                    <a:pt x="9882" y="15137"/>
                  </a:lnTo>
                  <a:lnTo>
                    <a:pt x="8983" y="15047"/>
                  </a:lnTo>
                  <a:lnTo>
                    <a:pt x="8085" y="14867"/>
                  </a:lnTo>
                  <a:lnTo>
                    <a:pt x="7232" y="14643"/>
                  </a:lnTo>
                  <a:lnTo>
                    <a:pt x="6378" y="14328"/>
                  </a:lnTo>
                  <a:lnTo>
                    <a:pt x="5570" y="13924"/>
                  </a:lnTo>
                  <a:lnTo>
                    <a:pt x="4761" y="13475"/>
                  </a:lnTo>
                  <a:lnTo>
                    <a:pt x="4043" y="12936"/>
                  </a:lnTo>
                  <a:lnTo>
                    <a:pt x="4043" y="12846"/>
                  </a:lnTo>
                  <a:close/>
                  <a:moveTo>
                    <a:pt x="30767" y="0"/>
                  </a:moveTo>
                  <a:lnTo>
                    <a:pt x="30318" y="135"/>
                  </a:lnTo>
                  <a:lnTo>
                    <a:pt x="28387" y="674"/>
                  </a:lnTo>
                  <a:lnTo>
                    <a:pt x="26410" y="1258"/>
                  </a:lnTo>
                  <a:lnTo>
                    <a:pt x="24479" y="1887"/>
                  </a:lnTo>
                  <a:lnTo>
                    <a:pt x="22548" y="2516"/>
                  </a:lnTo>
                  <a:lnTo>
                    <a:pt x="20616" y="3189"/>
                  </a:lnTo>
                  <a:lnTo>
                    <a:pt x="18685" y="3863"/>
                  </a:lnTo>
                  <a:lnTo>
                    <a:pt x="16799" y="4582"/>
                  </a:lnTo>
                  <a:lnTo>
                    <a:pt x="14867" y="5345"/>
                  </a:lnTo>
                  <a:lnTo>
                    <a:pt x="12981" y="6154"/>
                  </a:lnTo>
                  <a:lnTo>
                    <a:pt x="11139" y="6962"/>
                  </a:lnTo>
                  <a:lnTo>
                    <a:pt x="9298" y="7815"/>
                  </a:lnTo>
                  <a:lnTo>
                    <a:pt x="7456" y="8669"/>
                  </a:lnTo>
                  <a:lnTo>
                    <a:pt x="5615" y="9567"/>
                  </a:lnTo>
                  <a:lnTo>
                    <a:pt x="3773" y="10510"/>
                  </a:lnTo>
                  <a:lnTo>
                    <a:pt x="1977" y="11499"/>
                  </a:lnTo>
                  <a:lnTo>
                    <a:pt x="225" y="12487"/>
                  </a:lnTo>
                  <a:lnTo>
                    <a:pt x="0" y="12576"/>
                  </a:lnTo>
                  <a:lnTo>
                    <a:pt x="135" y="12756"/>
                  </a:lnTo>
                  <a:lnTo>
                    <a:pt x="944" y="13789"/>
                  </a:lnTo>
                  <a:lnTo>
                    <a:pt x="1797" y="14643"/>
                  </a:lnTo>
                  <a:lnTo>
                    <a:pt x="2650" y="15406"/>
                  </a:lnTo>
                  <a:lnTo>
                    <a:pt x="3549" y="16080"/>
                  </a:lnTo>
                  <a:lnTo>
                    <a:pt x="3998" y="16349"/>
                  </a:lnTo>
                  <a:lnTo>
                    <a:pt x="4447" y="16619"/>
                  </a:lnTo>
                  <a:lnTo>
                    <a:pt x="4941" y="16843"/>
                  </a:lnTo>
                  <a:lnTo>
                    <a:pt x="5390" y="17068"/>
                  </a:lnTo>
                  <a:lnTo>
                    <a:pt x="5884" y="17248"/>
                  </a:lnTo>
                  <a:lnTo>
                    <a:pt x="6333" y="17382"/>
                  </a:lnTo>
                  <a:lnTo>
                    <a:pt x="6827" y="17472"/>
                  </a:lnTo>
                  <a:lnTo>
                    <a:pt x="7322" y="17562"/>
                  </a:lnTo>
                  <a:lnTo>
                    <a:pt x="8040" y="17652"/>
                  </a:lnTo>
                  <a:lnTo>
                    <a:pt x="9343" y="17652"/>
                  </a:lnTo>
                  <a:lnTo>
                    <a:pt x="9972" y="17562"/>
                  </a:lnTo>
                  <a:lnTo>
                    <a:pt x="10555" y="17472"/>
                  </a:lnTo>
                  <a:lnTo>
                    <a:pt x="11094" y="17337"/>
                  </a:lnTo>
                  <a:lnTo>
                    <a:pt x="11588" y="17158"/>
                  </a:lnTo>
                  <a:lnTo>
                    <a:pt x="12083" y="16978"/>
                  </a:lnTo>
                  <a:lnTo>
                    <a:pt x="12891" y="16619"/>
                  </a:lnTo>
                  <a:lnTo>
                    <a:pt x="13520" y="16304"/>
                  </a:lnTo>
                  <a:lnTo>
                    <a:pt x="14014" y="15945"/>
                  </a:lnTo>
                  <a:lnTo>
                    <a:pt x="14149" y="15900"/>
                  </a:lnTo>
                  <a:lnTo>
                    <a:pt x="14238" y="15900"/>
                  </a:lnTo>
                  <a:lnTo>
                    <a:pt x="14733" y="15945"/>
                  </a:lnTo>
                  <a:lnTo>
                    <a:pt x="15182" y="15945"/>
                  </a:lnTo>
                  <a:lnTo>
                    <a:pt x="15631" y="15900"/>
                  </a:lnTo>
                  <a:lnTo>
                    <a:pt x="16035" y="15855"/>
                  </a:lnTo>
                  <a:lnTo>
                    <a:pt x="16484" y="15721"/>
                  </a:lnTo>
                  <a:lnTo>
                    <a:pt x="16888" y="15631"/>
                  </a:lnTo>
                  <a:lnTo>
                    <a:pt x="17248" y="15451"/>
                  </a:lnTo>
                  <a:lnTo>
                    <a:pt x="17607" y="15271"/>
                  </a:lnTo>
                  <a:lnTo>
                    <a:pt x="18326" y="14867"/>
                  </a:lnTo>
                  <a:lnTo>
                    <a:pt x="18955" y="14373"/>
                  </a:lnTo>
                  <a:lnTo>
                    <a:pt x="19538" y="13879"/>
                  </a:lnTo>
                  <a:lnTo>
                    <a:pt x="20077" y="13295"/>
                  </a:lnTo>
                  <a:lnTo>
                    <a:pt x="20527" y="12756"/>
                  </a:lnTo>
                  <a:lnTo>
                    <a:pt x="20931" y="12172"/>
                  </a:lnTo>
                  <a:lnTo>
                    <a:pt x="21290" y="11633"/>
                  </a:lnTo>
                  <a:lnTo>
                    <a:pt x="21560" y="11139"/>
                  </a:lnTo>
                  <a:lnTo>
                    <a:pt x="21964" y="10376"/>
                  </a:lnTo>
                  <a:lnTo>
                    <a:pt x="22144" y="10016"/>
                  </a:lnTo>
                  <a:lnTo>
                    <a:pt x="22188" y="9926"/>
                  </a:lnTo>
                  <a:lnTo>
                    <a:pt x="22278" y="9882"/>
                  </a:lnTo>
                  <a:lnTo>
                    <a:pt x="23042" y="9477"/>
                  </a:lnTo>
                  <a:lnTo>
                    <a:pt x="23805" y="8983"/>
                  </a:lnTo>
                  <a:lnTo>
                    <a:pt x="24524" y="8444"/>
                  </a:lnTo>
                  <a:lnTo>
                    <a:pt x="25198" y="7860"/>
                  </a:lnTo>
                  <a:lnTo>
                    <a:pt x="25871" y="7277"/>
                  </a:lnTo>
                  <a:lnTo>
                    <a:pt x="26455" y="6603"/>
                  </a:lnTo>
                  <a:lnTo>
                    <a:pt x="27039" y="5929"/>
                  </a:lnTo>
                  <a:lnTo>
                    <a:pt x="27623" y="5255"/>
                  </a:lnTo>
                  <a:lnTo>
                    <a:pt x="28117" y="4537"/>
                  </a:lnTo>
                  <a:lnTo>
                    <a:pt x="28566" y="3863"/>
                  </a:lnTo>
                  <a:lnTo>
                    <a:pt x="29420" y="2560"/>
                  </a:lnTo>
                  <a:lnTo>
                    <a:pt x="30093" y="1393"/>
                  </a:lnTo>
                  <a:lnTo>
                    <a:pt x="30588" y="404"/>
                  </a:lnTo>
                  <a:lnTo>
                    <a:pt x="30767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3"/>
            <p:cNvSpPr/>
            <p:nvPr/>
          </p:nvSpPr>
          <p:spPr>
            <a:xfrm>
              <a:off x="6550925" y="3604200"/>
              <a:ext cx="830950" cy="414375"/>
            </a:xfrm>
            <a:custGeom>
              <a:rect b="b" l="l" r="r" t="t"/>
              <a:pathLst>
                <a:path extrusionOk="0" h="16575" w="33238">
                  <a:moveTo>
                    <a:pt x="13745" y="1"/>
                  </a:moveTo>
                  <a:lnTo>
                    <a:pt x="12936" y="90"/>
                  </a:lnTo>
                  <a:lnTo>
                    <a:pt x="12173" y="225"/>
                  </a:lnTo>
                  <a:lnTo>
                    <a:pt x="11364" y="450"/>
                  </a:lnTo>
                  <a:lnTo>
                    <a:pt x="10601" y="764"/>
                  </a:lnTo>
                  <a:lnTo>
                    <a:pt x="10241" y="989"/>
                  </a:lnTo>
                  <a:lnTo>
                    <a:pt x="9837" y="1213"/>
                  </a:lnTo>
                  <a:lnTo>
                    <a:pt x="9478" y="1438"/>
                  </a:lnTo>
                  <a:lnTo>
                    <a:pt x="9119" y="1752"/>
                  </a:lnTo>
                  <a:lnTo>
                    <a:pt x="8804" y="2067"/>
                  </a:lnTo>
                  <a:lnTo>
                    <a:pt x="8490" y="2426"/>
                  </a:lnTo>
                  <a:lnTo>
                    <a:pt x="7996" y="2516"/>
                  </a:lnTo>
                  <a:lnTo>
                    <a:pt x="7367" y="2695"/>
                  </a:lnTo>
                  <a:lnTo>
                    <a:pt x="6648" y="2965"/>
                  </a:lnTo>
                  <a:lnTo>
                    <a:pt x="5750" y="3324"/>
                  </a:lnTo>
                  <a:lnTo>
                    <a:pt x="4852" y="3818"/>
                  </a:lnTo>
                  <a:lnTo>
                    <a:pt x="4403" y="4133"/>
                  </a:lnTo>
                  <a:lnTo>
                    <a:pt x="3908" y="4447"/>
                  </a:lnTo>
                  <a:lnTo>
                    <a:pt x="3459" y="4851"/>
                  </a:lnTo>
                  <a:lnTo>
                    <a:pt x="3010" y="5256"/>
                  </a:lnTo>
                  <a:lnTo>
                    <a:pt x="2561" y="5750"/>
                  </a:lnTo>
                  <a:lnTo>
                    <a:pt x="2157" y="6244"/>
                  </a:lnTo>
                  <a:lnTo>
                    <a:pt x="1797" y="6738"/>
                  </a:lnTo>
                  <a:lnTo>
                    <a:pt x="1483" y="7187"/>
                  </a:lnTo>
                  <a:lnTo>
                    <a:pt x="1214" y="7726"/>
                  </a:lnTo>
                  <a:lnTo>
                    <a:pt x="989" y="8220"/>
                  </a:lnTo>
                  <a:lnTo>
                    <a:pt x="764" y="8804"/>
                  </a:lnTo>
                  <a:lnTo>
                    <a:pt x="540" y="9343"/>
                  </a:lnTo>
                  <a:lnTo>
                    <a:pt x="405" y="9927"/>
                  </a:lnTo>
                  <a:lnTo>
                    <a:pt x="270" y="10511"/>
                  </a:lnTo>
                  <a:lnTo>
                    <a:pt x="136" y="11139"/>
                  </a:lnTo>
                  <a:lnTo>
                    <a:pt x="91" y="11768"/>
                  </a:lnTo>
                  <a:lnTo>
                    <a:pt x="1" y="12442"/>
                  </a:lnTo>
                  <a:lnTo>
                    <a:pt x="1" y="13116"/>
                  </a:lnTo>
                  <a:lnTo>
                    <a:pt x="1" y="13789"/>
                  </a:lnTo>
                  <a:lnTo>
                    <a:pt x="46" y="14508"/>
                  </a:lnTo>
                  <a:lnTo>
                    <a:pt x="180" y="15945"/>
                  </a:lnTo>
                  <a:lnTo>
                    <a:pt x="270" y="16215"/>
                  </a:lnTo>
                  <a:lnTo>
                    <a:pt x="450" y="16395"/>
                  </a:lnTo>
                  <a:lnTo>
                    <a:pt x="630" y="16529"/>
                  </a:lnTo>
                  <a:lnTo>
                    <a:pt x="899" y="16574"/>
                  </a:lnTo>
                  <a:lnTo>
                    <a:pt x="989" y="16529"/>
                  </a:lnTo>
                  <a:lnTo>
                    <a:pt x="1124" y="16529"/>
                  </a:lnTo>
                  <a:lnTo>
                    <a:pt x="1258" y="16439"/>
                  </a:lnTo>
                  <a:lnTo>
                    <a:pt x="1438" y="16260"/>
                  </a:lnTo>
                  <a:lnTo>
                    <a:pt x="1573" y="16035"/>
                  </a:lnTo>
                  <a:lnTo>
                    <a:pt x="1573" y="15900"/>
                  </a:lnTo>
                  <a:lnTo>
                    <a:pt x="1573" y="15766"/>
                  </a:lnTo>
                  <a:lnTo>
                    <a:pt x="1438" y="14463"/>
                  </a:lnTo>
                  <a:lnTo>
                    <a:pt x="1393" y="13206"/>
                  </a:lnTo>
                  <a:lnTo>
                    <a:pt x="1438" y="11993"/>
                  </a:lnTo>
                  <a:lnTo>
                    <a:pt x="1483" y="11454"/>
                  </a:lnTo>
                  <a:lnTo>
                    <a:pt x="1618" y="10870"/>
                  </a:lnTo>
                  <a:lnTo>
                    <a:pt x="1708" y="10331"/>
                  </a:lnTo>
                  <a:lnTo>
                    <a:pt x="1842" y="9837"/>
                  </a:lnTo>
                  <a:lnTo>
                    <a:pt x="2022" y="9343"/>
                  </a:lnTo>
                  <a:lnTo>
                    <a:pt x="2202" y="8849"/>
                  </a:lnTo>
                  <a:lnTo>
                    <a:pt x="2426" y="8400"/>
                  </a:lnTo>
                  <a:lnTo>
                    <a:pt x="2651" y="7951"/>
                  </a:lnTo>
                  <a:lnTo>
                    <a:pt x="2920" y="7501"/>
                  </a:lnTo>
                  <a:lnTo>
                    <a:pt x="3235" y="7097"/>
                  </a:lnTo>
                  <a:lnTo>
                    <a:pt x="3639" y="6603"/>
                  </a:lnTo>
                  <a:lnTo>
                    <a:pt x="4088" y="6154"/>
                  </a:lnTo>
                  <a:lnTo>
                    <a:pt x="4582" y="5705"/>
                  </a:lnTo>
                  <a:lnTo>
                    <a:pt x="5031" y="5345"/>
                  </a:lnTo>
                  <a:lnTo>
                    <a:pt x="5525" y="5031"/>
                  </a:lnTo>
                  <a:lnTo>
                    <a:pt x="5975" y="4762"/>
                  </a:lnTo>
                  <a:lnTo>
                    <a:pt x="6873" y="4357"/>
                  </a:lnTo>
                  <a:lnTo>
                    <a:pt x="7681" y="4043"/>
                  </a:lnTo>
                  <a:lnTo>
                    <a:pt x="8310" y="3863"/>
                  </a:lnTo>
                  <a:lnTo>
                    <a:pt x="8939" y="3728"/>
                  </a:lnTo>
                  <a:lnTo>
                    <a:pt x="9164" y="3639"/>
                  </a:lnTo>
                  <a:lnTo>
                    <a:pt x="9388" y="3504"/>
                  </a:lnTo>
                  <a:lnTo>
                    <a:pt x="9658" y="3145"/>
                  </a:lnTo>
                  <a:lnTo>
                    <a:pt x="9972" y="2830"/>
                  </a:lnTo>
                  <a:lnTo>
                    <a:pt x="10331" y="2561"/>
                  </a:lnTo>
                  <a:lnTo>
                    <a:pt x="10646" y="2336"/>
                  </a:lnTo>
                  <a:lnTo>
                    <a:pt x="11005" y="2112"/>
                  </a:lnTo>
                  <a:lnTo>
                    <a:pt x="11364" y="1932"/>
                  </a:lnTo>
                  <a:lnTo>
                    <a:pt x="11724" y="1797"/>
                  </a:lnTo>
                  <a:lnTo>
                    <a:pt x="12128" y="1662"/>
                  </a:lnTo>
                  <a:lnTo>
                    <a:pt x="12891" y="1528"/>
                  </a:lnTo>
                  <a:lnTo>
                    <a:pt x="13655" y="1438"/>
                  </a:lnTo>
                  <a:lnTo>
                    <a:pt x="14419" y="1393"/>
                  </a:lnTo>
                  <a:lnTo>
                    <a:pt x="15137" y="1438"/>
                  </a:lnTo>
                  <a:lnTo>
                    <a:pt x="15856" y="1528"/>
                  </a:lnTo>
                  <a:lnTo>
                    <a:pt x="16530" y="1662"/>
                  </a:lnTo>
                  <a:lnTo>
                    <a:pt x="17113" y="1797"/>
                  </a:lnTo>
                  <a:lnTo>
                    <a:pt x="17608" y="1932"/>
                  </a:lnTo>
                  <a:lnTo>
                    <a:pt x="18371" y="2201"/>
                  </a:lnTo>
                  <a:lnTo>
                    <a:pt x="18641" y="2336"/>
                  </a:lnTo>
                  <a:lnTo>
                    <a:pt x="18910" y="2381"/>
                  </a:lnTo>
                  <a:lnTo>
                    <a:pt x="19180" y="2336"/>
                  </a:lnTo>
                  <a:lnTo>
                    <a:pt x="19674" y="2156"/>
                  </a:lnTo>
                  <a:lnTo>
                    <a:pt x="20213" y="2022"/>
                  </a:lnTo>
                  <a:lnTo>
                    <a:pt x="21246" y="1842"/>
                  </a:lnTo>
                  <a:lnTo>
                    <a:pt x="22369" y="1752"/>
                  </a:lnTo>
                  <a:lnTo>
                    <a:pt x="23447" y="1752"/>
                  </a:lnTo>
                  <a:lnTo>
                    <a:pt x="24569" y="1797"/>
                  </a:lnTo>
                  <a:lnTo>
                    <a:pt x="25647" y="1932"/>
                  </a:lnTo>
                  <a:lnTo>
                    <a:pt x="26680" y="2112"/>
                  </a:lnTo>
                  <a:lnTo>
                    <a:pt x="27713" y="2291"/>
                  </a:lnTo>
                  <a:lnTo>
                    <a:pt x="28657" y="2516"/>
                  </a:lnTo>
                  <a:lnTo>
                    <a:pt x="29510" y="2740"/>
                  </a:lnTo>
                  <a:lnTo>
                    <a:pt x="30947" y="3190"/>
                  </a:lnTo>
                  <a:lnTo>
                    <a:pt x="31935" y="3504"/>
                  </a:lnTo>
                  <a:lnTo>
                    <a:pt x="32295" y="3684"/>
                  </a:lnTo>
                  <a:lnTo>
                    <a:pt x="32430" y="3728"/>
                  </a:lnTo>
                  <a:lnTo>
                    <a:pt x="32564" y="3728"/>
                  </a:lnTo>
                  <a:lnTo>
                    <a:pt x="32789" y="3684"/>
                  </a:lnTo>
                  <a:lnTo>
                    <a:pt x="33013" y="3504"/>
                  </a:lnTo>
                  <a:lnTo>
                    <a:pt x="33103" y="3414"/>
                  </a:lnTo>
                  <a:lnTo>
                    <a:pt x="33193" y="3279"/>
                  </a:lnTo>
                  <a:lnTo>
                    <a:pt x="33238" y="3145"/>
                  </a:lnTo>
                  <a:lnTo>
                    <a:pt x="33238" y="3010"/>
                  </a:lnTo>
                  <a:lnTo>
                    <a:pt x="33193" y="2785"/>
                  </a:lnTo>
                  <a:lnTo>
                    <a:pt x="33058" y="2561"/>
                  </a:lnTo>
                  <a:lnTo>
                    <a:pt x="32924" y="2471"/>
                  </a:lnTo>
                  <a:lnTo>
                    <a:pt x="32834" y="2381"/>
                  </a:lnTo>
                  <a:lnTo>
                    <a:pt x="32385" y="2201"/>
                  </a:lnTo>
                  <a:lnTo>
                    <a:pt x="31307" y="1842"/>
                  </a:lnTo>
                  <a:lnTo>
                    <a:pt x="29824" y="1393"/>
                  </a:lnTo>
                  <a:lnTo>
                    <a:pt x="28926" y="1123"/>
                  </a:lnTo>
                  <a:lnTo>
                    <a:pt x="27938" y="899"/>
                  </a:lnTo>
                  <a:lnTo>
                    <a:pt x="26905" y="719"/>
                  </a:lnTo>
                  <a:lnTo>
                    <a:pt x="25827" y="540"/>
                  </a:lnTo>
                  <a:lnTo>
                    <a:pt x="24704" y="450"/>
                  </a:lnTo>
                  <a:lnTo>
                    <a:pt x="23536" y="360"/>
                  </a:lnTo>
                  <a:lnTo>
                    <a:pt x="22369" y="360"/>
                  </a:lnTo>
                  <a:lnTo>
                    <a:pt x="21201" y="450"/>
                  </a:lnTo>
                  <a:lnTo>
                    <a:pt x="20078" y="674"/>
                  </a:lnTo>
                  <a:lnTo>
                    <a:pt x="19494" y="764"/>
                  </a:lnTo>
                  <a:lnTo>
                    <a:pt x="18955" y="944"/>
                  </a:lnTo>
                  <a:lnTo>
                    <a:pt x="18281" y="719"/>
                  </a:lnTo>
                  <a:lnTo>
                    <a:pt x="17248" y="405"/>
                  </a:lnTo>
                  <a:lnTo>
                    <a:pt x="16664" y="270"/>
                  </a:lnTo>
                  <a:lnTo>
                    <a:pt x="15991" y="135"/>
                  </a:lnTo>
                  <a:lnTo>
                    <a:pt x="15272" y="45"/>
                  </a:lnTo>
                  <a:lnTo>
                    <a:pt x="14508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3"/>
            <p:cNvSpPr/>
            <p:nvPr/>
          </p:nvSpPr>
          <p:spPr>
            <a:xfrm>
              <a:off x="6555425" y="3662600"/>
              <a:ext cx="826450" cy="491825"/>
            </a:xfrm>
            <a:custGeom>
              <a:rect b="b" l="l" r="r" t="t"/>
              <a:pathLst>
                <a:path extrusionOk="0" h="19673" w="33058">
                  <a:moveTo>
                    <a:pt x="32384" y="0"/>
                  </a:moveTo>
                  <a:lnTo>
                    <a:pt x="32115" y="45"/>
                  </a:lnTo>
                  <a:lnTo>
                    <a:pt x="31890" y="180"/>
                  </a:lnTo>
                  <a:lnTo>
                    <a:pt x="31800" y="315"/>
                  </a:lnTo>
                  <a:lnTo>
                    <a:pt x="31711" y="404"/>
                  </a:lnTo>
                  <a:lnTo>
                    <a:pt x="31576" y="764"/>
                  </a:lnTo>
                  <a:lnTo>
                    <a:pt x="31127" y="1707"/>
                  </a:lnTo>
                  <a:lnTo>
                    <a:pt x="30408" y="3009"/>
                  </a:lnTo>
                  <a:lnTo>
                    <a:pt x="29914" y="3773"/>
                  </a:lnTo>
                  <a:lnTo>
                    <a:pt x="29420" y="4581"/>
                  </a:lnTo>
                  <a:lnTo>
                    <a:pt x="28836" y="5435"/>
                  </a:lnTo>
                  <a:lnTo>
                    <a:pt x="28162" y="6288"/>
                  </a:lnTo>
                  <a:lnTo>
                    <a:pt x="27489" y="7142"/>
                  </a:lnTo>
                  <a:lnTo>
                    <a:pt x="26725" y="7950"/>
                  </a:lnTo>
                  <a:lnTo>
                    <a:pt x="25917" y="8714"/>
                  </a:lnTo>
                  <a:lnTo>
                    <a:pt x="25063" y="9387"/>
                  </a:lnTo>
                  <a:lnTo>
                    <a:pt x="24210" y="10016"/>
                  </a:lnTo>
                  <a:lnTo>
                    <a:pt x="23716" y="10286"/>
                  </a:lnTo>
                  <a:lnTo>
                    <a:pt x="23267" y="10510"/>
                  </a:lnTo>
                  <a:lnTo>
                    <a:pt x="23042" y="10645"/>
                  </a:lnTo>
                  <a:lnTo>
                    <a:pt x="22907" y="10870"/>
                  </a:lnTo>
                  <a:lnTo>
                    <a:pt x="22772" y="11184"/>
                  </a:lnTo>
                  <a:lnTo>
                    <a:pt x="22413" y="11858"/>
                  </a:lnTo>
                  <a:lnTo>
                    <a:pt x="22144" y="12352"/>
                  </a:lnTo>
                  <a:lnTo>
                    <a:pt x="21829" y="12846"/>
                  </a:lnTo>
                  <a:lnTo>
                    <a:pt x="21425" y="13385"/>
                  </a:lnTo>
                  <a:lnTo>
                    <a:pt x="20976" y="13924"/>
                  </a:lnTo>
                  <a:lnTo>
                    <a:pt x="20482" y="14508"/>
                  </a:lnTo>
                  <a:lnTo>
                    <a:pt x="19943" y="15002"/>
                  </a:lnTo>
                  <a:lnTo>
                    <a:pt x="19314" y="15496"/>
                  </a:lnTo>
                  <a:lnTo>
                    <a:pt x="18640" y="15900"/>
                  </a:lnTo>
                  <a:lnTo>
                    <a:pt x="18281" y="16080"/>
                  </a:lnTo>
                  <a:lnTo>
                    <a:pt x="17922" y="16214"/>
                  </a:lnTo>
                  <a:lnTo>
                    <a:pt x="17562" y="16349"/>
                  </a:lnTo>
                  <a:lnTo>
                    <a:pt x="17158" y="16439"/>
                  </a:lnTo>
                  <a:lnTo>
                    <a:pt x="16754" y="16529"/>
                  </a:lnTo>
                  <a:lnTo>
                    <a:pt x="15856" y="16529"/>
                  </a:lnTo>
                  <a:lnTo>
                    <a:pt x="15406" y="16484"/>
                  </a:lnTo>
                  <a:lnTo>
                    <a:pt x="15137" y="16529"/>
                  </a:lnTo>
                  <a:lnTo>
                    <a:pt x="14912" y="16619"/>
                  </a:lnTo>
                  <a:lnTo>
                    <a:pt x="14418" y="16978"/>
                  </a:lnTo>
                  <a:lnTo>
                    <a:pt x="13834" y="17292"/>
                  </a:lnTo>
                  <a:lnTo>
                    <a:pt x="13071" y="17607"/>
                  </a:lnTo>
                  <a:lnTo>
                    <a:pt x="12622" y="17787"/>
                  </a:lnTo>
                  <a:lnTo>
                    <a:pt x="12128" y="17921"/>
                  </a:lnTo>
                  <a:lnTo>
                    <a:pt x="11589" y="18056"/>
                  </a:lnTo>
                  <a:lnTo>
                    <a:pt x="11005" y="18191"/>
                  </a:lnTo>
                  <a:lnTo>
                    <a:pt x="10421" y="18236"/>
                  </a:lnTo>
                  <a:lnTo>
                    <a:pt x="9792" y="18281"/>
                  </a:lnTo>
                  <a:lnTo>
                    <a:pt x="9163" y="18236"/>
                  </a:lnTo>
                  <a:lnTo>
                    <a:pt x="8489" y="18191"/>
                  </a:lnTo>
                  <a:lnTo>
                    <a:pt x="7995" y="18101"/>
                  </a:lnTo>
                  <a:lnTo>
                    <a:pt x="7501" y="17966"/>
                  </a:lnTo>
                  <a:lnTo>
                    <a:pt x="7052" y="17831"/>
                  </a:lnTo>
                  <a:lnTo>
                    <a:pt x="6558" y="17652"/>
                  </a:lnTo>
                  <a:lnTo>
                    <a:pt x="6064" y="17427"/>
                  </a:lnTo>
                  <a:lnTo>
                    <a:pt x="5615" y="17203"/>
                  </a:lnTo>
                  <a:lnTo>
                    <a:pt x="5166" y="16933"/>
                  </a:lnTo>
                  <a:lnTo>
                    <a:pt x="4717" y="16619"/>
                  </a:lnTo>
                  <a:lnTo>
                    <a:pt x="4223" y="16304"/>
                  </a:lnTo>
                  <a:lnTo>
                    <a:pt x="3818" y="15945"/>
                  </a:lnTo>
                  <a:lnTo>
                    <a:pt x="2920" y="15092"/>
                  </a:lnTo>
                  <a:lnTo>
                    <a:pt x="2067" y="14193"/>
                  </a:lnTo>
                  <a:lnTo>
                    <a:pt x="1258" y="13115"/>
                  </a:lnTo>
                  <a:lnTo>
                    <a:pt x="1168" y="13026"/>
                  </a:lnTo>
                  <a:lnTo>
                    <a:pt x="1078" y="12936"/>
                  </a:lnTo>
                  <a:lnTo>
                    <a:pt x="809" y="12846"/>
                  </a:lnTo>
                  <a:lnTo>
                    <a:pt x="539" y="12846"/>
                  </a:lnTo>
                  <a:lnTo>
                    <a:pt x="405" y="12891"/>
                  </a:lnTo>
                  <a:lnTo>
                    <a:pt x="315" y="12981"/>
                  </a:lnTo>
                  <a:lnTo>
                    <a:pt x="180" y="13070"/>
                  </a:lnTo>
                  <a:lnTo>
                    <a:pt x="135" y="13160"/>
                  </a:lnTo>
                  <a:lnTo>
                    <a:pt x="0" y="13430"/>
                  </a:lnTo>
                  <a:lnTo>
                    <a:pt x="45" y="13699"/>
                  </a:lnTo>
                  <a:lnTo>
                    <a:pt x="90" y="13834"/>
                  </a:lnTo>
                  <a:lnTo>
                    <a:pt x="135" y="13924"/>
                  </a:lnTo>
                  <a:lnTo>
                    <a:pt x="1034" y="15092"/>
                  </a:lnTo>
                  <a:lnTo>
                    <a:pt x="1528" y="15631"/>
                  </a:lnTo>
                  <a:lnTo>
                    <a:pt x="1977" y="16125"/>
                  </a:lnTo>
                  <a:lnTo>
                    <a:pt x="2471" y="16619"/>
                  </a:lnTo>
                  <a:lnTo>
                    <a:pt x="2965" y="17023"/>
                  </a:lnTo>
                  <a:lnTo>
                    <a:pt x="3459" y="17427"/>
                  </a:lnTo>
                  <a:lnTo>
                    <a:pt x="3998" y="17787"/>
                  </a:lnTo>
                  <a:lnTo>
                    <a:pt x="4492" y="18146"/>
                  </a:lnTo>
                  <a:lnTo>
                    <a:pt x="5031" y="18415"/>
                  </a:lnTo>
                  <a:lnTo>
                    <a:pt x="5525" y="18685"/>
                  </a:lnTo>
                  <a:lnTo>
                    <a:pt x="6064" y="18954"/>
                  </a:lnTo>
                  <a:lnTo>
                    <a:pt x="6603" y="19134"/>
                  </a:lnTo>
                  <a:lnTo>
                    <a:pt x="7187" y="19314"/>
                  </a:lnTo>
                  <a:lnTo>
                    <a:pt x="7726" y="19448"/>
                  </a:lnTo>
                  <a:lnTo>
                    <a:pt x="8310" y="19538"/>
                  </a:lnTo>
                  <a:lnTo>
                    <a:pt x="9028" y="19628"/>
                  </a:lnTo>
                  <a:lnTo>
                    <a:pt x="9747" y="19673"/>
                  </a:lnTo>
                  <a:lnTo>
                    <a:pt x="10241" y="19628"/>
                  </a:lnTo>
                  <a:lnTo>
                    <a:pt x="10780" y="19583"/>
                  </a:lnTo>
                  <a:lnTo>
                    <a:pt x="11768" y="19448"/>
                  </a:lnTo>
                  <a:lnTo>
                    <a:pt x="12667" y="19224"/>
                  </a:lnTo>
                  <a:lnTo>
                    <a:pt x="13430" y="18954"/>
                  </a:lnTo>
                  <a:lnTo>
                    <a:pt x="14149" y="18685"/>
                  </a:lnTo>
                  <a:lnTo>
                    <a:pt x="14733" y="18370"/>
                  </a:lnTo>
                  <a:lnTo>
                    <a:pt x="15182" y="18101"/>
                  </a:lnTo>
                  <a:lnTo>
                    <a:pt x="15541" y="17921"/>
                  </a:lnTo>
                  <a:lnTo>
                    <a:pt x="16484" y="17921"/>
                  </a:lnTo>
                  <a:lnTo>
                    <a:pt x="16933" y="17876"/>
                  </a:lnTo>
                  <a:lnTo>
                    <a:pt x="17383" y="17831"/>
                  </a:lnTo>
                  <a:lnTo>
                    <a:pt x="17787" y="17742"/>
                  </a:lnTo>
                  <a:lnTo>
                    <a:pt x="18191" y="17607"/>
                  </a:lnTo>
                  <a:lnTo>
                    <a:pt x="19000" y="17292"/>
                  </a:lnTo>
                  <a:lnTo>
                    <a:pt x="19718" y="16933"/>
                  </a:lnTo>
                  <a:lnTo>
                    <a:pt x="20347" y="16439"/>
                  </a:lnTo>
                  <a:lnTo>
                    <a:pt x="20976" y="15945"/>
                  </a:lnTo>
                  <a:lnTo>
                    <a:pt x="21515" y="15406"/>
                  </a:lnTo>
                  <a:lnTo>
                    <a:pt x="22054" y="14867"/>
                  </a:lnTo>
                  <a:lnTo>
                    <a:pt x="22503" y="14283"/>
                  </a:lnTo>
                  <a:lnTo>
                    <a:pt x="22862" y="13744"/>
                  </a:lnTo>
                  <a:lnTo>
                    <a:pt x="23222" y="13205"/>
                  </a:lnTo>
                  <a:lnTo>
                    <a:pt x="23761" y="12307"/>
                  </a:lnTo>
                  <a:lnTo>
                    <a:pt x="24075" y="11633"/>
                  </a:lnTo>
                  <a:lnTo>
                    <a:pt x="24569" y="11364"/>
                  </a:lnTo>
                  <a:lnTo>
                    <a:pt x="25063" y="11094"/>
                  </a:lnTo>
                  <a:lnTo>
                    <a:pt x="26006" y="10420"/>
                  </a:lnTo>
                  <a:lnTo>
                    <a:pt x="26905" y="9702"/>
                  </a:lnTo>
                  <a:lnTo>
                    <a:pt x="27758" y="8893"/>
                  </a:lnTo>
                  <a:lnTo>
                    <a:pt x="28522" y="8040"/>
                  </a:lnTo>
                  <a:lnTo>
                    <a:pt x="29285" y="7142"/>
                  </a:lnTo>
                  <a:lnTo>
                    <a:pt x="29914" y="6288"/>
                  </a:lnTo>
                  <a:lnTo>
                    <a:pt x="30543" y="5390"/>
                  </a:lnTo>
                  <a:lnTo>
                    <a:pt x="31082" y="4581"/>
                  </a:lnTo>
                  <a:lnTo>
                    <a:pt x="31576" y="3773"/>
                  </a:lnTo>
                  <a:lnTo>
                    <a:pt x="32339" y="2381"/>
                  </a:lnTo>
                  <a:lnTo>
                    <a:pt x="32789" y="1392"/>
                  </a:lnTo>
                  <a:lnTo>
                    <a:pt x="33013" y="943"/>
                  </a:lnTo>
                  <a:lnTo>
                    <a:pt x="33058" y="809"/>
                  </a:lnTo>
                  <a:lnTo>
                    <a:pt x="33058" y="674"/>
                  </a:lnTo>
                  <a:lnTo>
                    <a:pt x="33013" y="449"/>
                  </a:lnTo>
                  <a:lnTo>
                    <a:pt x="32878" y="225"/>
                  </a:lnTo>
                  <a:lnTo>
                    <a:pt x="32744" y="135"/>
                  </a:lnTo>
                  <a:lnTo>
                    <a:pt x="32654" y="45"/>
                  </a:lnTo>
                  <a:lnTo>
                    <a:pt x="3251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3"/>
            <p:cNvSpPr/>
            <p:nvPr/>
          </p:nvSpPr>
          <p:spPr>
            <a:xfrm>
              <a:off x="6565525" y="3676075"/>
              <a:ext cx="801775" cy="338000"/>
            </a:xfrm>
            <a:custGeom>
              <a:rect b="b" l="l" r="r" t="t"/>
              <a:pathLst>
                <a:path extrusionOk="0" h="13520" w="32071">
                  <a:moveTo>
                    <a:pt x="31621" y="0"/>
                  </a:moveTo>
                  <a:lnTo>
                    <a:pt x="29600" y="584"/>
                  </a:lnTo>
                  <a:lnTo>
                    <a:pt x="27534" y="1168"/>
                  </a:lnTo>
                  <a:lnTo>
                    <a:pt x="25513" y="1797"/>
                  </a:lnTo>
                  <a:lnTo>
                    <a:pt x="23491" y="2470"/>
                  </a:lnTo>
                  <a:lnTo>
                    <a:pt x="21470" y="3144"/>
                  </a:lnTo>
                  <a:lnTo>
                    <a:pt x="19449" y="3863"/>
                  </a:lnTo>
                  <a:lnTo>
                    <a:pt x="17473" y="4626"/>
                  </a:lnTo>
                  <a:lnTo>
                    <a:pt x="15496" y="5435"/>
                  </a:lnTo>
                  <a:lnTo>
                    <a:pt x="13520" y="6243"/>
                  </a:lnTo>
                  <a:lnTo>
                    <a:pt x="11589" y="7097"/>
                  </a:lnTo>
                  <a:lnTo>
                    <a:pt x="9613" y="7995"/>
                  </a:lnTo>
                  <a:lnTo>
                    <a:pt x="7726" y="8893"/>
                  </a:lnTo>
                  <a:lnTo>
                    <a:pt x="5795" y="9837"/>
                  </a:lnTo>
                  <a:lnTo>
                    <a:pt x="3908" y="10825"/>
                  </a:lnTo>
                  <a:lnTo>
                    <a:pt x="2022" y="11858"/>
                  </a:lnTo>
                  <a:lnTo>
                    <a:pt x="180" y="12891"/>
                  </a:lnTo>
                  <a:lnTo>
                    <a:pt x="46" y="12981"/>
                  </a:lnTo>
                  <a:lnTo>
                    <a:pt x="1" y="13115"/>
                  </a:lnTo>
                  <a:lnTo>
                    <a:pt x="1" y="13250"/>
                  </a:lnTo>
                  <a:lnTo>
                    <a:pt x="46" y="13340"/>
                  </a:lnTo>
                  <a:lnTo>
                    <a:pt x="180" y="13475"/>
                  </a:lnTo>
                  <a:lnTo>
                    <a:pt x="360" y="13520"/>
                  </a:lnTo>
                  <a:lnTo>
                    <a:pt x="495" y="13475"/>
                  </a:lnTo>
                  <a:lnTo>
                    <a:pt x="2381" y="12442"/>
                  </a:lnTo>
                  <a:lnTo>
                    <a:pt x="4223" y="11453"/>
                  </a:lnTo>
                  <a:lnTo>
                    <a:pt x="6109" y="10465"/>
                  </a:lnTo>
                  <a:lnTo>
                    <a:pt x="7996" y="9522"/>
                  </a:lnTo>
                  <a:lnTo>
                    <a:pt x="9927" y="8624"/>
                  </a:lnTo>
                  <a:lnTo>
                    <a:pt x="11858" y="7726"/>
                  </a:lnTo>
                  <a:lnTo>
                    <a:pt x="13790" y="6872"/>
                  </a:lnTo>
                  <a:lnTo>
                    <a:pt x="15766" y="6064"/>
                  </a:lnTo>
                  <a:lnTo>
                    <a:pt x="17697" y="5255"/>
                  </a:lnTo>
                  <a:lnTo>
                    <a:pt x="19674" y="4537"/>
                  </a:lnTo>
                  <a:lnTo>
                    <a:pt x="21695" y="3773"/>
                  </a:lnTo>
                  <a:lnTo>
                    <a:pt x="23671" y="3099"/>
                  </a:lnTo>
                  <a:lnTo>
                    <a:pt x="25692" y="2426"/>
                  </a:lnTo>
                  <a:lnTo>
                    <a:pt x="27713" y="1842"/>
                  </a:lnTo>
                  <a:lnTo>
                    <a:pt x="29779" y="1213"/>
                  </a:lnTo>
                  <a:lnTo>
                    <a:pt x="31801" y="674"/>
                  </a:lnTo>
                  <a:lnTo>
                    <a:pt x="31935" y="629"/>
                  </a:lnTo>
                  <a:lnTo>
                    <a:pt x="32025" y="494"/>
                  </a:lnTo>
                  <a:lnTo>
                    <a:pt x="32070" y="404"/>
                  </a:lnTo>
                  <a:lnTo>
                    <a:pt x="32070" y="270"/>
                  </a:lnTo>
                  <a:lnTo>
                    <a:pt x="32025" y="135"/>
                  </a:lnTo>
                  <a:lnTo>
                    <a:pt x="31890" y="45"/>
                  </a:lnTo>
                  <a:lnTo>
                    <a:pt x="31801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3"/>
            <p:cNvSpPr/>
            <p:nvPr/>
          </p:nvSpPr>
          <p:spPr>
            <a:xfrm>
              <a:off x="6665475" y="3804075"/>
              <a:ext cx="57275" cy="98825"/>
            </a:xfrm>
            <a:custGeom>
              <a:rect b="b" l="l" r="r" t="t"/>
              <a:pathLst>
                <a:path extrusionOk="0" h="3953" w="2291">
                  <a:moveTo>
                    <a:pt x="1842" y="0"/>
                  </a:moveTo>
                  <a:lnTo>
                    <a:pt x="1707" y="90"/>
                  </a:lnTo>
                  <a:lnTo>
                    <a:pt x="1617" y="180"/>
                  </a:lnTo>
                  <a:lnTo>
                    <a:pt x="45" y="3459"/>
                  </a:lnTo>
                  <a:lnTo>
                    <a:pt x="0" y="3594"/>
                  </a:lnTo>
                  <a:lnTo>
                    <a:pt x="45" y="3728"/>
                  </a:lnTo>
                  <a:lnTo>
                    <a:pt x="90" y="3818"/>
                  </a:lnTo>
                  <a:lnTo>
                    <a:pt x="225" y="3908"/>
                  </a:lnTo>
                  <a:lnTo>
                    <a:pt x="359" y="3953"/>
                  </a:lnTo>
                  <a:lnTo>
                    <a:pt x="539" y="3908"/>
                  </a:lnTo>
                  <a:lnTo>
                    <a:pt x="629" y="3818"/>
                  </a:lnTo>
                  <a:lnTo>
                    <a:pt x="674" y="3728"/>
                  </a:lnTo>
                  <a:lnTo>
                    <a:pt x="2246" y="494"/>
                  </a:lnTo>
                  <a:lnTo>
                    <a:pt x="2291" y="360"/>
                  </a:lnTo>
                  <a:lnTo>
                    <a:pt x="2291" y="225"/>
                  </a:lnTo>
                  <a:lnTo>
                    <a:pt x="2201" y="135"/>
                  </a:lnTo>
                  <a:lnTo>
                    <a:pt x="2111" y="45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3"/>
            <p:cNvSpPr/>
            <p:nvPr/>
          </p:nvSpPr>
          <p:spPr>
            <a:xfrm>
              <a:off x="6750800" y="3714250"/>
              <a:ext cx="113450" cy="135875"/>
            </a:xfrm>
            <a:custGeom>
              <a:rect b="b" l="l" r="r" t="t"/>
              <a:pathLst>
                <a:path extrusionOk="0" h="5435" w="4538">
                  <a:moveTo>
                    <a:pt x="4223" y="0"/>
                  </a:moveTo>
                  <a:lnTo>
                    <a:pt x="4088" y="45"/>
                  </a:lnTo>
                  <a:lnTo>
                    <a:pt x="3953" y="90"/>
                  </a:lnTo>
                  <a:lnTo>
                    <a:pt x="2875" y="1213"/>
                  </a:lnTo>
                  <a:lnTo>
                    <a:pt x="1842" y="2381"/>
                  </a:lnTo>
                  <a:lnTo>
                    <a:pt x="899" y="3593"/>
                  </a:lnTo>
                  <a:lnTo>
                    <a:pt x="46" y="4896"/>
                  </a:lnTo>
                  <a:lnTo>
                    <a:pt x="1" y="5031"/>
                  </a:lnTo>
                  <a:lnTo>
                    <a:pt x="1" y="5165"/>
                  </a:lnTo>
                  <a:lnTo>
                    <a:pt x="46" y="5300"/>
                  </a:lnTo>
                  <a:lnTo>
                    <a:pt x="135" y="5390"/>
                  </a:lnTo>
                  <a:lnTo>
                    <a:pt x="225" y="5435"/>
                  </a:lnTo>
                  <a:lnTo>
                    <a:pt x="360" y="5435"/>
                  </a:lnTo>
                  <a:lnTo>
                    <a:pt x="495" y="5390"/>
                  </a:lnTo>
                  <a:lnTo>
                    <a:pt x="630" y="5255"/>
                  </a:lnTo>
                  <a:lnTo>
                    <a:pt x="1483" y="3998"/>
                  </a:lnTo>
                  <a:lnTo>
                    <a:pt x="2381" y="2830"/>
                  </a:lnTo>
                  <a:lnTo>
                    <a:pt x="3369" y="1662"/>
                  </a:lnTo>
                  <a:lnTo>
                    <a:pt x="4447" y="629"/>
                  </a:lnTo>
                  <a:lnTo>
                    <a:pt x="4492" y="494"/>
                  </a:lnTo>
                  <a:lnTo>
                    <a:pt x="4537" y="360"/>
                  </a:lnTo>
                  <a:lnTo>
                    <a:pt x="4537" y="225"/>
                  </a:lnTo>
                  <a:lnTo>
                    <a:pt x="4447" y="135"/>
                  </a:lnTo>
                  <a:lnTo>
                    <a:pt x="4313" y="45"/>
                  </a:lnTo>
                  <a:lnTo>
                    <a:pt x="422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3"/>
            <p:cNvSpPr/>
            <p:nvPr/>
          </p:nvSpPr>
          <p:spPr>
            <a:xfrm>
              <a:off x="6844000" y="3729975"/>
              <a:ext cx="56175" cy="75250"/>
            </a:xfrm>
            <a:custGeom>
              <a:rect b="b" l="l" r="r" t="t"/>
              <a:pathLst>
                <a:path extrusionOk="0" h="3010" w="2247">
                  <a:moveTo>
                    <a:pt x="1842" y="0"/>
                  </a:moveTo>
                  <a:lnTo>
                    <a:pt x="1707" y="45"/>
                  </a:lnTo>
                  <a:lnTo>
                    <a:pt x="1618" y="135"/>
                  </a:lnTo>
                  <a:lnTo>
                    <a:pt x="46" y="2470"/>
                  </a:lnTo>
                  <a:lnTo>
                    <a:pt x="1" y="2605"/>
                  </a:lnTo>
                  <a:lnTo>
                    <a:pt x="1" y="2740"/>
                  </a:lnTo>
                  <a:lnTo>
                    <a:pt x="46" y="2875"/>
                  </a:lnTo>
                  <a:lnTo>
                    <a:pt x="135" y="2964"/>
                  </a:lnTo>
                  <a:lnTo>
                    <a:pt x="270" y="3009"/>
                  </a:lnTo>
                  <a:lnTo>
                    <a:pt x="360" y="3009"/>
                  </a:lnTo>
                  <a:lnTo>
                    <a:pt x="495" y="2964"/>
                  </a:lnTo>
                  <a:lnTo>
                    <a:pt x="629" y="2875"/>
                  </a:lnTo>
                  <a:lnTo>
                    <a:pt x="2202" y="539"/>
                  </a:lnTo>
                  <a:lnTo>
                    <a:pt x="2246" y="404"/>
                  </a:lnTo>
                  <a:lnTo>
                    <a:pt x="2246" y="270"/>
                  </a:lnTo>
                  <a:lnTo>
                    <a:pt x="2202" y="135"/>
                  </a:lnTo>
                  <a:lnTo>
                    <a:pt x="2067" y="45"/>
                  </a:lnTo>
                  <a:lnTo>
                    <a:pt x="1977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3"/>
            <p:cNvSpPr/>
            <p:nvPr/>
          </p:nvSpPr>
          <p:spPr>
            <a:xfrm>
              <a:off x="6932700" y="3740075"/>
              <a:ext cx="30350" cy="32575"/>
            </a:xfrm>
            <a:custGeom>
              <a:rect b="b" l="l" r="r" t="t"/>
              <a:pathLst>
                <a:path extrusionOk="0" h="1303" w="1214">
                  <a:moveTo>
                    <a:pt x="854" y="0"/>
                  </a:moveTo>
                  <a:lnTo>
                    <a:pt x="720" y="45"/>
                  </a:lnTo>
                  <a:lnTo>
                    <a:pt x="630" y="135"/>
                  </a:lnTo>
                  <a:lnTo>
                    <a:pt x="91" y="719"/>
                  </a:lnTo>
                  <a:lnTo>
                    <a:pt x="1" y="854"/>
                  </a:lnTo>
                  <a:lnTo>
                    <a:pt x="1" y="988"/>
                  </a:lnTo>
                  <a:lnTo>
                    <a:pt x="46" y="1123"/>
                  </a:lnTo>
                  <a:lnTo>
                    <a:pt x="91" y="1213"/>
                  </a:lnTo>
                  <a:lnTo>
                    <a:pt x="226" y="1303"/>
                  </a:lnTo>
                  <a:lnTo>
                    <a:pt x="315" y="1303"/>
                  </a:lnTo>
                  <a:lnTo>
                    <a:pt x="495" y="1258"/>
                  </a:lnTo>
                  <a:lnTo>
                    <a:pt x="585" y="1213"/>
                  </a:lnTo>
                  <a:lnTo>
                    <a:pt x="1124" y="584"/>
                  </a:lnTo>
                  <a:lnTo>
                    <a:pt x="1214" y="449"/>
                  </a:lnTo>
                  <a:lnTo>
                    <a:pt x="1214" y="315"/>
                  </a:lnTo>
                  <a:lnTo>
                    <a:pt x="1169" y="225"/>
                  </a:lnTo>
                  <a:lnTo>
                    <a:pt x="1124" y="90"/>
                  </a:lnTo>
                  <a:lnTo>
                    <a:pt x="989" y="45"/>
                  </a:lnTo>
                  <a:lnTo>
                    <a:pt x="854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3"/>
            <p:cNvSpPr/>
            <p:nvPr/>
          </p:nvSpPr>
          <p:spPr>
            <a:xfrm>
              <a:off x="6979875" y="3708625"/>
              <a:ext cx="61775" cy="51675"/>
            </a:xfrm>
            <a:custGeom>
              <a:rect b="b" l="l" r="r" t="t"/>
              <a:pathLst>
                <a:path extrusionOk="0" h="2067" w="2471">
                  <a:moveTo>
                    <a:pt x="2066" y="1"/>
                  </a:moveTo>
                  <a:lnTo>
                    <a:pt x="1932" y="46"/>
                  </a:lnTo>
                  <a:lnTo>
                    <a:pt x="135" y="1438"/>
                  </a:lnTo>
                  <a:lnTo>
                    <a:pt x="45" y="1528"/>
                  </a:lnTo>
                  <a:lnTo>
                    <a:pt x="0" y="1663"/>
                  </a:lnTo>
                  <a:lnTo>
                    <a:pt x="0" y="1797"/>
                  </a:lnTo>
                  <a:lnTo>
                    <a:pt x="90" y="1932"/>
                  </a:lnTo>
                  <a:lnTo>
                    <a:pt x="180" y="2022"/>
                  </a:lnTo>
                  <a:lnTo>
                    <a:pt x="360" y="2067"/>
                  </a:lnTo>
                  <a:lnTo>
                    <a:pt x="450" y="2067"/>
                  </a:lnTo>
                  <a:lnTo>
                    <a:pt x="539" y="1977"/>
                  </a:lnTo>
                  <a:lnTo>
                    <a:pt x="2336" y="585"/>
                  </a:lnTo>
                  <a:lnTo>
                    <a:pt x="2426" y="495"/>
                  </a:lnTo>
                  <a:lnTo>
                    <a:pt x="2471" y="360"/>
                  </a:lnTo>
                  <a:lnTo>
                    <a:pt x="2471" y="225"/>
                  </a:lnTo>
                  <a:lnTo>
                    <a:pt x="2426" y="135"/>
                  </a:lnTo>
                  <a:lnTo>
                    <a:pt x="2336" y="46"/>
                  </a:lnTo>
                  <a:lnTo>
                    <a:pt x="2201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3"/>
            <p:cNvSpPr/>
            <p:nvPr/>
          </p:nvSpPr>
          <p:spPr>
            <a:xfrm>
              <a:off x="7101150" y="3660350"/>
              <a:ext cx="59525" cy="50550"/>
            </a:xfrm>
            <a:custGeom>
              <a:rect b="b" l="l" r="r" t="t"/>
              <a:pathLst>
                <a:path extrusionOk="0" h="2022" w="2381">
                  <a:moveTo>
                    <a:pt x="1932" y="0"/>
                  </a:moveTo>
                  <a:lnTo>
                    <a:pt x="1797" y="90"/>
                  </a:lnTo>
                  <a:lnTo>
                    <a:pt x="135" y="1393"/>
                  </a:lnTo>
                  <a:lnTo>
                    <a:pt x="45" y="1527"/>
                  </a:lnTo>
                  <a:lnTo>
                    <a:pt x="0" y="1662"/>
                  </a:lnTo>
                  <a:lnTo>
                    <a:pt x="0" y="1797"/>
                  </a:lnTo>
                  <a:lnTo>
                    <a:pt x="45" y="1887"/>
                  </a:lnTo>
                  <a:lnTo>
                    <a:pt x="180" y="1977"/>
                  </a:lnTo>
                  <a:lnTo>
                    <a:pt x="315" y="2021"/>
                  </a:lnTo>
                  <a:lnTo>
                    <a:pt x="449" y="2021"/>
                  </a:lnTo>
                  <a:lnTo>
                    <a:pt x="539" y="1977"/>
                  </a:lnTo>
                  <a:lnTo>
                    <a:pt x="2246" y="629"/>
                  </a:lnTo>
                  <a:lnTo>
                    <a:pt x="2336" y="494"/>
                  </a:lnTo>
                  <a:lnTo>
                    <a:pt x="2381" y="405"/>
                  </a:lnTo>
                  <a:lnTo>
                    <a:pt x="2336" y="270"/>
                  </a:lnTo>
                  <a:lnTo>
                    <a:pt x="2291" y="135"/>
                  </a:lnTo>
                  <a:lnTo>
                    <a:pt x="2201" y="45"/>
                  </a:lnTo>
                  <a:lnTo>
                    <a:pt x="206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3"/>
            <p:cNvSpPr/>
            <p:nvPr/>
          </p:nvSpPr>
          <p:spPr>
            <a:xfrm>
              <a:off x="6676700" y="4000575"/>
              <a:ext cx="185300" cy="73025"/>
            </a:xfrm>
            <a:custGeom>
              <a:rect b="b" l="l" r="r" t="t"/>
              <a:pathLst>
                <a:path extrusionOk="0" h="2921" w="7412">
                  <a:moveTo>
                    <a:pt x="315" y="1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135" y="629"/>
                  </a:lnTo>
                  <a:lnTo>
                    <a:pt x="854" y="1168"/>
                  </a:lnTo>
                  <a:lnTo>
                    <a:pt x="1617" y="1618"/>
                  </a:lnTo>
                  <a:lnTo>
                    <a:pt x="2426" y="1977"/>
                  </a:lnTo>
                  <a:lnTo>
                    <a:pt x="3234" y="2336"/>
                  </a:lnTo>
                  <a:lnTo>
                    <a:pt x="4088" y="2561"/>
                  </a:lnTo>
                  <a:lnTo>
                    <a:pt x="4986" y="2785"/>
                  </a:lnTo>
                  <a:lnTo>
                    <a:pt x="5839" y="2875"/>
                  </a:lnTo>
                  <a:lnTo>
                    <a:pt x="6738" y="2920"/>
                  </a:lnTo>
                  <a:lnTo>
                    <a:pt x="7097" y="2920"/>
                  </a:lnTo>
                  <a:lnTo>
                    <a:pt x="7232" y="2875"/>
                  </a:lnTo>
                  <a:lnTo>
                    <a:pt x="7321" y="2785"/>
                  </a:lnTo>
                  <a:lnTo>
                    <a:pt x="7411" y="2695"/>
                  </a:lnTo>
                  <a:lnTo>
                    <a:pt x="7411" y="2561"/>
                  </a:lnTo>
                  <a:lnTo>
                    <a:pt x="7366" y="2426"/>
                  </a:lnTo>
                  <a:lnTo>
                    <a:pt x="7321" y="2336"/>
                  </a:lnTo>
                  <a:lnTo>
                    <a:pt x="7187" y="2246"/>
                  </a:lnTo>
                  <a:lnTo>
                    <a:pt x="7052" y="2246"/>
                  </a:lnTo>
                  <a:lnTo>
                    <a:pt x="6199" y="2201"/>
                  </a:lnTo>
                  <a:lnTo>
                    <a:pt x="5300" y="2112"/>
                  </a:lnTo>
                  <a:lnTo>
                    <a:pt x="4447" y="1977"/>
                  </a:lnTo>
                  <a:lnTo>
                    <a:pt x="3638" y="1707"/>
                  </a:lnTo>
                  <a:lnTo>
                    <a:pt x="2785" y="1438"/>
                  </a:lnTo>
                  <a:lnTo>
                    <a:pt x="2022" y="1034"/>
                  </a:lnTo>
                  <a:lnTo>
                    <a:pt x="1258" y="584"/>
                  </a:lnTo>
                  <a:lnTo>
                    <a:pt x="539" y="90"/>
                  </a:lnTo>
                  <a:lnTo>
                    <a:pt x="449" y="45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3"/>
            <p:cNvSpPr/>
            <p:nvPr/>
          </p:nvSpPr>
          <p:spPr>
            <a:xfrm>
              <a:off x="6773275" y="3978125"/>
              <a:ext cx="83100" cy="42700"/>
            </a:xfrm>
            <a:custGeom>
              <a:rect b="b" l="l" r="r" t="t"/>
              <a:pathLst>
                <a:path extrusionOk="0" h="1708" w="3324">
                  <a:moveTo>
                    <a:pt x="225" y="0"/>
                  </a:moveTo>
                  <a:lnTo>
                    <a:pt x="90" y="90"/>
                  </a:lnTo>
                  <a:lnTo>
                    <a:pt x="0" y="180"/>
                  </a:lnTo>
                  <a:lnTo>
                    <a:pt x="0" y="315"/>
                  </a:lnTo>
                  <a:lnTo>
                    <a:pt x="0" y="449"/>
                  </a:lnTo>
                  <a:lnTo>
                    <a:pt x="90" y="584"/>
                  </a:lnTo>
                  <a:lnTo>
                    <a:pt x="359" y="809"/>
                  </a:lnTo>
                  <a:lnTo>
                    <a:pt x="674" y="1033"/>
                  </a:lnTo>
                  <a:lnTo>
                    <a:pt x="988" y="1258"/>
                  </a:lnTo>
                  <a:lnTo>
                    <a:pt x="1347" y="1393"/>
                  </a:lnTo>
                  <a:lnTo>
                    <a:pt x="1707" y="1527"/>
                  </a:lnTo>
                  <a:lnTo>
                    <a:pt x="2066" y="1617"/>
                  </a:lnTo>
                  <a:lnTo>
                    <a:pt x="2425" y="1662"/>
                  </a:lnTo>
                  <a:lnTo>
                    <a:pt x="2830" y="1707"/>
                  </a:lnTo>
                  <a:lnTo>
                    <a:pt x="3009" y="1662"/>
                  </a:lnTo>
                  <a:lnTo>
                    <a:pt x="3144" y="1662"/>
                  </a:lnTo>
                  <a:lnTo>
                    <a:pt x="3234" y="1572"/>
                  </a:lnTo>
                  <a:lnTo>
                    <a:pt x="3324" y="1438"/>
                  </a:lnTo>
                  <a:lnTo>
                    <a:pt x="3324" y="1303"/>
                  </a:lnTo>
                  <a:lnTo>
                    <a:pt x="3324" y="1168"/>
                  </a:lnTo>
                  <a:lnTo>
                    <a:pt x="3234" y="1078"/>
                  </a:lnTo>
                  <a:lnTo>
                    <a:pt x="3099" y="988"/>
                  </a:lnTo>
                  <a:lnTo>
                    <a:pt x="2650" y="988"/>
                  </a:lnTo>
                  <a:lnTo>
                    <a:pt x="2336" y="943"/>
                  </a:lnTo>
                  <a:lnTo>
                    <a:pt x="1976" y="899"/>
                  </a:lnTo>
                  <a:lnTo>
                    <a:pt x="1662" y="764"/>
                  </a:lnTo>
                  <a:lnTo>
                    <a:pt x="1392" y="629"/>
                  </a:lnTo>
                  <a:lnTo>
                    <a:pt x="1078" y="494"/>
                  </a:lnTo>
                  <a:lnTo>
                    <a:pt x="808" y="315"/>
                  </a:lnTo>
                  <a:lnTo>
                    <a:pt x="584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3"/>
            <p:cNvSpPr/>
            <p:nvPr/>
          </p:nvSpPr>
          <p:spPr>
            <a:xfrm>
              <a:off x="6885550" y="3932075"/>
              <a:ext cx="79750" cy="24725"/>
            </a:xfrm>
            <a:custGeom>
              <a:rect b="b" l="l" r="r" t="t"/>
              <a:pathLst>
                <a:path extrusionOk="0" h="989" w="3190">
                  <a:moveTo>
                    <a:pt x="270" y="1"/>
                  </a:moveTo>
                  <a:lnTo>
                    <a:pt x="135" y="46"/>
                  </a:lnTo>
                  <a:lnTo>
                    <a:pt x="45" y="135"/>
                  </a:lnTo>
                  <a:lnTo>
                    <a:pt x="1" y="270"/>
                  </a:lnTo>
                  <a:lnTo>
                    <a:pt x="45" y="405"/>
                  </a:lnTo>
                  <a:lnTo>
                    <a:pt x="90" y="540"/>
                  </a:lnTo>
                  <a:lnTo>
                    <a:pt x="180" y="630"/>
                  </a:lnTo>
                  <a:lnTo>
                    <a:pt x="315" y="674"/>
                  </a:lnTo>
                  <a:lnTo>
                    <a:pt x="2785" y="989"/>
                  </a:lnTo>
                  <a:lnTo>
                    <a:pt x="2965" y="989"/>
                  </a:lnTo>
                  <a:lnTo>
                    <a:pt x="3055" y="899"/>
                  </a:lnTo>
                  <a:lnTo>
                    <a:pt x="3145" y="809"/>
                  </a:lnTo>
                  <a:lnTo>
                    <a:pt x="3190" y="719"/>
                  </a:lnTo>
                  <a:lnTo>
                    <a:pt x="3190" y="585"/>
                  </a:lnTo>
                  <a:lnTo>
                    <a:pt x="3100" y="450"/>
                  </a:lnTo>
                  <a:lnTo>
                    <a:pt x="3010" y="360"/>
                  </a:lnTo>
                  <a:lnTo>
                    <a:pt x="2875" y="31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3"/>
            <p:cNvSpPr/>
            <p:nvPr/>
          </p:nvSpPr>
          <p:spPr>
            <a:xfrm>
              <a:off x="6978750" y="3892775"/>
              <a:ext cx="52800" cy="19125"/>
            </a:xfrm>
            <a:custGeom>
              <a:rect b="b" l="l" r="r" t="t"/>
              <a:pathLst>
                <a:path extrusionOk="0" h="765" w="2112">
                  <a:moveTo>
                    <a:pt x="1752" y="1"/>
                  </a:moveTo>
                  <a:lnTo>
                    <a:pt x="315" y="46"/>
                  </a:lnTo>
                  <a:lnTo>
                    <a:pt x="225" y="91"/>
                  </a:lnTo>
                  <a:lnTo>
                    <a:pt x="90" y="180"/>
                  </a:lnTo>
                  <a:lnTo>
                    <a:pt x="45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90" y="630"/>
                  </a:lnTo>
                  <a:lnTo>
                    <a:pt x="225" y="719"/>
                  </a:lnTo>
                  <a:lnTo>
                    <a:pt x="360" y="764"/>
                  </a:lnTo>
                  <a:lnTo>
                    <a:pt x="1797" y="674"/>
                  </a:lnTo>
                  <a:lnTo>
                    <a:pt x="1932" y="674"/>
                  </a:lnTo>
                  <a:lnTo>
                    <a:pt x="2022" y="585"/>
                  </a:lnTo>
                  <a:lnTo>
                    <a:pt x="2111" y="450"/>
                  </a:lnTo>
                  <a:lnTo>
                    <a:pt x="2111" y="315"/>
                  </a:lnTo>
                  <a:lnTo>
                    <a:pt x="2067" y="225"/>
                  </a:lnTo>
                  <a:lnTo>
                    <a:pt x="2022" y="91"/>
                  </a:lnTo>
                  <a:lnTo>
                    <a:pt x="1887" y="46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3"/>
            <p:cNvSpPr/>
            <p:nvPr/>
          </p:nvSpPr>
          <p:spPr>
            <a:xfrm>
              <a:off x="7053975" y="3838875"/>
              <a:ext cx="47200" cy="22500"/>
            </a:xfrm>
            <a:custGeom>
              <a:rect b="b" l="l" r="r" t="t"/>
              <a:pathLst>
                <a:path extrusionOk="0" h="900" w="1888">
                  <a:moveTo>
                    <a:pt x="1483" y="1"/>
                  </a:moveTo>
                  <a:lnTo>
                    <a:pt x="270" y="225"/>
                  </a:lnTo>
                  <a:lnTo>
                    <a:pt x="136" y="270"/>
                  </a:lnTo>
                  <a:lnTo>
                    <a:pt x="46" y="360"/>
                  </a:lnTo>
                  <a:lnTo>
                    <a:pt x="1" y="495"/>
                  </a:lnTo>
                  <a:lnTo>
                    <a:pt x="1" y="630"/>
                  </a:lnTo>
                  <a:lnTo>
                    <a:pt x="46" y="719"/>
                  </a:lnTo>
                  <a:lnTo>
                    <a:pt x="136" y="809"/>
                  </a:lnTo>
                  <a:lnTo>
                    <a:pt x="225" y="899"/>
                  </a:lnTo>
                  <a:lnTo>
                    <a:pt x="405" y="899"/>
                  </a:lnTo>
                  <a:lnTo>
                    <a:pt x="1618" y="675"/>
                  </a:lnTo>
                  <a:lnTo>
                    <a:pt x="1752" y="630"/>
                  </a:lnTo>
                  <a:lnTo>
                    <a:pt x="1842" y="540"/>
                  </a:lnTo>
                  <a:lnTo>
                    <a:pt x="1887" y="405"/>
                  </a:lnTo>
                  <a:lnTo>
                    <a:pt x="1887" y="270"/>
                  </a:lnTo>
                  <a:lnTo>
                    <a:pt x="1842" y="136"/>
                  </a:lnTo>
                  <a:lnTo>
                    <a:pt x="1752" y="46"/>
                  </a:lnTo>
                  <a:lnTo>
                    <a:pt x="1618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3"/>
            <p:cNvSpPr/>
            <p:nvPr/>
          </p:nvSpPr>
          <p:spPr>
            <a:xfrm>
              <a:off x="7149425" y="3797325"/>
              <a:ext cx="52800" cy="24750"/>
            </a:xfrm>
            <a:custGeom>
              <a:rect b="b" l="l" r="r" t="t"/>
              <a:pathLst>
                <a:path extrusionOk="0" h="990" w="2112">
                  <a:moveTo>
                    <a:pt x="1707" y="1"/>
                  </a:moveTo>
                  <a:lnTo>
                    <a:pt x="270" y="315"/>
                  </a:lnTo>
                  <a:lnTo>
                    <a:pt x="135" y="405"/>
                  </a:lnTo>
                  <a:lnTo>
                    <a:pt x="46" y="495"/>
                  </a:lnTo>
                  <a:lnTo>
                    <a:pt x="1" y="585"/>
                  </a:lnTo>
                  <a:lnTo>
                    <a:pt x="1" y="720"/>
                  </a:lnTo>
                  <a:lnTo>
                    <a:pt x="46" y="854"/>
                  </a:lnTo>
                  <a:lnTo>
                    <a:pt x="135" y="944"/>
                  </a:lnTo>
                  <a:lnTo>
                    <a:pt x="225" y="989"/>
                  </a:lnTo>
                  <a:lnTo>
                    <a:pt x="405" y="989"/>
                  </a:lnTo>
                  <a:lnTo>
                    <a:pt x="1842" y="675"/>
                  </a:lnTo>
                  <a:lnTo>
                    <a:pt x="1977" y="630"/>
                  </a:lnTo>
                  <a:lnTo>
                    <a:pt x="2067" y="540"/>
                  </a:lnTo>
                  <a:lnTo>
                    <a:pt x="2112" y="405"/>
                  </a:lnTo>
                  <a:lnTo>
                    <a:pt x="2112" y="270"/>
                  </a:lnTo>
                  <a:lnTo>
                    <a:pt x="2067" y="136"/>
                  </a:lnTo>
                  <a:lnTo>
                    <a:pt x="1977" y="46"/>
                  </a:lnTo>
                  <a:lnTo>
                    <a:pt x="1842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3"/>
            <p:cNvSpPr/>
            <p:nvPr/>
          </p:nvSpPr>
          <p:spPr>
            <a:xfrm>
              <a:off x="6394850" y="2986625"/>
              <a:ext cx="463775" cy="1002750"/>
            </a:xfrm>
            <a:custGeom>
              <a:rect b="b" l="l" r="r" t="t"/>
              <a:pathLst>
                <a:path extrusionOk="0" h="40110" w="18551">
                  <a:moveTo>
                    <a:pt x="13385" y="7636"/>
                  </a:moveTo>
                  <a:lnTo>
                    <a:pt x="13430" y="7681"/>
                  </a:lnTo>
                  <a:lnTo>
                    <a:pt x="13655" y="10421"/>
                  </a:lnTo>
                  <a:lnTo>
                    <a:pt x="13655" y="10465"/>
                  </a:lnTo>
                  <a:lnTo>
                    <a:pt x="13610" y="10465"/>
                  </a:lnTo>
                  <a:lnTo>
                    <a:pt x="13610" y="10690"/>
                  </a:lnTo>
                  <a:lnTo>
                    <a:pt x="13565" y="10421"/>
                  </a:lnTo>
                  <a:lnTo>
                    <a:pt x="13296" y="7681"/>
                  </a:lnTo>
                  <a:lnTo>
                    <a:pt x="13340" y="7636"/>
                  </a:lnTo>
                  <a:close/>
                  <a:moveTo>
                    <a:pt x="11095" y="12711"/>
                  </a:moveTo>
                  <a:lnTo>
                    <a:pt x="12038" y="17113"/>
                  </a:lnTo>
                  <a:lnTo>
                    <a:pt x="11993" y="17158"/>
                  </a:lnTo>
                  <a:lnTo>
                    <a:pt x="11948" y="17158"/>
                  </a:lnTo>
                  <a:lnTo>
                    <a:pt x="10960" y="12756"/>
                  </a:lnTo>
                  <a:lnTo>
                    <a:pt x="11005" y="12711"/>
                  </a:lnTo>
                  <a:close/>
                  <a:moveTo>
                    <a:pt x="6154" y="13744"/>
                  </a:moveTo>
                  <a:lnTo>
                    <a:pt x="6199" y="13789"/>
                  </a:lnTo>
                  <a:lnTo>
                    <a:pt x="6289" y="15271"/>
                  </a:lnTo>
                  <a:lnTo>
                    <a:pt x="6513" y="16754"/>
                  </a:lnTo>
                  <a:lnTo>
                    <a:pt x="6873" y="18191"/>
                  </a:lnTo>
                  <a:lnTo>
                    <a:pt x="7277" y="19628"/>
                  </a:lnTo>
                  <a:lnTo>
                    <a:pt x="7816" y="21021"/>
                  </a:lnTo>
                  <a:lnTo>
                    <a:pt x="8400" y="22368"/>
                  </a:lnTo>
                  <a:lnTo>
                    <a:pt x="9118" y="23670"/>
                  </a:lnTo>
                  <a:lnTo>
                    <a:pt x="9882" y="24928"/>
                  </a:lnTo>
                  <a:lnTo>
                    <a:pt x="9882" y="25018"/>
                  </a:lnTo>
                  <a:lnTo>
                    <a:pt x="9792" y="24973"/>
                  </a:lnTo>
                  <a:lnTo>
                    <a:pt x="9029" y="23715"/>
                  </a:lnTo>
                  <a:lnTo>
                    <a:pt x="8310" y="22413"/>
                  </a:lnTo>
                  <a:lnTo>
                    <a:pt x="7726" y="21065"/>
                  </a:lnTo>
                  <a:lnTo>
                    <a:pt x="7187" y="19628"/>
                  </a:lnTo>
                  <a:lnTo>
                    <a:pt x="6783" y="18236"/>
                  </a:lnTo>
                  <a:lnTo>
                    <a:pt x="6423" y="16754"/>
                  </a:lnTo>
                  <a:lnTo>
                    <a:pt x="6199" y="15271"/>
                  </a:lnTo>
                  <a:lnTo>
                    <a:pt x="6064" y="13789"/>
                  </a:lnTo>
                  <a:lnTo>
                    <a:pt x="6109" y="13744"/>
                  </a:lnTo>
                  <a:close/>
                  <a:moveTo>
                    <a:pt x="6468" y="23356"/>
                  </a:moveTo>
                  <a:lnTo>
                    <a:pt x="8579" y="26725"/>
                  </a:lnTo>
                  <a:lnTo>
                    <a:pt x="8579" y="26770"/>
                  </a:lnTo>
                  <a:lnTo>
                    <a:pt x="8534" y="26815"/>
                  </a:lnTo>
                  <a:lnTo>
                    <a:pt x="8669" y="26994"/>
                  </a:lnTo>
                  <a:lnTo>
                    <a:pt x="8490" y="26815"/>
                  </a:lnTo>
                  <a:lnTo>
                    <a:pt x="6379" y="23446"/>
                  </a:lnTo>
                  <a:lnTo>
                    <a:pt x="6379" y="23401"/>
                  </a:lnTo>
                  <a:lnTo>
                    <a:pt x="6423" y="23356"/>
                  </a:lnTo>
                  <a:close/>
                  <a:moveTo>
                    <a:pt x="7322" y="28701"/>
                  </a:moveTo>
                  <a:lnTo>
                    <a:pt x="7322" y="28746"/>
                  </a:lnTo>
                  <a:lnTo>
                    <a:pt x="7996" y="29689"/>
                  </a:lnTo>
                  <a:lnTo>
                    <a:pt x="7996" y="29734"/>
                  </a:lnTo>
                  <a:lnTo>
                    <a:pt x="8085" y="29914"/>
                  </a:lnTo>
                  <a:lnTo>
                    <a:pt x="7906" y="29734"/>
                  </a:lnTo>
                  <a:lnTo>
                    <a:pt x="7232" y="28791"/>
                  </a:lnTo>
                  <a:lnTo>
                    <a:pt x="7232" y="28746"/>
                  </a:lnTo>
                  <a:lnTo>
                    <a:pt x="7277" y="28746"/>
                  </a:lnTo>
                  <a:lnTo>
                    <a:pt x="7322" y="28701"/>
                  </a:lnTo>
                  <a:close/>
                  <a:moveTo>
                    <a:pt x="2830" y="26410"/>
                  </a:moveTo>
                  <a:lnTo>
                    <a:pt x="2875" y="26455"/>
                  </a:lnTo>
                  <a:lnTo>
                    <a:pt x="3235" y="27578"/>
                  </a:lnTo>
                  <a:lnTo>
                    <a:pt x="3639" y="28701"/>
                  </a:lnTo>
                  <a:lnTo>
                    <a:pt x="4133" y="29824"/>
                  </a:lnTo>
                  <a:lnTo>
                    <a:pt x="4672" y="30902"/>
                  </a:lnTo>
                  <a:lnTo>
                    <a:pt x="5256" y="31980"/>
                  </a:lnTo>
                  <a:lnTo>
                    <a:pt x="5884" y="32968"/>
                  </a:lnTo>
                  <a:lnTo>
                    <a:pt x="6558" y="33956"/>
                  </a:lnTo>
                  <a:lnTo>
                    <a:pt x="7322" y="34899"/>
                  </a:lnTo>
                  <a:lnTo>
                    <a:pt x="7322" y="34944"/>
                  </a:lnTo>
                  <a:lnTo>
                    <a:pt x="7277" y="34989"/>
                  </a:lnTo>
                  <a:lnTo>
                    <a:pt x="7412" y="35124"/>
                  </a:lnTo>
                  <a:lnTo>
                    <a:pt x="7232" y="34989"/>
                  </a:lnTo>
                  <a:lnTo>
                    <a:pt x="6468" y="34046"/>
                  </a:lnTo>
                  <a:lnTo>
                    <a:pt x="5795" y="33058"/>
                  </a:lnTo>
                  <a:lnTo>
                    <a:pt x="5166" y="32025"/>
                  </a:lnTo>
                  <a:lnTo>
                    <a:pt x="4582" y="30947"/>
                  </a:lnTo>
                  <a:lnTo>
                    <a:pt x="4043" y="29869"/>
                  </a:lnTo>
                  <a:lnTo>
                    <a:pt x="3549" y="28746"/>
                  </a:lnTo>
                  <a:lnTo>
                    <a:pt x="3145" y="27623"/>
                  </a:lnTo>
                  <a:lnTo>
                    <a:pt x="2785" y="26455"/>
                  </a:lnTo>
                  <a:lnTo>
                    <a:pt x="2561" y="26545"/>
                  </a:lnTo>
                  <a:lnTo>
                    <a:pt x="2785" y="26410"/>
                  </a:lnTo>
                  <a:close/>
                  <a:moveTo>
                    <a:pt x="4807" y="35169"/>
                  </a:moveTo>
                  <a:lnTo>
                    <a:pt x="4851" y="35214"/>
                  </a:lnTo>
                  <a:lnTo>
                    <a:pt x="5076" y="35618"/>
                  </a:lnTo>
                  <a:lnTo>
                    <a:pt x="5346" y="35977"/>
                  </a:lnTo>
                  <a:lnTo>
                    <a:pt x="5660" y="36292"/>
                  </a:lnTo>
                  <a:lnTo>
                    <a:pt x="6019" y="36606"/>
                  </a:lnTo>
                  <a:lnTo>
                    <a:pt x="6019" y="36696"/>
                  </a:lnTo>
                  <a:lnTo>
                    <a:pt x="6199" y="36831"/>
                  </a:lnTo>
                  <a:lnTo>
                    <a:pt x="6199" y="36831"/>
                  </a:lnTo>
                  <a:lnTo>
                    <a:pt x="5974" y="36696"/>
                  </a:lnTo>
                  <a:lnTo>
                    <a:pt x="5615" y="36381"/>
                  </a:lnTo>
                  <a:lnTo>
                    <a:pt x="5301" y="36022"/>
                  </a:lnTo>
                  <a:lnTo>
                    <a:pt x="4986" y="35663"/>
                  </a:lnTo>
                  <a:lnTo>
                    <a:pt x="4762" y="35259"/>
                  </a:lnTo>
                  <a:lnTo>
                    <a:pt x="4762" y="35169"/>
                  </a:lnTo>
                  <a:close/>
                  <a:moveTo>
                    <a:pt x="18551" y="0"/>
                  </a:moveTo>
                  <a:lnTo>
                    <a:pt x="18236" y="225"/>
                  </a:lnTo>
                  <a:lnTo>
                    <a:pt x="17203" y="899"/>
                  </a:lnTo>
                  <a:lnTo>
                    <a:pt x="16215" y="1662"/>
                  </a:lnTo>
                  <a:lnTo>
                    <a:pt x="15227" y="2471"/>
                  </a:lnTo>
                  <a:lnTo>
                    <a:pt x="14239" y="3279"/>
                  </a:lnTo>
                  <a:lnTo>
                    <a:pt x="13251" y="4132"/>
                  </a:lnTo>
                  <a:lnTo>
                    <a:pt x="12352" y="4986"/>
                  </a:lnTo>
                  <a:lnTo>
                    <a:pt x="10601" y="6693"/>
                  </a:lnTo>
                  <a:lnTo>
                    <a:pt x="9118" y="8220"/>
                  </a:lnTo>
                  <a:lnTo>
                    <a:pt x="7861" y="9567"/>
                  </a:lnTo>
                  <a:lnTo>
                    <a:pt x="6513" y="11049"/>
                  </a:lnTo>
                  <a:lnTo>
                    <a:pt x="6289" y="11274"/>
                  </a:lnTo>
                  <a:lnTo>
                    <a:pt x="6019" y="11364"/>
                  </a:lnTo>
                  <a:lnTo>
                    <a:pt x="5795" y="11409"/>
                  </a:lnTo>
                  <a:lnTo>
                    <a:pt x="5570" y="11364"/>
                  </a:lnTo>
                  <a:lnTo>
                    <a:pt x="5435" y="11364"/>
                  </a:lnTo>
                  <a:lnTo>
                    <a:pt x="5390" y="11454"/>
                  </a:lnTo>
                  <a:lnTo>
                    <a:pt x="4537" y="12532"/>
                  </a:lnTo>
                  <a:lnTo>
                    <a:pt x="3773" y="13610"/>
                  </a:lnTo>
                  <a:lnTo>
                    <a:pt x="3145" y="14687"/>
                  </a:lnTo>
                  <a:lnTo>
                    <a:pt x="2651" y="15721"/>
                  </a:lnTo>
                  <a:lnTo>
                    <a:pt x="2201" y="16754"/>
                  </a:lnTo>
                  <a:lnTo>
                    <a:pt x="1842" y="17787"/>
                  </a:lnTo>
                  <a:lnTo>
                    <a:pt x="1528" y="18775"/>
                  </a:lnTo>
                  <a:lnTo>
                    <a:pt x="1348" y="19718"/>
                  </a:lnTo>
                  <a:lnTo>
                    <a:pt x="1168" y="20616"/>
                  </a:lnTo>
                  <a:lnTo>
                    <a:pt x="1079" y="21470"/>
                  </a:lnTo>
                  <a:lnTo>
                    <a:pt x="989" y="22323"/>
                  </a:lnTo>
                  <a:lnTo>
                    <a:pt x="944" y="23042"/>
                  </a:lnTo>
                  <a:lnTo>
                    <a:pt x="989" y="24344"/>
                  </a:lnTo>
                  <a:lnTo>
                    <a:pt x="1034" y="25377"/>
                  </a:lnTo>
                  <a:lnTo>
                    <a:pt x="1034" y="26096"/>
                  </a:lnTo>
                  <a:lnTo>
                    <a:pt x="1034" y="26320"/>
                  </a:lnTo>
                  <a:lnTo>
                    <a:pt x="944" y="26500"/>
                  </a:lnTo>
                  <a:lnTo>
                    <a:pt x="809" y="26680"/>
                  </a:lnTo>
                  <a:lnTo>
                    <a:pt x="585" y="26859"/>
                  </a:lnTo>
                  <a:lnTo>
                    <a:pt x="405" y="26949"/>
                  </a:lnTo>
                  <a:lnTo>
                    <a:pt x="225" y="26994"/>
                  </a:lnTo>
                  <a:lnTo>
                    <a:pt x="90" y="27039"/>
                  </a:lnTo>
                  <a:lnTo>
                    <a:pt x="90" y="27174"/>
                  </a:lnTo>
                  <a:lnTo>
                    <a:pt x="46" y="27848"/>
                  </a:lnTo>
                  <a:lnTo>
                    <a:pt x="1" y="28521"/>
                  </a:lnTo>
                  <a:lnTo>
                    <a:pt x="46" y="29195"/>
                  </a:lnTo>
                  <a:lnTo>
                    <a:pt x="90" y="29824"/>
                  </a:lnTo>
                  <a:lnTo>
                    <a:pt x="180" y="30453"/>
                  </a:lnTo>
                  <a:lnTo>
                    <a:pt x="315" y="31037"/>
                  </a:lnTo>
                  <a:lnTo>
                    <a:pt x="450" y="31620"/>
                  </a:lnTo>
                  <a:lnTo>
                    <a:pt x="629" y="32204"/>
                  </a:lnTo>
                  <a:lnTo>
                    <a:pt x="809" y="32743"/>
                  </a:lnTo>
                  <a:lnTo>
                    <a:pt x="1034" y="33282"/>
                  </a:lnTo>
                  <a:lnTo>
                    <a:pt x="1573" y="34270"/>
                  </a:lnTo>
                  <a:lnTo>
                    <a:pt x="2112" y="35214"/>
                  </a:lnTo>
                  <a:lnTo>
                    <a:pt x="2740" y="36067"/>
                  </a:lnTo>
                  <a:lnTo>
                    <a:pt x="3369" y="36831"/>
                  </a:lnTo>
                  <a:lnTo>
                    <a:pt x="3998" y="37504"/>
                  </a:lnTo>
                  <a:lnTo>
                    <a:pt x="4627" y="38133"/>
                  </a:lnTo>
                  <a:lnTo>
                    <a:pt x="5256" y="38672"/>
                  </a:lnTo>
                  <a:lnTo>
                    <a:pt x="5795" y="39121"/>
                  </a:lnTo>
                  <a:lnTo>
                    <a:pt x="6289" y="39481"/>
                  </a:lnTo>
                  <a:lnTo>
                    <a:pt x="7007" y="39975"/>
                  </a:lnTo>
                  <a:lnTo>
                    <a:pt x="7232" y="40109"/>
                  </a:lnTo>
                  <a:lnTo>
                    <a:pt x="7277" y="39840"/>
                  </a:lnTo>
                  <a:lnTo>
                    <a:pt x="9118" y="34585"/>
                  </a:lnTo>
                  <a:lnTo>
                    <a:pt x="10870" y="29330"/>
                  </a:lnTo>
                  <a:lnTo>
                    <a:pt x="12622" y="24075"/>
                  </a:lnTo>
                  <a:lnTo>
                    <a:pt x="14329" y="18865"/>
                  </a:lnTo>
                  <a:lnTo>
                    <a:pt x="15676" y="14687"/>
                  </a:lnTo>
                  <a:lnTo>
                    <a:pt x="16350" y="12442"/>
                  </a:lnTo>
                  <a:lnTo>
                    <a:pt x="16979" y="10106"/>
                  </a:lnTo>
                  <a:lnTo>
                    <a:pt x="17518" y="7726"/>
                  </a:lnTo>
                  <a:lnTo>
                    <a:pt x="17742" y="6558"/>
                  </a:lnTo>
                  <a:lnTo>
                    <a:pt x="17967" y="5300"/>
                  </a:lnTo>
                  <a:lnTo>
                    <a:pt x="18191" y="4088"/>
                  </a:lnTo>
                  <a:lnTo>
                    <a:pt x="18326" y="2875"/>
                  </a:lnTo>
                  <a:lnTo>
                    <a:pt x="18461" y="1617"/>
                  </a:lnTo>
                  <a:lnTo>
                    <a:pt x="18551" y="404"/>
                  </a:lnTo>
                  <a:lnTo>
                    <a:pt x="18551" y="0"/>
                  </a:lnTo>
                  <a:close/>
                </a:path>
              </a:pathLst>
            </a:custGeom>
            <a:solidFill>
              <a:srgbClr val="9AC456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3"/>
            <p:cNvSpPr/>
            <p:nvPr/>
          </p:nvSpPr>
          <p:spPr>
            <a:xfrm>
              <a:off x="6577875" y="3000100"/>
              <a:ext cx="413250" cy="988150"/>
            </a:xfrm>
            <a:custGeom>
              <a:rect b="b" l="l" r="r" t="t"/>
              <a:pathLst>
                <a:path extrusionOk="0" h="39526" w="16530">
                  <a:moveTo>
                    <a:pt x="11858" y="6917"/>
                  </a:moveTo>
                  <a:lnTo>
                    <a:pt x="11858" y="6962"/>
                  </a:lnTo>
                  <a:lnTo>
                    <a:pt x="11858" y="7007"/>
                  </a:lnTo>
                  <a:lnTo>
                    <a:pt x="11634" y="7860"/>
                  </a:lnTo>
                  <a:lnTo>
                    <a:pt x="11589" y="7905"/>
                  </a:lnTo>
                  <a:lnTo>
                    <a:pt x="11544" y="7860"/>
                  </a:lnTo>
                  <a:lnTo>
                    <a:pt x="11544" y="7815"/>
                  </a:lnTo>
                  <a:lnTo>
                    <a:pt x="11769" y="6962"/>
                  </a:lnTo>
                  <a:lnTo>
                    <a:pt x="11813" y="6962"/>
                  </a:lnTo>
                  <a:lnTo>
                    <a:pt x="11858" y="6917"/>
                  </a:lnTo>
                  <a:close/>
                  <a:moveTo>
                    <a:pt x="11858" y="10241"/>
                  </a:moveTo>
                  <a:lnTo>
                    <a:pt x="11903" y="10286"/>
                  </a:lnTo>
                  <a:lnTo>
                    <a:pt x="11230" y="11768"/>
                  </a:lnTo>
                  <a:lnTo>
                    <a:pt x="11409" y="11858"/>
                  </a:lnTo>
                  <a:lnTo>
                    <a:pt x="11140" y="11813"/>
                  </a:lnTo>
                  <a:lnTo>
                    <a:pt x="11140" y="11768"/>
                  </a:lnTo>
                  <a:lnTo>
                    <a:pt x="11813" y="10241"/>
                  </a:lnTo>
                  <a:close/>
                  <a:moveTo>
                    <a:pt x="12308" y="13789"/>
                  </a:moveTo>
                  <a:lnTo>
                    <a:pt x="12308" y="13879"/>
                  </a:lnTo>
                  <a:lnTo>
                    <a:pt x="9882" y="17248"/>
                  </a:lnTo>
                  <a:lnTo>
                    <a:pt x="10017" y="17337"/>
                  </a:lnTo>
                  <a:lnTo>
                    <a:pt x="9792" y="17248"/>
                  </a:lnTo>
                  <a:lnTo>
                    <a:pt x="9747" y="17203"/>
                  </a:lnTo>
                  <a:lnTo>
                    <a:pt x="9792" y="17158"/>
                  </a:lnTo>
                  <a:lnTo>
                    <a:pt x="12218" y="13834"/>
                  </a:lnTo>
                  <a:lnTo>
                    <a:pt x="12308" y="13789"/>
                  </a:lnTo>
                  <a:close/>
                  <a:moveTo>
                    <a:pt x="14149" y="17113"/>
                  </a:moveTo>
                  <a:lnTo>
                    <a:pt x="14149" y="17158"/>
                  </a:lnTo>
                  <a:lnTo>
                    <a:pt x="13385" y="18281"/>
                  </a:lnTo>
                  <a:lnTo>
                    <a:pt x="12577" y="19404"/>
                  </a:lnTo>
                  <a:lnTo>
                    <a:pt x="11724" y="20437"/>
                  </a:lnTo>
                  <a:lnTo>
                    <a:pt x="10825" y="21470"/>
                  </a:lnTo>
                  <a:lnTo>
                    <a:pt x="9837" y="22413"/>
                  </a:lnTo>
                  <a:lnTo>
                    <a:pt x="8849" y="23356"/>
                  </a:lnTo>
                  <a:lnTo>
                    <a:pt x="7816" y="24209"/>
                  </a:lnTo>
                  <a:lnTo>
                    <a:pt x="6738" y="25063"/>
                  </a:lnTo>
                  <a:lnTo>
                    <a:pt x="6873" y="25198"/>
                  </a:lnTo>
                  <a:lnTo>
                    <a:pt x="6648" y="25018"/>
                  </a:lnTo>
                  <a:lnTo>
                    <a:pt x="6693" y="24973"/>
                  </a:lnTo>
                  <a:lnTo>
                    <a:pt x="7771" y="24120"/>
                  </a:lnTo>
                  <a:lnTo>
                    <a:pt x="8804" y="23266"/>
                  </a:lnTo>
                  <a:lnTo>
                    <a:pt x="9792" y="22368"/>
                  </a:lnTo>
                  <a:lnTo>
                    <a:pt x="10736" y="21380"/>
                  </a:lnTo>
                  <a:lnTo>
                    <a:pt x="11634" y="20392"/>
                  </a:lnTo>
                  <a:lnTo>
                    <a:pt x="12487" y="19314"/>
                  </a:lnTo>
                  <a:lnTo>
                    <a:pt x="13296" y="18236"/>
                  </a:lnTo>
                  <a:lnTo>
                    <a:pt x="14059" y="17113"/>
                  </a:lnTo>
                  <a:close/>
                  <a:moveTo>
                    <a:pt x="8445" y="26186"/>
                  </a:moveTo>
                  <a:lnTo>
                    <a:pt x="8490" y="26231"/>
                  </a:lnTo>
                  <a:lnTo>
                    <a:pt x="8445" y="26276"/>
                  </a:lnTo>
                  <a:lnTo>
                    <a:pt x="6783" y="27219"/>
                  </a:lnTo>
                  <a:lnTo>
                    <a:pt x="6873" y="27398"/>
                  </a:lnTo>
                  <a:lnTo>
                    <a:pt x="6873" y="27398"/>
                  </a:lnTo>
                  <a:lnTo>
                    <a:pt x="6693" y="27219"/>
                  </a:lnTo>
                  <a:lnTo>
                    <a:pt x="6693" y="27174"/>
                  </a:lnTo>
                  <a:lnTo>
                    <a:pt x="6693" y="27129"/>
                  </a:lnTo>
                  <a:lnTo>
                    <a:pt x="8400" y="26186"/>
                  </a:lnTo>
                  <a:close/>
                  <a:moveTo>
                    <a:pt x="6783" y="30183"/>
                  </a:moveTo>
                  <a:lnTo>
                    <a:pt x="6783" y="30228"/>
                  </a:lnTo>
                  <a:lnTo>
                    <a:pt x="6738" y="30273"/>
                  </a:lnTo>
                  <a:lnTo>
                    <a:pt x="6064" y="30632"/>
                  </a:lnTo>
                  <a:lnTo>
                    <a:pt x="5975" y="30632"/>
                  </a:lnTo>
                  <a:lnTo>
                    <a:pt x="5975" y="30587"/>
                  </a:lnTo>
                  <a:lnTo>
                    <a:pt x="6019" y="30542"/>
                  </a:lnTo>
                  <a:lnTo>
                    <a:pt x="6693" y="30183"/>
                  </a:lnTo>
                  <a:close/>
                  <a:moveTo>
                    <a:pt x="10017" y="30812"/>
                  </a:moveTo>
                  <a:lnTo>
                    <a:pt x="10017" y="30857"/>
                  </a:lnTo>
                  <a:lnTo>
                    <a:pt x="10017" y="30902"/>
                  </a:lnTo>
                  <a:lnTo>
                    <a:pt x="9298" y="31576"/>
                  </a:lnTo>
                  <a:lnTo>
                    <a:pt x="8535" y="32159"/>
                  </a:lnTo>
                  <a:lnTo>
                    <a:pt x="7771" y="32743"/>
                  </a:lnTo>
                  <a:lnTo>
                    <a:pt x="6963" y="33282"/>
                  </a:lnTo>
                  <a:lnTo>
                    <a:pt x="6109" y="33731"/>
                  </a:lnTo>
                  <a:lnTo>
                    <a:pt x="5256" y="34181"/>
                  </a:lnTo>
                  <a:lnTo>
                    <a:pt x="4358" y="34585"/>
                  </a:lnTo>
                  <a:lnTo>
                    <a:pt x="3414" y="34899"/>
                  </a:lnTo>
                  <a:lnTo>
                    <a:pt x="3504" y="35079"/>
                  </a:lnTo>
                  <a:lnTo>
                    <a:pt x="3369" y="34854"/>
                  </a:lnTo>
                  <a:lnTo>
                    <a:pt x="3414" y="34809"/>
                  </a:lnTo>
                  <a:lnTo>
                    <a:pt x="4313" y="34450"/>
                  </a:lnTo>
                  <a:lnTo>
                    <a:pt x="5211" y="34091"/>
                  </a:lnTo>
                  <a:lnTo>
                    <a:pt x="6064" y="33642"/>
                  </a:lnTo>
                  <a:lnTo>
                    <a:pt x="6918" y="33192"/>
                  </a:lnTo>
                  <a:lnTo>
                    <a:pt x="7726" y="32653"/>
                  </a:lnTo>
                  <a:lnTo>
                    <a:pt x="8490" y="32115"/>
                  </a:lnTo>
                  <a:lnTo>
                    <a:pt x="9253" y="31486"/>
                  </a:lnTo>
                  <a:lnTo>
                    <a:pt x="9972" y="30857"/>
                  </a:lnTo>
                  <a:lnTo>
                    <a:pt x="10017" y="30812"/>
                  </a:lnTo>
                  <a:close/>
                  <a:moveTo>
                    <a:pt x="5121" y="36292"/>
                  </a:moveTo>
                  <a:lnTo>
                    <a:pt x="4941" y="36471"/>
                  </a:lnTo>
                  <a:lnTo>
                    <a:pt x="4492" y="36741"/>
                  </a:lnTo>
                  <a:lnTo>
                    <a:pt x="3998" y="36965"/>
                  </a:lnTo>
                  <a:lnTo>
                    <a:pt x="3549" y="37145"/>
                  </a:lnTo>
                  <a:lnTo>
                    <a:pt x="3010" y="37235"/>
                  </a:lnTo>
                  <a:lnTo>
                    <a:pt x="2965" y="37190"/>
                  </a:lnTo>
                  <a:lnTo>
                    <a:pt x="3010" y="37100"/>
                  </a:lnTo>
                  <a:lnTo>
                    <a:pt x="3504" y="37010"/>
                  </a:lnTo>
                  <a:lnTo>
                    <a:pt x="3998" y="36876"/>
                  </a:lnTo>
                  <a:lnTo>
                    <a:pt x="4447" y="36651"/>
                  </a:lnTo>
                  <a:lnTo>
                    <a:pt x="4852" y="36381"/>
                  </a:lnTo>
                  <a:lnTo>
                    <a:pt x="4897" y="36381"/>
                  </a:lnTo>
                  <a:lnTo>
                    <a:pt x="4941" y="36426"/>
                  </a:lnTo>
                  <a:lnTo>
                    <a:pt x="5121" y="36292"/>
                  </a:lnTo>
                  <a:close/>
                  <a:moveTo>
                    <a:pt x="11319" y="0"/>
                  </a:moveTo>
                  <a:lnTo>
                    <a:pt x="11274" y="809"/>
                  </a:lnTo>
                  <a:lnTo>
                    <a:pt x="11140" y="1976"/>
                  </a:lnTo>
                  <a:lnTo>
                    <a:pt x="11005" y="3144"/>
                  </a:lnTo>
                  <a:lnTo>
                    <a:pt x="10825" y="4357"/>
                  </a:lnTo>
                  <a:lnTo>
                    <a:pt x="10646" y="5480"/>
                  </a:lnTo>
                  <a:lnTo>
                    <a:pt x="10152" y="7815"/>
                  </a:lnTo>
                  <a:lnTo>
                    <a:pt x="9613" y="10061"/>
                  </a:lnTo>
                  <a:lnTo>
                    <a:pt x="9029" y="12262"/>
                  </a:lnTo>
                  <a:lnTo>
                    <a:pt x="8400" y="14373"/>
                  </a:lnTo>
                  <a:lnTo>
                    <a:pt x="7142" y="18370"/>
                  </a:lnTo>
                  <a:lnTo>
                    <a:pt x="5436" y="23581"/>
                  </a:lnTo>
                  <a:lnTo>
                    <a:pt x="3684" y="28791"/>
                  </a:lnTo>
                  <a:lnTo>
                    <a:pt x="1887" y="34046"/>
                  </a:lnTo>
                  <a:lnTo>
                    <a:pt x="91" y="39256"/>
                  </a:lnTo>
                  <a:lnTo>
                    <a:pt x="1" y="39526"/>
                  </a:lnTo>
                  <a:lnTo>
                    <a:pt x="315" y="39526"/>
                  </a:lnTo>
                  <a:lnTo>
                    <a:pt x="1303" y="39481"/>
                  </a:lnTo>
                  <a:lnTo>
                    <a:pt x="1977" y="39391"/>
                  </a:lnTo>
                  <a:lnTo>
                    <a:pt x="2696" y="39256"/>
                  </a:lnTo>
                  <a:lnTo>
                    <a:pt x="3504" y="39121"/>
                  </a:lnTo>
                  <a:lnTo>
                    <a:pt x="4358" y="38897"/>
                  </a:lnTo>
                  <a:lnTo>
                    <a:pt x="5256" y="38627"/>
                  </a:lnTo>
                  <a:lnTo>
                    <a:pt x="6154" y="38268"/>
                  </a:lnTo>
                  <a:lnTo>
                    <a:pt x="7052" y="37864"/>
                  </a:lnTo>
                  <a:lnTo>
                    <a:pt x="7996" y="37370"/>
                  </a:lnTo>
                  <a:lnTo>
                    <a:pt x="8894" y="36786"/>
                  </a:lnTo>
                  <a:lnTo>
                    <a:pt x="9747" y="36067"/>
                  </a:lnTo>
                  <a:lnTo>
                    <a:pt x="10152" y="35708"/>
                  </a:lnTo>
                  <a:lnTo>
                    <a:pt x="10556" y="35303"/>
                  </a:lnTo>
                  <a:lnTo>
                    <a:pt x="10960" y="34854"/>
                  </a:lnTo>
                  <a:lnTo>
                    <a:pt x="11319" y="34405"/>
                  </a:lnTo>
                  <a:lnTo>
                    <a:pt x="11679" y="33911"/>
                  </a:lnTo>
                  <a:lnTo>
                    <a:pt x="12038" y="33372"/>
                  </a:lnTo>
                  <a:lnTo>
                    <a:pt x="12352" y="32788"/>
                  </a:lnTo>
                  <a:lnTo>
                    <a:pt x="12622" y="32204"/>
                  </a:lnTo>
                  <a:lnTo>
                    <a:pt x="12712" y="32070"/>
                  </a:lnTo>
                  <a:lnTo>
                    <a:pt x="12577" y="31980"/>
                  </a:lnTo>
                  <a:lnTo>
                    <a:pt x="12487" y="31845"/>
                  </a:lnTo>
                  <a:lnTo>
                    <a:pt x="12352" y="31665"/>
                  </a:lnTo>
                  <a:lnTo>
                    <a:pt x="12263" y="31441"/>
                  </a:lnTo>
                  <a:lnTo>
                    <a:pt x="12263" y="31171"/>
                  </a:lnTo>
                  <a:lnTo>
                    <a:pt x="12263" y="30992"/>
                  </a:lnTo>
                  <a:lnTo>
                    <a:pt x="12352" y="30812"/>
                  </a:lnTo>
                  <a:lnTo>
                    <a:pt x="12802" y="30183"/>
                  </a:lnTo>
                  <a:lnTo>
                    <a:pt x="13341" y="29330"/>
                  </a:lnTo>
                  <a:lnTo>
                    <a:pt x="14059" y="28252"/>
                  </a:lnTo>
                  <a:lnTo>
                    <a:pt x="14419" y="27578"/>
                  </a:lnTo>
                  <a:lnTo>
                    <a:pt x="14778" y="26859"/>
                  </a:lnTo>
                  <a:lnTo>
                    <a:pt x="15137" y="26051"/>
                  </a:lnTo>
                  <a:lnTo>
                    <a:pt x="15452" y="25198"/>
                  </a:lnTo>
                  <a:lnTo>
                    <a:pt x="15766" y="24299"/>
                  </a:lnTo>
                  <a:lnTo>
                    <a:pt x="16035" y="23311"/>
                  </a:lnTo>
                  <a:lnTo>
                    <a:pt x="16260" y="22233"/>
                  </a:lnTo>
                  <a:lnTo>
                    <a:pt x="16440" y="21110"/>
                  </a:lnTo>
                  <a:lnTo>
                    <a:pt x="16530" y="19943"/>
                  </a:lnTo>
                  <a:lnTo>
                    <a:pt x="16530" y="18685"/>
                  </a:lnTo>
                  <a:lnTo>
                    <a:pt x="16485" y="17382"/>
                  </a:lnTo>
                  <a:lnTo>
                    <a:pt x="16305" y="16035"/>
                  </a:lnTo>
                  <a:lnTo>
                    <a:pt x="16305" y="15900"/>
                  </a:lnTo>
                  <a:lnTo>
                    <a:pt x="16170" y="15855"/>
                  </a:lnTo>
                  <a:lnTo>
                    <a:pt x="15991" y="15765"/>
                  </a:lnTo>
                  <a:lnTo>
                    <a:pt x="15811" y="15631"/>
                  </a:lnTo>
                  <a:lnTo>
                    <a:pt x="15631" y="15406"/>
                  </a:lnTo>
                  <a:lnTo>
                    <a:pt x="15541" y="15137"/>
                  </a:lnTo>
                  <a:lnTo>
                    <a:pt x="15182" y="13071"/>
                  </a:lnTo>
                  <a:lnTo>
                    <a:pt x="14823" y="11409"/>
                  </a:lnTo>
                  <a:lnTo>
                    <a:pt x="14374" y="9477"/>
                  </a:lnTo>
                  <a:lnTo>
                    <a:pt x="13835" y="7366"/>
                  </a:lnTo>
                  <a:lnTo>
                    <a:pt x="13206" y="5121"/>
                  </a:lnTo>
                  <a:lnTo>
                    <a:pt x="12847" y="3998"/>
                  </a:lnTo>
                  <a:lnTo>
                    <a:pt x="12487" y="2920"/>
                  </a:lnTo>
                  <a:lnTo>
                    <a:pt x="12083" y="1797"/>
                  </a:lnTo>
                  <a:lnTo>
                    <a:pt x="11634" y="764"/>
                  </a:lnTo>
                  <a:lnTo>
                    <a:pt x="11319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3"/>
            <p:cNvSpPr/>
            <p:nvPr/>
          </p:nvSpPr>
          <p:spPr>
            <a:xfrm>
              <a:off x="6370150" y="2960800"/>
              <a:ext cx="505325" cy="1053275"/>
            </a:xfrm>
            <a:custGeom>
              <a:rect b="b" l="l" r="r" t="t"/>
              <a:pathLst>
                <a:path extrusionOk="0" h="42131" w="20213">
                  <a:moveTo>
                    <a:pt x="19404" y="0"/>
                  </a:moveTo>
                  <a:lnTo>
                    <a:pt x="19314" y="45"/>
                  </a:lnTo>
                  <a:lnTo>
                    <a:pt x="19179" y="90"/>
                  </a:lnTo>
                  <a:lnTo>
                    <a:pt x="18146" y="764"/>
                  </a:lnTo>
                  <a:lnTo>
                    <a:pt x="17113" y="1482"/>
                  </a:lnTo>
                  <a:lnTo>
                    <a:pt x="16080" y="2291"/>
                  </a:lnTo>
                  <a:lnTo>
                    <a:pt x="15092" y="3144"/>
                  </a:lnTo>
                  <a:lnTo>
                    <a:pt x="14104" y="3998"/>
                  </a:lnTo>
                  <a:lnTo>
                    <a:pt x="13116" y="4851"/>
                  </a:lnTo>
                  <a:lnTo>
                    <a:pt x="11319" y="6558"/>
                  </a:lnTo>
                  <a:lnTo>
                    <a:pt x="9747" y="8175"/>
                  </a:lnTo>
                  <a:lnTo>
                    <a:pt x="8400" y="9612"/>
                  </a:lnTo>
                  <a:lnTo>
                    <a:pt x="6738" y="11409"/>
                  </a:lnTo>
                  <a:lnTo>
                    <a:pt x="6513" y="11319"/>
                  </a:lnTo>
                  <a:lnTo>
                    <a:pt x="6289" y="11319"/>
                  </a:lnTo>
                  <a:lnTo>
                    <a:pt x="6064" y="11409"/>
                  </a:lnTo>
                  <a:lnTo>
                    <a:pt x="5839" y="11543"/>
                  </a:lnTo>
                  <a:lnTo>
                    <a:pt x="4896" y="12711"/>
                  </a:lnTo>
                  <a:lnTo>
                    <a:pt x="4088" y="13834"/>
                  </a:lnTo>
                  <a:lnTo>
                    <a:pt x="3414" y="15002"/>
                  </a:lnTo>
                  <a:lnTo>
                    <a:pt x="2830" y="16125"/>
                  </a:lnTo>
                  <a:lnTo>
                    <a:pt x="2336" y="17248"/>
                  </a:lnTo>
                  <a:lnTo>
                    <a:pt x="1932" y="18326"/>
                  </a:lnTo>
                  <a:lnTo>
                    <a:pt x="1617" y="19404"/>
                  </a:lnTo>
                  <a:lnTo>
                    <a:pt x="1348" y="20392"/>
                  </a:lnTo>
                  <a:lnTo>
                    <a:pt x="1168" y="21380"/>
                  </a:lnTo>
                  <a:lnTo>
                    <a:pt x="1078" y="22323"/>
                  </a:lnTo>
                  <a:lnTo>
                    <a:pt x="989" y="23176"/>
                  </a:lnTo>
                  <a:lnTo>
                    <a:pt x="944" y="23985"/>
                  </a:lnTo>
                  <a:lnTo>
                    <a:pt x="944" y="25377"/>
                  </a:lnTo>
                  <a:lnTo>
                    <a:pt x="1034" y="26455"/>
                  </a:lnTo>
                  <a:lnTo>
                    <a:pt x="1034" y="27039"/>
                  </a:lnTo>
                  <a:lnTo>
                    <a:pt x="944" y="27084"/>
                  </a:lnTo>
                  <a:lnTo>
                    <a:pt x="674" y="27084"/>
                  </a:lnTo>
                  <a:lnTo>
                    <a:pt x="405" y="27219"/>
                  </a:lnTo>
                  <a:lnTo>
                    <a:pt x="225" y="27398"/>
                  </a:lnTo>
                  <a:lnTo>
                    <a:pt x="180" y="27533"/>
                  </a:lnTo>
                  <a:lnTo>
                    <a:pt x="135" y="27668"/>
                  </a:lnTo>
                  <a:lnTo>
                    <a:pt x="45" y="28521"/>
                  </a:lnTo>
                  <a:lnTo>
                    <a:pt x="0" y="29330"/>
                  </a:lnTo>
                  <a:lnTo>
                    <a:pt x="0" y="30138"/>
                  </a:lnTo>
                  <a:lnTo>
                    <a:pt x="90" y="30902"/>
                  </a:lnTo>
                  <a:lnTo>
                    <a:pt x="180" y="31665"/>
                  </a:lnTo>
                  <a:lnTo>
                    <a:pt x="360" y="32384"/>
                  </a:lnTo>
                  <a:lnTo>
                    <a:pt x="539" y="33103"/>
                  </a:lnTo>
                  <a:lnTo>
                    <a:pt x="764" y="33776"/>
                  </a:lnTo>
                  <a:lnTo>
                    <a:pt x="989" y="34405"/>
                  </a:lnTo>
                  <a:lnTo>
                    <a:pt x="1303" y="35034"/>
                  </a:lnTo>
                  <a:lnTo>
                    <a:pt x="1617" y="35663"/>
                  </a:lnTo>
                  <a:lnTo>
                    <a:pt x="1932" y="36247"/>
                  </a:lnTo>
                  <a:lnTo>
                    <a:pt x="2291" y="36786"/>
                  </a:lnTo>
                  <a:lnTo>
                    <a:pt x="2650" y="37280"/>
                  </a:lnTo>
                  <a:lnTo>
                    <a:pt x="3414" y="38268"/>
                  </a:lnTo>
                  <a:lnTo>
                    <a:pt x="4178" y="39121"/>
                  </a:lnTo>
                  <a:lnTo>
                    <a:pt x="4941" y="39885"/>
                  </a:lnTo>
                  <a:lnTo>
                    <a:pt x="5660" y="40514"/>
                  </a:lnTo>
                  <a:lnTo>
                    <a:pt x="6334" y="41053"/>
                  </a:lnTo>
                  <a:lnTo>
                    <a:pt x="6872" y="41457"/>
                  </a:lnTo>
                  <a:lnTo>
                    <a:pt x="7322" y="41771"/>
                  </a:lnTo>
                  <a:lnTo>
                    <a:pt x="7726" y="42041"/>
                  </a:lnTo>
                  <a:lnTo>
                    <a:pt x="7906" y="42086"/>
                  </a:lnTo>
                  <a:lnTo>
                    <a:pt x="8085" y="42131"/>
                  </a:lnTo>
                  <a:lnTo>
                    <a:pt x="8265" y="42086"/>
                  </a:lnTo>
                  <a:lnTo>
                    <a:pt x="8445" y="41996"/>
                  </a:lnTo>
                  <a:lnTo>
                    <a:pt x="8579" y="41906"/>
                  </a:lnTo>
                  <a:lnTo>
                    <a:pt x="8669" y="41771"/>
                  </a:lnTo>
                  <a:lnTo>
                    <a:pt x="8759" y="41636"/>
                  </a:lnTo>
                  <a:lnTo>
                    <a:pt x="8759" y="41502"/>
                  </a:lnTo>
                  <a:lnTo>
                    <a:pt x="8759" y="41232"/>
                  </a:lnTo>
                  <a:lnTo>
                    <a:pt x="8624" y="41008"/>
                  </a:lnTo>
                  <a:lnTo>
                    <a:pt x="8534" y="40918"/>
                  </a:lnTo>
                  <a:lnTo>
                    <a:pt x="8445" y="40828"/>
                  </a:lnTo>
                  <a:lnTo>
                    <a:pt x="8085" y="40603"/>
                  </a:lnTo>
                  <a:lnTo>
                    <a:pt x="7187" y="39975"/>
                  </a:lnTo>
                  <a:lnTo>
                    <a:pt x="6603" y="39525"/>
                  </a:lnTo>
                  <a:lnTo>
                    <a:pt x="5974" y="38942"/>
                  </a:lnTo>
                  <a:lnTo>
                    <a:pt x="5300" y="38313"/>
                  </a:lnTo>
                  <a:lnTo>
                    <a:pt x="4582" y="37549"/>
                  </a:lnTo>
                  <a:lnTo>
                    <a:pt x="3908" y="36696"/>
                  </a:lnTo>
                  <a:lnTo>
                    <a:pt x="3279" y="35798"/>
                  </a:lnTo>
                  <a:lnTo>
                    <a:pt x="2965" y="35303"/>
                  </a:lnTo>
                  <a:lnTo>
                    <a:pt x="2695" y="34764"/>
                  </a:lnTo>
                  <a:lnTo>
                    <a:pt x="2426" y="34225"/>
                  </a:lnTo>
                  <a:lnTo>
                    <a:pt x="2201" y="33642"/>
                  </a:lnTo>
                  <a:lnTo>
                    <a:pt x="1977" y="33058"/>
                  </a:lnTo>
                  <a:lnTo>
                    <a:pt x="1797" y="32474"/>
                  </a:lnTo>
                  <a:lnTo>
                    <a:pt x="1617" y="31845"/>
                  </a:lnTo>
                  <a:lnTo>
                    <a:pt x="1528" y="31171"/>
                  </a:lnTo>
                  <a:lnTo>
                    <a:pt x="1438" y="30498"/>
                  </a:lnTo>
                  <a:lnTo>
                    <a:pt x="1393" y="29824"/>
                  </a:lnTo>
                  <a:lnTo>
                    <a:pt x="1393" y="29105"/>
                  </a:lnTo>
                  <a:lnTo>
                    <a:pt x="1438" y="28387"/>
                  </a:lnTo>
                  <a:lnTo>
                    <a:pt x="1662" y="28297"/>
                  </a:lnTo>
                  <a:lnTo>
                    <a:pt x="1887" y="28162"/>
                  </a:lnTo>
                  <a:lnTo>
                    <a:pt x="2111" y="27982"/>
                  </a:lnTo>
                  <a:lnTo>
                    <a:pt x="2291" y="27713"/>
                  </a:lnTo>
                  <a:lnTo>
                    <a:pt x="2381" y="27488"/>
                  </a:lnTo>
                  <a:lnTo>
                    <a:pt x="2426" y="27219"/>
                  </a:lnTo>
                  <a:lnTo>
                    <a:pt x="2426" y="26859"/>
                  </a:lnTo>
                  <a:lnTo>
                    <a:pt x="2381" y="26365"/>
                  </a:lnTo>
                  <a:lnTo>
                    <a:pt x="2336" y="25377"/>
                  </a:lnTo>
                  <a:lnTo>
                    <a:pt x="2336" y="24120"/>
                  </a:lnTo>
                  <a:lnTo>
                    <a:pt x="2381" y="23356"/>
                  </a:lnTo>
                  <a:lnTo>
                    <a:pt x="2426" y="22592"/>
                  </a:lnTo>
                  <a:lnTo>
                    <a:pt x="2516" y="21739"/>
                  </a:lnTo>
                  <a:lnTo>
                    <a:pt x="2695" y="20886"/>
                  </a:lnTo>
                  <a:lnTo>
                    <a:pt x="2920" y="19942"/>
                  </a:lnTo>
                  <a:lnTo>
                    <a:pt x="3189" y="18999"/>
                  </a:lnTo>
                  <a:lnTo>
                    <a:pt x="3504" y="18011"/>
                  </a:lnTo>
                  <a:lnTo>
                    <a:pt x="3953" y="16978"/>
                  </a:lnTo>
                  <a:lnTo>
                    <a:pt x="4447" y="15945"/>
                  </a:lnTo>
                  <a:lnTo>
                    <a:pt x="5076" y="14912"/>
                  </a:lnTo>
                  <a:lnTo>
                    <a:pt x="5795" y="13834"/>
                  </a:lnTo>
                  <a:lnTo>
                    <a:pt x="6603" y="12801"/>
                  </a:lnTo>
                  <a:lnTo>
                    <a:pt x="6917" y="12801"/>
                  </a:lnTo>
                  <a:lnTo>
                    <a:pt x="7232" y="12756"/>
                  </a:lnTo>
                  <a:lnTo>
                    <a:pt x="7501" y="12621"/>
                  </a:lnTo>
                  <a:lnTo>
                    <a:pt x="7681" y="12487"/>
                  </a:lnTo>
                  <a:lnTo>
                    <a:pt x="7816" y="12352"/>
                  </a:lnTo>
                  <a:lnTo>
                    <a:pt x="9208" y="10780"/>
                  </a:lnTo>
                  <a:lnTo>
                    <a:pt x="10511" y="9387"/>
                  </a:lnTo>
                  <a:lnTo>
                    <a:pt x="12083" y="7771"/>
                  </a:lnTo>
                  <a:lnTo>
                    <a:pt x="13879" y="6064"/>
                  </a:lnTo>
                  <a:lnTo>
                    <a:pt x="14822" y="5165"/>
                  </a:lnTo>
                  <a:lnTo>
                    <a:pt x="15811" y="4312"/>
                  </a:lnTo>
                  <a:lnTo>
                    <a:pt x="16844" y="3459"/>
                  </a:lnTo>
                  <a:lnTo>
                    <a:pt x="17877" y="2695"/>
                  </a:lnTo>
                  <a:lnTo>
                    <a:pt x="18865" y="1932"/>
                  </a:lnTo>
                  <a:lnTo>
                    <a:pt x="19898" y="1258"/>
                  </a:lnTo>
                  <a:lnTo>
                    <a:pt x="20033" y="1168"/>
                  </a:lnTo>
                  <a:lnTo>
                    <a:pt x="20078" y="1078"/>
                  </a:lnTo>
                  <a:lnTo>
                    <a:pt x="20212" y="809"/>
                  </a:lnTo>
                  <a:lnTo>
                    <a:pt x="20212" y="539"/>
                  </a:lnTo>
                  <a:lnTo>
                    <a:pt x="20167" y="449"/>
                  </a:lnTo>
                  <a:lnTo>
                    <a:pt x="20122" y="315"/>
                  </a:lnTo>
                  <a:lnTo>
                    <a:pt x="20033" y="180"/>
                  </a:lnTo>
                  <a:lnTo>
                    <a:pt x="19943" y="90"/>
                  </a:lnTo>
                  <a:lnTo>
                    <a:pt x="1967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3"/>
            <p:cNvSpPr/>
            <p:nvPr/>
          </p:nvSpPr>
          <p:spPr>
            <a:xfrm>
              <a:off x="6555425" y="2960800"/>
              <a:ext cx="460400" cy="1053275"/>
            </a:xfrm>
            <a:custGeom>
              <a:rect b="b" l="l" r="r" t="t"/>
              <a:pathLst>
                <a:path extrusionOk="0" h="42131" w="18416">
                  <a:moveTo>
                    <a:pt x="11948" y="0"/>
                  </a:moveTo>
                  <a:lnTo>
                    <a:pt x="11813" y="45"/>
                  </a:lnTo>
                  <a:lnTo>
                    <a:pt x="11678" y="135"/>
                  </a:lnTo>
                  <a:lnTo>
                    <a:pt x="11589" y="225"/>
                  </a:lnTo>
                  <a:lnTo>
                    <a:pt x="11454" y="449"/>
                  </a:lnTo>
                  <a:lnTo>
                    <a:pt x="11454" y="719"/>
                  </a:lnTo>
                  <a:lnTo>
                    <a:pt x="11454" y="854"/>
                  </a:lnTo>
                  <a:lnTo>
                    <a:pt x="11499" y="988"/>
                  </a:lnTo>
                  <a:lnTo>
                    <a:pt x="11993" y="2066"/>
                  </a:lnTo>
                  <a:lnTo>
                    <a:pt x="12487" y="3189"/>
                  </a:lnTo>
                  <a:lnTo>
                    <a:pt x="12936" y="4357"/>
                  </a:lnTo>
                  <a:lnTo>
                    <a:pt x="13340" y="5525"/>
                  </a:lnTo>
                  <a:lnTo>
                    <a:pt x="13745" y="6737"/>
                  </a:lnTo>
                  <a:lnTo>
                    <a:pt x="14104" y="7950"/>
                  </a:lnTo>
                  <a:lnTo>
                    <a:pt x="14733" y="10331"/>
                  </a:lnTo>
                  <a:lnTo>
                    <a:pt x="15227" y="12487"/>
                  </a:lnTo>
                  <a:lnTo>
                    <a:pt x="15631" y="14373"/>
                  </a:lnTo>
                  <a:lnTo>
                    <a:pt x="16035" y="16754"/>
                  </a:lnTo>
                  <a:lnTo>
                    <a:pt x="16080" y="16933"/>
                  </a:lnTo>
                  <a:lnTo>
                    <a:pt x="16170" y="17113"/>
                  </a:lnTo>
                  <a:lnTo>
                    <a:pt x="16350" y="17382"/>
                  </a:lnTo>
                  <a:lnTo>
                    <a:pt x="16574" y="17607"/>
                  </a:lnTo>
                  <a:lnTo>
                    <a:pt x="16844" y="17787"/>
                  </a:lnTo>
                  <a:lnTo>
                    <a:pt x="17023" y="19089"/>
                  </a:lnTo>
                  <a:lnTo>
                    <a:pt x="17068" y="20347"/>
                  </a:lnTo>
                  <a:lnTo>
                    <a:pt x="17023" y="21559"/>
                  </a:lnTo>
                  <a:lnTo>
                    <a:pt x="16933" y="22727"/>
                  </a:lnTo>
                  <a:lnTo>
                    <a:pt x="16754" y="23805"/>
                  </a:lnTo>
                  <a:lnTo>
                    <a:pt x="16529" y="24838"/>
                  </a:lnTo>
                  <a:lnTo>
                    <a:pt x="16305" y="25781"/>
                  </a:lnTo>
                  <a:lnTo>
                    <a:pt x="15990" y="26680"/>
                  </a:lnTo>
                  <a:lnTo>
                    <a:pt x="15631" y="27533"/>
                  </a:lnTo>
                  <a:lnTo>
                    <a:pt x="15317" y="28297"/>
                  </a:lnTo>
                  <a:lnTo>
                    <a:pt x="14957" y="29015"/>
                  </a:lnTo>
                  <a:lnTo>
                    <a:pt x="14598" y="29644"/>
                  </a:lnTo>
                  <a:lnTo>
                    <a:pt x="13924" y="30722"/>
                  </a:lnTo>
                  <a:lnTo>
                    <a:pt x="13385" y="31531"/>
                  </a:lnTo>
                  <a:lnTo>
                    <a:pt x="13071" y="31935"/>
                  </a:lnTo>
                  <a:lnTo>
                    <a:pt x="12891" y="32249"/>
                  </a:lnTo>
                  <a:lnTo>
                    <a:pt x="12801" y="32519"/>
                  </a:lnTo>
                  <a:lnTo>
                    <a:pt x="12756" y="32743"/>
                  </a:lnTo>
                  <a:lnTo>
                    <a:pt x="12801" y="33058"/>
                  </a:lnTo>
                  <a:lnTo>
                    <a:pt x="12891" y="33327"/>
                  </a:lnTo>
                  <a:lnTo>
                    <a:pt x="12981" y="33552"/>
                  </a:lnTo>
                  <a:lnTo>
                    <a:pt x="13116" y="33731"/>
                  </a:lnTo>
                  <a:lnTo>
                    <a:pt x="12801" y="34405"/>
                  </a:lnTo>
                  <a:lnTo>
                    <a:pt x="12442" y="34989"/>
                  </a:lnTo>
                  <a:lnTo>
                    <a:pt x="12038" y="35573"/>
                  </a:lnTo>
                  <a:lnTo>
                    <a:pt x="11634" y="36112"/>
                  </a:lnTo>
                  <a:lnTo>
                    <a:pt x="11184" y="36606"/>
                  </a:lnTo>
                  <a:lnTo>
                    <a:pt x="10735" y="37055"/>
                  </a:lnTo>
                  <a:lnTo>
                    <a:pt x="10241" y="37459"/>
                  </a:lnTo>
                  <a:lnTo>
                    <a:pt x="9747" y="37864"/>
                  </a:lnTo>
                  <a:lnTo>
                    <a:pt x="9253" y="38223"/>
                  </a:lnTo>
                  <a:lnTo>
                    <a:pt x="8759" y="38537"/>
                  </a:lnTo>
                  <a:lnTo>
                    <a:pt x="8220" y="38852"/>
                  </a:lnTo>
                  <a:lnTo>
                    <a:pt x="7726" y="39121"/>
                  </a:lnTo>
                  <a:lnTo>
                    <a:pt x="6693" y="39570"/>
                  </a:lnTo>
                  <a:lnTo>
                    <a:pt x="5660" y="39930"/>
                  </a:lnTo>
                  <a:lnTo>
                    <a:pt x="4672" y="40199"/>
                  </a:lnTo>
                  <a:lnTo>
                    <a:pt x="3773" y="40424"/>
                  </a:lnTo>
                  <a:lnTo>
                    <a:pt x="2920" y="40559"/>
                  </a:lnTo>
                  <a:lnTo>
                    <a:pt x="2201" y="40648"/>
                  </a:lnTo>
                  <a:lnTo>
                    <a:pt x="1123" y="40738"/>
                  </a:lnTo>
                  <a:lnTo>
                    <a:pt x="674" y="40738"/>
                  </a:lnTo>
                  <a:lnTo>
                    <a:pt x="405" y="40783"/>
                  </a:lnTo>
                  <a:lnTo>
                    <a:pt x="180" y="40918"/>
                  </a:lnTo>
                  <a:lnTo>
                    <a:pt x="45" y="41142"/>
                  </a:lnTo>
                  <a:lnTo>
                    <a:pt x="0" y="41277"/>
                  </a:lnTo>
                  <a:lnTo>
                    <a:pt x="0" y="41412"/>
                  </a:lnTo>
                  <a:lnTo>
                    <a:pt x="0" y="41547"/>
                  </a:lnTo>
                  <a:lnTo>
                    <a:pt x="45" y="41681"/>
                  </a:lnTo>
                  <a:lnTo>
                    <a:pt x="180" y="41906"/>
                  </a:lnTo>
                  <a:lnTo>
                    <a:pt x="405" y="42041"/>
                  </a:lnTo>
                  <a:lnTo>
                    <a:pt x="495" y="42086"/>
                  </a:lnTo>
                  <a:lnTo>
                    <a:pt x="629" y="42131"/>
                  </a:lnTo>
                  <a:lnTo>
                    <a:pt x="764" y="42131"/>
                  </a:lnTo>
                  <a:lnTo>
                    <a:pt x="1573" y="42086"/>
                  </a:lnTo>
                  <a:lnTo>
                    <a:pt x="2201" y="42041"/>
                  </a:lnTo>
                  <a:lnTo>
                    <a:pt x="2920" y="41951"/>
                  </a:lnTo>
                  <a:lnTo>
                    <a:pt x="3818" y="41816"/>
                  </a:lnTo>
                  <a:lnTo>
                    <a:pt x="4761" y="41592"/>
                  </a:lnTo>
                  <a:lnTo>
                    <a:pt x="5795" y="41322"/>
                  </a:lnTo>
                  <a:lnTo>
                    <a:pt x="6828" y="40963"/>
                  </a:lnTo>
                  <a:lnTo>
                    <a:pt x="7950" y="40514"/>
                  </a:lnTo>
                  <a:lnTo>
                    <a:pt x="9028" y="39975"/>
                  </a:lnTo>
                  <a:lnTo>
                    <a:pt x="9567" y="39660"/>
                  </a:lnTo>
                  <a:lnTo>
                    <a:pt x="10106" y="39301"/>
                  </a:lnTo>
                  <a:lnTo>
                    <a:pt x="10645" y="38897"/>
                  </a:lnTo>
                  <a:lnTo>
                    <a:pt x="11184" y="38492"/>
                  </a:lnTo>
                  <a:lnTo>
                    <a:pt x="11678" y="38043"/>
                  </a:lnTo>
                  <a:lnTo>
                    <a:pt x="12172" y="37549"/>
                  </a:lnTo>
                  <a:lnTo>
                    <a:pt x="12622" y="37055"/>
                  </a:lnTo>
                  <a:lnTo>
                    <a:pt x="13071" y="36471"/>
                  </a:lnTo>
                  <a:lnTo>
                    <a:pt x="13520" y="35887"/>
                  </a:lnTo>
                  <a:lnTo>
                    <a:pt x="13924" y="35214"/>
                  </a:lnTo>
                  <a:lnTo>
                    <a:pt x="14283" y="34540"/>
                  </a:lnTo>
                  <a:lnTo>
                    <a:pt x="14598" y="33821"/>
                  </a:lnTo>
                  <a:lnTo>
                    <a:pt x="14643" y="33687"/>
                  </a:lnTo>
                  <a:lnTo>
                    <a:pt x="14688" y="33552"/>
                  </a:lnTo>
                  <a:lnTo>
                    <a:pt x="14598" y="33282"/>
                  </a:lnTo>
                  <a:lnTo>
                    <a:pt x="14463" y="33058"/>
                  </a:lnTo>
                  <a:lnTo>
                    <a:pt x="14373" y="32968"/>
                  </a:lnTo>
                  <a:lnTo>
                    <a:pt x="14239" y="32923"/>
                  </a:lnTo>
                  <a:lnTo>
                    <a:pt x="14239" y="32878"/>
                  </a:lnTo>
                  <a:lnTo>
                    <a:pt x="14149" y="32833"/>
                  </a:lnTo>
                  <a:lnTo>
                    <a:pt x="14508" y="32294"/>
                  </a:lnTo>
                  <a:lnTo>
                    <a:pt x="15092" y="31441"/>
                  </a:lnTo>
                  <a:lnTo>
                    <a:pt x="15856" y="30228"/>
                  </a:lnTo>
                  <a:lnTo>
                    <a:pt x="16215" y="29554"/>
                  </a:lnTo>
                  <a:lnTo>
                    <a:pt x="16619" y="28746"/>
                  </a:lnTo>
                  <a:lnTo>
                    <a:pt x="16978" y="27892"/>
                  </a:lnTo>
                  <a:lnTo>
                    <a:pt x="17338" y="26994"/>
                  </a:lnTo>
                  <a:lnTo>
                    <a:pt x="17652" y="26006"/>
                  </a:lnTo>
                  <a:lnTo>
                    <a:pt x="17967" y="24928"/>
                  </a:lnTo>
                  <a:lnTo>
                    <a:pt x="18191" y="23805"/>
                  </a:lnTo>
                  <a:lnTo>
                    <a:pt x="18326" y="22592"/>
                  </a:lnTo>
                  <a:lnTo>
                    <a:pt x="18416" y="21290"/>
                  </a:lnTo>
                  <a:lnTo>
                    <a:pt x="18416" y="19987"/>
                  </a:lnTo>
                  <a:lnTo>
                    <a:pt x="18326" y="18550"/>
                  </a:lnTo>
                  <a:lnTo>
                    <a:pt x="18146" y="17068"/>
                  </a:lnTo>
                  <a:lnTo>
                    <a:pt x="18056" y="16843"/>
                  </a:lnTo>
                  <a:lnTo>
                    <a:pt x="17877" y="16664"/>
                  </a:lnTo>
                  <a:lnTo>
                    <a:pt x="17697" y="16529"/>
                  </a:lnTo>
                  <a:lnTo>
                    <a:pt x="17428" y="16484"/>
                  </a:lnTo>
                  <a:lnTo>
                    <a:pt x="16978" y="14059"/>
                  </a:lnTo>
                  <a:lnTo>
                    <a:pt x="16574" y="12172"/>
                  </a:lnTo>
                  <a:lnTo>
                    <a:pt x="16035" y="9926"/>
                  </a:lnTo>
                  <a:lnTo>
                    <a:pt x="15406" y="7546"/>
                  </a:lnTo>
                  <a:lnTo>
                    <a:pt x="15047" y="6288"/>
                  </a:lnTo>
                  <a:lnTo>
                    <a:pt x="14643" y="5076"/>
                  </a:lnTo>
                  <a:lnTo>
                    <a:pt x="14194" y="3818"/>
                  </a:lnTo>
                  <a:lnTo>
                    <a:pt x="13745" y="2605"/>
                  </a:lnTo>
                  <a:lnTo>
                    <a:pt x="13250" y="1482"/>
                  </a:lnTo>
                  <a:lnTo>
                    <a:pt x="12756" y="360"/>
                  </a:lnTo>
                  <a:lnTo>
                    <a:pt x="12667" y="225"/>
                  </a:lnTo>
                  <a:lnTo>
                    <a:pt x="12577" y="135"/>
                  </a:lnTo>
                  <a:lnTo>
                    <a:pt x="12352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3"/>
            <p:cNvSpPr/>
            <p:nvPr/>
          </p:nvSpPr>
          <p:spPr>
            <a:xfrm>
              <a:off x="6563275" y="2974275"/>
              <a:ext cx="305450" cy="1035300"/>
            </a:xfrm>
            <a:custGeom>
              <a:rect b="b" l="l" r="r" t="t"/>
              <a:pathLst>
                <a:path extrusionOk="0" h="41412" w="12218">
                  <a:moveTo>
                    <a:pt x="11769" y="0"/>
                  </a:moveTo>
                  <a:lnTo>
                    <a:pt x="11634" y="90"/>
                  </a:lnTo>
                  <a:lnTo>
                    <a:pt x="11544" y="180"/>
                  </a:lnTo>
                  <a:lnTo>
                    <a:pt x="11544" y="315"/>
                  </a:lnTo>
                  <a:lnTo>
                    <a:pt x="11454" y="1572"/>
                  </a:lnTo>
                  <a:lnTo>
                    <a:pt x="11364" y="2830"/>
                  </a:lnTo>
                  <a:lnTo>
                    <a:pt x="11185" y="4087"/>
                  </a:lnTo>
                  <a:lnTo>
                    <a:pt x="11005" y="5345"/>
                  </a:lnTo>
                  <a:lnTo>
                    <a:pt x="10825" y="6603"/>
                  </a:lnTo>
                  <a:lnTo>
                    <a:pt x="10556" y="7860"/>
                  </a:lnTo>
                  <a:lnTo>
                    <a:pt x="10017" y="10286"/>
                  </a:lnTo>
                  <a:lnTo>
                    <a:pt x="9388" y="12666"/>
                  </a:lnTo>
                  <a:lnTo>
                    <a:pt x="8714" y="14957"/>
                  </a:lnTo>
                  <a:lnTo>
                    <a:pt x="7996" y="17203"/>
                  </a:lnTo>
                  <a:lnTo>
                    <a:pt x="7322" y="19269"/>
                  </a:lnTo>
                  <a:lnTo>
                    <a:pt x="5525" y="24703"/>
                  </a:lnTo>
                  <a:lnTo>
                    <a:pt x="3729" y="30183"/>
                  </a:lnTo>
                  <a:lnTo>
                    <a:pt x="1887" y="35573"/>
                  </a:lnTo>
                  <a:lnTo>
                    <a:pt x="46" y="40963"/>
                  </a:lnTo>
                  <a:lnTo>
                    <a:pt x="1" y="41097"/>
                  </a:lnTo>
                  <a:lnTo>
                    <a:pt x="46" y="41232"/>
                  </a:lnTo>
                  <a:lnTo>
                    <a:pt x="136" y="41322"/>
                  </a:lnTo>
                  <a:lnTo>
                    <a:pt x="270" y="41412"/>
                  </a:lnTo>
                  <a:lnTo>
                    <a:pt x="450" y="41412"/>
                  </a:lnTo>
                  <a:lnTo>
                    <a:pt x="540" y="41367"/>
                  </a:lnTo>
                  <a:lnTo>
                    <a:pt x="630" y="41277"/>
                  </a:lnTo>
                  <a:lnTo>
                    <a:pt x="675" y="41187"/>
                  </a:lnTo>
                  <a:lnTo>
                    <a:pt x="2561" y="35798"/>
                  </a:lnTo>
                  <a:lnTo>
                    <a:pt x="4403" y="30363"/>
                  </a:lnTo>
                  <a:lnTo>
                    <a:pt x="6199" y="24928"/>
                  </a:lnTo>
                  <a:lnTo>
                    <a:pt x="7996" y="19493"/>
                  </a:lnTo>
                  <a:lnTo>
                    <a:pt x="8670" y="17382"/>
                  </a:lnTo>
                  <a:lnTo>
                    <a:pt x="9388" y="15137"/>
                  </a:lnTo>
                  <a:lnTo>
                    <a:pt x="10062" y="12846"/>
                  </a:lnTo>
                  <a:lnTo>
                    <a:pt x="10691" y="10420"/>
                  </a:lnTo>
                  <a:lnTo>
                    <a:pt x="11230" y="7950"/>
                  </a:lnTo>
                  <a:lnTo>
                    <a:pt x="11499" y="6693"/>
                  </a:lnTo>
                  <a:lnTo>
                    <a:pt x="11724" y="5435"/>
                  </a:lnTo>
                  <a:lnTo>
                    <a:pt x="11903" y="4177"/>
                  </a:lnTo>
                  <a:lnTo>
                    <a:pt x="12038" y="2920"/>
                  </a:lnTo>
                  <a:lnTo>
                    <a:pt x="12173" y="1617"/>
                  </a:lnTo>
                  <a:lnTo>
                    <a:pt x="12218" y="359"/>
                  </a:lnTo>
                  <a:lnTo>
                    <a:pt x="12173" y="225"/>
                  </a:lnTo>
                  <a:lnTo>
                    <a:pt x="12128" y="90"/>
                  </a:lnTo>
                  <a:lnTo>
                    <a:pt x="12038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3"/>
            <p:cNvSpPr/>
            <p:nvPr/>
          </p:nvSpPr>
          <p:spPr>
            <a:xfrm>
              <a:off x="6456600" y="3639000"/>
              <a:ext cx="128050" cy="230225"/>
            </a:xfrm>
            <a:custGeom>
              <a:rect b="b" l="l" r="r" t="t"/>
              <a:pathLst>
                <a:path extrusionOk="0" h="9209" w="5122">
                  <a:moveTo>
                    <a:pt x="405" y="1"/>
                  </a:moveTo>
                  <a:lnTo>
                    <a:pt x="270" y="46"/>
                  </a:lnTo>
                  <a:lnTo>
                    <a:pt x="136" y="91"/>
                  </a:lnTo>
                  <a:lnTo>
                    <a:pt x="46" y="181"/>
                  </a:lnTo>
                  <a:lnTo>
                    <a:pt x="1" y="315"/>
                  </a:lnTo>
                  <a:lnTo>
                    <a:pt x="1" y="450"/>
                  </a:lnTo>
                  <a:lnTo>
                    <a:pt x="405" y="1618"/>
                  </a:lnTo>
                  <a:lnTo>
                    <a:pt x="809" y="2786"/>
                  </a:lnTo>
                  <a:lnTo>
                    <a:pt x="1303" y="3909"/>
                  </a:lnTo>
                  <a:lnTo>
                    <a:pt x="1842" y="4986"/>
                  </a:lnTo>
                  <a:lnTo>
                    <a:pt x="2426" y="6064"/>
                  </a:lnTo>
                  <a:lnTo>
                    <a:pt x="3055" y="7097"/>
                  </a:lnTo>
                  <a:lnTo>
                    <a:pt x="3774" y="8131"/>
                  </a:lnTo>
                  <a:lnTo>
                    <a:pt x="4537" y="9074"/>
                  </a:lnTo>
                  <a:lnTo>
                    <a:pt x="4627" y="9164"/>
                  </a:lnTo>
                  <a:lnTo>
                    <a:pt x="4807" y="9209"/>
                  </a:lnTo>
                  <a:lnTo>
                    <a:pt x="4897" y="9164"/>
                  </a:lnTo>
                  <a:lnTo>
                    <a:pt x="5031" y="9119"/>
                  </a:lnTo>
                  <a:lnTo>
                    <a:pt x="5076" y="9029"/>
                  </a:lnTo>
                  <a:lnTo>
                    <a:pt x="5121" y="8894"/>
                  </a:lnTo>
                  <a:lnTo>
                    <a:pt x="5121" y="8759"/>
                  </a:lnTo>
                  <a:lnTo>
                    <a:pt x="5076" y="8625"/>
                  </a:lnTo>
                  <a:lnTo>
                    <a:pt x="4313" y="7681"/>
                  </a:lnTo>
                  <a:lnTo>
                    <a:pt x="3639" y="6738"/>
                  </a:lnTo>
                  <a:lnTo>
                    <a:pt x="3010" y="5705"/>
                  </a:lnTo>
                  <a:lnTo>
                    <a:pt x="2426" y="4672"/>
                  </a:lnTo>
                  <a:lnTo>
                    <a:pt x="1932" y="3594"/>
                  </a:lnTo>
                  <a:lnTo>
                    <a:pt x="1438" y="2516"/>
                  </a:lnTo>
                  <a:lnTo>
                    <a:pt x="1034" y="1393"/>
                  </a:lnTo>
                  <a:lnTo>
                    <a:pt x="675" y="270"/>
                  </a:lnTo>
                  <a:lnTo>
                    <a:pt x="630" y="136"/>
                  </a:lnTo>
                  <a:lnTo>
                    <a:pt x="540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3"/>
            <p:cNvSpPr/>
            <p:nvPr/>
          </p:nvSpPr>
          <p:spPr>
            <a:xfrm>
              <a:off x="6539700" y="3322350"/>
              <a:ext cx="110075" cy="297600"/>
            </a:xfrm>
            <a:custGeom>
              <a:rect b="b" l="l" r="r" t="t"/>
              <a:pathLst>
                <a:path extrusionOk="0" h="11904" w="4403">
                  <a:moveTo>
                    <a:pt x="315" y="1"/>
                  </a:moveTo>
                  <a:lnTo>
                    <a:pt x="180" y="46"/>
                  </a:lnTo>
                  <a:lnTo>
                    <a:pt x="90" y="136"/>
                  </a:lnTo>
                  <a:lnTo>
                    <a:pt x="1" y="225"/>
                  </a:lnTo>
                  <a:lnTo>
                    <a:pt x="1" y="360"/>
                  </a:lnTo>
                  <a:lnTo>
                    <a:pt x="135" y="1887"/>
                  </a:lnTo>
                  <a:lnTo>
                    <a:pt x="360" y="3369"/>
                  </a:lnTo>
                  <a:lnTo>
                    <a:pt x="674" y="4852"/>
                  </a:lnTo>
                  <a:lnTo>
                    <a:pt x="1124" y="6334"/>
                  </a:lnTo>
                  <a:lnTo>
                    <a:pt x="1618" y="7726"/>
                  </a:lnTo>
                  <a:lnTo>
                    <a:pt x="2246" y="9119"/>
                  </a:lnTo>
                  <a:lnTo>
                    <a:pt x="2965" y="10421"/>
                  </a:lnTo>
                  <a:lnTo>
                    <a:pt x="3774" y="11724"/>
                  </a:lnTo>
                  <a:lnTo>
                    <a:pt x="3908" y="11858"/>
                  </a:lnTo>
                  <a:lnTo>
                    <a:pt x="4043" y="11903"/>
                  </a:lnTo>
                  <a:lnTo>
                    <a:pt x="4178" y="11858"/>
                  </a:lnTo>
                  <a:lnTo>
                    <a:pt x="4268" y="11814"/>
                  </a:lnTo>
                  <a:lnTo>
                    <a:pt x="4357" y="11724"/>
                  </a:lnTo>
                  <a:lnTo>
                    <a:pt x="4402" y="11589"/>
                  </a:lnTo>
                  <a:lnTo>
                    <a:pt x="4402" y="11454"/>
                  </a:lnTo>
                  <a:lnTo>
                    <a:pt x="4357" y="11364"/>
                  </a:lnTo>
                  <a:lnTo>
                    <a:pt x="3549" y="10107"/>
                  </a:lnTo>
                  <a:lnTo>
                    <a:pt x="2875" y="8804"/>
                  </a:lnTo>
                  <a:lnTo>
                    <a:pt x="2291" y="7457"/>
                  </a:lnTo>
                  <a:lnTo>
                    <a:pt x="1752" y="6109"/>
                  </a:lnTo>
                  <a:lnTo>
                    <a:pt x="1348" y="4672"/>
                  </a:lnTo>
                  <a:lnTo>
                    <a:pt x="1034" y="3280"/>
                  </a:lnTo>
                  <a:lnTo>
                    <a:pt x="809" y="1797"/>
                  </a:lnTo>
                  <a:lnTo>
                    <a:pt x="674" y="360"/>
                  </a:lnTo>
                  <a:lnTo>
                    <a:pt x="629" y="225"/>
                  </a:lnTo>
                  <a:lnTo>
                    <a:pt x="585" y="91"/>
                  </a:lnTo>
                  <a:lnTo>
                    <a:pt x="450" y="46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3"/>
            <p:cNvSpPr/>
            <p:nvPr/>
          </p:nvSpPr>
          <p:spPr>
            <a:xfrm>
              <a:off x="6662100" y="3296525"/>
              <a:ext cx="40450" cy="126925"/>
            </a:xfrm>
            <a:custGeom>
              <a:rect b="b" l="l" r="r" t="t"/>
              <a:pathLst>
                <a:path extrusionOk="0" h="5077" w="1618">
                  <a:moveTo>
                    <a:pt x="270" y="1"/>
                  </a:moveTo>
                  <a:lnTo>
                    <a:pt x="135" y="46"/>
                  </a:lnTo>
                  <a:lnTo>
                    <a:pt x="45" y="136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944" y="4807"/>
                  </a:lnTo>
                  <a:lnTo>
                    <a:pt x="989" y="4897"/>
                  </a:lnTo>
                  <a:lnTo>
                    <a:pt x="1078" y="4986"/>
                  </a:lnTo>
                  <a:lnTo>
                    <a:pt x="1168" y="5076"/>
                  </a:lnTo>
                  <a:lnTo>
                    <a:pt x="1348" y="5076"/>
                  </a:lnTo>
                  <a:lnTo>
                    <a:pt x="1483" y="5031"/>
                  </a:lnTo>
                  <a:lnTo>
                    <a:pt x="1572" y="4941"/>
                  </a:lnTo>
                  <a:lnTo>
                    <a:pt x="1617" y="4807"/>
                  </a:lnTo>
                  <a:lnTo>
                    <a:pt x="1617" y="4672"/>
                  </a:lnTo>
                  <a:lnTo>
                    <a:pt x="674" y="270"/>
                  </a:lnTo>
                  <a:lnTo>
                    <a:pt x="629" y="136"/>
                  </a:lnTo>
                  <a:lnTo>
                    <a:pt x="539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3"/>
            <p:cNvSpPr/>
            <p:nvPr/>
          </p:nvSpPr>
          <p:spPr>
            <a:xfrm>
              <a:off x="6720500" y="3169650"/>
              <a:ext cx="23600" cy="86475"/>
            </a:xfrm>
            <a:custGeom>
              <a:rect b="b" l="l" r="r" t="t"/>
              <a:pathLst>
                <a:path extrusionOk="0" h="3459" w="944">
                  <a:moveTo>
                    <a:pt x="314" y="0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225" y="3144"/>
                  </a:lnTo>
                  <a:lnTo>
                    <a:pt x="270" y="3279"/>
                  </a:lnTo>
                  <a:lnTo>
                    <a:pt x="359" y="3369"/>
                  </a:lnTo>
                  <a:lnTo>
                    <a:pt x="449" y="3414"/>
                  </a:lnTo>
                  <a:lnTo>
                    <a:pt x="584" y="3459"/>
                  </a:lnTo>
                  <a:lnTo>
                    <a:pt x="629" y="3459"/>
                  </a:lnTo>
                  <a:lnTo>
                    <a:pt x="719" y="3414"/>
                  </a:lnTo>
                  <a:lnTo>
                    <a:pt x="853" y="3324"/>
                  </a:lnTo>
                  <a:lnTo>
                    <a:pt x="898" y="3234"/>
                  </a:lnTo>
                  <a:lnTo>
                    <a:pt x="943" y="3100"/>
                  </a:lnTo>
                  <a:lnTo>
                    <a:pt x="674" y="315"/>
                  </a:lnTo>
                  <a:lnTo>
                    <a:pt x="629" y="180"/>
                  </a:lnTo>
                  <a:lnTo>
                    <a:pt x="539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3"/>
            <p:cNvSpPr/>
            <p:nvPr/>
          </p:nvSpPr>
          <p:spPr>
            <a:xfrm>
              <a:off x="6773275" y="3125850"/>
              <a:ext cx="17975" cy="35950"/>
            </a:xfrm>
            <a:custGeom>
              <a:rect b="b" l="l" r="r" t="t"/>
              <a:pathLst>
                <a:path extrusionOk="0" h="1438" w="719">
                  <a:moveTo>
                    <a:pt x="314" y="1"/>
                  </a:moveTo>
                  <a:lnTo>
                    <a:pt x="180" y="46"/>
                  </a:lnTo>
                  <a:lnTo>
                    <a:pt x="90" y="91"/>
                  </a:lnTo>
                  <a:lnTo>
                    <a:pt x="0" y="225"/>
                  </a:lnTo>
                  <a:lnTo>
                    <a:pt x="0" y="360"/>
                  </a:lnTo>
                  <a:lnTo>
                    <a:pt x="45" y="1124"/>
                  </a:lnTo>
                  <a:lnTo>
                    <a:pt x="45" y="1258"/>
                  </a:lnTo>
                  <a:lnTo>
                    <a:pt x="135" y="1348"/>
                  </a:lnTo>
                  <a:lnTo>
                    <a:pt x="270" y="1438"/>
                  </a:lnTo>
                  <a:lnTo>
                    <a:pt x="539" y="1438"/>
                  </a:lnTo>
                  <a:lnTo>
                    <a:pt x="629" y="1348"/>
                  </a:lnTo>
                  <a:lnTo>
                    <a:pt x="719" y="1213"/>
                  </a:lnTo>
                  <a:lnTo>
                    <a:pt x="719" y="1079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3"/>
            <p:cNvSpPr/>
            <p:nvPr/>
          </p:nvSpPr>
          <p:spPr>
            <a:xfrm>
              <a:off x="6547575" y="3562650"/>
              <a:ext cx="68500" cy="102200"/>
            </a:xfrm>
            <a:custGeom>
              <a:rect b="b" l="l" r="r" t="t"/>
              <a:pathLst>
                <a:path extrusionOk="0" h="4088" w="2740">
                  <a:moveTo>
                    <a:pt x="270" y="1"/>
                  </a:moveTo>
                  <a:lnTo>
                    <a:pt x="135" y="91"/>
                  </a:lnTo>
                  <a:lnTo>
                    <a:pt x="45" y="180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2111" y="3908"/>
                  </a:lnTo>
                  <a:lnTo>
                    <a:pt x="2246" y="4043"/>
                  </a:lnTo>
                  <a:lnTo>
                    <a:pt x="2425" y="4088"/>
                  </a:lnTo>
                  <a:lnTo>
                    <a:pt x="2605" y="3998"/>
                  </a:lnTo>
                  <a:lnTo>
                    <a:pt x="2695" y="3908"/>
                  </a:lnTo>
                  <a:lnTo>
                    <a:pt x="2740" y="3818"/>
                  </a:lnTo>
                  <a:lnTo>
                    <a:pt x="2740" y="3684"/>
                  </a:lnTo>
                  <a:lnTo>
                    <a:pt x="2695" y="3549"/>
                  </a:lnTo>
                  <a:lnTo>
                    <a:pt x="629" y="180"/>
                  </a:lnTo>
                  <a:lnTo>
                    <a:pt x="539" y="91"/>
                  </a:lnTo>
                  <a:lnTo>
                    <a:pt x="404" y="46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3"/>
            <p:cNvSpPr/>
            <p:nvPr/>
          </p:nvSpPr>
          <p:spPr>
            <a:xfrm>
              <a:off x="6568900" y="3697400"/>
              <a:ext cx="33700" cy="40450"/>
            </a:xfrm>
            <a:custGeom>
              <a:rect b="b" l="l" r="r" t="t"/>
              <a:pathLst>
                <a:path extrusionOk="0" h="1618" w="1348">
                  <a:moveTo>
                    <a:pt x="270" y="0"/>
                  </a:moveTo>
                  <a:lnTo>
                    <a:pt x="135" y="45"/>
                  </a:lnTo>
                  <a:lnTo>
                    <a:pt x="45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39"/>
                  </a:lnTo>
                  <a:lnTo>
                    <a:pt x="719" y="1483"/>
                  </a:lnTo>
                  <a:lnTo>
                    <a:pt x="809" y="1573"/>
                  </a:lnTo>
                  <a:lnTo>
                    <a:pt x="989" y="1617"/>
                  </a:lnTo>
                  <a:lnTo>
                    <a:pt x="1078" y="1617"/>
                  </a:lnTo>
                  <a:lnTo>
                    <a:pt x="1168" y="1573"/>
                  </a:lnTo>
                  <a:lnTo>
                    <a:pt x="1258" y="1483"/>
                  </a:lnTo>
                  <a:lnTo>
                    <a:pt x="1348" y="1348"/>
                  </a:lnTo>
                  <a:lnTo>
                    <a:pt x="1303" y="1213"/>
                  </a:lnTo>
                  <a:lnTo>
                    <a:pt x="1258" y="1078"/>
                  </a:lnTo>
                  <a:lnTo>
                    <a:pt x="629" y="135"/>
                  </a:lnTo>
                  <a:lnTo>
                    <a:pt x="495" y="45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3"/>
            <p:cNvSpPr/>
            <p:nvPr/>
          </p:nvSpPr>
          <p:spPr>
            <a:xfrm>
              <a:off x="6506025" y="3859100"/>
              <a:ext cx="47175" cy="52800"/>
            </a:xfrm>
            <a:custGeom>
              <a:rect b="b" l="l" r="r" t="t"/>
              <a:pathLst>
                <a:path extrusionOk="0" h="2112" w="1887">
                  <a:moveTo>
                    <a:pt x="180" y="0"/>
                  </a:moveTo>
                  <a:lnTo>
                    <a:pt x="90" y="90"/>
                  </a:lnTo>
                  <a:lnTo>
                    <a:pt x="45" y="225"/>
                  </a:lnTo>
                  <a:lnTo>
                    <a:pt x="0" y="360"/>
                  </a:lnTo>
                  <a:lnTo>
                    <a:pt x="45" y="494"/>
                  </a:lnTo>
                  <a:lnTo>
                    <a:pt x="315" y="899"/>
                  </a:lnTo>
                  <a:lnTo>
                    <a:pt x="584" y="1348"/>
                  </a:lnTo>
                  <a:lnTo>
                    <a:pt x="943" y="1707"/>
                  </a:lnTo>
                  <a:lnTo>
                    <a:pt x="1348" y="2021"/>
                  </a:lnTo>
                  <a:lnTo>
                    <a:pt x="1437" y="2066"/>
                  </a:lnTo>
                  <a:lnTo>
                    <a:pt x="1572" y="2111"/>
                  </a:lnTo>
                  <a:lnTo>
                    <a:pt x="1707" y="2066"/>
                  </a:lnTo>
                  <a:lnTo>
                    <a:pt x="1842" y="1977"/>
                  </a:lnTo>
                  <a:lnTo>
                    <a:pt x="1887" y="1842"/>
                  </a:lnTo>
                  <a:lnTo>
                    <a:pt x="1887" y="1707"/>
                  </a:lnTo>
                  <a:lnTo>
                    <a:pt x="1842" y="1572"/>
                  </a:lnTo>
                  <a:lnTo>
                    <a:pt x="1752" y="1482"/>
                  </a:lnTo>
                  <a:lnTo>
                    <a:pt x="1437" y="1213"/>
                  </a:lnTo>
                  <a:lnTo>
                    <a:pt x="1123" y="899"/>
                  </a:lnTo>
                  <a:lnTo>
                    <a:pt x="899" y="539"/>
                  </a:lnTo>
                  <a:lnTo>
                    <a:pt x="674" y="180"/>
                  </a:lnTo>
                  <a:lnTo>
                    <a:pt x="584" y="45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3"/>
            <p:cNvSpPr/>
            <p:nvPr/>
          </p:nvSpPr>
          <p:spPr>
            <a:xfrm>
              <a:off x="6654250" y="3763650"/>
              <a:ext cx="181925" cy="116800"/>
            </a:xfrm>
            <a:custGeom>
              <a:rect b="b" l="l" r="r" t="t"/>
              <a:pathLst>
                <a:path extrusionOk="0" h="4672" w="7277">
                  <a:moveTo>
                    <a:pt x="6827" y="0"/>
                  </a:moveTo>
                  <a:lnTo>
                    <a:pt x="6692" y="90"/>
                  </a:lnTo>
                  <a:lnTo>
                    <a:pt x="6019" y="719"/>
                  </a:lnTo>
                  <a:lnTo>
                    <a:pt x="5255" y="1303"/>
                  </a:lnTo>
                  <a:lnTo>
                    <a:pt x="4492" y="1887"/>
                  </a:lnTo>
                  <a:lnTo>
                    <a:pt x="3683" y="2381"/>
                  </a:lnTo>
                  <a:lnTo>
                    <a:pt x="2875" y="2875"/>
                  </a:lnTo>
                  <a:lnTo>
                    <a:pt x="2021" y="3279"/>
                  </a:lnTo>
                  <a:lnTo>
                    <a:pt x="1123" y="3639"/>
                  </a:lnTo>
                  <a:lnTo>
                    <a:pt x="270" y="3998"/>
                  </a:lnTo>
                  <a:lnTo>
                    <a:pt x="135" y="4043"/>
                  </a:lnTo>
                  <a:lnTo>
                    <a:pt x="45" y="4178"/>
                  </a:lnTo>
                  <a:lnTo>
                    <a:pt x="0" y="4267"/>
                  </a:lnTo>
                  <a:lnTo>
                    <a:pt x="45" y="4402"/>
                  </a:lnTo>
                  <a:lnTo>
                    <a:pt x="90" y="4537"/>
                  </a:lnTo>
                  <a:lnTo>
                    <a:pt x="180" y="4582"/>
                  </a:lnTo>
                  <a:lnTo>
                    <a:pt x="270" y="4627"/>
                  </a:lnTo>
                  <a:lnTo>
                    <a:pt x="359" y="4672"/>
                  </a:lnTo>
                  <a:lnTo>
                    <a:pt x="494" y="4627"/>
                  </a:lnTo>
                  <a:lnTo>
                    <a:pt x="1392" y="4312"/>
                  </a:lnTo>
                  <a:lnTo>
                    <a:pt x="2291" y="3908"/>
                  </a:lnTo>
                  <a:lnTo>
                    <a:pt x="3189" y="3459"/>
                  </a:lnTo>
                  <a:lnTo>
                    <a:pt x="4042" y="2965"/>
                  </a:lnTo>
                  <a:lnTo>
                    <a:pt x="4896" y="2426"/>
                  </a:lnTo>
                  <a:lnTo>
                    <a:pt x="5659" y="1887"/>
                  </a:lnTo>
                  <a:lnTo>
                    <a:pt x="6468" y="1258"/>
                  </a:lnTo>
                  <a:lnTo>
                    <a:pt x="7186" y="584"/>
                  </a:lnTo>
                  <a:lnTo>
                    <a:pt x="7276" y="495"/>
                  </a:lnTo>
                  <a:lnTo>
                    <a:pt x="7276" y="360"/>
                  </a:lnTo>
                  <a:lnTo>
                    <a:pt x="7276" y="225"/>
                  </a:lnTo>
                  <a:lnTo>
                    <a:pt x="7186" y="90"/>
                  </a:lnTo>
                  <a:lnTo>
                    <a:pt x="7097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3"/>
            <p:cNvSpPr/>
            <p:nvPr/>
          </p:nvSpPr>
          <p:spPr>
            <a:xfrm>
              <a:off x="6737325" y="3420050"/>
              <a:ext cx="202150" cy="213375"/>
            </a:xfrm>
            <a:custGeom>
              <a:rect b="b" l="l" r="r" t="t"/>
              <a:pathLst>
                <a:path extrusionOk="0" h="8535" w="8086">
                  <a:moveTo>
                    <a:pt x="7681" y="0"/>
                  </a:moveTo>
                  <a:lnTo>
                    <a:pt x="7546" y="45"/>
                  </a:lnTo>
                  <a:lnTo>
                    <a:pt x="7457" y="180"/>
                  </a:lnTo>
                  <a:lnTo>
                    <a:pt x="6693" y="1258"/>
                  </a:lnTo>
                  <a:lnTo>
                    <a:pt x="5885" y="2336"/>
                  </a:lnTo>
                  <a:lnTo>
                    <a:pt x="5031" y="3369"/>
                  </a:lnTo>
                  <a:lnTo>
                    <a:pt x="4133" y="4402"/>
                  </a:lnTo>
                  <a:lnTo>
                    <a:pt x="3190" y="5345"/>
                  </a:lnTo>
                  <a:lnTo>
                    <a:pt x="2202" y="6244"/>
                  </a:lnTo>
                  <a:lnTo>
                    <a:pt x="1213" y="7097"/>
                  </a:lnTo>
                  <a:lnTo>
                    <a:pt x="135" y="7950"/>
                  </a:lnTo>
                  <a:lnTo>
                    <a:pt x="46" y="8040"/>
                  </a:lnTo>
                  <a:lnTo>
                    <a:pt x="1" y="8175"/>
                  </a:lnTo>
                  <a:lnTo>
                    <a:pt x="1" y="8310"/>
                  </a:lnTo>
                  <a:lnTo>
                    <a:pt x="46" y="8400"/>
                  </a:lnTo>
                  <a:lnTo>
                    <a:pt x="180" y="8534"/>
                  </a:lnTo>
                  <a:lnTo>
                    <a:pt x="450" y="8534"/>
                  </a:lnTo>
                  <a:lnTo>
                    <a:pt x="540" y="8489"/>
                  </a:lnTo>
                  <a:lnTo>
                    <a:pt x="1618" y="7636"/>
                  </a:lnTo>
                  <a:lnTo>
                    <a:pt x="2696" y="6783"/>
                  </a:lnTo>
                  <a:lnTo>
                    <a:pt x="3684" y="5839"/>
                  </a:lnTo>
                  <a:lnTo>
                    <a:pt x="4627" y="4851"/>
                  </a:lnTo>
                  <a:lnTo>
                    <a:pt x="5570" y="3818"/>
                  </a:lnTo>
                  <a:lnTo>
                    <a:pt x="6424" y="2785"/>
                  </a:lnTo>
                  <a:lnTo>
                    <a:pt x="7277" y="1662"/>
                  </a:lnTo>
                  <a:lnTo>
                    <a:pt x="8041" y="539"/>
                  </a:lnTo>
                  <a:lnTo>
                    <a:pt x="8085" y="405"/>
                  </a:lnTo>
                  <a:lnTo>
                    <a:pt x="8085" y="270"/>
                  </a:lnTo>
                  <a:lnTo>
                    <a:pt x="8041" y="135"/>
                  </a:lnTo>
                  <a:lnTo>
                    <a:pt x="7906" y="45"/>
                  </a:lnTo>
                  <a:lnTo>
                    <a:pt x="781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3"/>
            <p:cNvSpPr/>
            <p:nvPr/>
          </p:nvSpPr>
          <p:spPr>
            <a:xfrm>
              <a:off x="6814800" y="3338075"/>
              <a:ext cx="78625" cy="101100"/>
            </a:xfrm>
            <a:custGeom>
              <a:rect b="b" l="l" r="r" t="t"/>
              <a:pathLst>
                <a:path extrusionOk="0" h="4044" w="3145">
                  <a:moveTo>
                    <a:pt x="2741" y="1"/>
                  </a:moveTo>
                  <a:lnTo>
                    <a:pt x="2606" y="46"/>
                  </a:lnTo>
                  <a:lnTo>
                    <a:pt x="2516" y="135"/>
                  </a:lnTo>
                  <a:lnTo>
                    <a:pt x="46" y="3459"/>
                  </a:lnTo>
                  <a:lnTo>
                    <a:pt x="1" y="3594"/>
                  </a:lnTo>
                  <a:lnTo>
                    <a:pt x="1" y="3729"/>
                  </a:lnTo>
                  <a:lnTo>
                    <a:pt x="46" y="3863"/>
                  </a:lnTo>
                  <a:lnTo>
                    <a:pt x="136" y="3953"/>
                  </a:lnTo>
                  <a:lnTo>
                    <a:pt x="225" y="3998"/>
                  </a:lnTo>
                  <a:lnTo>
                    <a:pt x="360" y="4043"/>
                  </a:lnTo>
                  <a:lnTo>
                    <a:pt x="495" y="3998"/>
                  </a:lnTo>
                  <a:lnTo>
                    <a:pt x="630" y="3908"/>
                  </a:lnTo>
                  <a:lnTo>
                    <a:pt x="3055" y="540"/>
                  </a:lnTo>
                  <a:lnTo>
                    <a:pt x="3145" y="405"/>
                  </a:lnTo>
                  <a:lnTo>
                    <a:pt x="3145" y="270"/>
                  </a:lnTo>
                  <a:lnTo>
                    <a:pt x="3100" y="135"/>
                  </a:lnTo>
                  <a:lnTo>
                    <a:pt x="3010" y="46"/>
                  </a:lnTo>
                  <a:lnTo>
                    <a:pt x="287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3"/>
            <p:cNvSpPr/>
            <p:nvPr/>
          </p:nvSpPr>
          <p:spPr>
            <a:xfrm>
              <a:off x="6848500" y="3248250"/>
              <a:ext cx="33700" cy="55050"/>
            </a:xfrm>
            <a:custGeom>
              <a:rect b="b" l="l" r="r" t="t"/>
              <a:pathLst>
                <a:path extrusionOk="0" h="2202" w="1348">
                  <a:moveTo>
                    <a:pt x="1033" y="0"/>
                  </a:moveTo>
                  <a:lnTo>
                    <a:pt x="899" y="45"/>
                  </a:lnTo>
                  <a:lnTo>
                    <a:pt x="809" y="90"/>
                  </a:lnTo>
                  <a:lnTo>
                    <a:pt x="719" y="225"/>
                  </a:lnTo>
                  <a:lnTo>
                    <a:pt x="45" y="1707"/>
                  </a:lnTo>
                  <a:lnTo>
                    <a:pt x="0" y="1842"/>
                  </a:lnTo>
                  <a:lnTo>
                    <a:pt x="0" y="1977"/>
                  </a:lnTo>
                  <a:lnTo>
                    <a:pt x="90" y="2067"/>
                  </a:lnTo>
                  <a:lnTo>
                    <a:pt x="180" y="2156"/>
                  </a:lnTo>
                  <a:lnTo>
                    <a:pt x="360" y="2201"/>
                  </a:lnTo>
                  <a:lnTo>
                    <a:pt x="449" y="2156"/>
                  </a:lnTo>
                  <a:lnTo>
                    <a:pt x="539" y="2111"/>
                  </a:lnTo>
                  <a:lnTo>
                    <a:pt x="584" y="2067"/>
                  </a:lnTo>
                  <a:lnTo>
                    <a:pt x="674" y="1977"/>
                  </a:lnTo>
                  <a:lnTo>
                    <a:pt x="1348" y="495"/>
                  </a:lnTo>
                  <a:lnTo>
                    <a:pt x="1348" y="360"/>
                  </a:lnTo>
                  <a:lnTo>
                    <a:pt x="1348" y="225"/>
                  </a:lnTo>
                  <a:lnTo>
                    <a:pt x="1258" y="135"/>
                  </a:lnTo>
                  <a:lnTo>
                    <a:pt x="1168" y="45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3"/>
            <p:cNvSpPr/>
            <p:nvPr/>
          </p:nvSpPr>
          <p:spPr>
            <a:xfrm>
              <a:off x="6858600" y="3166275"/>
              <a:ext cx="23600" cy="38200"/>
            </a:xfrm>
            <a:custGeom>
              <a:rect b="b" l="l" r="r" t="t"/>
              <a:pathLst>
                <a:path extrusionOk="0" h="1528" w="944">
                  <a:moveTo>
                    <a:pt x="540" y="1"/>
                  </a:moveTo>
                  <a:lnTo>
                    <a:pt x="450" y="46"/>
                  </a:lnTo>
                  <a:lnTo>
                    <a:pt x="315" y="135"/>
                  </a:lnTo>
                  <a:lnTo>
                    <a:pt x="270" y="225"/>
                  </a:lnTo>
                  <a:lnTo>
                    <a:pt x="45" y="1124"/>
                  </a:lnTo>
                  <a:lnTo>
                    <a:pt x="1" y="1258"/>
                  </a:lnTo>
                  <a:lnTo>
                    <a:pt x="45" y="1348"/>
                  </a:lnTo>
                  <a:lnTo>
                    <a:pt x="135" y="1483"/>
                  </a:lnTo>
                  <a:lnTo>
                    <a:pt x="270" y="1528"/>
                  </a:lnTo>
                  <a:lnTo>
                    <a:pt x="450" y="1528"/>
                  </a:lnTo>
                  <a:lnTo>
                    <a:pt x="584" y="1483"/>
                  </a:lnTo>
                  <a:lnTo>
                    <a:pt x="629" y="1393"/>
                  </a:lnTo>
                  <a:lnTo>
                    <a:pt x="674" y="1303"/>
                  </a:lnTo>
                  <a:lnTo>
                    <a:pt x="944" y="450"/>
                  </a:lnTo>
                  <a:lnTo>
                    <a:pt x="944" y="315"/>
                  </a:lnTo>
                  <a:lnTo>
                    <a:pt x="899" y="180"/>
                  </a:lnTo>
                  <a:lnTo>
                    <a:pt x="809" y="90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3"/>
            <p:cNvSpPr/>
            <p:nvPr/>
          </p:nvSpPr>
          <p:spPr>
            <a:xfrm>
              <a:off x="6737325" y="3646875"/>
              <a:ext cx="60675" cy="41575"/>
            </a:xfrm>
            <a:custGeom>
              <a:rect b="b" l="l" r="r" t="t"/>
              <a:pathLst>
                <a:path extrusionOk="0" h="1663" w="2427">
                  <a:moveTo>
                    <a:pt x="2022" y="0"/>
                  </a:moveTo>
                  <a:lnTo>
                    <a:pt x="1887" y="45"/>
                  </a:lnTo>
                  <a:lnTo>
                    <a:pt x="180" y="1033"/>
                  </a:lnTo>
                  <a:lnTo>
                    <a:pt x="91" y="1123"/>
                  </a:lnTo>
                  <a:lnTo>
                    <a:pt x="46" y="1213"/>
                  </a:lnTo>
                  <a:lnTo>
                    <a:pt x="1" y="1348"/>
                  </a:lnTo>
                  <a:lnTo>
                    <a:pt x="46" y="1483"/>
                  </a:lnTo>
                  <a:lnTo>
                    <a:pt x="180" y="1617"/>
                  </a:lnTo>
                  <a:lnTo>
                    <a:pt x="360" y="1662"/>
                  </a:lnTo>
                  <a:lnTo>
                    <a:pt x="540" y="1617"/>
                  </a:lnTo>
                  <a:lnTo>
                    <a:pt x="2246" y="674"/>
                  </a:lnTo>
                  <a:lnTo>
                    <a:pt x="2336" y="584"/>
                  </a:lnTo>
                  <a:lnTo>
                    <a:pt x="2381" y="449"/>
                  </a:lnTo>
                  <a:lnTo>
                    <a:pt x="2426" y="315"/>
                  </a:lnTo>
                  <a:lnTo>
                    <a:pt x="2381" y="180"/>
                  </a:lnTo>
                  <a:lnTo>
                    <a:pt x="2291" y="90"/>
                  </a:lnTo>
                  <a:lnTo>
                    <a:pt x="2157" y="45"/>
                  </a:lnTo>
                  <a:lnTo>
                    <a:pt x="2022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3"/>
            <p:cNvSpPr/>
            <p:nvPr/>
          </p:nvSpPr>
          <p:spPr>
            <a:xfrm>
              <a:off x="6720500" y="3746800"/>
              <a:ext cx="33700" cy="26975"/>
            </a:xfrm>
            <a:custGeom>
              <a:rect b="b" l="l" r="r" t="t"/>
              <a:pathLst>
                <a:path extrusionOk="0" h="1079" w="1348">
                  <a:moveTo>
                    <a:pt x="988" y="1"/>
                  </a:moveTo>
                  <a:lnTo>
                    <a:pt x="853" y="46"/>
                  </a:lnTo>
                  <a:lnTo>
                    <a:pt x="135" y="450"/>
                  </a:lnTo>
                  <a:lnTo>
                    <a:pt x="45" y="540"/>
                  </a:lnTo>
                  <a:lnTo>
                    <a:pt x="0" y="630"/>
                  </a:lnTo>
                  <a:lnTo>
                    <a:pt x="0" y="764"/>
                  </a:lnTo>
                  <a:lnTo>
                    <a:pt x="45" y="899"/>
                  </a:lnTo>
                  <a:lnTo>
                    <a:pt x="135" y="1034"/>
                  </a:lnTo>
                  <a:lnTo>
                    <a:pt x="314" y="1079"/>
                  </a:lnTo>
                  <a:lnTo>
                    <a:pt x="494" y="1034"/>
                  </a:lnTo>
                  <a:lnTo>
                    <a:pt x="1213" y="630"/>
                  </a:lnTo>
                  <a:lnTo>
                    <a:pt x="1303" y="540"/>
                  </a:lnTo>
                  <a:lnTo>
                    <a:pt x="1347" y="450"/>
                  </a:lnTo>
                  <a:lnTo>
                    <a:pt x="1347" y="315"/>
                  </a:lnTo>
                  <a:lnTo>
                    <a:pt x="1347" y="180"/>
                  </a:lnTo>
                  <a:lnTo>
                    <a:pt x="1258" y="91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3"/>
            <p:cNvSpPr/>
            <p:nvPr/>
          </p:nvSpPr>
          <p:spPr>
            <a:xfrm>
              <a:off x="6644125" y="3902875"/>
              <a:ext cx="65150" cy="34850"/>
            </a:xfrm>
            <a:custGeom>
              <a:rect b="b" l="l" r="r" t="t"/>
              <a:pathLst>
                <a:path extrusionOk="0" h="1394" w="2606">
                  <a:moveTo>
                    <a:pt x="2157" y="1"/>
                  </a:moveTo>
                  <a:lnTo>
                    <a:pt x="2067" y="46"/>
                  </a:lnTo>
                  <a:lnTo>
                    <a:pt x="1663" y="270"/>
                  </a:lnTo>
                  <a:lnTo>
                    <a:pt x="1213" y="495"/>
                  </a:lnTo>
                  <a:lnTo>
                    <a:pt x="764" y="630"/>
                  </a:lnTo>
                  <a:lnTo>
                    <a:pt x="315" y="720"/>
                  </a:lnTo>
                  <a:lnTo>
                    <a:pt x="180" y="765"/>
                  </a:lnTo>
                  <a:lnTo>
                    <a:pt x="91" y="854"/>
                  </a:lnTo>
                  <a:lnTo>
                    <a:pt x="46" y="944"/>
                  </a:lnTo>
                  <a:lnTo>
                    <a:pt x="1" y="1079"/>
                  </a:lnTo>
                  <a:lnTo>
                    <a:pt x="46" y="1214"/>
                  </a:lnTo>
                  <a:lnTo>
                    <a:pt x="136" y="1303"/>
                  </a:lnTo>
                  <a:lnTo>
                    <a:pt x="225" y="1393"/>
                  </a:lnTo>
                  <a:lnTo>
                    <a:pt x="405" y="1393"/>
                  </a:lnTo>
                  <a:lnTo>
                    <a:pt x="944" y="1303"/>
                  </a:lnTo>
                  <a:lnTo>
                    <a:pt x="1483" y="1124"/>
                  </a:lnTo>
                  <a:lnTo>
                    <a:pt x="1977" y="899"/>
                  </a:lnTo>
                  <a:lnTo>
                    <a:pt x="2471" y="585"/>
                  </a:lnTo>
                  <a:lnTo>
                    <a:pt x="2561" y="495"/>
                  </a:lnTo>
                  <a:lnTo>
                    <a:pt x="2606" y="360"/>
                  </a:lnTo>
                  <a:lnTo>
                    <a:pt x="2606" y="226"/>
                  </a:lnTo>
                  <a:lnTo>
                    <a:pt x="2516" y="136"/>
                  </a:lnTo>
                  <a:lnTo>
                    <a:pt x="2426" y="46"/>
                  </a:lnTo>
                  <a:lnTo>
                    <a:pt x="2291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31250" lIns="31250" spcFirstLastPara="1" rIns="31250" wrap="square" tIns="31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4" name="Google Shape;1384;p33"/>
          <p:cNvGrpSpPr/>
          <p:nvPr/>
        </p:nvGrpSpPr>
        <p:grpSpPr>
          <a:xfrm>
            <a:off x="8007092" y="-5"/>
            <a:ext cx="383877" cy="1068889"/>
            <a:chOff x="3901650" y="485525"/>
            <a:chExt cx="1061900" cy="2143350"/>
          </a:xfrm>
        </p:grpSpPr>
        <p:sp>
          <p:nvSpPr>
            <p:cNvPr id="1385" name="Google Shape;1385;p33"/>
            <p:cNvSpPr/>
            <p:nvPr/>
          </p:nvSpPr>
          <p:spPr>
            <a:xfrm>
              <a:off x="4276550" y="1325950"/>
              <a:ext cx="441875" cy="1261725"/>
            </a:xfrm>
            <a:custGeom>
              <a:rect b="b" l="l" r="r" t="t"/>
              <a:pathLst>
                <a:path extrusionOk="0" h="50469" w="17675">
                  <a:moveTo>
                    <a:pt x="7828" y="1"/>
                  </a:moveTo>
                  <a:lnTo>
                    <a:pt x="7252" y="1813"/>
                  </a:lnTo>
                  <a:lnTo>
                    <a:pt x="6592" y="3873"/>
                  </a:lnTo>
                  <a:lnTo>
                    <a:pt x="5768" y="6592"/>
                  </a:lnTo>
                  <a:lnTo>
                    <a:pt x="4821" y="9847"/>
                  </a:lnTo>
                  <a:lnTo>
                    <a:pt x="3832" y="13555"/>
                  </a:lnTo>
                  <a:lnTo>
                    <a:pt x="3338" y="15491"/>
                  </a:lnTo>
                  <a:lnTo>
                    <a:pt x="2885" y="17551"/>
                  </a:lnTo>
                  <a:lnTo>
                    <a:pt x="2390" y="19652"/>
                  </a:lnTo>
                  <a:lnTo>
                    <a:pt x="1937" y="21753"/>
                  </a:lnTo>
                  <a:lnTo>
                    <a:pt x="1525" y="23937"/>
                  </a:lnTo>
                  <a:lnTo>
                    <a:pt x="1154" y="26120"/>
                  </a:lnTo>
                  <a:lnTo>
                    <a:pt x="825" y="28262"/>
                  </a:lnTo>
                  <a:lnTo>
                    <a:pt x="536" y="30446"/>
                  </a:lnTo>
                  <a:lnTo>
                    <a:pt x="289" y="32588"/>
                  </a:lnTo>
                  <a:lnTo>
                    <a:pt x="124" y="34648"/>
                  </a:lnTo>
                  <a:lnTo>
                    <a:pt x="42" y="36708"/>
                  </a:lnTo>
                  <a:lnTo>
                    <a:pt x="1" y="38685"/>
                  </a:lnTo>
                  <a:lnTo>
                    <a:pt x="83" y="40581"/>
                  </a:lnTo>
                  <a:lnTo>
                    <a:pt x="166" y="41487"/>
                  </a:lnTo>
                  <a:lnTo>
                    <a:pt x="248" y="42393"/>
                  </a:lnTo>
                  <a:lnTo>
                    <a:pt x="372" y="43258"/>
                  </a:lnTo>
                  <a:lnTo>
                    <a:pt x="536" y="44082"/>
                  </a:lnTo>
                  <a:lnTo>
                    <a:pt x="701" y="44865"/>
                  </a:lnTo>
                  <a:lnTo>
                    <a:pt x="907" y="45648"/>
                  </a:lnTo>
                  <a:lnTo>
                    <a:pt x="1113" y="46390"/>
                  </a:lnTo>
                  <a:lnTo>
                    <a:pt x="1360" y="47090"/>
                  </a:lnTo>
                  <a:lnTo>
                    <a:pt x="1649" y="47749"/>
                  </a:lnTo>
                  <a:lnTo>
                    <a:pt x="1978" y="48367"/>
                  </a:lnTo>
                  <a:lnTo>
                    <a:pt x="2349" y="48985"/>
                  </a:lnTo>
                  <a:lnTo>
                    <a:pt x="2720" y="49521"/>
                  </a:lnTo>
                  <a:lnTo>
                    <a:pt x="3132" y="50015"/>
                  </a:lnTo>
                  <a:lnTo>
                    <a:pt x="3585" y="50468"/>
                  </a:lnTo>
                  <a:lnTo>
                    <a:pt x="3667" y="50468"/>
                  </a:lnTo>
                  <a:lnTo>
                    <a:pt x="3997" y="50345"/>
                  </a:lnTo>
                  <a:lnTo>
                    <a:pt x="4450" y="50056"/>
                  </a:lnTo>
                  <a:lnTo>
                    <a:pt x="4739" y="49850"/>
                  </a:lnTo>
                  <a:lnTo>
                    <a:pt x="5068" y="49562"/>
                  </a:lnTo>
                  <a:lnTo>
                    <a:pt x="5439" y="49191"/>
                  </a:lnTo>
                  <a:lnTo>
                    <a:pt x="5851" y="48738"/>
                  </a:lnTo>
                  <a:lnTo>
                    <a:pt x="6263" y="48202"/>
                  </a:lnTo>
                  <a:lnTo>
                    <a:pt x="6716" y="47584"/>
                  </a:lnTo>
                  <a:lnTo>
                    <a:pt x="7169" y="46843"/>
                  </a:lnTo>
                  <a:lnTo>
                    <a:pt x="7705" y="46019"/>
                  </a:lnTo>
                  <a:lnTo>
                    <a:pt x="8199" y="45030"/>
                  </a:lnTo>
                  <a:lnTo>
                    <a:pt x="8735" y="43918"/>
                  </a:lnTo>
                  <a:lnTo>
                    <a:pt x="9270" y="42682"/>
                  </a:lnTo>
                  <a:lnTo>
                    <a:pt x="9847" y="41322"/>
                  </a:lnTo>
                  <a:lnTo>
                    <a:pt x="10424" y="39757"/>
                  </a:lnTo>
                  <a:lnTo>
                    <a:pt x="11001" y="38068"/>
                  </a:lnTo>
                  <a:lnTo>
                    <a:pt x="11577" y="36172"/>
                  </a:lnTo>
                  <a:lnTo>
                    <a:pt x="12154" y="34113"/>
                  </a:lnTo>
                  <a:lnTo>
                    <a:pt x="12772" y="31888"/>
                  </a:lnTo>
                  <a:lnTo>
                    <a:pt x="13349" y="29416"/>
                  </a:lnTo>
                  <a:lnTo>
                    <a:pt x="13926" y="26779"/>
                  </a:lnTo>
                  <a:lnTo>
                    <a:pt x="14502" y="23937"/>
                  </a:lnTo>
                  <a:lnTo>
                    <a:pt x="15079" y="20847"/>
                  </a:lnTo>
                  <a:lnTo>
                    <a:pt x="15615" y="17510"/>
                  </a:lnTo>
                  <a:lnTo>
                    <a:pt x="16192" y="13967"/>
                  </a:lnTo>
                  <a:lnTo>
                    <a:pt x="16686" y="10176"/>
                  </a:lnTo>
                  <a:lnTo>
                    <a:pt x="17222" y="6139"/>
                  </a:lnTo>
                  <a:lnTo>
                    <a:pt x="17675" y="1813"/>
                  </a:lnTo>
                  <a:lnTo>
                    <a:pt x="7828" y="1"/>
                  </a:lnTo>
                  <a:close/>
                </a:path>
              </a:pathLst>
            </a:custGeom>
            <a:solidFill>
              <a:srgbClr val="C46A10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3"/>
            <p:cNvSpPr/>
            <p:nvPr/>
          </p:nvSpPr>
          <p:spPr>
            <a:xfrm>
              <a:off x="4276550" y="1325950"/>
              <a:ext cx="441875" cy="1261725"/>
            </a:xfrm>
            <a:custGeom>
              <a:rect b="b" l="l" r="r" t="t"/>
              <a:pathLst>
                <a:path extrusionOk="0" fill="none" h="50469" w="17675">
                  <a:moveTo>
                    <a:pt x="7828" y="1"/>
                  </a:moveTo>
                  <a:lnTo>
                    <a:pt x="7828" y="1"/>
                  </a:lnTo>
                  <a:lnTo>
                    <a:pt x="7252" y="1813"/>
                  </a:lnTo>
                  <a:lnTo>
                    <a:pt x="6592" y="3873"/>
                  </a:lnTo>
                  <a:lnTo>
                    <a:pt x="5768" y="6592"/>
                  </a:lnTo>
                  <a:lnTo>
                    <a:pt x="4821" y="9847"/>
                  </a:lnTo>
                  <a:lnTo>
                    <a:pt x="3832" y="13555"/>
                  </a:lnTo>
                  <a:lnTo>
                    <a:pt x="3338" y="15491"/>
                  </a:lnTo>
                  <a:lnTo>
                    <a:pt x="2885" y="17551"/>
                  </a:lnTo>
                  <a:lnTo>
                    <a:pt x="2390" y="19652"/>
                  </a:lnTo>
                  <a:lnTo>
                    <a:pt x="1937" y="21753"/>
                  </a:lnTo>
                  <a:lnTo>
                    <a:pt x="1525" y="23937"/>
                  </a:lnTo>
                  <a:lnTo>
                    <a:pt x="1154" y="26120"/>
                  </a:lnTo>
                  <a:lnTo>
                    <a:pt x="825" y="28262"/>
                  </a:lnTo>
                  <a:lnTo>
                    <a:pt x="536" y="30446"/>
                  </a:lnTo>
                  <a:lnTo>
                    <a:pt x="289" y="32588"/>
                  </a:lnTo>
                  <a:lnTo>
                    <a:pt x="124" y="34648"/>
                  </a:lnTo>
                  <a:lnTo>
                    <a:pt x="42" y="36708"/>
                  </a:lnTo>
                  <a:lnTo>
                    <a:pt x="1" y="38685"/>
                  </a:lnTo>
                  <a:lnTo>
                    <a:pt x="83" y="40581"/>
                  </a:lnTo>
                  <a:lnTo>
                    <a:pt x="166" y="41487"/>
                  </a:lnTo>
                  <a:lnTo>
                    <a:pt x="248" y="42393"/>
                  </a:lnTo>
                  <a:lnTo>
                    <a:pt x="372" y="43258"/>
                  </a:lnTo>
                  <a:lnTo>
                    <a:pt x="536" y="44082"/>
                  </a:lnTo>
                  <a:lnTo>
                    <a:pt x="701" y="44865"/>
                  </a:lnTo>
                  <a:lnTo>
                    <a:pt x="907" y="45648"/>
                  </a:lnTo>
                  <a:lnTo>
                    <a:pt x="1113" y="46390"/>
                  </a:lnTo>
                  <a:lnTo>
                    <a:pt x="1360" y="47090"/>
                  </a:lnTo>
                  <a:lnTo>
                    <a:pt x="1649" y="47749"/>
                  </a:lnTo>
                  <a:lnTo>
                    <a:pt x="1978" y="48367"/>
                  </a:lnTo>
                  <a:lnTo>
                    <a:pt x="2349" y="48985"/>
                  </a:lnTo>
                  <a:lnTo>
                    <a:pt x="2720" y="49521"/>
                  </a:lnTo>
                  <a:lnTo>
                    <a:pt x="3132" y="50015"/>
                  </a:lnTo>
                  <a:lnTo>
                    <a:pt x="3585" y="50468"/>
                  </a:lnTo>
                  <a:lnTo>
                    <a:pt x="3585" y="50468"/>
                  </a:lnTo>
                  <a:lnTo>
                    <a:pt x="3667" y="50468"/>
                  </a:lnTo>
                  <a:lnTo>
                    <a:pt x="3997" y="50345"/>
                  </a:lnTo>
                  <a:lnTo>
                    <a:pt x="4450" y="50056"/>
                  </a:lnTo>
                  <a:lnTo>
                    <a:pt x="4739" y="49850"/>
                  </a:lnTo>
                  <a:lnTo>
                    <a:pt x="5068" y="49562"/>
                  </a:lnTo>
                  <a:lnTo>
                    <a:pt x="5439" y="49191"/>
                  </a:lnTo>
                  <a:lnTo>
                    <a:pt x="5851" y="48738"/>
                  </a:lnTo>
                  <a:lnTo>
                    <a:pt x="6263" y="48202"/>
                  </a:lnTo>
                  <a:lnTo>
                    <a:pt x="6716" y="47584"/>
                  </a:lnTo>
                  <a:lnTo>
                    <a:pt x="7169" y="46843"/>
                  </a:lnTo>
                  <a:lnTo>
                    <a:pt x="7705" y="46019"/>
                  </a:lnTo>
                  <a:lnTo>
                    <a:pt x="8199" y="45030"/>
                  </a:lnTo>
                  <a:lnTo>
                    <a:pt x="8735" y="43918"/>
                  </a:lnTo>
                  <a:lnTo>
                    <a:pt x="9270" y="42682"/>
                  </a:lnTo>
                  <a:lnTo>
                    <a:pt x="9847" y="41322"/>
                  </a:lnTo>
                  <a:lnTo>
                    <a:pt x="10424" y="39757"/>
                  </a:lnTo>
                  <a:lnTo>
                    <a:pt x="11001" y="38068"/>
                  </a:lnTo>
                  <a:lnTo>
                    <a:pt x="11577" y="36172"/>
                  </a:lnTo>
                  <a:lnTo>
                    <a:pt x="12154" y="34113"/>
                  </a:lnTo>
                  <a:lnTo>
                    <a:pt x="12772" y="31888"/>
                  </a:lnTo>
                  <a:lnTo>
                    <a:pt x="13349" y="29416"/>
                  </a:lnTo>
                  <a:lnTo>
                    <a:pt x="13926" y="26779"/>
                  </a:lnTo>
                  <a:lnTo>
                    <a:pt x="14502" y="23937"/>
                  </a:lnTo>
                  <a:lnTo>
                    <a:pt x="15079" y="20847"/>
                  </a:lnTo>
                  <a:lnTo>
                    <a:pt x="15615" y="17510"/>
                  </a:lnTo>
                  <a:lnTo>
                    <a:pt x="16192" y="13967"/>
                  </a:lnTo>
                  <a:lnTo>
                    <a:pt x="16686" y="10176"/>
                  </a:lnTo>
                  <a:lnTo>
                    <a:pt x="17222" y="6139"/>
                  </a:lnTo>
                  <a:lnTo>
                    <a:pt x="17675" y="1813"/>
                  </a:lnTo>
                  <a:lnTo>
                    <a:pt x="782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3"/>
            <p:cNvSpPr/>
            <p:nvPr/>
          </p:nvSpPr>
          <p:spPr>
            <a:xfrm>
              <a:off x="3901650" y="1334200"/>
              <a:ext cx="463500" cy="1140175"/>
            </a:xfrm>
            <a:custGeom>
              <a:rect b="b" l="l" r="r" t="t"/>
              <a:pathLst>
                <a:path extrusionOk="0" h="45607" w="18540">
                  <a:moveTo>
                    <a:pt x="17922" y="0"/>
                  </a:moveTo>
                  <a:lnTo>
                    <a:pt x="17757" y="41"/>
                  </a:lnTo>
                  <a:lnTo>
                    <a:pt x="17675" y="124"/>
                  </a:lnTo>
                  <a:lnTo>
                    <a:pt x="17592" y="206"/>
                  </a:lnTo>
                  <a:lnTo>
                    <a:pt x="15615" y="3502"/>
                  </a:lnTo>
                  <a:lnTo>
                    <a:pt x="13678" y="6798"/>
                  </a:lnTo>
                  <a:lnTo>
                    <a:pt x="11824" y="10176"/>
                  </a:lnTo>
                  <a:lnTo>
                    <a:pt x="9971" y="13554"/>
                  </a:lnTo>
                  <a:lnTo>
                    <a:pt x="8446" y="16521"/>
                  </a:lnTo>
                  <a:lnTo>
                    <a:pt x="6963" y="19528"/>
                  </a:lnTo>
                  <a:lnTo>
                    <a:pt x="5521" y="22577"/>
                  </a:lnTo>
                  <a:lnTo>
                    <a:pt x="4162" y="25625"/>
                  </a:lnTo>
                  <a:lnTo>
                    <a:pt x="3049" y="28386"/>
                  </a:lnTo>
                  <a:lnTo>
                    <a:pt x="2514" y="29786"/>
                  </a:lnTo>
                  <a:lnTo>
                    <a:pt x="2019" y="31187"/>
                  </a:lnTo>
                  <a:lnTo>
                    <a:pt x="1566" y="32629"/>
                  </a:lnTo>
                  <a:lnTo>
                    <a:pt x="1113" y="34071"/>
                  </a:lnTo>
                  <a:lnTo>
                    <a:pt x="742" y="35513"/>
                  </a:lnTo>
                  <a:lnTo>
                    <a:pt x="454" y="36955"/>
                  </a:lnTo>
                  <a:lnTo>
                    <a:pt x="248" y="37985"/>
                  </a:lnTo>
                  <a:lnTo>
                    <a:pt x="124" y="39097"/>
                  </a:lnTo>
                  <a:lnTo>
                    <a:pt x="1" y="40251"/>
                  </a:lnTo>
                  <a:lnTo>
                    <a:pt x="1" y="40827"/>
                  </a:lnTo>
                  <a:lnTo>
                    <a:pt x="42" y="41404"/>
                  </a:lnTo>
                  <a:lnTo>
                    <a:pt x="83" y="41981"/>
                  </a:lnTo>
                  <a:lnTo>
                    <a:pt x="165" y="42558"/>
                  </a:lnTo>
                  <a:lnTo>
                    <a:pt x="289" y="43093"/>
                  </a:lnTo>
                  <a:lnTo>
                    <a:pt x="454" y="43629"/>
                  </a:lnTo>
                  <a:lnTo>
                    <a:pt x="660" y="44123"/>
                  </a:lnTo>
                  <a:lnTo>
                    <a:pt x="907" y="44618"/>
                  </a:lnTo>
                  <a:lnTo>
                    <a:pt x="1237" y="45071"/>
                  </a:lnTo>
                  <a:lnTo>
                    <a:pt x="1607" y="45483"/>
                  </a:lnTo>
                  <a:lnTo>
                    <a:pt x="1731" y="45524"/>
                  </a:lnTo>
                  <a:lnTo>
                    <a:pt x="1813" y="45606"/>
                  </a:lnTo>
                  <a:lnTo>
                    <a:pt x="2019" y="45606"/>
                  </a:lnTo>
                  <a:lnTo>
                    <a:pt x="2225" y="45565"/>
                  </a:lnTo>
                  <a:lnTo>
                    <a:pt x="2390" y="45483"/>
                  </a:lnTo>
                  <a:lnTo>
                    <a:pt x="2514" y="45318"/>
                  </a:lnTo>
                  <a:lnTo>
                    <a:pt x="2596" y="45153"/>
                  </a:lnTo>
                  <a:lnTo>
                    <a:pt x="2555" y="44988"/>
                  </a:lnTo>
                  <a:lnTo>
                    <a:pt x="2514" y="44865"/>
                  </a:lnTo>
                  <a:lnTo>
                    <a:pt x="2431" y="44782"/>
                  </a:lnTo>
                  <a:lnTo>
                    <a:pt x="2102" y="44453"/>
                  </a:lnTo>
                  <a:lnTo>
                    <a:pt x="1855" y="44082"/>
                  </a:lnTo>
                  <a:lnTo>
                    <a:pt x="1649" y="43670"/>
                  </a:lnTo>
                  <a:lnTo>
                    <a:pt x="1443" y="43258"/>
                  </a:lnTo>
                  <a:lnTo>
                    <a:pt x="1319" y="42805"/>
                  </a:lnTo>
                  <a:lnTo>
                    <a:pt x="1195" y="42393"/>
                  </a:lnTo>
                  <a:lnTo>
                    <a:pt x="1154" y="41899"/>
                  </a:lnTo>
                  <a:lnTo>
                    <a:pt x="1072" y="41445"/>
                  </a:lnTo>
                  <a:lnTo>
                    <a:pt x="1072" y="40498"/>
                  </a:lnTo>
                  <a:lnTo>
                    <a:pt x="1113" y="39550"/>
                  </a:lnTo>
                  <a:lnTo>
                    <a:pt x="1237" y="38603"/>
                  </a:lnTo>
                  <a:lnTo>
                    <a:pt x="1360" y="37738"/>
                  </a:lnTo>
                  <a:lnTo>
                    <a:pt x="1649" y="36337"/>
                  </a:lnTo>
                  <a:lnTo>
                    <a:pt x="1978" y="34936"/>
                  </a:lnTo>
                  <a:lnTo>
                    <a:pt x="2349" y="33577"/>
                  </a:lnTo>
                  <a:lnTo>
                    <a:pt x="2802" y="32176"/>
                  </a:lnTo>
                  <a:lnTo>
                    <a:pt x="3255" y="30816"/>
                  </a:lnTo>
                  <a:lnTo>
                    <a:pt x="3750" y="29498"/>
                  </a:lnTo>
                  <a:lnTo>
                    <a:pt x="4821" y="26820"/>
                  </a:lnTo>
                  <a:lnTo>
                    <a:pt x="6016" y="24060"/>
                  </a:lnTo>
                  <a:lnTo>
                    <a:pt x="7252" y="21341"/>
                  </a:lnTo>
                  <a:lnTo>
                    <a:pt x="8529" y="18622"/>
                  </a:lnTo>
                  <a:lnTo>
                    <a:pt x="9888" y="15944"/>
                  </a:lnTo>
                  <a:lnTo>
                    <a:pt x="11289" y="13307"/>
                  </a:lnTo>
                  <a:lnTo>
                    <a:pt x="12731" y="10670"/>
                  </a:lnTo>
                  <a:lnTo>
                    <a:pt x="14214" y="8034"/>
                  </a:lnTo>
                  <a:lnTo>
                    <a:pt x="15697" y="5438"/>
                  </a:lnTo>
                  <a:lnTo>
                    <a:pt x="17057" y="3131"/>
                  </a:lnTo>
                  <a:lnTo>
                    <a:pt x="18457" y="824"/>
                  </a:lnTo>
                  <a:lnTo>
                    <a:pt x="18499" y="701"/>
                  </a:lnTo>
                  <a:lnTo>
                    <a:pt x="18540" y="618"/>
                  </a:lnTo>
                  <a:lnTo>
                    <a:pt x="18540" y="412"/>
                  </a:lnTo>
                  <a:lnTo>
                    <a:pt x="18457" y="247"/>
                  </a:lnTo>
                  <a:lnTo>
                    <a:pt x="18293" y="83"/>
                  </a:lnTo>
                  <a:lnTo>
                    <a:pt x="18128" y="0"/>
                  </a:lnTo>
                  <a:close/>
                </a:path>
              </a:pathLst>
            </a:custGeom>
            <a:solidFill>
              <a:srgbClr val="E08D32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3"/>
            <p:cNvSpPr/>
            <p:nvPr/>
          </p:nvSpPr>
          <p:spPr>
            <a:xfrm>
              <a:off x="3989200" y="1335225"/>
              <a:ext cx="414075" cy="1160775"/>
            </a:xfrm>
            <a:custGeom>
              <a:rect b="b" l="l" r="r" t="t"/>
              <a:pathLst>
                <a:path extrusionOk="0" h="46431" w="16563">
                  <a:moveTo>
                    <a:pt x="15944" y="0"/>
                  </a:moveTo>
                  <a:lnTo>
                    <a:pt x="15779" y="42"/>
                  </a:lnTo>
                  <a:lnTo>
                    <a:pt x="15697" y="124"/>
                  </a:lnTo>
                  <a:lnTo>
                    <a:pt x="15656" y="206"/>
                  </a:lnTo>
                  <a:lnTo>
                    <a:pt x="13802" y="3626"/>
                  </a:lnTo>
                  <a:lnTo>
                    <a:pt x="12030" y="7045"/>
                  </a:lnTo>
                  <a:lnTo>
                    <a:pt x="10300" y="10506"/>
                  </a:lnTo>
                  <a:lnTo>
                    <a:pt x="8652" y="14008"/>
                  </a:lnTo>
                  <a:lnTo>
                    <a:pt x="7251" y="17015"/>
                  </a:lnTo>
                  <a:lnTo>
                    <a:pt x="5933" y="20064"/>
                  </a:lnTo>
                  <a:lnTo>
                    <a:pt x="4656" y="23154"/>
                  </a:lnTo>
                  <a:lnTo>
                    <a:pt x="3461" y="26285"/>
                  </a:lnTo>
                  <a:lnTo>
                    <a:pt x="2431" y="29127"/>
                  </a:lnTo>
                  <a:lnTo>
                    <a:pt x="1978" y="30569"/>
                  </a:lnTo>
                  <a:lnTo>
                    <a:pt x="1525" y="32011"/>
                  </a:lnTo>
                  <a:lnTo>
                    <a:pt x="1154" y="33453"/>
                  </a:lnTo>
                  <a:lnTo>
                    <a:pt x="783" y="34936"/>
                  </a:lnTo>
                  <a:lnTo>
                    <a:pt x="495" y="36419"/>
                  </a:lnTo>
                  <a:lnTo>
                    <a:pt x="248" y="37903"/>
                  </a:lnTo>
                  <a:lnTo>
                    <a:pt x="124" y="38974"/>
                  </a:lnTo>
                  <a:lnTo>
                    <a:pt x="42" y="40086"/>
                  </a:lnTo>
                  <a:lnTo>
                    <a:pt x="0" y="41240"/>
                  </a:lnTo>
                  <a:lnTo>
                    <a:pt x="42" y="41775"/>
                  </a:lnTo>
                  <a:lnTo>
                    <a:pt x="83" y="42352"/>
                  </a:lnTo>
                  <a:lnTo>
                    <a:pt x="165" y="42929"/>
                  </a:lnTo>
                  <a:lnTo>
                    <a:pt x="289" y="43464"/>
                  </a:lnTo>
                  <a:lnTo>
                    <a:pt x="454" y="44000"/>
                  </a:lnTo>
                  <a:lnTo>
                    <a:pt x="660" y="44494"/>
                  </a:lnTo>
                  <a:lnTo>
                    <a:pt x="907" y="44989"/>
                  </a:lnTo>
                  <a:lnTo>
                    <a:pt x="1195" y="45483"/>
                  </a:lnTo>
                  <a:lnTo>
                    <a:pt x="1525" y="45895"/>
                  </a:lnTo>
                  <a:lnTo>
                    <a:pt x="1937" y="46307"/>
                  </a:lnTo>
                  <a:lnTo>
                    <a:pt x="2019" y="46348"/>
                  </a:lnTo>
                  <a:lnTo>
                    <a:pt x="2143" y="46389"/>
                  </a:lnTo>
                  <a:lnTo>
                    <a:pt x="2308" y="46431"/>
                  </a:lnTo>
                  <a:lnTo>
                    <a:pt x="2472" y="46348"/>
                  </a:lnTo>
                  <a:lnTo>
                    <a:pt x="2637" y="46183"/>
                  </a:lnTo>
                  <a:lnTo>
                    <a:pt x="2720" y="46019"/>
                  </a:lnTo>
                  <a:lnTo>
                    <a:pt x="2720" y="45813"/>
                  </a:lnTo>
                  <a:lnTo>
                    <a:pt x="2678" y="45607"/>
                  </a:lnTo>
                  <a:lnTo>
                    <a:pt x="2637" y="45524"/>
                  </a:lnTo>
                  <a:lnTo>
                    <a:pt x="2555" y="45442"/>
                  </a:lnTo>
                  <a:lnTo>
                    <a:pt x="2225" y="45112"/>
                  </a:lnTo>
                  <a:lnTo>
                    <a:pt x="1937" y="44741"/>
                  </a:lnTo>
                  <a:lnTo>
                    <a:pt x="1731" y="44371"/>
                  </a:lnTo>
                  <a:lnTo>
                    <a:pt x="1525" y="43959"/>
                  </a:lnTo>
                  <a:lnTo>
                    <a:pt x="1401" y="43547"/>
                  </a:lnTo>
                  <a:lnTo>
                    <a:pt x="1278" y="43093"/>
                  </a:lnTo>
                  <a:lnTo>
                    <a:pt x="1154" y="42640"/>
                  </a:lnTo>
                  <a:lnTo>
                    <a:pt x="1113" y="42146"/>
                  </a:lnTo>
                  <a:lnTo>
                    <a:pt x="1072" y="41198"/>
                  </a:lnTo>
                  <a:lnTo>
                    <a:pt x="1072" y="40251"/>
                  </a:lnTo>
                  <a:lnTo>
                    <a:pt x="1154" y="39303"/>
                  </a:lnTo>
                  <a:lnTo>
                    <a:pt x="1236" y="38479"/>
                  </a:lnTo>
                  <a:lnTo>
                    <a:pt x="1442" y="37037"/>
                  </a:lnTo>
                  <a:lnTo>
                    <a:pt x="1731" y="35637"/>
                  </a:lnTo>
                  <a:lnTo>
                    <a:pt x="2060" y="34195"/>
                  </a:lnTo>
                  <a:lnTo>
                    <a:pt x="2390" y="32794"/>
                  </a:lnTo>
                  <a:lnTo>
                    <a:pt x="2802" y="31434"/>
                  </a:lnTo>
                  <a:lnTo>
                    <a:pt x="3255" y="30034"/>
                  </a:lnTo>
                  <a:lnTo>
                    <a:pt x="4203" y="27315"/>
                  </a:lnTo>
                  <a:lnTo>
                    <a:pt x="5233" y="24513"/>
                  </a:lnTo>
                  <a:lnTo>
                    <a:pt x="6345" y="21753"/>
                  </a:lnTo>
                  <a:lnTo>
                    <a:pt x="7499" y="18993"/>
                  </a:lnTo>
                  <a:lnTo>
                    <a:pt x="8734" y="16274"/>
                  </a:lnTo>
                  <a:lnTo>
                    <a:pt x="10012" y="13554"/>
                  </a:lnTo>
                  <a:lnTo>
                    <a:pt x="11289" y="10877"/>
                  </a:lnTo>
                  <a:lnTo>
                    <a:pt x="12648" y="8199"/>
                  </a:lnTo>
                  <a:lnTo>
                    <a:pt x="14008" y="5521"/>
                  </a:lnTo>
                  <a:lnTo>
                    <a:pt x="15244" y="3173"/>
                  </a:lnTo>
                  <a:lnTo>
                    <a:pt x="16521" y="824"/>
                  </a:lnTo>
                  <a:lnTo>
                    <a:pt x="16562" y="618"/>
                  </a:lnTo>
                  <a:lnTo>
                    <a:pt x="16562" y="412"/>
                  </a:lnTo>
                  <a:lnTo>
                    <a:pt x="16480" y="248"/>
                  </a:lnTo>
                  <a:lnTo>
                    <a:pt x="16315" y="83"/>
                  </a:lnTo>
                  <a:lnTo>
                    <a:pt x="16150" y="0"/>
                  </a:lnTo>
                  <a:close/>
                </a:path>
              </a:pathLst>
            </a:custGeom>
            <a:solidFill>
              <a:srgbClr val="E08D32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3"/>
            <p:cNvSpPr/>
            <p:nvPr/>
          </p:nvSpPr>
          <p:spPr>
            <a:xfrm>
              <a:off x="3989200" y="1335225"/>
              <a:ext cx="414075" cy="1160775"/>
            </a:xfrm>
            <a:custGeom>
              <a:rect b="b" l="l" r="r" t="t"/>
              <a:pathLst>
                <a:path extrusionOk="0" fill="none" h="46431" w="16563">
                  <a:moveTo>
                    <a:pt x="15656" y="206"/>
                  </a:moveTo>
                  <a:lnTo>
                    <a:pt x="15656" y="206"/>
                  </a:lnTo>
                  <a:lnTo>
                    <a:pt x="13802" y="3626"/>
                  </a:lnTo>
                  <a:lnTo>
                    <a:pt x="12030" y="7045"/>
                  </a:lnTo>
                  <a:lnTo>
                    <a:pt x="10300" y="10506"/>
                  </a:lnTo>
                  <a:lnTo>
                    <a:pt x="8652" y="14008"/>
                  </a:lnTo>
                  <a:lnTo>
                    <a:pt x="8652" y="14008"/>
                  </a:lnTo>
                  <a:lnTo>
                    <a:pt x="7251" y="17015"/>
                  </a:lnTo>
                  <a:lnTo>
                    <a:pt x="5933" y="20064"/>
                  </a:lnTo>
                  <a:lnTo>
                    <a:pt x="4656" y="23154"/>
                  </a:lnTo>
                  <a:lnTo>
                    <a:pt x="3461" y="26285"/>
                  </a:lnTo>
                  <a:lnTo>
                    <a:pt x="3461" y="26285"/>
                  </a:lnTo>
                  <a:lnTo>
                    <a:pt x="2431" y="29127"/>
                  </a:lnTo>
                  <a:lnTo>
                    <a:pt x="1978" y="30569"/>
                  </a:lnTo>
                  <a:lnTo>
                    <a:pt x="1525" y="32011"/>
                  </a:lnTo>
                  <a:lnTo>
                    <a:pt x="1154" y="33453"/>
                  </a:lnTo>
                  <a:lnTo>
                    <a:pt x="783" y="34936"/>
                  </a:lnTo>
                  <a:lnTo>
                    <a:pt x="495" y="36419"/>
                  </a:lnTo>
                  <a:lnTo>
                    <a:pt x="248" y="37903"/>
                  </a:lnTo>
                  <a:lnTo>
                    <a:pt x="248" y="37903"/>
                  </a:lnTo>
                  <a:lnTo>
                    <a:pt x="124" y="38974"/>
                  </a:lnTo>
                  <a:lnTo>
                    <a:pt x="42" y="40086"/>
                  </a:lnTo>
                  <a:lnTo>
                    <a:pt x="0" y="41240"/>
                  </a:lnTo>
                  <a:lnTo>
                    <a:pt x="42" y="41775"/>
                  </a:lnTo>
                  <a:lnTo>
                    <a:pt x="83" y="42352"/>
                  </a:lnTo>
                  <a:lnTo>
                    <a:pt x="165" y="42929"/>
                  </a:lnTo>
                  <a:lnTo>
                    <a:pt x="289" y="43464"/>
                  </a:lnTo>
                  <a:lnTo>
                    <a:pt x="454" y="44000"/>
                  </a:lnTo>
                  <a:lnTo>
                    <a:pt x="660" y="44494"/>
                  </a:lnTo>
                  <a:lnTo>
                    <a:pt x="907" y="44989"/>
                  </a:lnTo>
                  <a:lnTo>
                    <a:pt x="1195" y="45483"/>
                  </a:lnTo>
                  <a:lnTo>
                    <a:pt x="1525" y="45895"/>
                  </a:lnTo>
                  <a:lnTo>
                    <a:pt x="1937" y="46307"/>
                  </a:lnTo>
                  <a:lnTo>
                    <a:pt x="1937" y="46307"/>
                  </a:lnTo>
                  <a:lnTo>
                    <a:pt x="2019" y="46348"/>
                  </a:lnTo>
                  <a:lnTo>
                    <a:pt x="2143" y="46389"/>
                  </a:lnTo>
                  <a:lnTo>
                    <a:pt x="2308" y="46431"/>
                  </a:lnTo>
                  <a:lnTo>
                    <a:pt x="2472" y="46348"/>
                  </a:lnTo>
                  <a:lnTo>
                    <a:pt x="2637" y="46183"/>
                  </a:lnTo>
                  <a:lnTo>
                    <a:pt x="2720" y="46019"/>
                  </a:lnTo>
                  <a:lnTo>
                    <a:pt x="2720" y="45813"/>
                  </a:lnTo>
                  <a:lnTo>
                    <a:pt x="2678" y="45607"/>
                  </a:lnTo>
                  <a:lnTo>
                    <a:pt x="2637" y="45524"/>
                  </a:lnTo>
                  <a:lnTo>
                    <a:pt x="2555" y="45442"/>
                  </a:lnTo>
                  <a:lnTo>
                    <a:pt x="2555" y="45442"/>
                  </a:lnTo>
                  <a:lnTo>
                    <a:pt x="2225" y="45112"/>
                  </a:lnTo>
                  <a:lnTo>
                    <a:pt x="1937" y="44741"/>
                  </a:lnTo>
                  <a:lnTo>
                    <a:pt x="1731" y="44371"/>
                  </a:lnTo>
                  <a:lnTo>
                    <a:pt x="1525" y="43959"/>
                  </a:lnTo>
                  <a:lnTo>
                    <a:pt x="1401" y="43547"/>
                  </a:lnTo>
                  <a:lnTo>
                    <a:pt x="1278" y="43093"/>
                  </a:lnTo>
                  <a:lnTo>
                    <a:pt x="1154" y="42640"/>
                  </a:lnTo>
                  <a:lnTo>
                    <a:pt x="1113" y="42146"/>
                  </a:lnTo>
                  <a:lnTo>
                    <a:pt x="1072" y="41198"/>
                  </a:lnTo>
                  <a:lnTo>
                    <a:pt x="1072" y="40251"/>
                  </a:lnTo>
                  <a:lnTo>
                    <a:pt x="1154" y="39303"/>
                  </a:lnTo>
                  <a:lnTo>
                    <a:pt x="1236" y="38479"/>
                  </a:lnTo>
                  <a:lnTo>
                    <a:pt x="1236" y="38479"/>
                  </a:lnTo>
                  <a:lnTo>
                    <a:pt x="1442" y="37037"/>
                  </a:lnTo>
                  <a:lnTo>
                    <a:pt x="1731" y="35637"/>
                  </a:lnTo>
                  <a:lnTo>
                    <a:pt x="2060" y="34195"/>
                  </a:lnTo>
                  <a:lnTo>
                    <a:pt x="2390" y="32794"/>
                  </a:lnTo>
                  <a:lnTo>
                    <a:pt x="2802" y="31434"/>
                  </a:lnTo>
                  <a:lnTo>
                    <a:pt x="3255" y="30034"/>
                  </a:lnTo>
                  <a:lnTo>
                    <a:pt x="4203" y="27315"/>
                  </a:lnTo>
                  <a:lnTo>
                    <a:pt x="4203" y="27315"/>
                  </a:lnTo>
                  <a:lnTo>
                    <a:pt x="5233" y="24513"/>
                  </a:lnTo>
                  <a:lnTo>
                    <a:pt x="6345" y="21753"/>
                  </a:lnTo>
                  <a:lnTo>
                    <a:pt x="7499" y="18993"/>
                  </a:lnTo>
                  <a:lnTo>
                    <a:pt x="8734" y="16274"/>
                  </a:lnTo>
                  <a:lnTo>
                    <a:pt x="10012" y="13554"/>
                  </a:lnTo>
                  <a:lnTo>
                    <a:pt x="11289" y="10877"/>
                  </a:lnTo>
                  <a:lnTo>
                    <a:pt x="12648" y="8199"/>
                  </a:lnTo>
                  <a:lnTo>
                    <a:pt x="14008" y="5521"/>
                  </a:lnTo>
                  <a:lnTo>
                    <a:pt x="14008" y="5521"/>
                  </a:lnTo>
                  <a:lnTo>
                    <a:pt x="15244" y="3173"/>
                  </a:lnTo>
                  <a:lnTo>
                    <a:pt x="16521" y="824"/>
                  </a:lnTo>
                  <a:lnTo>
                    <a:pt x="16521" y="824"/>
                  </a:lnTo>
                  <a:lnTo>
                    <a:pt x="16562" y="618"/>
                  </a:lnTo>
                  <a:lnTo>
                    <a:pt x="16562" y="412"/>
                  </a:lnTo>
                  <a:lnTo>
                    <a:pt x="16480" y="248"/>
                  </a:lnTo>
                  <a:lnTo>
                    <a:pt x="16315" y="83"/>
                  </a:lnTo>
                  <a:lnTo>
                    <a:pt x="16150" y="0"/>
                  </a:lnTo>
                  <a:lnTo>
                    <a:pt x="15944" y="0"/>
                  </a:lnTo>
                  <a:lnTo>
                    <a:pt x="15779" y="42"/>
                  </a:lnTo>
                  <a:lnTo>
                    <a:pt x="15697" y="124"/>
                  </a:lnTo>
                  <a:lnTo>
                    <a:pt x="15656" y="20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3"/>
            <p:cNvSpPr/>
            <p:nvPr/>
          </p:nvSpPr>
          <p:spPr>
            <a:xfrm>
              <a:off x="4038625" y="1346550"/>
              <a:ext cx="413050" cy="1161800"/>
            </a:xfrm>
            <a:custGeom>
              <a:rect b="b" l="l" r="r" t="t"/>
              <a:pathLst>
                <a:path extrusionOk="0" h="46472" w="16522">
                  <a:moveTo>
                    <a:pt x="15903" y="1"/>
                  </a:moveTo>
                  <a:lnTo>
                    <a:pt x="15697" y="83"/>
                  </a:lnTo>
                  <a:lnTo>
                    <a:pt x="15656" y="165"/>
                  </a:lnTo>
                  <a:lnTo>
                    <a:pt x="15574" y="248"/>
                  </a:lnTo>
                  <a:lnTo>
                    <a:pt x="13720" y="3667"/>
                  </a:lnTo>
                  <a:lnTo>
                    <a:pt x="11948" y="7087"/>
                  </a:lnTo>
                  <a:lnTo>
                    <a:pt x="10259" y="10547"/>
                  </a:lnTo>
                  <a:lnTo>
                    <a:pt x="8570" y="14049"/>
                  </a:lnTo>
                  <a:lnTo>
                    <a:pt x="7211" y="17057"/>
                  </a:lnTo>
                  <a:lnTo>
                    <a:pt x="5892" y="20105"/>
                  </a:lnTo>
                  <a:lnTo>
                    <a:pt x="4615" y="23195"/>
                  </a:lnTo>
                  <a:lnTo>
                    <a:pt x="3420" y="26326"/>
                  </a:lnTo>
                  <a:lnTo>
                    <a:pt x="2432" y="29169"/>
                  </a:lnTo>
                  <a:lnTo>
                    <a:pt x="1937" y="30611"/>
                  </a:lnTo>
                  <a:lnTo>
                    <a:pt x="1525" y="32053"/>
                  </a:lnTo>
                  <a:lnTo>
                    <a:pt x="1113" y="33495"/>
                  </a:lnTo>
                  <a:lnTo>
                    <a:pt x="784" y="34978"/>
                  </a:lnTo>
                  <a:lnTo>
                    <a:pt x="454" y="36461"/>
                  </a:lnTo>
                  <a:lnTo>
                    <a:pt x="248" y="37944"/>
                  </a:lnTo>
                  <a:lnTo>
                    <a:pt x="83" y="39015"/>
                  </a:lnTo>
                  <a:lnTo>
                    <a:pt x="1" y="40127"/>
                  </a:lnTo>
                  <a:lnTo>
                    <a:pt x="1" y="41281"/>
                  </a:lnTo>
                  <a:lnTo>
                    <a:pt x="42" y="41858"/>
                  </a:lnTo>
                  <a:lnTo>
                    <a:pt x="83" y="42393"/>
                  </a:lnTo>
                  <a:lnTo>
                    <a:pt x="166" y="42970"/>
                  </a:lnTo>
                  <a:lnTo>
                    <a:pt x="289" y="43506"/>
                  </a:lnTo>
                  <a:lnTo>
                    <a:pt x="454" y="44041"/>
                  </a:lnTo>
                  <a:lnTo>
                    <a:pt x="660" y="44577"/>
                  </a:lnTo>
                  <a:lnTo>
                    <a:pt x="907" y="45030"/>
                  </a:lnTo>
                  <a:lnTo>
                    <a:pt x="1196" y="45524"/>
                  </a:lnTo>
                  <a:lnTo>
                    <a:pt x="1525" y="45936"/>
                  </a:lnTo>
                  <a:lnTo>
                    <a:pt x="1937" y="46348"/>
                  </a:lnTo>
                  <a:lnTo>
                    <a:pt x="2020" y="46431"/>
                  </a:lnTo>
                  <a:lnTo>
                    <a:pt x="2102" y="46472"/>
                  </a:lnTo>
                  <a:lnTo>
                    <a:pt x="2308" y="46472"/>
                  </a:lnTo>
                  <a:lnTo>
                    <a:pt x="2473" y="46389"/>
                  </a:lnTo>
                  <a:lnTo>
                    <a:pt x="2596" y="46266"/>
                  </a:lnTo>
                  <a:lnTo>
                    <a:pt x="2720" y="46060"/>
                  </a:lnTo>
                  <a:lnTo>
                    <a:pt x="2720" y="45854"/>
                  </a:lnTo>
                  <a:lnTo>
                    <a:pt x="2679" y="45648"/>
                  </a:lnTo>
                  <a:lnTo>
                    <a:pt x="2638" y="45566"/>
                  </a:lnTo>
                  <a:lnTo>
                    <a:pt x="2555" y="45483"/>
                  </a:lnTo>
                  <a:lnTo>
                    <a:pt x="2226" y="45154"/>
                  </a:lnTo>
                  <a:lnTo>
                    <a:pt x="1937" y="44824"/>
                  </a:lnTo>
                  <a:lnTo>
                    <a:pt x="1731" y="44412"/>
                  </a:lnTo>
                  <a:lnTo>
                    <a:pt x="1525" y="44000"/>
                  </a:lnTo>
                  <a:lnTo>
                    <a:pt x="1361" y="43588"/>
                  </a:lnTo>
                  <a:lnTo>
                    <a:pt x="1237" y="43135"/>
                  </a:lnTo>
                  <a:lnTo>
                    <a:pt x="1155" y="42682"/>
                  </a:lnTo>
                  <a:lnTo>
                    <a:pt x="1113" y="42187"/>
                  </a:lnTo>
                  <a:lnTo>
                    <a:pt x="1031" y="41240"/>
                  </a:lnTo>
                  <a:lnTo>
                    <a:pt x="1072" y="40292"/>
                  </a:lnTo>
                  <a:lnTo>
                    <a:pt x="1113" y="39386"/>
                  </a:lnTo>
                  <a:lnTo>
                    <a:pt x="1237" y="38521"/>
                  </a:lnTo>
                  <a:lnTo>
                    <a:pt x="1443" y="37079"/>
                  </a:lnTo>
                  <a:lnTo>
                    <a:pt x="1690" y="35678"/>
                  </a:lnTo>
                  <a:lnTo>
                    <a:pt x="2020" y="34277"/>
                  </a:lnTo>
                  <a:lnTo>
                    <a:pt x="2390" y="32877"/>
                  </a:lnTo>
                  <a:lnTo>
                    <a:pt x="2802" y="31476"/>
                  </a:lnTo>
                  <a:lnTo>
                    <a:pt x="3214" y="30075"/>
                  </a:lnTo>
                  <a:lnTo>
                    <a:pt x="4162" y="27356"/>
                  </a:lnTo>
                  <a:lnTo>
                    <a:pt x="5192" y="24555"/>
                  </a:lnTo>
                  <a:lnTo>
                    <a:pt x="6304" y="21794"/>
                  </a:lnTo>
                  <a:lnTo>
                    <a:pt x="7458" y="19034"/>
                  </a:lnTo>
                  <a:lnTo>
                    <a:pt x="8694" y="16315"/>
                  </a:lnTo>
                  <a:lnTo>
                    <a:pt x="9930" y="13596"/>
                  </a:lnTo>
                  <a:lnTo>
                    <a:pt x="11248" y="10877"/>
                  </a:lnTo>
                  <a:lnTo>
                    <a:pt x="12566" y="8199"/>
                  </a:lnTo>
                  <a:lnTo>
                    <a:pt x="13926" y="5562"/>
                  </a:lnTo>
                  <a:lnTo>
                    <a:pt x="15162" y="3214"/>
                  </a:lnTo>
                  <a:lnTo>
                    <a:pt x="16439" y="866"/>
                  </a:lnTo>
                  <a:lnTo>
                    <a:pt x="16521" y="660"/>
                  </a:lnTo>
                  <a:lnTo>
                    <a:pt x="16480" y="454"/>
                  </a:lnTo>
                  <a:lnTo>
                    <a:pt x="16398" y="248"/>
                  </a:lnTo>
                  <a:lnTo>
                    <a:pt x="16233" y="124"/>
                  </a:lnTo>
                  <a:lnTo>
                    <a:pt x="16068" y="42"/>
                  </a:lnTo>
                  <a:lnTo>
                    <a:pt x="15903" y="1"/>
                  </a:lnTo>
                  <a:close/>
                </a:path>
              </a:pathLst>
            </a:custGeom>
            <a:solidFill>
              <a:srgbClr val="E08D32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3"/>
            <p:cNvSpPr/>
            <p:nvPr/>
          </p:nvSpPr>
          <p:spPr>
            <a:xfrm>
              <a:off x="4038625" y="1346550"/>
              <a:ext cx="413050" cy="1161800"/>
            </a:xfrm>
            <a:custGeom>
              <a:rect b="b" l="l" r="r" t="t"/>
              <a:pathLst>
                <a:path extrusionOk="0" fill="none" h="46472" w="16522">
                  <a:moveTo>
                    <a:pt x="15574" y="248"/>
                  </a:moveTo>
                  <a:lnTo>
                    <a:pt x="15574" y="248"/>
                  </a:lnTo>
                  <a:lnTo>
                    <a:pt x="13720" y="3667"/>
                  </a:lnTo>
                  <a:lnTo>
                    <a:pt x="11948" y="7087"/>
                  </a:lnTo>
                  <a:lnTo>
                    <a:pt x="10259" y="10547"/>
                  </a:lnTo>
                  <a:lnTo>
                    <a:pt x="8570" y="14049"/>
                  </a:lnTo>
                  <a:lnTo>
                    <a:pt x="8570" y="14049"/>
                  </a:lnTo>
                  <a:lnTo>
                    <a:pt x="7211" y="17057"/>
                  </a:lnTo>
                  <a:lnTo>
                    <a:pt x="5892" y="20105"/>
                  </a:lnTo>
                  <a:lnTo>
                    <a:pt x="4615" y="23195"/>
                  </a:lnTo>
                  <a:lnTo>
                    <a:pt x="3420" y="26326"/>
                  </a:lnTo>
                  <a:lnTo>
                    <a:pt x="3420" y="26326"/>
                  </a:lnTo>
                  <a:lnTo>
                    <a:pt x="2432" y="29169"/>
                  </a:lnTo>
                  <a:lnTo>
                    <a:pt x="1937" y="30611"/>
                  </a:lnTo>
                  <a:lnTo>
                    <a:pt x="1525" y="32053"/>
                  </a:lnTo>
                  <a:lnTo>
                    <a:pt x="1113" y="33495"/>
                  </a:lnTo>
                  <a:lnTo>
                    <a:pt x="784" y="34978"/>
                  </a:lnTo>
                  <a:lnTo>
                    <a:pt x="454" y="36461"/>
                  </a:lnTo>
                  <a:lnTo>
                    <a:pt x="248" y="37944"/>
                  </a:lnTo>
                  <a:lnTo>
                    <a:pt x="248" y="37944"/>
                  </a:lnTo>
                  <a:lnTo>
                    <a:pt x="83" y="39015"/>
                  </a:lnTo>
                  <a:lnTo>
                    <a:pt x="1" y="40127"/>
                  </a:lnTo>
                  <a:lnTo>
                    <a:pt x="1" y="41281"/>
                  </a:lnTo>
                  <a:lnTo>
                    <a:pt x="42" y="41858"/>
                  </a:lnTo>
                  <a:lnTo>
                    <a:pt x="83" y="42393"/>
                  </a:lnTo>
                  <a:lnTo>
                    <a:pt x="166" y="42970"/>
                  </a:lnTo>
                  <a:lnTo>
                    <a:pt x="289" y="43506"/>
                  </a:lnTo>
                  <a:lnTo>
                    <a:pt x="454" y="44041"/>
                  </a:lnTo>
                  <a:lnTo>
                    <a:pt x="660" y="44577"/>
                  </a:lnTo>
                  <a:lnTo>
                    <a:pt x="907" y="45030"/>
                  </a:lnTo>
                  <a:lnTo>
                    <a:pt x="1196" y="45524"/>
                  </a:lnTo>
                  <a:lnTo>
                    <a:pt x="1525" y="45936"/>
                  </a:lnTo>
                  <a:lnTo>
                    <a:pt x="1937" y="46348"/>
                  </a:lnTo>
                  <a:lnTo>
                    <a:pt x="1937" y="46348"/>
                  </a:lnTo>
                  <a:lnTo>
                    <a:pt x="2020" y="46431"/>
                  </a:lnTo>
                  <a:lnTo>
                    <a:pt x="2102" y="46472"/>
                  </a:lnTo>
                  <a:lnTo>
                    <a:pt x="2308" y="46472"/>
                  </a:lnTo>
                  <a:lnTo>
                    <a:pt x="2473" y="46389"/>
                  </a:lnTo>
                  <a:lnTo>
                    <a:pt x="2596" y="46266"/>
                  </a:lnTo>
                  <a:lnTo>
                    <a:pt x="2720" y="46060"/>
                  </a:lnTo>
                  <a:lnTo>
                    <a:pt x="2720" y="45854"/>
                  </a:lnTo>
                  <a:lnTo>
                    <a:pt x="2679" y="45648"/>
                  </a:lnTo>
                  <a:lnTo>
                    <a:pt x="2638" y="45566"/>
                  </a:lnTo>
                  <a:lnTo>
                    <a:pt x="2555" y="45483"/>
                  </a:lnTo>
                  <a:lnTo>
                    <a:pt x="2555" y="45483"/>
                  </a:lnTo>
                  <a:lnTo>
                    <a:pt x="2226" y="45154"/>
                  </a:lnTo>
                  <a:lnTo>
                    <a:pt x="1937" y="44824"/>
                  </a:lnTo>
                  <a:lnTo>
                    <a:pt x="1731" y="44412"/>
                  </a:lnTo>
                  <a:lnTo>
                    <a:pt x="1525" y="44000"/>
                  </a:lnTo>
                  <a:lnTo>
                    <a:pt x="1361" y="43588"/>
                  </a:lnTo>
                  <a:lnTo>
                    <a:pt x="1237" y="43135"/>
                  </a:lnTo>
                  <a:lnTo>
                    <a:pt x="1155" y="42682"/>
                  </a:lnTo>
                  <a:lnTo>
                    <a:pt x="1113" y="42187"/>
                  </a:lnTo>
                  <a:lnTo>
                    <a:pt x="1031" y="41240"/>
                  </a:lnTo>
                  <a:lnTo>
                    <a:pt x="1072" y="40292"/>
                  </a:lnTo>
                  <a:lnTo>
                    <a:pt x="1113" y="39386"/>
                  </a:lnTo>
                  <a:lnTo>
                    <a:pt x="1237" y="38521"/>
                  </a:lnTo>
                  <a:lnTo>
                    <a:pt x="1237" y="38521"/>
                  </a:lnTo>
                  <a:lnTo>
                    <a:pt x="1443" y="37079"/>
                  </a:lnTo>
                  <a:lnTo>
                    <a:pt x="1690" y="35678"/>
                  </a:lnTo>
                  <a:lnTo>
                    <a:pt x="2020" y="34277"/>
                  </a:lnTo>
                  <a:lnTo>
                    <a:pt x="2390" y="32877"/>
                  </a:lnTo>
                  <a:lnTo>
                    <a:pt x="2802" y="31476"/>
                  </a:lnTo>
                  <a:lnTo>
                    <a:pt x="3214" y="30075"/>
                  </a:lnTo>
                  <a:lnTo>
                    <a:pt x="4162" y="27356"/>
                  </a:lnTo>
                  <a:lnTo>
                    <a:pt x="4162" y="27356"/>
                  </a:lnTo>
                  <a:lnTo>
                    <a:pt x="5192" y="24555"/>
                  </a:lnTo>
                  <a:lnTo>
                    <a:pt x="6304" y="21794"/>
                  </a:lnTo>
                  <a:lnTo>
                    <a:pt x="7458" y="19034"/>
                  </a:lnTo>
                  <a:lnTo>
                    <a:pt x="8694" y="16315"/>
                  </a:lnTo>
                  <a:lnTo>
                    <a:pt x="9930" y="13596"/>
                  </a:lnTo>
                  <a:lnTo>
                    <a:pt x="11248" y="10877"/>
                  </a:lnTo>
                  <a:lnTo>
                    <a:pt x="12566" y="8199"/>
                  </a:lnTo>
                  <a:lnTo>
                    <a:pt x="13926" y="5562"/>
                  </a:lnTo>
                  <a:lnTo>
                    <a:pt x="13926" y="5562"/>
                  </a:lnTo>
                  <a:lnTo>
                    <a:pt x="15162" y="3214"/>
                  </a:lnTo>
                  <a:lnTo>
                    <a:pt x="16439" y="866"/>
                  </a:lnTo>
                  <a:lnTo>
                    <a:pt x="16439" y="866"/>
                  </a:lnTo>
                  <a:lnTo>
                    <a:pt x="16521" y="660"/>
                  </a:lnTo>
                  <a:lnTo>
                    <a:pt x="16480" y="454"/>
                  </a:lnTo>
                  <a:lnTo>
                    <a:pt x="16398" y="248"/>
                  </a:lnTo>
                  <a:lnTo>
                    <a:pt x="16233" y="124"/>
                  </a:lnTo>
                  <a:lnTo>
                    <a:pt x="16068" y="42"/>
                  </a:lnTo>
                  <a:lnTo>
                    <a:pt x="15903" y="1"/>
                  </a:lnTo>
                  <a:lnTo>
                    <a:pt x="15697" y="83"/>
                  </a:lnTo>
                  <a:lnTo>
                    <a:pt x="15656" y="165"/>
                  </a:lnTo>
                  <a:lnTo>
                    <a:pt x="15574" y="24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3"/>
            <p:cNvSpPr/>
            <p:nvPr/>
          </p:nvSpPr>
          <p:spPr>
            <a:xfrm>
              <a:off x="4148850" y="1351700"/>
              <a:ext cx="351225" cy="1179325"/>
            </a:xfrm>
            <a:custGeom>
              <a:rect b="b" l="l" r="r" t="t"/>
              <a:pathLst>
                <a:path extrusionOk="0" h="47173" w="14049">
                  <a:moveTo>
                    <a:pt x="13513" y="1"/>
                  </a:moveTo>
                  <a:lnTo>
                    <a:pt x="13307" y="42"/>
                  </a:lnTo>
                  <a:lnTo>
                    <a:pt x="13142" y="124"/>
                  </a:lnTo>
                  <a:lnTo>
                    <a:pt x="13060" y="207"/>
                  </a:lnTo>
                  <a:lnTo>
                    <a:pt x="12978" y="289"/>
                  </a:lnTo>
                  <a:lnTo>
                    <a:pt x="11371" y="3791"/>
                  </a:lnTo>
                  <a:lnTo>
                    <a:pt x="9805" y="7334"/>
                  </a:lnTo>
                  <a:lnTo>
                    <a:pt x="8322" y="10877"/>
                  </a:lnTo>
                  <a:lnTo>
                    <a:pt x="6921" y="14461"/>
                  </a:lnTo>
                  <a:lnTo>
                    <a:pt x="5727" y="17592"/>
                  </a:lnTo>
                  <a:lnTo>
                    <a:pt x="4573" y="20764"/>
                  </a:lnTo>
                  <a:lnTo>
                    <a:pt x="3502" y="23937"/>
                  </a:lnTo>
                  <a:lnTo>
                    <a:pt x="2513" y="27150"/>
                  </a:lnTo>
                  <a:lnTo>
                    <a:pt x="1689" y="29993"/>
                  </a:lnTo>
                  <a:lnTo>
                    <a:pt x="1319" y="31435"/>
                  </a:lnTo>
                  <a:lnTo>
                    <a:pt x="989" y="32877"/>
                  </a:lnTo>
                  <a:lnTo>
                    <a:pt x="701" y="34360"/>
                  </a:lnTo>
                  <a:lnTo>
                    <a:pt x="453" y="35802"/>
                  </a:lnTo>
                  <a:lnTo>
                    <a:pt x="247" y="37285"/>
                  </a:lnTo>
                  <a:lnTo>
                    <a:pt x="83" y="38768"/>
                  </a:lnTo>
                  <a:lnTo>
                    <a:pt x="41" y="39839"/>
                  </a:lnTo>
                  <a:lnTo>
                    <a:pt x="0" y="40951"/>
                  </a:lnTo>
                  <a:lnTo>
                    <a:pt x="41" y="42105"/>
                  </a:lnTo>
                  <a:lnTo>
                    <a:pt x="124" y="42682"/>
                  </a:lnTo>
                  <a:lnTo>
                    <a:pt x="206" y="43217"/>
                  </a:lnTo>
                  <a:lnTo>
                    <a:pt x="330" y="43794"/>
                  </a:lnTo>
                  <a:lnTo>
                    <a:pt x="453" y="44330"/>
                  </a:lnTo>
                  <a:lnTo>
                    <a:pt x="659" y="44865"/>
                  </a:lnTo>
                  <a:lnTo>
                    <a:pt x="907" y="45360"/>
                  </a:lnTo>
                  <a:lnTo>
                    <a:pt x="1154" y="45813"/>
                  </a:lnTo>
                  <a:lnTo>
                    <a:pt x="1483" y="46266"/>
                  </a:lnTo>
                  <a:lnTo>
                    <a:pt x="1854" y="46678"/>
                  </a:lnTo>
                  <a:lnTo>
                    <a:pt x="2266" y="47049"/>
                  </a:lnTo>
                  <a:lnTo>
                    <a:pt x="2390" y="47131"/>
                  </a:lnTo>
                  <a:lnTo>
                    <a:pt x="2472" y="47131"/>
                  </a:lnTo>
                  <a:lnTo>
                    <a:pt x="2678" y="47172"/>
                  </a:lnTo>
                  <a:lnTo>
                    <a:pt x="2843" y="47090"/>
                  </a:lnTo>
                  <a:lnTo>
                    <a:pt x="2966" y="46925"/>
                  </a:lnTo>
                  <a:lnTo>
                    <a:pt x="3090" y="46760"/>
                  </a:lnTo>
                  <a:lnTo>
                    <a:pt x="3090" y="46554"/>
                  </a:lnTo>
                  <a:lnTo>
                    <a:pt x="3049" y="46348"/>
                  </a:lnTo>
                  <a:lnTo>
                    <a:pt x="2966" y="46266"/>
                  </a:lnTo>
                  <a:lnTo>
                    <a:pt x="2884" y="46183"/>
                  </a:lnTo>
                  <a:lnTo>
                    <a:pt x="2554" y="45895"/>
                  </a:lnTo>
                  <a:lnTo>
                    <a:pt x="2266" y="45566"/>
                  </a:lnTo>
                  <a:lnTo>
                    <a:pt x="1978" y="45195"/>
                  </a:lnTo>
                  <a:lnTo>
                    <a:pt x="1772" y="44783"/>
                  </a:lnTo>
                  <a:lnTo>
                    <a:pt x="1566" y="44371"/>
                  </a:lnTo>
                  <a:lnTo>
                    <a:pt x="1442" y="43918"/>
                  </a:lnTo>
                  <a:lnTo>
                    <a:pt x="1319" y="43464"/>
                  </a:lnTo>
                  <a:lnTo>
                    <a:pt x="1236" y="42970"/>
                  </a:lnTo>
                  <a:lnTo>
                    <a:pt x="1113" y="42022"/>
                  </a:lnTo>
                  <a:lnTo>
                    <a:pt x="1071" y="41075"/>
                  </a:lnTo>
                  <a:lnTo>
                    <a:pt x="1071" y="40127"/>
                  </a:lnTo>
                  <a:lnTo>
                    <a:pt x="1113" y="39262"/>
                  </a:lnTo>
                  <a:lnTo>
                    <a:pt x="1236" y="37820"/>
                  </a:lnTo>
                  <a:lnTo>
                    <a:pt x="1401" y="36420"/>
                  </a:lnTo>
                  <a:lnTo>
                    <a:pt x="1648" y="34978"/>
                  </a:lnTo>
                  <a:lnTo>
                    <a:pt x="1895" y="33577"/>
                  </a:lnTo>
                  <a:lnTo>
                    <a:pt x="2225" y="32176"/>
                  </a:lnTo>
                  <a:lnTo>
                    <a:pt x="2596" y="30775"/>
                  </a:lnTo>
                  <a:lnTo>
                    <a:pt x="3337" y="28015"/>
                  </a:lnTo>
                  <a:lnTo>
                    <a:pt x="4202" y="25131"/>
                  </a:lnTo>
                  <a:lnTo>
                    <a:pt x="5150" y="22289"/>
                  </a:lnTo>
                  <a:lnTo>
                    <a:pt x="6139" y="19487"/>
                  </a:lnTo>
                  <a:lnTo>
                    <a:pt x="7169" y="16645"/>
                  </a:lnTo>
                  <a:lnTo>
                    <a:pt x="8240" y="13884"/>
                  </a:lnTo>
                  <a:lnTo>
                    <a:pt x="9393" y="11083"/>
                  </a:lnTo>
                  <a:lnTo>
                    <a:pt x="10547" y="8323"/>
                  </a:lnTo>
                  <a:lnTo>
                    <a:pt x="11742" y="5603"/>
                  </a:lnTo>
                  <a:lnTo>
                    <a:pt x="12854" y="3132"/>
                  </a:lnTo>
                  <a:lnTo>
                    <a:pt x="13966" y="701"/>
                  </a:lnTo>
                  <a:lnTo>
                    <a:pt x="14008" y="577"/>
                  </a:lnTo>
                  <a:lnTo>
                    <a:pt x="14049" y="454"/>
                  </a:lnTo>
                  <a:lnTo>
                    <a:pt x="14008" y="289"/>
                  </a:lnTo>
                  <a:lnTo>
                    <a:pt x="13884" y="124"/>
                  </a:lnTo>
                  <a:lnTo>
                    <a:pt x="13719" y="42"/>
                  </a:lnTo>
                  <a:lnTo>
                    <a:pt x="13513" y="1"/>
                  </a:lnTo>
                  <a:close/>
                </a:path>
              </a:pathLst>
            </a:custGeom>
            <a:solidFill>
              <a:srgbClr val="E08D32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3"/>
            <p:cNvSpPr/>
            <p:nvPr/>
          </p:nvSpPr>
          <p:spPr>
            <a:xfrm>
              <a:off x="4148850" y="1351700"/>
              <a:ext cx="351225" cy="1179325"/>
            </a:xfrm>
            <a:custGeom>
              <a:rect b="b" l="l" r="r" t="t"/>
              <a:pathLst>
                <a:path extrusionOk="0" fill="none" h="47173" w="14049">
                  <a:moveTo>
                    <a:pt x="12978" y="289"/>
                  </a:moveTo>
                  <a:lnTo>
                    <a:pt x="12978" y="289"/>
                  </a:lnTo>
                  <a:lnTo>
                    <a:pt x="11371" y="3791"/>
                  </a:lnTo>
                  <a:lnTo>
                    <a:pt x="9805" y="7334"/>
                  </a:lnTo>
                  <a:lnTo>
                    <a:pt x="8322" y="10877"/>
                  </a:lnTo>
                  <a:lnTo>
                    <a:pt x="6921" y="14461"/>
                  </a:lnTo>
                  <a:lnTo>
                    <a:pt x="6921" y="14461"/>
                  </a:lnTo>
                  <a:lnTo>
                    <a:pt x="5727" y="17592"/>
                  </a:lnTo>
                  <a:lnTo>
                    <a:pt x="4573" y="20764"/>
                  </a:lnTo>
                  <a:lnTo>
                    <a:pt x="3502" y="23937"/>
                  </a:lnTo>
                  <a:lnTo>
                    <a:pt x="2513" y="27150"/>
                  </a:lnTo>
                  <a:lnTo>
                    <a:pt x="2513" y="27150"/>
                  </a:lnTo>
                  <a:lnTo>
                    <a:pt x="1689" y="29993"/>
                  </a:lnTo>
                  <a:lnTo>
                    <a:pt x="1319" y="31435"/>
                  </a:lnTo>
                  <a:lnTo>
                    <a:pt x="989" y="32877"/>
                  </a:lnTo>
                  <a:lnTo>
                    <a:pt x="701" y="34360"/>
                  </a:lnTo>
                  <a:lnTo>
                    <a:pt x="453" y="35802"/>
                  </a:lnTo>
                  <a:lnTo>
                    <a:pt x="247" y="37285"/>
                  </a:lnTo>
                  <a:lnTo>
                    <a:pt x="83" y="38768"/>
                  </a:lnTo>
                  <a:lnTo>
                    <a:pt x="83" y="38768"/>
                  </a:lnTo>
                  <a:lnTo>
                    <a:pt x="41" y="39839"/>
                  </a:lnTo>
                  <a:lnTo>
                    <a:pt x="0" y="40951"/>
                  </a:lnTo>
                  <a:lnTo>
                    <a:pt x="41" y="42105"/>
                  </a:lnTo>
                  <a:lnTo>
                    <a:pt x="124" y="42682"/>
                  </a:lnTo>
                  <a:lnTo>
                    <a:pt x="206" y="43217"/>
                  </a:lnTo>
                  <a:lnTo>
                    <a:pt x="330" y="43794"/>
                  </a:lnTo>
                  <a:lnTo>
                    <a:pt x="453" y="44330"/>
                  </a:lnTo>
                  <a:lnTo>
                    <a:pt x="659" y="44865"/>
                  </a:lnTo>
                  <a:lnTo>
                    <a:pt x="907" y="45360"/>
                  </a:lnTo>
                  <a:lnTo>
                    <a:pt x="1154" y="45813"/>
                  </a:lnTo>
                  <a:lnTo>
                    <a:pt x="1483" y="46266"/>
                  </a:lnTo>
                  <a:lnTo>
                    <a:pt x="1854" y="46678"/>
                  </a:lnTo>
                  <a:lnTo>
                    <a:pt x="2266" y="47049"/>
                  </a:lnTo>
                  <a:lnTo>
                    <a:pt x="2266" y="47049"/>
                  </a:lnTo>
                  <a:lnTo>
                    <a:pt x="2390" y="47131"/>
                  </a:lnTo>
                  <a:lnTo>
                    <a:pt x="2472" y="47131"/>
                  </a:lnTo>
                  <a:lnTo>
                    <a:pt x="2678" y="47172"/>
                  </a:lnTo>
                  <a:lnTo>
                    <a:pt x="2843" y="47090"/>
                  </a:lnTo>
                  <a:lnTo>
                    <a:pt x="2966" y="46925"/>
                  </a:lnTo>
                  <a:lnTo>
                    <a:pt x="3090" y="46760"/>
                  </a:lnTo>
                  <a:lnTo>
                    <a:pt x="3090" y="46554"/>
                  </a:lnTo>
                  <a:lnTo>
                    <a:pt x="3049" y="46348"/>
                  </a:lnTo>
                  <a:lnTo>
                    <a:pt x="2966" y="46266"/>
                  </a:lnTo>
                  <a:lnTo>
                    <a:pt x="2884" y="46183"/>
                  </a:lnTo>
                  <a:lnTo>
                    <a:pt x="2884" y="46183"/>
                  </a:lnTo>
                  <a:lnTo>
                    <a:pt x="2554" y="45895"/>
                  </a:lnTo>
                  <a:lnTo>
                    <a:pt x="2266" y="45566"/>
                  </a:lnTo>
                  <a:lnTo>
                    <a:pt x="1978" y="45195"/>
                  </a:lnTo>
                  <a:lnTo>
                    <a:pt x="1772" y="44783"/>
                  </a:lnTo>
                  <a:lnTo>
                    <a:pt x="1566" y="44371"/>
                  </a:lnTo>
                  <a:lnTo>
                    <a:pt x="1442" y="43918"/>
                  </a:lnTo>
                  <a:lnTo>
                    <a:pt x="1319" y="43464"/>
                  </a:lnTo>
                  <a:lnTo>
                    <a:pt x="1236" y="42970"/>
                  </a:lnTo>
                  <a:lnTo>
                    <a:pt x="1113" y="42022"/>
                  </a:lnTo>
                  <a:lnTo>
                    <a:pt x="1071" y="41075"/>
                  </a:lnTo>
                  <a:lnTo>
                    <a:pt x="1071" y="40127"/>
                  </a:lnTo>
                  <a:lnTo>
                    <a:pt x="1113" y="39262"/>
                  </a:lnTo>
                  <a:lnTo>
                    <a:pt x="1113" y="39262"/>
                  </a:lnTo>
                  <a:lnTo>
                    <a:pt x="1236" y="37820"/>
                  </a:lnTo>
                  <a:lnTo>
                    <a:pt x="1401" y="36420"/>
                  </a:lnTo>
                  <a:lnTo>
                    <a:pt x="1648" y="34978"/>
                  </a:lnTo>
                  <a:lnTo>
                    <a:pt x="1895" y="33577"/>
                  </a:lnTo>
                  <a:lnTo>
                    <a:pt x="2225" y="32176"/>
                  </a:lnTo>
                  <a:lnTo>
                    <a:pt x="2596" y="30775"/>
                  </a:lnTo>
                  <a:lnTo>
                    <a:pt x="3337" y="28015"/>
                  </a:lnTo>
                  <a:lnTo>
                    <a:pt x="3337" y="28015"/>
                  </a:lnTo>
                  <a:lnTo>
                    <a:pt x="4202" y="25131"/>
                  </a:lnTo>
                  <a:lnTo>
                    <a:pt x="5150" y="22289"/>
                  </a:lnTo>
                  <a:lnTo>
                    <a:pt x="6139" y="19487"/>
                  </a:lnTo>
                  <a:lnTo>
                    <a:pt x="7169" y="16645"/>
                  </a:lnTo>
                  <a:lnTo>
                    <a:pt x="8240" y="13884"/>
                  </a:lnTo>
                  <a:lnTo>
                    <a:pt x="9393" y="11083"/>
                  </a:lnTo>
                  <a:lnTo>
                    <a:pt x="10547" y="8323"/>
                  </a:lnTo>
                  <a:lnTo>
                    <a:pt x="11742" y="5603"/>
                  </a:lnTo>
                  <a:lnTo>
                    <a:pt x="11742" y="5603"/>
                  </a:lnTo>
                  <a:lnTo>
                    <a:pt x="12854" y="3132"/>
                  </a:lnTo>
                  <a:lnTo>
                    <a:pt x="13966" y="701"/>
                  </a:lnTo>
                  <a:lnTo>
                    <a:pt x="13966" y="701"/>
                  </a:lnTo>
                  <a:lnTo>
                    <a:pt x="14008" y="577"/>
                  </a:lnTo>
                  <a:lnTo>
                    <a:pt x="14049" y="454"/>
                  </a:lnTo>
                  <a:lnTo>
                    <a:pt x="14008" y="289"/>
                  </a:lnTo>
                  <a:lnTo>
                    <a:pt x="13884" y="124"/>
                  </a:lnTo>
                  <a:lnTo>
                    <a:pt x="13719" y="42"/>
                  </a:lnTo>
                  <a:lnTo>
                    <a:pt x="13513" y="1"/>
                  </a:lnTo>
                  <a:lnTo>
                    <a:pt x="13307" y="42"/>
                  </a:lnTo>
                  <a:lnTo>
                    <a:pt x="13142" y="124"/>
                  </a:lnTo>
                  <a:lnTo>
                    <a:pt x="13060" y="207"/>
                  </a:lnTo>
                  <a:lnTo>
                    <a:pt x="12978" y="28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3"/>
            <p:cNvSpPr/>
            <p:nvPr/>
          </p:nvSpPr>
          <p:spPr>
            <a:xfrm>
              <a:off x="4266250" y="1360975"/>
              <a:ext cx="264725" cy="1189600"/>
            </a:xfrm>
            <a:custGeom>
              <a:rect b="b" l="l" r="r" t="t"/>
              <a:pathLst>
                <a:path extrusionOk="0" h="47584" w="10589">
                  <a:moveTo>
                    <a:pt x="10053" y="0"/>
                  </a:moveTo>
                  <a:lnTo>
                    <a:pt x="9888" y="42"/>
                  </a:lnTo>
                  <a:lnTo>
                    <a:pt x="9724" y="165"/>
                  </a:lnTo>
                  <a:lnTo>
                    <a:pt x="9641" y="247"/>
                  </a:lnTo>
                  <a:lnTo>
                    <a:pt x="9600" y="330"/>
                  </a:lnTo>
                  <a:lnTo>
                    <a:pt x="8364" y="3914"/>
                  </a:lnTo>
                  <a:lnTo>
                    <a:pt x="7210" y="7498"/>
                  </a:lnTo>
                  <a:lnTo>
                    <a:pt x="6098" y="11083"/>
                  </a:lnTo>
                  <a:lnTo>
                    <a:pt x="5027" y="14708"/>
                  </a:lnTo>
                  <a:lnTo>
                    <a:pt x="4162" y="17880"/>
                  </a:lnTo>
                  <a:lnTo>
                    <a:pt x="3297" y="21094"/>
                  </a:lnTo>
                  <a:lnTo>
                    <a:pt x="2514" y="24266"/>
                  </a:lnTo>
                  <a:lnTo>
                    <a:pt x="1772" y="27479"/>
                  </a:lnTo>
                  <a:lnTo>
                    <a:pt x="1196" y="30404"/>
                  </a:lnTo>
                  <a:lnTo>
                    <a:pt x="907" y="31846"/>
                  </a:lnTo>
                  <a:lnTo>
                    <a:pt x="660" y="33329"/>
                  </a:lnTo>
                  <a:lnTo>
                    <a:pt x="454" y="34813"/>
                  </a:lnTo>
                  <a:lnTo>
                    <a:pt x="289" y="36296"/>
                  </a:lnTo>
                  <a:lnTo>
                    <a:pt x="166" y="37738"/>
                  </a:lnTo>
                  <a:lnTo>
                    <a:pt x="42" y="39221"/>
                  </a:lnTo>
                  <a:lnTo>
                    <a:pt x="42" y="40251"/>
                  </a:lnTo>
                  <a:lnTo>
                    <a:pt x="1" y="41363"/>
                  </a:lnTo>
                  <a:lnTo>
                    <a:pt x="42" y="42475"/>
                  </a:lnTo>
                  <a:lnTo>
                    <a:pt x="166" y="43588"/>
                  </a:lnTo>
                  <a:lnTo>
                    <a:pt x="289" y="44165"/>
                  </a:lnTo>
                  <a:lnTo>
                    <a:pt x="413" y="44700"/>
                  </a:lnTo>
                  <a:lnTo>
                    <a:pt x="578" y="45236"/>
                  </a:lnTo>
                  <a:lnTo>
                    <a:pt x="742" y="45730"/>
                  </a:lnTo>
                  <a:lnTo>
                    <a:pt x="990" y="46224"/>
                  </a:lnTo>
                  <a:lnTo>
                    <a:pt x="1278" y="46678"/>
                  </a:lnTo>
                  <a:lnTo>
                    <a:pt x="1607" y="47090"/>
                  </a:lnTo>
                  <a:lnTo>
                    <a:pt x="1978" y="47460"/>
                  </a:lnTo>
                  <a:lnTo>
                    <a:pt x="2061" y="47543"/>
                  </a:lnTo>
                  <a:lnTo>
                    <a:pt x="2143" y="47584"/>
                  </a:lnTo>
                  <a:lnTo>
                    <a:pt x="2349" y="47584"/>
                  </a:lnTo>
                  <a:lnTo>
                    <a:pt x="2514" y="47502"/>
                  </a:lnTo>
                  <a:lnTo>
                    <a:pt x="2637" y="47378"/>
                  </a:lnTo>
                  <a:lnTo>
                    <a:pt x="2720" y="47213"/>
                  </a:lnTo>
                  <a:lnTo>
                    <a:pt x="2761" y="47007"/>
                  </a:lnTo>
                  <a:lnTo>
                    <a:pt x="2720" y="46801"/>
                  </a:lnTo>
                  <a:lnTo>
                    <a:pt x="2596" y="46595"/>
                  </a:lnTo>
                  <a:lnTo>
                    <a:pt x="2308" y="46307"/>
                  </a:lnTo>
                  <a:lnTo>
                    <a:pt x="2019" y="45936"/>
                  </a:lnTo>
                  <a:lnTo>
                    <a:pt x="1813" y="45565"/>
                  </a:lnTo>
                  <a:lnTo>
                    <a:pt x="1649" y="45153"/>
                  </a:lnTo>
                  <a:lnTo>
                    <a:pt x="1484" y="44741"/>
                  </a:lnTo>
                  <a:lnTo>
                    <a:pt x="1360" y="44288"/>
                  </a:lnTo>
                  <a:lnTo>
                    <a:pt x="1278" y="43835"/>
                  </a:lnTo>
                  <a:lnTo>
                    <a:pt x="1196" y="43382"/>
                  </a:lnTo>
                  <a:lnTo>
                    <a:pt x="1113" y="42434"/>
                  </a:lnTo>
                  <a:lnTo>
                    <a:pt x="1072" y="41487"/>
                  </a:lnTo>
                  <a:lnTo>
                    <a:pt x="1113" y="39756"/>
                  </a:lnTo>
                  <a:lnTo>
                    <a:pt x="1154" y="38356"/>
                  </a:lnTo>
                  <a:lnTo>
                    <a:pt x="1278" y="36914"/>
                  </a:lnTo>
                  <a:lnTo>
                    <a:pt x="1443" y="35513"/>
                  </a:lnTo>
                  <a:lnTo>
                    <a:pt x="1607" y="34112"/>
                  </a:lnTo>
                  <a:lnTo>
                    <a:pt x="1855" y="32670"/>
                  </a:lnTo>
                  <a:lnTo>
                    <a:pt x="2102" y="31270"/>
                  </a:lnTo>
                  <a:lnTo>
                    <a:pt x="2637" y="28468"/>
                  </a:lnTo>
                  <a:lnTo>
                    <a:pt x="3255" y="25584"/>
                  </a:lnTo>
                  <a:lnTo>
                    <a:pt x="3956" y="22700"/>
                  </a:lnTo>
                  <a:lnTo>
                    <a:pt x="4697" y="19858"/>
                  </a:lnTo>
                  <a:lnTo>
                    <a:pt x="5480" y="16974"/>
                  </a:lnTo>
                  <a:lnTo>
                    <a:pt x="6263" y="14131"/>
                  </a:lnTo>
                  <a:lnTo>
                    <a:pt x="7128" y="11330"/>
                  </a:lnTo>
                  <a:lnTo>
                    <a:pt x="7993" y="8487"/>
                  </a:lnTo>
                  <a:lnTo>
                    <a:pt x="8900" y="5686"/>
                  </a:lnTo>
                  <a:lnTo>
                    <a:pt x="9724" y="3173"/>
                  </a:lnTo>
                  <a:lnTo>
                    <a:pt x="10589" y="701"/>
                  </a:lnTo>
                  <a:lnTo>
                    <a:pt x="10589" y="618"/>
                  </a:lnTo>
                  <a:lnTo>
                    <a:pt x="10589" y="495"/>
                  </a:lnTo>
                  <a:lnTo>
                    <a:pt x="10547" y="289"/>
                  </a:lnTo>
                  <a:lnTo>
                    <a:pt x="10424" y="165"/>
                  </a:lnTo>
                  <a:lnTo>
                    <a:pt x="10259" y="42"/>
                  </a:lnTo>
                  <a:lnTo>
                    <a:pt x="10053" y="0"/>
                  </a:lnTo>
                  <a:close/>
                </a:path>
              </a:pathLst>
            </a:custGeom>
            <a:solidFill>
              <a:srgbClr val="E08D32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3"/>
            <p:cNvSpPr/>
            <p:nvPr/>
          </p:nvSpPr>
          <p:spPr>
            <a:xfrm>
              <a:off x="4266250" y="1360975"/>
              <a:ext cx="264725" cy="1189600"/>
            </a:xfrm>
            <a:custGeom>
              <a:rect b="b" l="l" r="r" t="t"/>
              <a:pathLst>
                <a:path extrusionOk="0" fill="none" h="47584" w="10589">
                  <a:moveTo>
                    <a:pt x="9600" y="330"/>
                  </a:moveTo>
                  <a:lnTo>
                    <a:pt x="9600" y="330"/>
                  </a:lnTo>
                  <a:lnTo>
                    <a:pt x="8364" y="3914"/>
                  </a:lnTo>
                  <a:lnTo>
                    <a:pt x="7210" y="7498"/>
                  </a:lnTo>
                  <a:lnTo>
                    <a:pt x="6098" y="11083"/>
                  </a:lnTo>
                  <a:lnTo>
                    <a:pt x="5027" y="14708"/>
                  </a:lnTo>
                  <a:lnTo>
                    <a:pt x="5027" y="14708"/>
                  </a:lnTo>
                  <a:lnTo>
                    <a:pt x="4162" y="17880"/>
                  </a:lnTo>
                  <a:lnTo>
                    <a:pt x="3297" y="21094"/>
                  </a:lnTo>
                  <a:lnTo>
                    <a:pt x="2514" y="24266"/>
                  </a:lnTo>
                  <a:lnTo>
                    <a:pt x="1772" y="27479"/>
                  </a:lnTo>
                  <a:lnTo>
                    <a:pt x="1772" y="27479"/>
                  </a:lnTo>
                  <a:lnTo>
                    <a:pt x="1196" y="30404"/>
                  </a:lnTo>
                  <a:lnTo>
                    <a:pt x="907" y="31846"/>
                  </a:lnTo>
                  <a:lnTo>
                    <a:pt x="660" y="33329"/>
                  </a:lnTo>
                  <a:lnTo>
                    <a:pt x="454" y="34813"/>
                  </a:lnTo>
                  <a:lnTo>
                    <a:pt x="289" y="36296"/>
                  </a:lnTo>
                  <a:lnTo>
                    <a:pt x="166" y="37738"/>
                  </a:lnTo>
                  <a:lnTo>
                    <a:pt x="42" y="39221"/>
                  </a:lnTo>
                  <a:lnTo>
                    <a:pt x="42" y="39221"/>
                  </a:lnTo>
                  <a:lnTo>
                    <a:pt x="42" y="40251"/>
                  </a:lnTo>
                  <a:lnTo>
                    <a:pt x="1" y="41363"/>
                  </a:lnTo>
                  <a:lnTo>
                    <a:pt x="42" y="42475"/>
                  </a:lnTo>
                  <a:lnTo>
                    <a:pt x="166" y="43588"/>
                  </a:lnTo>
                  <a:lnTo>
                    <a:pt x="289" y="44165"/>
                  </a:lnTo>
                  <a:lnTo>
                    <a:pt x="413" y="44700"/>
                  </a:lnTo>
                  <a:lnTo>
                    <a:pt x="578" y="45236"/>
                  </a:lnTo>
                  <a:lnTo>
                    <a:pt x="742" y="45730"/>
                  </a:lnTo>
                  <a:lnTo>
                    <a:pt x="990" y="46224"/>
                  </a:lnTo>
                  <a:lnTo>
                    <a:pt x="1278" y="46678"/>
                  </a:lnTo>
                  <a:lnTo>
                    <a:pt x="1607" y="47090"/>
                  </a:lnTo>
                  <a:lnTo>
                    <a:pt x="1978" y="47460"/>
                  </a:lnTo>
                  <a:lnTo>
                    <a:pt x="1978" y="47460"/>
                  </a:lnTo>
                  <a:lnTo>
                    <a:pt x="2061" y="47543"/>
                  </a:lnTo>
                  <a:lnTo>
                    <a:pt x="2143" y="47584"/>
                  </a:lnTo>
                  <a:lnTo>
                    <a:pt x="2349" y="47584"/>
                  </a:lnTo>
                  <a:lnTo>
                    <a:pt x="2514" y="47502"/>
                  </a:lnTo>
                  <a:lnTo>
                    <a:pt x="2637" y="47378"/>
                  </a:lnTo>
                  <a:lnTo>
                    <a:pt x="2720" y="47213"/>
                  </a:lnTo>
                  <a:lnTo>
                    <a:pt x="2761" y="47007"/>
                  </a:lnTo>
                  <a:lnTo>
                    <a:pt x="2720" y="46801"/>
                  </a:lnTo>
                  <a:lnTo>
                    <a:pt x="2596" y="46595"/>
                  </a:lnTo>
                  <a:lnTo>
                    <a:pt x="2596" y="46595"/>
                  </a:lnTo>
                  <a:lnTo>
                    <a:pt x="2308" y="46307"/>
                  </a:lnTo>
                  <a:lnTo>
                    <a:pt x="2019" y="45936"/>
                  </a:lnTo>
                  <a:lnTo>
                    <a:pt x="1813" y="45565"/>
                  </a:lnTo>
                  <a:lnTo>
                    <a:pt x="1649" y="45153"/>
                  </a:lnTo>
                  <a:lnTo>
                    <a:pt x="1484" y="44741"/>
                  </a:lnTo>
                  <a:lnTo>
                    <a:pt x="1360" y="44288"/>
                  </a:lnTo>
                  <a:lnTo>
                    <a:pt x="1278" y="43835"/>
                  </a:lnTo>
                  <a:lnTo>
                    <a:pt x="1196" y="43382"/>
                  </a:lnTo>
                  <a:lnTo>
                    <a:pt x="1113" y="42434"/>
                  </a:lnTo>
                  <a:lnTo>
                    <a:pt x="1072" y="41487"/>
                  </a:lnTo>
                  <a:lnTo>
                    <a:pt x="1113" y="39756"/>
                  </a:lnTo>
                  <a:lnTo>
                    <a:pt x="1113" y="39756"/>
                  </a:lnTo>
                  <a:lnTo>
                    <a:pt x="1154" y="38356"/>
                  </a:lnTo>
                  <a:lnTo>
                    <a:pt x="1278" y="36914"/>
                  </a:lnTo>
                  <a:lnTo>
                    <a:pt x="1443" y="35513"/>
                  </a:lnTo>
                  <a:lnTo>
                    <a:pt x="1607" y="34112"/>
                  </a:lnTo>
                  <a:lnTo>
                    <a:pt x="1855" y="32670"/>
                  </a:lnTo>
                  <a:lnTo>
                    <a:pt x="2102" y="31270"/>
                  </a:lnTo>
                  <a:lnTo>
                    <a:pt x="2637" y="28468"/>
                  </a:lnTo>
                  <a:lnTo>
                    <a:pt x="2637" y="28468"/>
                  </a:lnTo>
                  <a:lnTo>
                    <a:pt x="3255" y="25584"/>
                  </a:lnTo>
                  <a:lnTo>
                    <a:pt x="3956" y="22700"/>
                  </a:lnTo>
                  <a:lnTo>
                    <a:pt x="4697" y="19858"/>
                  </a:lnTo>
                  <a:lnTo>
                    <a:pt x="5480" y="16974"/>
                  </a:lnTo>
                  <a:lnTo>
                    <a:pt x="6263" y="14131"/>
                  </a:lnTo>
                  <a:lnTo>
                    <a:pt x="7128" y="11330"/>
                  </a:lnTo>
                  <a:lnTo>
                    <a:pt x="7993" y="8487"/>
                  </a:lnTo>
                  <a:lnTo>
                    <a:pt x="8900" y="5686"/>
                  </a:lnTo>
                  <a:lnTo>
                    <a:pt x="8900" y="5686"/>
                  </a:lnTo>
                  <a:lnTo>
                    <a:pt x="9724" y="3173"/>
                  </a:lnTo>
                  <a:lnTo>
                    <a:pt x="10589" y="701"/>
                  </a:lnTo>
                  <a:lnTo>
                    <a:pt x="10589" y="701"/>
                  </a:lnTo>
                  <a:lnTo>
                    <a:pt x="10589" y="618"/>
                  </a:lnTo>
                  <a:lnTo>
                    <a:pt x="10589" y="495"/>
                  </a:lnTo>
                  <a:lnTo>
                    <a:pt x="10547" y="289"/>
                  </a:lnTo>
                  <a:lnTo>
                    <a:pt x="10424" y="165"/>
                  </a:lnTo>
                  <a:lnTo>
                    <a:pt x="10259" y="42"/>
                  </a:lnTo>
                  <a:lnTo>
                    <a:pt x="10053" y="0"/>
                  </a:lnTo>
                  <a:lnTo>
                    <a:pt x="9888" y="42"/>
                  </a:lnTo>
                  <a:lnTo>
                    <a:pt x="9724" y="165"/>
                  </a:lnTo>
                  <a:lnTo>
                    <a:pt x="9641" y="247"/>
                  </a:lnTo>
                  <a:lnTo>
                    <a:pt x="9600" y="33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3"/>
            <p:cNvSpPr/>
            <p:nvPr/>
          </p:nvSpPr>
          <p:spPr>
            <a:xfrm>
              <a:off x="4782275" y="1418650"/>
              <a:ext cx="135975" cy="1210225"/>
            </a:xfrm>
            <a:custGeom>
              <a:rect b="b" l="l" r="r" t="t"/>
              <a:pathLst>
                <a:path extrusionOk="0" h="48409" w="5439">
                  <a:moveTo>
                    <a:pt x="1112" y="0"/>
                  </a:moveTo>
                  <a:lnTo>
                    <a:pt x="948" y="42"/>
                  </a:lnTo>
                  <a:lnTo>
                    <a:pt x="783" y="165"/>
                  </a:lnTo>
                  <a:lnTo>
                    <a:pt x="700" y="330"/>
                  </a:lnTo>
                  <a:lnTo>
                    <a:pt x="700" y="454"/>
                  </a:lnTo>
                  <a:lnTo>
                    <a:pt x="700" y="577"/>
                  </a:lnTo>
                  <a:lnTo>
                    <a:pt x="1401" y="4203"/>
                  </a:lnTo>
                  <a:lnTo>
                    <a:pt x="2019" y="7869"/>
                  </a:lnTo>
                  <a:lnTo>
                    <a:pt x="2554" y="11536"/>
                  </a:lnTo>
                  <a:lnTo>
                    <a:pt x="3049" y="15202"/>
                  </a:lnTo>
                  <a:lnTo>
                    <a:pt x="3461" y="18416"/>
                  </a:lnTo>
                  <a:lnTo>
                    <a:pt x="3790" y="21588"/>
                  </a:lnTo>
                  <a:lnTo>
                    <a:pt x="4079" y="24843"/>
                  </a:lnTo>
                  <a:lnTo>
                    <a:pt x="4243" y="28056"/>
                  </a:lnTo>
                  <a:lnTo>
                    <a:pt x="4367" y="31022"/>
                  </a:lnTo>
                  <a:lnTo>
                    <a:pt x="4408" y="32506"/>
                  </a:lnTo>
                  <a:lnTo>
                    <a:pt x="4367" y="33989"/>
                  </a:lnTo>
                  <a:lnTo>
                    <a:pt x="4326" y="35472"/>
                  </a:lnTo>
                  <a:lnTo>
                    <a:pt x="4243" y="36955"/>
                  </a:lnTo>
                  <a:lnTo>
                    <a:pt x="4120" y="38438"/>
                  </a:lnTo>
                  <a:lnTo>
                    <a:pt x="3914" y="39921"/>
                  </a:lnTo>
                  <a:lnTo>
                    <a:pt x="3790" y="40910"/>
                  </a:lnTo>
                  <a:lnTo>
                    <a:pt x="3584" y="41981"/>
                  </a:lnTo>
                  <a:lnTo>
                    <a:pt x="3296" y="43094"/>
                  </a:lnTo>
                  <a:lnTo>
                    <a:pt x="3131" y="43629"/>
                  </a:lnTo>
                  <a:lnTo>
                    <a:pt x="2966" y="44165"/>
                  </a:lnTo>
                  <a:lnTo>
                    <a:pt x="2760" y="44659"/>
                  </a:lnTo>
                  <a:lnTo>
                    <a:pt x="2513" y="45195"/>
                  </a:lnTo>
                  <a:lnTo>
                    <a:pt x="2225" y="45648"/>
                  </a:lnTo>
                  <a:lnTo>
                    <a:pt x="1895" y="46101"/>
                  </a:lnTo>
                  <a:lnTo>
                    <a:pt x="1566" y="46472"/>
                  </a:lnTo>
                  <a:lnTo>
                    <a:pt x="1195" y="46843"/>
                  </a:lnTo>
                  <a:lnTo>
                    <a:pt x="742" y="47131"/>
                  </a:lnTo>
                  <a:lnTo>
                    <a:pt x="288" y="47378"/>
                  </a:lnTo>
                  <a:lnTo>
                    <a:pt x="165" y="47460"/>
                  </a:lnTo>
                  <a:lnTo>
                    <a:pt x="82" y="47543"/>
                  </a:lnTo>
                  <a:lnTo>
                    <a:pt x="0" y="47708"/>
                  </a:lnTo>
                  <a:lnTo>
                    <a:pt x="0" y="47914"/>
                  </a:lnTo>
                  <a:lnTo>
                    <a:pt x="41" y="48078"/>
                  </a:lnTo>
                  <a:lnTo>
                    <a:pt x="165" y="48243"/>
                  </a:lnTo>
                  <a:lnTo>
                    <a:pt x="330" y="48367"/>
                  </a:lnTo>
                  <a:lnTo>
                    <a:pt x="494" y="48408"/>
                  </a:lnTo>
                  <a:lnTo>
                    <a:pt x="618" y="48408"/>
                  </a:lnTo>
                  <a:lnTo>
                    <a:pt x="742" y="48367"/>
                  </a:lnTo>
                  <a:lnTo>
                    <a:pt x="1154" y="48120"/>
                  </a:lnTo>
                  <a:lnTo>
                    <a:pt x="1566" y="47872"/>
                  </a:lnTo>
                  <a:lnTo>
                    <a:pt x="1936" y="47584"/>
                  </a:lnTo>
                  <a:lnTo>
                    <a:pt x="2266" y="47255"/>
                  </a:lnTo>
                  <a:lnTo>
                    <a:pt x="2595" y="46884"/>
                  </a:lnTo>
                  <a:lnTo>
                    <a:pt x="2884" y="46513"/>
                  </a:lnTo>
                  <a:lnTo>
                    <a:pt x="3131" y="46101"/>
                  </a:lnTo>
                  <a:lnTo>
                    <a:pt x="3378" y="45689"/>
                  </a:lnTo>
                  <a:lnTo>
                    <a:pt x="3790" y="44783"/>
                  </a:lnTo>
                  <a:lnTo>
                    <a:pt x="4120" y="43876"/>
                  </a:lnTo>
                  <a:lnTo>
                    <a:pt x="4408" y="42929"/>
                  </a:lnTo>
                  <a:lnTo>
                    <a:pt x="4614" y="42022"/>
                  </a:lnTo>
                  <a:lnTo>
                    <a:pt x="4903" y="40622"/>
                  </a:lnTo>
                  <a:lnTo>
                    <a:pt x="5109" y="39180"/>
                  </a:lnTo>
                  <a:lnTo>
                    <a:pt x="5273" y="37738"/>
                  </a:lnTo>
                  <a:lnTo>
                    <a:pt x="5356" y="36255"/>
                  </a:lnTo>
                  <a:lnTo>
                    <a:pt x="5438" y="34813"/>
                  </a:lnTo>
                  <a:lnTo>
                    <a:pt x="5438" y="33330"/>
                  </a:lnTo>
                  <a:lnTo>
                    <a:pt x="5397" y="30446"/>
                  </a:lnTo>
                  <a:lnTo>
                    <a:pt x="5273" y="27356"/>
                  </a:lnTo>
                  <a:lnTo>
                    <a:pt x="5067" y="24266"/>
                  </a:lnTo>
                  <a:lnTo>
                    <a:pt x="4820" y="21217"/>
                  </a:lnTo>
                  <a:lnTo>
                    <a:pt x="4491" y="18128"/>
                  </a:lnTo>
                  <a:lnTo>
                    <a:pt x="4120" y="15079"/>
                  </a:lnTo>
                  <a:lnTo>
                    <a:pt x="3708" y="12030"/>
                  </a:lnTo>
                  <a:lnTo>
                    <a:pt x="3255" y="8982"/>
                  </a:lnTo>
                  <a:lnTo>
                    <a:pt x="2760" y="5933"/>
                  </a:lnTo>
                  <a:lnTo>
                    <a:pt x="2266" y="3173"/>
                  </a:lnTo>
                  <a:lnTo>
                    <a:pt x="1730" y="412"/>
                  </a:lnTo>
                  <a:lnTo>
                    <a:pt x="1689" y="289"/>
                  </a:lnTo>
                  <a:lnTo>
                    <a:pt x="1648" y="206"/>
                  </a:lnTo>
                  <a:lnTo>
                    <a:pt x="1483" y="42"/>
                  </a:lnTo>
                  <a:lnTo>
                    <a:pt x="1318" y="0"/>
                  </a:lnTo>
                  <a:close/>
                </a:path>
              </a:pathLst>
            </a:custGeom>
            <a:solidFill>
              <a:srgbClr val="E08D32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3"/>
            <p:cNvSpPr/>
            <p:nvPr/>
          </p:nvSpPr>
          <p:spPr>
            <a:xfrm>
              <a:off x="4782275" y="1418650"/>
              <a:ext cx="135975" cy="1210225"/>
            </a:xfrm>
            <a:custGeom>
              <a:rect b="b" l="l" r="r" t="t"/>
              <a:pathLst>
                <a:path extrusionOk="0" fill="none" h="48409" w="5439">
                  <a:moveTo>
                    <a:pt x="700" y="577"/>
                  </a:moveTo>
                  <a:lnTo>
                    <a:pt x="700" y="577"/>
                  </a:lnTo>
                  <a:lnTo>
                    <a:pt x="1401" y="4203"/>
                  </a:lnTo>
                  <a:lnTo>
                    <a:pt x="2019" y="7869"/>
                  </a:lnTo>
                  <a:lnTo>
                    <a:pt x="2554" y="11536"/>
                  </a:lnTo>
                  <a:lnTo>
                    <a:pt x="3049" y="15202"/>
                  </a:lnTo>
                  <a:lnTo>
                    <a:pt x="3049" y="15202"/>
                  </a:lnTo>
                  <a:lnTo>
                    <a:pt x="3461" y="18416"/>
                  </a:lnTo>
                  <a:lnTo>
                    <a:pt x="3790" y="21588"/>
                  </a:lnTo>
                  <a:lnTo>
                    <a:pt x="4079" y="24843"/>
                  </a:lnTo>
                  <a:lnTo>
                    <a:pt x="4243" y="28056"/>
                  </a:lnTo>
                  <a:lnTo>
                    <a:pt x="4243" y="28056"/>
                  </a:lnTo>
                  <a:lnTo>
                    <a:pt x="4367" y="31022"/>
                  </a:lnTo>
                  <a:lnTo>
                    <a:pt x="4408" y="32506"/>
                  </a:lnTo>
                  <a:lnTo>
                    <a:pt x="4367" y="33989"/>
                  </a:lnTo>
                  <a:lnTo>
                    <a:pt x="4326" y="35472"/>
                  </a:lnTo>
                  <a:lnTo>
                    <a:pt x="4243" y="36955"/>
                  </a:lnTo>
                  <a:lnTo>
                    <a:pt x="4120" y="38438"/>
                  </a:lnTo>
                  <a:lnTo>
                    <a:pt x="3914" y="39921"/>
                  </a:lnTo>
                  <a:lnTo>
                    <a:pt x="3914" y="39921"/>
                  </a:lnTo>
                  <a:lnTo>
                    <a:pt x="3790" y="40910"/>
                  </a:lnTo>
                  <a:lnTo>
                    <a:pt x="3584" y="41981"/>
                  </a:lnTo>
                  <a:lnTo>
                    <a:pt x="3296" y="43094"/>
                  </a:lnTo>
                  <a:lnTo>
                    <a:pt x="3131" y="43629"/>
                  </a:lnTo>
                  <a:lnTo>
                    <a:pt x="2966" y="44165"/>
                  </a:lnTo>
                  <a:lnTo>
                    <a:pt x="2760" y="44659"/>
                  </a:lnTo>
                  <a:lnTo>
                    <a:pt x="2513" y="45195"/>
                  </a:lnTo>
                  <a:lnTo>
                    <a:pt x="2225" y="45648"/>
                  </a:lnTo>
                  <a:lnTo>
                    <a:pt x="1895" y="46101"/>
                  </a:lnTo>
                  <a:lnTo>
                    <a:pt x="1566" y="46472"/>
                  </a:lnTo>
                  <a:lnTo>
                    <a:pt x="1195" y="46843"/>
                  </a:lnTo>
                  <a:lnTo>
                    <a:pt x="742" y="47131"/>
                  </a:lnTo>
                  <a:lnTo>
                    <a:pt x="288" y="47378"/>
                  </a:lnTo>
                  <a:lnTo>
                    <a:pt x="288" y="47378"/>
                  </a:lnTo>
                  <a:lnTo>
                    <a:pt x="165" y="47460"/>
                  </a:lnTo>
                  <a:lnTo>
                    <a:pt x="82" y="47543"/>
                  </a:lnTo>
                  <a:lnTo>
                    <a:pt x="0" y="47708"/>
                  </a:lnTo>
                  <a:lnTo>
                    <a:pt x="0" y="47914"/>
                  </a:lnTo>
                  <a:lnTo>
                    <a:pt x="41" y="48078"/>
                  </a:lnTo>
                  <a:lnTo>
                    <a:pt x="165" y="48243"/>
                  </a:lnTo>
                  <a:lnTo>
                    <a:pt x="330" y="48367"/>
                  </a:lnTo>
                  <a:lnTo>
                    <a:pt x="494" y="48408"/>
                  </a:lnTo>
                  <a:lnTo>
                    <a:pt x="618" y="48408"/>
                  </a:lnTo>
                  <a:lnTo>
                    <a:pt x="742" y="48367"/>
                  </a:lnTo>
                  <a:lnTo>
                    <a:pt x="742" y="48367"/>
                  </a:lnTo>
                  <a:lnTo>
                    <a:pt x="1154" y="48120"/>
                  </a:lnTo>
                  <a:lnTo>
                    <a:pt x="1566" y="47872"/>
                  </a:lnTo>
                  <a:lnTo>
                    <a:pt x="1936" y="47584"/>
                  </a:lnTo>
                  <a:lnTo>
                    <a:pt x="2266" y="47255"/>
                  </a:lnTo>
                  <a:lnTo>
                    <a:pt x="2595" y="46884"/>
                  </a:lnTo>
                  <a:lnTo>
                    <a:pt x="2884" y="46513"/>
                  </a:lnTo>
                  <a:lnTo>
                    <a:pt x="3131" y="46101"/>
                  </a:lnTo>
                  <a:lnTo>
                    <a:pt x="3378" y="45689"/>
                  </a:lnTo>
                  <a:lnTo>
                    <a:pt x="3790" y="44783"/>
                  </a:lnTo>
                  <a:lnTo>
                    <a:pt x="4120" y="43876"/>
                  </a:lnTo>
                  <a:lnTo>
                    <a:pt x="4408" y="42929"/>
                  </a:lnTo>
                  <a:lnTo>
                    <a:pt x="4614" y="42022"/>
                  </a:lnTo>
                  <a:lnTo>
                    <a:pt x="4614" y="42022"/>
                  </a:lnTo>
                  <a:lnTo>
                    <a:pt x="4903" y="40622"/>
                  </a:lnTo>
                  <a:lnTo>
                    <a:pt x="5109" y="39180"/>
                  </a:lnTo>
                  <a:lnTo>
                    <a:pt x="5273" y="37738"/>
                  </a:lnTo>
                  <a:lnTo>
                    <a:pt x="5356" y="36255"/>
                  </a:lnTo>
                  <a:lnTo>
                    <a:pt x="5438" y="34813"/>
                  </a:lnTo>
                  <a:lnTo>
                    <a:pt x="5438" y="33330"/>
                  </a:lnTo>
                  <a:lnTo>
                    <a:pt x="5397" y="30446"/>
                  </a:lnTo>
                  <a:lnTo>
                    <a:pt x="5397" y="30446"/>
                  </a:lnTo>
                  <a:lnTo>
                    <a:pt x="5273" y="27356"/>
                  </a:lnTo>
                  <a:lnTo>
                    <a:pt x="5067" y="24266"/>
                  </a:lnTo>
                  <a:lnTo>
                    <a:pt x="4820" y="21217"/>
                  </a:lnTo>
                  <a:lnTo>
                    <a:pt x="4491" y="18128"/>
                  </a:lnTo>
                  <a:lnTo>
                    <a:pt x="4120" y="15079"/>
                  </a:lnTo>
                  <a:lnTo>
                    <a:pt x="3708" y="12030"/>
                  </a:lnTo>
                  <a:lnTo>
                    <a:pt x="3255" y="8982"/>
                  </a:lnTo>
                  <a:lnTo>
                    <a:pt x="2760" y="5933"/>
                  </a:lnTo>
                  <a:lnTo>
                    <a:pt x="2760" y="5933"/>
                  </a:lnTo>
                  <a:lnTo>
                    <a:pt x="2266" y="3173"/>
                  </a:lnTo>
                  <a:lnTo>
                    <a:pt x="1730" y="412"/>
                  </a:lnTo>
                  <a:lnTo>
                    <a:pt x="1730" y="412"/>
                  </a:lnTo>
                  <a:lnTo>
                    <a:pt x="1689" y="289"/>
                  </a:lnTo>
                  <a:lnTo>
                    <a:pt x="1648" y="206"/>
                  </a:lnTo>
                  <a:lnTo>
                    <a:pt x="1483" y="42"/>
                  </a:lnTo>
                  <a:lnTo>
                    <a:pt x="1318" y="0"/>
                  </a:lnTo>
                  <a:lnTo>
                    <a:pt x="1112" y="0"/>
                  </a:lnTo>
                  <a:lnTo>
                    <a:pt x="948" y="42"/>
                  </a:lnTo>
                  <a:lnTo>
                    <a:pt x="783" y="165"/>
                  </a:lnTo>
                  <a:lnTo>
                    <a:pt x="700" y="330"/>
                  </a:lnTo>
                  <a:lnTo>
                    <a:pt x="700" y="454"/>
                  </a:lnTo>
                  <a:lnTo>
                    <a:pt x="700" y="57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3"/>
            <p:cNvSpPr/>
            <p:nvPr/>
          </p:nvSpPr>
          <p:spPr>
            <a:xfrm>
              <a:off x="4687500" y="1406300"/>
              <a:ext cx="157625" cy="1208150"/>
            </a:xfrm>
            <a:custGeom>
              <a:rect b="b" l="l" r="r" t="t"/>
              <a:pathLst>
                <a:path extrusionOk="0" h="48326" w="6305">
                  <a:moveTo>
                    <a:pt x="3461" y="0"/>
                  </a:moveTo>
                  <a:lnTo>
                    <a:pt x="3297" y="41"/>
                  </a:lnTo>
                  <a:lnTo>
                    <a:pt x="3132" y="165"/>
                  </a:lnTo>
                  <a:lnTo>
                    <a:pt x="3049" y="371"/>
                  </a:lnTo>
                  <a:lnTo>
                    <a:pt x="3008" y="453"/>
                  </a:lnTo>
                  <a:lnTo>
                    <a:pt x="3049" y="577"/>
                  </a:lnTo>
                  <a:lnTo>
                    <a:pt x="3544" y="4243"/>
                  </a:lnTo>
                  <a:lnTo>
                    <a:pt x="3997" y="7910"/>
                  </a:lnTo>
                  <a:lnTo>
                    <a:pt x="4368" y="11577"/>
                  </a:lnTo>
                  <a:lnTo>
                    <a:pt x="4656" y="15243"/>
                  </a:lnTo>
                  <a:lnTo>
                    <a:pt x="4903" y="18498"/>
                  </a:lnTo>
                  <a:lnTo>
                    <a:pt x="5109" y="21753"/>
                  </a:lnTo>
                  <a:lnTo>
                    <a:pt x="5233" y="25007"/>
                  </a:lnTo>
                  <a:lnTo>
                    <a:pt x="5233" y="28303"/>
                  </a:lnTo>
                  <a:lnTo>
                    <a:pt x="5233" y="31228"/>
                  </a:lnTo>
                  <a:lnTo>
                    <a:pt x="5151" y="32711"/>
                  </a:lnTo>
                  <a:lnTo>
                    <a:pt x="5068" y="34194"/>
                  </a:lnTo>
                  <a:lnTo>
                    <a:pt x="4945" y="35677"/>
                  </a:lnTo>
                  <a:lnTo>
                    <a:pt x="4821" y="37161"/>
                  </a:lnTo>
                  <a:lnTo>
                    <a:pt x="4615" y="38603"/>
                  </a:lnTo>
                  <a:lnTo>
                    <a:pt x="4327" y="40044"/>
                  </a:lnTo>
                  <a:lnTo>
                    <a:pt x="4121" y="41033"/>
                  </a:lnTo>
                  <a:lnTo>
                    <a:pt x="3873" y="42104"/>
                  </a:lnTo>
                  <a:lnTo>
                    <a:pt x="3544" y="43176"/>
                  </a:lnTo>
                  <a:lnTo>
                    <a:pt x="3379" y="43711"/>
                  </a:lnTo>
                  <a:lnTo>
                    <a:pt x="3173" y="44247"/>
                  </a:lnTo>
                  <a:lnTo>
                    <a:pt x="2926" y="44741"/>
                  </a:lnTo>
                  <a:lnTo>
                    <a:pt x="2637" y="45235"/>
                  </a:lnTo>
                  <a:lnTo>
                    <a:pt x="2349" y="45689"/>
                  </a:lnTo>
                  <a:lnTo>
                    <a:pt x="2019" y="46101"/>
                  </a:lnTo>
                  <a:lnTo>
                    <a:pt x="1649" y="46471"/>
                  </a:lnTo>
                  <a:lnTo>
                    <a:pt x="1237" y="46801"/>
                  </a:lnTo>
                  <a:lnTo>
                    <a:pt x="784" y="47089"/>
                  </a:lnTo>
                  <a:lnTo>
                    <a:pt x="330" y="47295"/>
                  </a:lnTo>
                  <a:lnTo>
                    <a:pt x="207" y="47378"/>
                  </a:lnTo>
                  <a:lnTo>
                    <a:pt x="124" y="47419"/>
                  </a:lnTo>
                  <a:lnTo>
                    <a:pt x="42" y="47584"/>
                  </a:lnTo>
                  <a:lnTo>
                    <a:pt x="1" y="47790"/>
                  </a:lnTo>
                  <a:lnTo>
                    <a:pt x="83" y="47954"/>
                  </a:lnTo>
                  <a:lnTo>
                    <a:pt x="166" y="48119"/>
                  </a:lnTo>
                  <a:lnTo>
                    <a:pt x="330" y="48243"/>
                  </a:lnTo>
                  <a:lnTo>
                    <a:pt x="536" y="48325"/>
                  </a:lnTo>
                  <a:lnTo>
                    <a:pt x="660" y="48284"/>
                  </a:lnTo>
                  <a:lnTo>
                    <a:pt x="784" y="48284"/>
                  </a:lnTo>
                  <a:lnTo>
                    <a:pt x="1196" y="48078"/>
                  </a:lnTo>
                  <a:lnTo>
                    <a:pt x="1608" y="47831"/>
                  </a:lnTo>
                  <a:lnTo>
                    <a:pt x="2019" y="47543"/>
                  </a:lnTo>
                  <a:lnTo>
                    <a:pt x="2349" y="47254"/>
                  </a:lnTo>
                  <a:lnTo>
                    <a:pt x="2679" y="46883"/>
                  </a:lnTo>
                  <a:lnTo>
                    <a:pt x="3008" y="46513"/>
                  </a:lnTo>
                  <a:lnTo>
                    <a:pt x="3297" y="46142"/>
                  </a:lnTo>
                  <a:lnTo>
                    <a:pt x="3544" y="45730"/>
                  </a:lnTo>
                  <a:lnTo>
                    <a:pt x="3997" y="44823"/>
                  </a:lnTo>
                  <a:lnTo>
                    <a:pt x="4368" y="43917"/>
                  </a:lnTo>
                  <a:lnTo>
                    <a:pt x="4697" y="43011"/>
                  </a:lnTo>
                  <a:lnTo>
                    <a:pt x="4945" y="42104"/>
                  </a:lnTo>
                  <a:lnTo>
                    <a:pt x="5274" y="40704"/>
                  </a:lnTo>
                  <a:lnTo>
                    <a:pt x="5563" y="39303"/>
                  </a:lnTo>
                  <a:lnTo>
                    <a:pt x="5769" y="37861"/>
                  </a:lnTo>
                  <a:lnTo>
                    <a:pt x="5933" y="36419"/>
                  </a:lnTo>
                  <a:lnTo>
                    <a:pt x="6098" y="34977"/>
                  </a:lnTo>
                  <a:lnTo>
                    <a:pt x="6181" y="33535"/>
                  </a:lnTo>
                  <a:lnTo>
                    <a:pt x="6263" y="30651"/>
                  </a:lnTo>
                  <a:lnTo>
                    <a:pt x="6304" y="27561"/>
                  </a:lnTo>
                  <a:lnTo>
                    <a:pt x="6263" y="24472"/>
                  </a:lnTo>
                  <a:lnTo>
                    <a:pt x="6139" y="21382"/>
                  </a:lnTo>
                  <a:lnTo>
                    <a:pt x="5975" y="18292"/>
                  </a:lnTo>
                  <a:lnTo>
                    <a:pt x="5727" y="15202"/>
                  </a:lnTo>
                  <a:lnTo>
                    <a:pt x="5480" y="12112"/>
                  </a:lnTo>
                  <a:lnTo>
                    <a:pt x="5151" y="9022"/>
                  </a:lnTo>
                  <a:lnTo>
                    <a:pt x="4821" y="5974"/>
                  </a:lnTo>
                  <a:lnTo>
                    <a:pt x="4450" y="3172"/>
                  </a:lnTo>
                  <a:lnTo>
                    <a:pt x="4079" y="412"/>
                  </a:lnTo>
                  <a:lnTo>
                    <a:pt x="4038" y="288"/>
                  </a:lnTo>
                  <a:lnTo>
                    <a:pt x="3997" y="206"/>
                  </a:lnTo>
                  <a:lnTo>
                    <a:pt x="3873" y="4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rgbClr val="E08D32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3"/>
            <p:cNvSpPr/>
            <p:nvPr/>
          </p:nvSpPr>
          <p:spPr>
            <a:xfrm>
              <a:off x="4687500" y="1406300"/>
              <a:ext cx="157625" cy="1208150"/>
            </a:xfrm>
            <a:custGeom>
              <a:rect b="b" l="l" r="r" t="t"/>
              <a:pathLst>
                <a:path extrusionOk="0" fill="none" h="48326" w="6305">
                  <a:moveTo>
                    <a:pt x="3049" y="577"/>
                  </a:moveTo>
                  <a:lnTo>
                    <a:pt x="3049" y="577"/>
                  </a:lnTo>
                  <a:lnTo>
                    <a:pt x="3544" y="4243"/>
                  </a:lnTo>
                  <a:lnTo>
                    <a:pt x="3997" y="7910"/>
                  </a:lnTo>
                  <a:lnTo>
                    <a:pt x="4368" y="11577"/>
                  </a:lnTo>
                  <a:lnTo>
                    <a:pt x="4656" y="15243"/>
                  </a:lnTo>
                  <a:lnTo>
                    <a:pt x="4656" y="15243"/>
                  </a:lnTo>
                  <a:lnTo>
                    <a:pt x="4903" y="18498"/>
                  </a:lnTo>
                  <a:lnTo>
                    <a:pt x="5109" y="21753"/>
                  </a:lnTo>
                  <a:lnTo>
                    <a:pt x="5233" y="25007"/>
                  </a:lnTo>
                  <a:lnTo>
                    <a:pt x="5233" y="28303"/>
                  </a:lnTo>
                  <a:lnTo>
                    <a:pt x="5233" y="28303"/>
                  </a:lnTo>
                  <a:lnTo>
                    <a:pt x="5233" y="31228"/>
                  </a:lnTo>
                  <a:lnTo>
                    <a:pt x="5151" y="32711"/>
                  </a:lnTo>
                  <a:lnTo>
                    <a:pt x="5068" y="34194"/>
                  </a:lnTo>
                  <a:lnTo>
                    <a:pt x="4945" y="35677"/>
                  </a:lnTo>
                  <a:lnTo>
                    <a:pt x="4821" y="37161"/>
                  </a:lnTo>
                  <a:lnTo>
                    <a:pt x="4615" y="38603"/>
                  </a:lnTo>
                  <a:lnTo>
                    <a:pt x="4327" y="40044"/>
                  </a:lnTo>
                  <a:lnTo>
                    <a:pt x="4327" y="40044"/>
                  </a:lnTo>
                  <a:lnTo>
                    <a:pt x="4121" y="41033"/>
                  </a:lnTo>
                  <a:lnTo>
                    <a:pt x="3873" y="42104"/>
                  </a:lnTo>
                  <a:lnTo>
                    <a:pt x="3544" y="43176"/>
                  </a:lnTo>
                  <a:lnTo>
                    <a:pt x="3379" y="43711"/>
                  </a:lnTo>
                  <a:lnTo>
                    <a:pt x="3173" y="44247"/>
                  </a:lnTo>
                  <a:lnTo>
                    <a:pt x="2926" y="44741"/>
                  </a:lnTo>
                  <a:lnTo>
                    <a:pt x="2637" y="45235"/>
                  </a:lnTo>
                  <a:lnTo>
                    <a:pt x="2349" y="45689"/>
                  </a:lnTo>
                  <a:lnTo>
                    <a:pt x="2019" y="46101"/>
                  </a:lnTo>
                  <a:lnTo>
                    <a:pt x="1649" y="46471"/>
                  </a:lnTo>
                  <a:lnTo>
                    <a:pt x="1237" y="46801"/>
                  </a:lnTo>
                  <a:lnTo>
                    <a:pt x="784" y="47089"/>
                  </a:lnTo>
                  <a:lnTo>
                    <a:pt x="330" y="47295"/>
                  </a:lnTo>
                  <a:lnTo>
                    <a:pt x="330" y="47295"/>
                  </a:lnTo>
                  <a:lnTo>
                    <a:pt x="207" y="47378"/>
                  </a:lnTo>
                  <a:lnTo>
                    <a:pt x="124" y="47419"/>
                  </a:lnTo>
                  <a:lnTo>
                    <a:pt x="42" y="47584"/>
                  </a:lnTo>
                  <a:lnTo>
                    <a:pt x="1" y="47790"/>
                  </a:lnTo>
                  <a:lnTo>
                    <a:pt x="83" y="47954"/>
                  </a:lnTo>
                  <a:lnTo>
                    <a:pt x="166" y="48119"/>
                  </a:lnTo>
                  <a:lnTo>
                    <a:pt x="330" y="48243"/>
                  </a:lnTo>
                  <a:lnTo>
                    <a:pt x="536" y="48325"/>
                  </a:lnTo>
                  <a:lnTo>
                    <a:pt x="660" y="48284"/>
                  </a:lnTo>
                  <a:lnTo>
                    <a:pt x="784" y="48284"/>
                  </a:lnTo>
                  <a:lnTo>
                    <a:pt x="784" y="48284"/>
                  </a:lnTo>
                  <a:lnTo>
                    <a:pt x="1196" y="48078"/>
                  </a:lnTo>
                  <a:lnTo>
                    <a:pt x="1608" y="47831"/>
                  </a:lnTo>
                  <a:lnTo>
                    <a:pt x="2019" y="47543"/>
                  </a:lnTo>
                  <a:lnTo>
                    <a:pt x="2349" y="47254"/>
                  </a:lnTo>
                  <a:lnTo>
                    <a:pt x="2679" y="46883"/>
                  </a:lnTo>
                  <a:lnTo>
                    <a:pt x="3008" y="46513"/>
                  </a:lnTo>
                  <a:lnTo>
                    <a:pt x="3297" y="46142"/>
                  </a:lnTo>
                  <a:lnTo>
                    <a:pt x="3544" y="45730"/>
                  </a:lnTo>
                  <a:lnTo>
                    <a:pt x="3997" y="44823"/>
                  </a:lnTo>
                  <a:lnTo>
                    <a:pt x="4368" y="43917"/>
                  </a:lnTo>
                  <a:lnTo>
                    <a:pt x="4697" y="43011"/>
                  </a:lnTo>
                  <a:lnTo>
                    <a:pt x="4945" y="42104"/>
                  </a:lnTo>
                  <a:lnTo>
                    <a:pt x="4945" y="42104"/>
                  </a:lnTo>
                  <a:lnTo>
                    <a:pt x="5274" y="40704"/>
                  </a:lnTo>
                  <a:lnTo>
                    <a:pt x="5563" y="39303"/>
                  </a:lnTo>
                  <a:lnTo>
                    <a:pt x="5769" y="37861"/>
                  </a:lnTo>
                  <a:lnTo>
                    <a:pt x="5933" y="36419"/>
                  </a:lnTo>
                  <a:lnTo>
                    <a:pt x="6098" y="34977"/>
                  </a:lnTo>
                  <a:lnTo>
                    <a:pt x="6181" y="33535"/>
                  </a:lnTo>
                  <a:lnTo>
                    <a:pt x="6263" y="30651"/>
                  </a:lnTo>
                  <a:lnTo>
                    <a:pt x="6263" y="30651"/>
                  </a:lnTo>
                  <a:lnTo>
                    <a:pt x="6304" y="27561"/>
                  </a:lnTo>
                  <a:lnTo>
                    <a:pt x="6263" y="24472"/>
                  </a:lnTo>
                  <a:lnTo>
                    <a:pt x="6139" y="21382"/>
                  </a:lnTo>
                  <a:lnTo>
                    <a:pt x="5975" y="18292"/>
                  </a:lnTo>
                  <a:lnTo>
                    <a:pt x="5727" y="15202"/>
                  </a:lnTo>
                  <a:lnTo>
                    <a:pt x="5480" y="12112"/>
                  </a:lnTo>
                  <a:lnTo>
                    <a:pt x="5151" y="9022"/>
                  </a:lnTo>
                  <a:lnTo>
                    <a:pt x="4821" y="5974"/>
                  </a:lnTo>
                  <a:lnTo>
                    <a:pt x="4821" y="5974"/>
                  </a:lnTo>
                  <a:lnTo>
                    <a:pt x="4450" y="3172"/>
                  </a:lnTo>
                  <a:lnTo>
                    <a:pt x="4079" y="412"/>
                  </a:lnTo>
                  <a:lnTo>
                    <a:pt x="4079" y="412"/>
                  </a:lnTo>
                  <a:lnTo>
                    <a:pt x="4038" y="288"/>
                  </a:lnTo>
                  <a:lnTo>
                    <a:pt x="3997" y="206"/>
                  </a:lnTo>
                  <a:lnTo>
                    <a:pt x="3873" y="41"/>
                  </a:lnTo>
                  <a:lnTo>
                    <a:pt x="3667" y="0"/>
                  </a:lnTo>
                  <a:lnTo>
                    <a:pt x="3461" y="0"/>
                  </a:lnTo>
                  <a:lnTo>
                    <a:pt x="3297" y="41"/>
                  </a:lnTo>
                  <a:lnTo>
                    <a:pt x="3132" y="165"/>
                  </a:lnTo>
                  <a:lnTo>
                    <a:pt x="3049" y="371"/>
                  </a:lnTo>
                  <a:lnTo>
                    <a:pt x="3008" y="453"/>
                  </a:lnTo>
                  <a:lnTo>
                    <a:pt x="3049" y="57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3"/>
            <p:cNvSpPr/>
            <p:nvPr/>
          </p:nvSpPr>
          <p:spPr>
            <a:xfrm>
              <a:off x="4637050" y="1400100"/>
              <a:ext cx="158625" cy="1208175"/>
            </a:xfrm>
            <a:custGeom>
              <a:rect b="b" l="l" r="r" t="t"/>
              <a:pathLst>
                <a:path extrusionOk="0" h="48327" w="6345">
                  <a:moveTo>
                    <a:pt x="3543" y="1"/>
                  </a:moveTo>
                  <a:lnTo>
                    <a:pt x="3337" y="83"/>
                  </a:lnTo>
                  <a:lnTo>
                    <a:pt x="3214" y="207"/>
                  </a:lnTo>
                  <a:lnTo>
                    <a:pt x="3090" y="372"/>
                  </a:lnTo>
                  <a:lnTo>
                    <a:pt x="3090" y="495"/>
                  </a:lnTo>
                  <a:lnTo>
                    <a:pt x="3090" y="619"/>
                  </a:lnTo>
                  <a:lnTo>
                    <a:pt x="3584" y="4244"/>
                  </a:lnTo>
                  <a:lnTo>
                    <a:pt x="4037" y="7911"/>
                  </a:lnTo>
                  <a:lnTo>
                    <a:pt x="4408" y="11577"/>
                  </a:lnTo>
                  <a:lnTo>
                    <a:pt x="4738" y="15285"/>
                  </a:lnTo>
                  <a:lnTo>
                    <a:pt x="4944" y="18540"/>
                  </a:lnTo>
                  <a:lnTo>
                    <a:pt x="5150" y="21795"/>
                  </a:lnTo>
                  <a:lnTo>
                    <a:pt x="5232" y="25049"/>
                  </a:lnTo>
                  <a:lnTo>
                    <a:pt x="5273" y="28304"/>
                  </a:lnTo>
                  <a:lnTo>
                    <a:pt x="5232" y="31270"/>
                  </a:lnTo>
                  <a:lnTo>
                    <a:pt x="5191" y="32753"/>
                  </a:lnTo>
                  <a:lnTo>
                    <a:pt x="5109" y="34236"/>
                  </a:lnTo>
                  <a:lnTo>
                    <a:pt x="4985" y="35719"/>
                  </a:lnTo>
                  <a:lnTo>
                    <a:pt x="4820" y="37161"/>
                  </a:lnTo>
                  <a:lnTo>
                    <a:pt x="4614" y="38645"/>
                  </a:lnTo>
                  <a:lnTo>
                    <a:pt x="4367" y="40086"/>
                  </a:lnTo>
                  <a:lnTo>
                    <a:pt x="4161" y="41075"/>
                  </a:lnTo>
                  <a:lnTo>
                    <a:pt x="3873" y="42105"/>
                  </a:lnTo>
                  <a:lnTo>
                    <a:pt x="3584" y="43218"/>
                  </a:lnTo>
                  <a:lnTo>
                    <a:pt x="3378" y="43753"/>
                  </a:lnTo>
                  <a:lnTo>
                    <a:pt x="3172" y="44247"/>
                  </a:lnTo>
                  <a:lnTo>
                    <a:pt x="2925" y="44783"/>
                  </a:lnTo>
                  <a:lnTo>
                    <a:pt x="2637" y="45236"/>
                  </a:lnTo>
                  <a:lnTo>
                    <a:pt x="2348" y="45689"/>
                  </a:lnTo>
                  <a:lnTo>
                    <a:pt x="2019" y="46101"/>
                  </a:lnTo>
                  <a:lnTo>
                    <a:pt x="1648" y="46513"/>
                  </a:lnTo>
                  <a:lnTo>
                    <a:pt x="1236" y="46843"/>
                  </a:lnTo>
                  <a:lnTo>
                    <a:pt x="783" y="47131"/>
                  </a:lnTo>
                  <a:lnTo>
                    <a:pt x="330" y="47337"/>
                  </a:lnTo>
                  <a:lnTo>
                    <a:pt x="206" y="47379"/>
                  </a:lnTo>
                  <a:lnTo>
                    <a:pt x="124" y="47461"/>
                  </a:lnTo>
                  <a:lnTo>
                    <a:pt x="41" y="47626"/>
                  </a:lnTo>
                  <a:lnTo>
                    <a:pt x="0" y="47791"/>
                  </a:lnTo>
                  <a:lnTo>
                    <a:pt x="82" y="47997"/>
                  </a:lnTo>
                  <a:lnTo>
                    <a:pt x="165" y="48161"/>
                  </a:lnTo>
                  <a:lnTo>
                    <a:pt x="330" y="48285"/>
                  </a:lnTo>
                  <a:lnTo>
                    <a:pt x="536" y="48326"/>
                  </a:lnTo>
                  <a:lnTo>
                    <a:pt x="659" y="48326"/>
                  </a:lnTo>
                  <a:lnTo>
                    <a:pt x="783" y="48285"/>
                  </a:lnTo>
                  <a:lnTo>
                    <a:pt x="1195" y="48079"/>
                  </a:lnTo>
                  <a:lnTo>
                    <a:pt x="1607" y="47873"/>
                  </a:lnTo>
                  <a:lnTo>
                    <a:pt x="2019" y="47585"/>
                  </a:lnTo>
                  <a:lnTo>
                    <a:pt x="2348" y="47255"/>
                  </a:lnTo>
                  <a:lnTo>
                    <a:pt x="2678" y="46925"/>
                  </a:lnTo>
                  <a:lnTo>
                    <a:pt x="3008" y="46555"/>
                  </a:lnTo>
                  <a:lnTo>
                    <a:pt x="3296" y="46143"/>
                  </a:lnTo>
                  <a:lnTo>
                    <a:pt x="3543" y="45731"/>
                  </a:lnTo>
                  <a:lnTo>
                    <a:pt x="3996" y="44865"/>
                  </a:lnTo>
                  <a:lnTo>
                    <a:pt x="4367" y="43959"/>
                  </a:lnTo>
                  <a:lnTo>
                    <a:pt x="4697" y="43053"/>
                  </a:lnTo>
                  <a:lnTo>
                    <a:pt x="4944" y="42146"/>
                  </a:lnTo>
                  <a:lnTo>
                    <a:pt x="5273" y="40746"/>
                  </a:lnTo>
                  <a:lnTo>
                    <a:pt x="5562" y="39304"/>
                  </a:lnTo>
                  <a:lnTo>
                    <a:pt x="5809" y="37903"/>
                  </a:lnTo>
                  <a:lnTo>
                    <a:pt x="5974" y="36461"/>
                  </a:lnTo>
                  <a:lnTo>
                    <a:pt x="6097" y="35019"/>
                  </a:lnTo>
                  <a:lnTo>
                    <a:pt x="6180" y="33577"/>
                  </a:lnTo>
                  <a:lnTo>
                    <a:pt x="6303" y="30693"/>
                  </a:lnTo>
                  <a:lnTo>
                    <a:pt x="6345" y="27603"/>
                  </a:lnTo>
                  <a:lnTo>
                    <a:pt x="6303" y="24514"/>
                  </a:lnTo>
                  <a:lnTo>
                    <a:pt x="6180" y="21383"/>
                  </a:lnTo>
                  <a:lnTo>
                    <a:pt x="6015" y="18293"/>
                  </a:lnTo>
                  <a:lnTo>
                    <a:pt x="5809" y="15203"/>
                  </a:lnTo>
                  <a:lnTo>
                    <a:pt x="5521" y="12154"/>
                  </a:lnTo>
                  <a:lnTo>
                    <a:pt x="5191" y="9064"/>
                  </a:lnTo>
                  <a:lnTo>
                    <a:pt x="4861" y="5975"/>
                  </a:lnTo>
                  <a:lnTo>
                    <a:pt x="4532" y="3214"/>
                  </a:lnTo>
                  <a:lnTo>
                    <a:pt x="4120" y="413"/>
                  </a:lnTo>
                  <a:lnTo>
                    <a:pt x="4120" y="330"/>
                  </a:lnTo>
                  <a:lnTo>
                    <a:pt x="4079" y="207"/>
                  </a:lnTo>
                  <a:lnTo>
                    <a:pt x="3914" y="83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rgbClr val="E08D32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3"/>
            <p:cNvSpPr/>
            <p:nvPr/>
          </p:nvSpPr>
          <p:spPr>
            <a:xfrm>
              <a:off x="4637050" y="1400100"/>
              <a:ext cx="158625" cy="1208175"/>
            </a:xfrm>
            <a:custGeom>
              <a:rect b="b" l="l" r="r" t="t"/>
              <a:pathLst>
                <a:path extrusionOk="0" fill="none" h="48327" w="6345">
                  <a:moveTo>
                    <a:pt x="3090" y="619"/>
                  </a:moveTo>
                  <a:lnTo>
                    <a:pt x="3090" y="619"/>
                  </a:lnTo>
                  <a:lnTo>
                    <a:pt x="3584" y="4244"/>
                  </a:lnTo>
                  <a:lnTo>
                    <a:pt x="4037" y="7911"/>
                  </a:lnTo>
                  <a:lnTo>
                    <a:pt x="4408" y="11577"/>
                  </a:lnTo>
                  <a:lnTo>
                    <a:pt x="4738" y="15285"/>
                  </a:lnTo>
                  <a:lnTo>
                    <a:pt x="4738" y="15285"/>
                  </a:lnTo>
                  <a:lnTo>
                    <a:pt x="4944" y="18540"/>
                  </a:lnTo>
                  <a:lnTo>
                    <a:pt x="5150" y="21795"/>
                  </a:lnTo>
                  <a:lnTo>
                    <a:pt x="5232" y="25049"/>
                  </a:lnTo>
                  <a:lnTo>
                    <a:pt x="5273" y="28304"/>
                  </a:lnTo>
                  <a:lnTo>
                    <a:pt x="5273" y="28304"/>
                  </a:lnTo>
                  <a:lnTo>
                    <a:pt x="5232" y="31270"/>
                  </a:lnTo>
                  <a:lnTo>
                    <a:pt x="5191" y="32753"/>
                  </a:lnTo>
                  <a:lnTo>
                    <a:pt x="5109" y="34236"/>
                  </a:lnTo>
                  <a:lnTo>
                    <a:pt x="4985" y="35719"/>
                  </a:lnTo>
                  <a:lnTo>
                    <a:pt x="4820" y="37161"/>
                  </a:lnTo>
                  <a:lnTo>
                    <a:pt x="4614" y="38645"/>
                  </a:lnTo>
                  <a:lnTo>
                    <a:pt x="4367" y="40086"/>
                  </a:lnTo>
                  <a:lnTo>
                    <a:pt x="4367" y="40086"/>
                  </a:lnTo>
                  <a:lnTo>
                    <a:pt x="4161" y="41075"/>
                  </a:lnTo>
                  <a:lnTo>
                    <a:pt x="3873" y="42105"/>
                  </a:lnTo>
                  <a:lnTo>
                    <a:pt x="3584" y="43218"/>
                  </a:lnTo>
                  <a:lnTo>
                    <a:pt x="3378" y="43753"/>
                  </a:lnTo>
                  <a:lnTo>
                    <a:pt x="3172" y="44247"/>
                  </a:lnTo>
                  <a:lnTo>
                    <a:pt x="2925" y="44783"/>
                  </a:lnTo>
                  <a:lnTo>
                    <a:pt x="2637" y="45236"/>
                  </a:lnTo>
                  <a:lnTo>
                    <a:pt x="2348" y="45689"/>
                  </a:lnTo>
                  <a:lnTo>
                    <a:pt x="2019" y="46101"/>
                  </a:lnTo>
                  <a:lnTo>
                    <a:pt x="1648" y="46513"/>
                  </a:lnTo>
                  <a:lnTo>
                    <a:pt x="1236" y="46843"/>
                  </a:lnTo>
                  <a:lnTo>
                    <a:pt x="783" y="47131"/>
                  </a:lnTo>
                  <a:lnTo>
                    <a:pt x="330" y="47337"/>
                  </a:lnTo>
                  <a:lnTo>
                    <a:pt x="330" y="47337"/>
                  </a:lnTo>
                  <a:lnTo>
                    <a:pt x="206" y="47379"/>
                  </a:lnTo>
                  <a:lnTo>
                    <a:pt x="124" y="47461"/>
                  </a:lnTo>
                  <a:lnTo>
                    <a:pt x="41" y="47626"/>
                  </a:lnTo>
                  <a:lnTo>
                    <a:pt x="0" y="47791"/>
                  </a:lnTo>
                  <a:lnTo>
                    <a:pt x="82" y="47997"/>
                  </a:lnTo>
                  <a:lnTo>
                    <a:pt x="165" y="48161"/>
                  </a:lnTo>
                  <a:lnTo>
                    <a:pt x="330" y="48285"/>
                  </a:lnTo>
                  <a:lnTo>
                    <a:pt x="536" y="48326"/>
                  </a:lnTo>
                  <a:lnTo>
                    <a:pt x="659" y="48326"/>
                  </a:lnTo>
                  <a:lnTo>
                    <a:pt x="783" y="48285"/>
                  </a:lnTo>
                  <a:lnTo>
                    <a:pt x="783" y="48285"/>
                  </a:lnTo>
                  <a:lnTo>
                    <a:pt x="1195" y="48079"/>
                  </a:lnTo>
                  <a:lnTo>
                    <a:pt x="1607" y="47873"/>
                  </a:lnTo>
                  <a:lnTo>
                    <a:pt x="2019" y="47585"/>
                  </a:lnTo>
                  <a:lnTo>
                    <a:pt x="2348" y="47255"/>
                  </a:lnTo>
                  <a:lnTo>
                    <a:pt x="2678" y="46925"/>
                  </a:lnTo>
                  <a:lnTo>
                    <a:pt x="3008" y="46555"/>
                  </a:lnTo>
                  <a:lnTo>
                    <a:pt x="3296" y="46143"/>
                  </a:lnTo>
                  <a:lnTo>
                    <a:pt x="3543" y="45731"/>
                  </a:lnTo>
                  <a:lnTo>
                    <a:pt x="3996" y="44865"/>
                  </a:lnTo>
                  <a:lnTo>
                    <a:pt x="4367" y="43959"/>
                  </a:lnTo>
                  <a:lnTo>
                    <a:pt x="4697" y="43053"/>
                  </a:lnTo>
                  <a:lnTo>
                    <a:pt x="4944" y="42146"/>
                  </a:lnTo>
                  <a:lnTo>
                    <a:pt x="4944" y="42146"/>
                  </a:lnTo>
                  <a:lnTo>
                    <a:pt x="5273" y="40746"/>
                  </a:lnTo>
                  <a:lnTo>
                    <a:pt x="5562" y="39304"/>
                  </a:lnTo>
                  <a:lnTo>
                    <a:pt x="5809" y="37903"/>
                  </a:lnTo>
                  <a:lnTo>
                    <a:pt x="5974" y="36461"/>
                  </a:lnTo>
                  <a:lnTo>
                    <a:pt x="6097" y="35019"/>
                  </a:lnTo>
                  <a:lnTo>
                    <a:pt x="6180" y="33577"/>
                  </a:lnTo>
                  <a:lnTo>
                    <a:pt x="6303" y="30693"/>
                  </a:lnTo>
                  <a:lnTo>
                    <a:pt x="6303" y="30693"/>
                  </a:lnTo>
                  <a:lnTo>
                    <a:pt x="6345" y="27603"/>
                  </a:lnTo>
                  <a:lnTo>
                    <a:pt x="6303" y="24514"/>
                  </a:lnTo>
                  <a:lnTo>
                    <a:pt x="6180" y="21383"/>
                  </a:lnTo>
                  <a:lnTo>
                    <a:pt x="6015" y="18293"/>
                  </a:lnTo>
                  <a:lnTo>
                    <a:pt x="5809" y="15203"/>
                  </a:lnTo>
                  <a:lnTo>
                    <a:pt x="5521" y="12154"/>
                  </a:lnTo>
                  <a:lnTo>
                    <a:pt x="5191" y="9064"/>
                  </a:lnTo>
                  <a:lnTo>
                    <a:pt x="4861" y="5975"/>
                  </a:lnTo>
                  <a:lnTo>
                    <a:pt x="4861" y="5975"/>
                  </a:lnTo>
                  <a:lnTo>
                    <a:pt x="4532" y="3214"/>
                  </a:lnTo>
                  <a:lnTo>
                    <a:pt x="4120" y="413"/>
                  </a:lnTo>
                  <a:lnTo>
                    <a:pt x="4120" y="413"/>
                  </a:lnTo>
                  <a:lnTo>
                    <a:pt x="4120" y="330"/>
                  </a:lnTo>
                  <a:lnTo>
                    <a:pt x="4079" y="207"/>
                  </a:lnTo>
                  <a:lnTo>
                    <a:pt x="3914" y="83"/>
                  </a:lnTo>
                  <a:lnTo>
                    <a:pt x="3749" y="1"/>
                  </a:lnTo>
                  <a:lnTo>
                    <a:pt x="3543" y="1"/>
                  </a:lnTo>
                  <a:lnTo>
                    <a:pt x="3337" y="83"/>
                  </a:lnTo>
                  <a:lnTo>
                    <a:pt x="3214" y="207"/>
                  </a:lnTo>
                  <a:lnTo>
                    <a:pt x="3090" y="372"/>
                  </a:lnTo>
                  <a:lnTo>
                    <a:pt x="3090" y="495"/>
                  </a:lnTo>
                  <a:lnTo>
                    <a:pt x="3090" y="61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3"/>
            <p:cNvSpPr/>
            <p:nvPr/>
          </p:nvSpPr>
          <p:spPr>
            <a:xfrm>
              <a:off x="4517575" y="1386725"/>
              <a:ext cx="196725" cy="1200950"/>
            </a:xfrm>
            <a:custGeom>
              <a:rect b="b" l="l" r="r" t="t"/>
              <a:pathLst>
                <a:path extrusionOk="0" h="48038" w="7869">
                  <a:moveTo>
                    <a:pt x="6551" y="0"/>
                  </a:moveTo>
                  <a:lnTo>
                    <a:pt x="6345" y="83"/>
                  </a:lnTo>
                  <a:lnTo>
                    <a:pt x="6180" y="206"/>
                  </a:lnTo>
                  <a:lnTo>
                    <a:pt x="6097" y="371"/>
                  </a:lnTo>
                  <a:lnTo>
                    <a:pt x="6056" y="495"/>
                  </a:lnTo>
                  <a:lnTo>
                    <a:pt x="6056" y="618"/>
                  </a:lnTo>
                  <a:lnTo>
                    <a:pt x="6345" y="4326"/>
                  </a:lnTo>
                  <a:lnTo>
                    <a:pt x="6551" y="7993"/>
                  </a:lnTo>
                  <a:lnTo>
                    <a:pt x="6674" y="11700"/>
                  </a:lnTo>
                  <a:lnTo>
                    <a:pt x="6757" y="15408"/>
                  </a:lnTo>
                  <a:lnTo>
                    <a:pt x="6798" y="18663"/>
                  </a:lnTo>
                  <a:lnTo>
                    <a:pt x="6757" y="21876"/>
                  </a:lnTo>
                  <a:lnTo>
                    <a:pt x="6674" y="25090"/>
                  </a:lnTo>
                  <a:lnTo>
                    <a:pt x="6509" y="28344"/>
                  </a:lnTo>
                  <a:lnTo>
                    <a:pt x="6262" y="31270"/>
                  </a:lnTo>
                  <a:lnTo>
                    <a:pt x="6139" y="32753"/>
                  </a:lnTo>
                  <a:lnTo>
                    <a:pt x="5933" y="34236"/>
                  </a:lnTo>
                  <a:lnTo>
                    <a:pt x="5727" y="35719"/>
                  </a:lnTo>
                  <a:lnTo>
                    <a:pt x="5479" y="37161"/>
                  </a:lnTo>
                  <a:lnTo>
                    <a:pt x="5191" y="38603"/>
                  </a:lnTo>
                  <a:lnTo>
                    <a:pt x="4820" y="40045"/>
                  </a:lnTo>
                  <a:lnTo>
                    <a:pt x="4573" y="41033"/>
                  </a:lnTo>
                  <a:lnTo>
                    <a:pt x="4244" y="42063"/>
                  </a:lnTo>
                  <a:lnTo>
                    <a:pt x="3832" y="43135"/>
                  </a:lnTo>
                  <a:lnTo>
                    <a:pt x="3626" y="43670"/>
                  </a:lnTo>
                  <a:lnTo>
                    <a:pt x="3378" y="44165"/>
                  </a:lnTo>
                  <a:lnTo>
                    <a:pt x="3090" y="44659"/>
                  </a:lnTo>
                  <a:lnTo>
                    <a:pt x="2802" y="45112"/>
                  </a:lnTo>
                  <a:lnTo>
                    <a:pt x="2472" y="45524"/>
                  </a:lnTo>
                  <a:lnTo>
                    <a:pt x="2101" y="45936"/>
                  </a:lnTo>
                  <a:lnTo>
                    <a:pt x="1730" y="46307"/>
                  </a:lnTo>
                  <a:lnTo>
                    <a:pt x="1277" y="46595"/>
                  </a:lnTo>
                  <a:lnTo>
                    <a:pt x="824" y="46842"/>
                  </a:lnTo>
                  <a:lnTo>
                    <a:pt x="330" y="47048"/>
                  </a:lnTo>
                  <a:lnTo>
                    <a:pt x="206" y="47090"/>
                  </a:lnTo>
                  <a:lnTo>
                    <a:pt x="124" y="47172"/>
                  </a:lnTo>
                  <a:lnTo>
                    <a:pt x="41" y="47296"/>
                  </a:lnTo>
                  <a:lnTo>
                    <a:pt x="0" y="47502"/>
                  </a:lnTo>
                  <a:lnTo>
                    <a:pt x="82" y="47666"/>
                  </a:lnTo>
                  <a:lnTo>
                    <a:pt x="165" y="47831"/>
                  </a:lnTo>
                  <a:lnTo>
                    <a:pt x="330" y="47955"/>
                  </a:lnTo>
                  <a:lnTo>
                    <a:pt x="536" y="48037"/>
                  </a:lnTo>
                  <a:lnTo>
                    <a:pt x="783" y="47996"/>
                  </a:lnTo>
                  <a:lnTo>
                    <a:pt x="1236" y="47831"/>
                  </a:lnTo>
                  <a:lnTo>
                    <a:pt x="1648" y="47625"/>
                  </a:lnTo>
                  <a:lnTo>
                    <a:pt x="2060" y="47378"/>
                  </a:lnTo>
                  <a:lnTo>
                    <a:pt x="2431" y="47090"/>
                  </a:lnTo>
                  <a:lnTo>
                    <a:pt x="2760" y="46760"/>
                  </a:lnTo>
                  <a:lnTo>
                    <a:pt x="3090" y="46430"/>
                  </a:lnTo>
                  <a:lnTo>
                    <a:pt x="3378" y="46018"/>
                  </a:lnTo>
                  <a:lnTo>
                    <a:pt x="3667" y="45648"/>
                  </a:lnTo>
                  <a:lnTo>
                    <a:pt x="4202" y="44782"/>
                  </a:lnTo>
                  <a:lnTo>
                    <a:pt x="4614" y="43917"/>
                  </a:lnTo>
                  <a:lnTo>
                    <a:pt x="4985" y="43011"/>
                  </a:lnTo>
                  <a:lnTo>
                    <a:pt x="5315" y="42146"/>
                  </a:lnTo>
                  <a:lnTo>
                    <a:pt x="5727" y="40745"/>
                  </a:lnTo>
                  <a:lnTo>
                    <a:pt x="6097" y="39344"/>
                  </a:lnTo>
                  <a:lnTo>
                    <a:pt x="6427" y="37902"/>
                  </a:lnTo>
                  <a:lnTo>
                    <a:pt x="6674" y="36502"/>
                  </a:lnTo>
                  <a:lnTo>
                    <a:pt x="6921" y="35019"/>
                  </a:lnTo>
                  <a:lnTo>
                    <a:pt x="7086" y="33577"/>
                  </a:lnTo>
                  <a:lnTo>
                    <a:pt x="7375" y="30693"/>
                  </a:lnTo>
                  <a:lnTo>
                    <a:pt x="7581" y="27603"/>
                  </a:lnTo>
                  <a:lnTo>
                    <a:pt x="7745" y="24554"/>
                  </a:lnTo>
                  <a:lnTo>
                    <a:pt x="7828" y="21464"/>
                  </a:lnTo>
                  <a:lnTo>
                    <a:pt x="7869" y="18375"/>
                  </a:lnTo>
                  <a:lnTo>
                    <a:pt x="7828" y="15285"/>
                  </a:lnTo>
                  <a:lnTo>
                    <a:pt x="7745" y="12195"/>
                  </a:lnTo>
                  <a:lnTo>
                    <a:pt x="7622" y="9146"/>
                  </a:lnTo>
                  <a:lnTo>
                    <a:pt x="7457" y="6056"/>
                  </a:lnTo>
                  <a:lnTo>
                    <a:pt x="7292" y="3255"/>
                  </a:lnTo>
                  <a:lnTo>
                    <a:pt x="7086" y="453"/>
                  </a:lnTo>
                  <a:lnTo>
                    <a:pt x="7086" y="330"/>
                  </a:lnTo>
                  <a:lnTo>
                    <a:pt x="7045" y="206"/>
                  </a:lnTo>
                  <a:lnTo>
                    <a:pt x="6880" y="83"/>
                  </a:lnTo>
                  <a:lnTo>
                    <a:pt x="6715" y="0"/>
                  </a:lnTo>
                  <a:close/>
                </a:path>
              </a:pathLst>
            </a:custGeom>
            <a:solidFill>
              <a:srgbClr val="E08D32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3"/>
            <p:cNvSpPr/>
            <p:nvPr/>
          </p:nvSpPr>
          <p:spPr>
            <a:xfrm>
              <a:off x="4517575" y="1386725"/>
              <a:ext cx="196725" cy="1200950"/>
            </a:xfrm>
            <a:custGeom>
              <a:rect b="b" l="l" r="r" t="t"/>
              <a:pathLst>
                <a:path extrusionOk="0" fill="none" h="48038" w="7869">
                  <a:moveTo>
                    <a:pt x="6056" y="618"/>
                  </a:moveTo>
                  <a:lnTo>
                    <a:pt x="6056" y="618"/>
                  </a:lnTo>
                  <a:lnTo>
                    <a:pt x="6345" y="4326"/>
                  </a:lnTo>
                  <a:lnTo>
                    <a:pt x="6551" y="7993"/>
                  </a:lnTo>
                  <a:lnTo>
                    <a:pt x="6674" y="11700"/>
                  </a:lnTo>
                  <a:lnTo>
                    <a:pt x="6757" y="15408"/>
                  </a:lnTo>
                  <a:lnTo>
                    <a:pt x="6757" y="15408"/>
                  </a:lnTo>
                  <a:lnTo>
                    <a:pt x="6798" y="18663"/>
                  </a:lnTo>
                  <a:lnTo>
                    <a:pt x="6757" y="21876"/>
                  </a:lnTo>
                  <a:lnTo>
                    <a:pt x="6674" y="25090"/>
                  </a:lnTo>
                  <a:lnTo>
                    <a:pt x="6509" y="28344"/>
                  </a:lnTo>
                  <a:lnTo>
                    <a:pt x="6509" y="28344"/>
                  </a:lnTo>
                  <a:lnTo>
                    <a:pt x="6262" y="31270"/>
                  </a:lnTo>
                  <a:lnTo>
                    <a:pt x="6139" y="32753"/>
                  </a:lnTo>
                  <a:lnTo>
                    <a:pt x="5933" y="34236"/>
                  </a:lnTo>
                  <a:lnTo>
                    <a:pt x="5727" y="35719"/>
                  </a:lnTo>
                  <a:lnTo>
                    <a:pt x="5479" y="37161"/>
                  </a:lnTo>
                  <a:lnTo>
                    <a:pt x="5191" y="38603"/>
                  </a:lnTo>
                  <a:lnTo>
                    <a:pt x="4820" y="40045"/>
                  </a:lnTo>
                  <a:lnTo>
                    <a:pt x="4820" y="40045"/>
                  </a:lnTo>
                  <a:lnTo>
                    <a:pt x="4573" y="41033"/>
                  </a:lnTo>
                  <a:lnTo>
                    <a:pt x="4244" y="42063"/>
                  </a:lnTo>
                  <a:lnTo>
                    <a:pt x="3832" y="43135"/>
                  </a:lnTo>
                  <a:lnTo>
                    <a:pt x="3626" y="43670"/>
                  </a:lnTo>
                  <a:lnTo>
                    <a:pt x="3378" y="44165"/>
                  </a:lnTo>
                  <a:lnTo>
                    <a:pt x="3090" y="44659"/>
                  </a:lnTo>
                  <a:lnTo>
                    <a:pt x="2802" y="45112"/>
                  </a:lnTo>
                  <a:lnTo>
                    <a:pt x="2472" y="45524"/>
                  </a:lnTo>
                  <a:lnTo>
                    <a:pt x="2101" y="45936"/>
                  </a:lnTo>
                  <a:lnTo>
                    <a:pt x="1730" y="46307"/>
                  </a:lnTo>
                  <a:lnTo>
                    <a:pt x="1277" y="46595"/>
                  </a:lnTo>
                  <a:lnTo>
                    <a:pt x="824" y="46842"/>
                  </a:lnTo>
                  <a:lnTo>
                    <a:pt x="330" y="47048"/>
                  </a:lnTo>
                  <a:lnTo>
                    <a:pt x="330" y="47048"/>
                  </a:lnTo>
                  <a:lnTo>
                    <a:pt x="206" y="47090"/>
                  </a:lnTo>
                  <a:lnTo>
                    <a:pt x="124" y="47172"/>
                  </a:lnTo>
                  <a:lnTo>
                    <a:pt x="41" y="47296"/>
                  </a:lnTo>
                  <a:lnTo>
                    <a:pt x="0" y="47502"/>
                  </a:lnTo>
                  <a:lnTo>
                    <a:pt x="82" y="47666"/>
                  </a:lnTo>
                  <a:lnTo>
                    <a:pt x="165" y="47831"/>
                  </a:lnTo>
                  <a:lnTo>
                    <a:pt x="330" y="47955"/>
                  </a:lnTo>
                  <a:lnTo>
                    <a:pt x="536" y="48037"/>
                  </a:lnTo>
                  <a:lnTo>
                    <a:pt x="783" y="47996"/>
                  </a:lnTo>
                  <a:lnTo>
                    <a:pt x="783" y="47996"/>
                  </a:lnTo>
                  <a:lnTo>
                    <a:pt x="1236" y="47831"/>
                  </a:lnTo>
                  <a:lnTo>
                    <a:pt x="1648" y="47625"/>
                  </a:lnTo>
                  <a:lnTo>
                    <a:pt x="2060" y="47378"/>
                  </a:lnTo>
                  <a:lnTo>
                    <a:pt x="2431" y="47090"/>
                  </a:lnTo>
                  <a:lnTo>
                    <a:pt x="2760" y="46760"/>
                  </a:lnTo>
                  <a:lnTo>
                    <a:pt x="3090" y="46430"/>
                  </a:lnTo>
                  <a:lnTo>
                    <a:pt x="3378" y="46018"/>
                  </a:lnTo>
                  <a:lnTo>
                    <a:pt x="3667" y="45648"/>
                  </a:lnTo>
                  <a:lnTo>
                    <a:pt x="4202" y="44782"/>
                  </a:lnTo>
                  <a:lnTo>
                    <a:pt x="4614" y="43917"/>
                  </a:lnTo>
                  <a:lnTo>
                    <a:pt x="4985" y="43011"/>
                  </a:lnTo>
                  <a:lnTo>
                    <a:pt x="5315" y="42146"/>
                  </a:lnTo>
                  <a:lnTo>
                    <a:pt x="5315" y="42146"/>
                  </a:lnTo>
                  <a:lnTo>
                    <a:pt x="5727" y="40745"/>
                  </a:lnTo>
                  <a:lnTo>
                    <a:pt x="6097" y="39344"/>
                  </a:lnTo>
                  <a:lnTo>
                    <a:pt x="6427" y="37902"/>
                  </a:lnTo>
                  <a:lnTo>
                    <a:pt x="6674" y="36502"/>
                  </a:lnTo>
                  <a:lnTo>
                    <a:pt x="6921" y="35019"/>
                  </a:lnTo>
                  <a:lnTo>
                    <a:pt x="7086" y="33577"/>
                  </a:lnTo>
                  <a:lnTo>
                    <a:pt x="7375" y="30693"/>
                  </a:lnTo>
                  <a:lnTo>
                    <a:pt x="7375" y="30693"/>
                  </a:lnTo>
                  <a:lnTo>
                    <a:pt x="7581" y="27603"/>
                  </a:lnTo>
                  <a:lnTo>
                    <a:pt x="7745" y="24554"/>
                  </a:lnTo>
                  <a:lnTo>
                    <a:pt x="7828" y="21464"/>
                  </a:lnTo>
                  <a:lnTo>
                    <a:pt x="7869" y="18375"/>
                  </a:lnTo>
                  <a:lnTo>
                    <a:pt x="7828" y="15285"/>
                  </a:lnTo>
                  <a:lnTo>
                    <a:pt x="7745" y="12195"/>
                  </a:lnTo>
                  <a:lnTo>
                    <a:pt x="7622" y="9146"/>
                  </a:lnTo>
                  <a:lnTo>
                    <a:pt x="7457" y="6056"/>
                  </a:lnTo>
                  <a:lnTo>
                    <a:pt x="7457" y="6056"/>
                  </a:lnTo>
                  <a:lnTo>
                    <a:pt x="7292" y="3255"/>
                  </a:lnTo>
                  <a:lnTo>
                    <a:pt x="7086" y="453"/>
                  </a:lnTo>
                  <a:lnTo>
                    <a:pt x="7086" y="453"/>
                  </a:lnTo>
                  <a:lnTo>
                    <a:pt x="7086" y="330"/>
                  </a:lnTo>
                  <a:lnTo>
                    <a:pt x="7045" y="206"/>
                  </a:lnTo>
                  <a:lnTo>
                    <a:pt x="6880" y="83"/>
                  </a:lnTo>
                  <a:lnTo>
                    <a:pt x="6715" y="0"/>
                  </a:lnTo>
                  <a:lnTo>
                    <a:pt x="6551" y="0"/>
                  </a:lnTo>
                  <a:lnTo>
                    <a:pt x="6345" y="83"/>
                  </a:lnTo>
                  <a:lnTo>
                    <a:pt x="6180" y="206"/>
                  </a:lnTo>
                  <a:lnTo>
                    <a:pt x="6097" y="371"/>
                  </a:lnTo>
                  <a:lnTo>
                    <a:pt x="6056" y="495"/>
                  </a:lnTo>
                  <a:lnTo>
                    <a:pt x="6056" y="61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3"/>
            <p:cNvSpPr/>
            <p:nvPr/>
          </p:nvSpPr>
          <p:spPr>
            <a:xfrm>
              <a:off x="4408400" y="1384650"/>
              <a:ext cx="253375" cy="1183450"/>
            </a:xfrm>
            <a:custGeom>
              <a:rect b="b" l="l" r="r" t="t"/>
              <a:pathLst>
                <a:path extrusionOk="0" h="47338" w="10135">
                  <a:moveTo>
                    <a:pt x="9599" y="1"/>
                  </a:moveTo>
                  <a:lnTo>
                    <a:pt x="9393" y="42"/>
                  </a:lnTo>
                  <a:lnTo>
                    <a:pt x="9228" y="124"/>
                  </a:lnTo>
                  <a:lnTo>
                    <a:pt x="9105" y="248"/>
                  </a:lnTo>
                  <a:lnTo>
                    <a:pt x="9064" y="372"/>
                  </a:lnTo>
                  <a:lnTo>
                    <a:pt x="9064" y="454"/>
                  </a:lnTo>
                  <a:lnTo>
                    <a:pt x="8940" y="4079"/>
                  </a:lnTo>
                  <a:lnTo>
                    <a:pt x="8775" y="7705"/>
                  </a:lnTo>
                  <a:lnTo>
                    <a:pt x="8569" y="11330"/>
                  </a:lnTo>
                  <a:lnTo>
                    <a:pt x="8322" y="14956"/>
                  </a:lnTo>
                  <a:lnTo>
                    <a:pt x="8034" y="18128"/>
                  </a:lnTo>
                  <a:lnTo>
                    <a:pt x="7745" y="21341"/>
                  </a:lnTo>
                  <a:lnTo>
                    <a:pt x="7375" y="24514"/>
                  </a:lnTo>
                  <a:lnTo>
                    <a:pt x="6963" y="27686"/>
                  </a:lnTo>
                  <a:lnTo>
                    <a:pt x="6509" y="30611"/>
                  </a:lnTo>
                  <a:lnTo>
                    <a:pt x="6262" y="32094"/>
                  </a:lnTo>
                  <a:lnTo>
                    <a:pt x="5974" y="33536"/>
                  </a:lnTo>
                  <a:lnTo>
                    <a:pt x="5685" y="34978"/>
                  </a:lnTo>
                  <a:lnTo>
                    <a:pt x="5356" y="36461"/>
                  </a:lnTo>
                  <a:lnTo>
                    <a:pt x="4944" y="37903"/>
                  </a:lnTo>
                  <a:lnTo>
                    <a:pt x="4532" y="39304"/>
                  </a:lnTo>
                  <a:lnTo>
                    <a:pt x="4161" y="40498"/>
                  </a:lnTo>
                  <a:lnTo>
                    <a:pt x="3708" y="41693"/>
                  </a:lnTo>
                  <a:lnTo>
                    <a:pt x="3214" y="42847"/>
                  </a:lnTo>
                  <a:lnTo>
                    <a:pt x="2925" y="43424"/>
                  </a:lnTo>
                  <a:lnTo>
                    <a:pt x="2637" y="43959"/>
                  </a:lnTo>
                  <a:lnTo>
                    <a:pt x="2184" y="44659"/>
                  </a:lnTo>
                  <a:lnTo>
                    <a:pt x="1936" y="45030"/>
                  </a:lnTo>
                  <a:lnTo>
                    <a:pt x="1648" y="45319"/>
                  </a:lnTo>
                  <a:lnTo>
                    <a:pt x="1360" y="45648"/>
                  </a:lnTo>
                  <a:lnTo>
                    <a:pt x="1030" y="45895"/>
                  </a:lnTo>
                  <a:lnTo>
                    <a:pt x="700" y="46143"/>
                  </a:lnTo>
                  <a:lnTo>
                    <a:pt x="288" y="46307"/>
                  </a:lnTo>
                  <a:lnTo>
                    <a:pt x="206" y="46390"/>
                  </a:lnTo>
                  <a:lnTo>
                    <a:pt x="124" y="46431"/>
                  </a:lnTo>
                  <a:lnTo>
                    <a:pt x="0" y="46637"/>
                  </a:lnTo>
                  <a:lnTo>
                    <a:pt x="0" y="46802"/>
                  </a:lnTo>
                  <a:lnTo>
                    <a:pt x="41" y="47008"/>
                  </a:lnTo>
                  <a:lnTo>
                    <a:pt x="165" y="47173"/>
                  </a:lnTo>
                  <a:lnTo>
                    <a:pt x="330" y="47296"/>
                  </a:lnTo>
                  <a:lnTo>
                    <a:pt x="536" y="47337"/>
                  </a:lnTo>
                  <a:lnTo>
                    <a:pt x="618" y="47296"/>
                  </a:lnTo>
                  <a:lnTo>
                    <a:pt x="742" y="47296"/>
                  </a:lnTo>
                  <a:lnTo>
                    <a:pt x="1154" y="47090"/>
                  </a:lnTo>
                  <a:lnTo>
                    <a:pt x="1566" y="46843"/>
                  </a:lnTo>
                  <a:lnTo>
                    <a:pt x="1895" y="46596"/>
                  </a:lnTo>
                  <a:lnTo>
                    <a:pt x="2266" y="46266"/>
                  </a:lnTo>
                  <a:lnTo>
                    <a:pt x="2596" y="45937"/>
                  </a:lnTo>
                  <a:lnTo>
                    <a:pt x="2884" y="45566"/>
                  </a:lnTo>
                  <a:lnTo>
                    <a:pt x="3172" y="45195"/>
                  </a:lnTo>
                  <a:lnTo>
                    <a:pt x="3420" y="44783"/>
                  </a:lnTo>
                  <a:lnTo>
                    <a:pt x="3873" y="43959"/>
                  </a:lnTo>
                  <a:lnTo>
                    <a:pt x="4285" y="43094"/>
                  </a:lnTo>
                  <a:lnTo>
                    <a:pt x="4655" y="42229"/>
                  </a:lnTo>
                  <a:lnTo>
                    <a:pt x="4944" y="41405"/>
                  </a:lnTo>
                  <a:lnTo>
                    <a:pt x="5438" y="40045"/>
                  </a:lnTo>
                  <a:lnTo>
                    <a:pt x="5850" y="38686"/>
                  </a:lnTo>
                  <a:lnTo>
                    <a:pt x="6221" y="37285"/>
                  </a:lnTo>
                  <a:lnTo>
                    <a:pt x="6551" y="35884"/>
                  </a:lnTo>
                  <a:lnTo>
                    <a:pt x="6839" y="34484"/>
                  </a:lnTo>
                  <a:lnTo>
                    <a:pt x="7127" y="33083"/>
                  </a:lnTo>
                  <a:lnTo>
                    <a:pt x="7622" y="30281"/>
                  </a:lnTo>
                  <a:lnTo>
                    <a:pt x="8075" y="27274"/>
                  </a:lnTo>
                  <a:lnTo>
                    <a:pt x="8487" y="24266"/>
                  </a:lnTo>
                  <a:lnTo>
                    <a:pt x="8816" y="21259"/>
                  </a:lnTo>
                  <a:lnTo>
                    <a:pt x="9105" y="18210"/>
                  </a:lnTo>
                  <a:lnTo>
                    <a:pt x="9352" y="15162"/>
                  </a:lnTo>
                  <a:lnTo>
                    <a:pt x="9599" y="12154"/>
                  </a:lnTo>
                  <a:lnTo>
                    <a:pt x="9764" y="9106"/>
                  </a:lnTo>
                  <a:lnTo>
                    <a:pt x="9929" y="6098"/>
                  </a:lnTo>
                  <a:lnTo>
                    <a:pt x="10052" y="3338"/>
                  </a:lnTo>
                  <a:lnTo>
                    <a:pt x="10135" y="578"/>
                  </a:lnTo>
                  <a:lnTo>
                    <a:pt x="10094" y="454"/>
                  </a:lnTo>
                  <a:lnTo>
                    <a:pt x="10094" y="372"/>
                  </a:lnTo>
                  <a:lnTo>
                    <a:pt x="9970" y="166"/>
                  </a:lnTo>
                  <a:lnTo>
                    <a:pt x="9805" y="83"/>
                  </a:lnTo>
                  <a:lnTo>
                    <a:pt x="9599" y="1"/>
                  </a:lnTo>
                  <a:close/>
                </a:path>
              </a:pathLst>
            </a:custGeom>
            <a:solidFill>
              <a:srgbClr val="E08D32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3"/>
            <p:cNvSpPr/>
            <p:nvPr/>
          </p:nvSpPr>
          <p:spPr>
            <a:xfrm>
              <a:off x="4408400" y="1384650"/>
              <a:ext cx="253375" cy="1183450"/>
            </a:xfrm>
            <a:custGeom>
              <a:rect b="b" l="l" r="r" t="t"/>
              <a:pathLst>
                <a:path extrusionOk="0" fill="none" h="47338" w="10135">
                  <a:moveTo>
                    <a:pt x="9064" y="454"/>
                  </a:moveTo>
                  <a:lnTo>
                    <a:pt x="9064" y="454"/>
                  </a:lnTo>
                  <a:lnTo>
                    <a:pt x="8940" y="4079"/>
                  </a:lnTo>
                  <a:lnTo>
                    <a:pt x="8775" y="7705"/>
                  </a:lnTo>
                  <a:lnTo>
                    <a:pt x="8569" y="11330"/>
                  </a:lnTo>
                  <a:lnTo>
                    <a:pt x="8322" y="14956"/>
                  </a:lnTo>
                  <a:lnTo>
                    <a:pt x="8322" y="14956"/>
                  </a:lnTo>
                  <a:lnTo>
                    <a:pt x="8034" y="18128"/>
                  </a:lnTo>
                  <a:lnTo>
                    <a:pt x="7745" y="21341"/>
                  </a:lnTo>
                  <a:lnTo>
                    <a:pt x="7375" y="24514"/>
                  </a:lnTo>
                  <a:lnTo>
                    <a:pt x="6963" y="27686"/>
                  </a:lnTo>
                  <a:lnTo>
                    <a:pt x="6963" y="27686"/>
                  </a:lnTo>
                  <a:lnTo>
                    <a:pt x="6509" y="30611"/>
                  </a:lnTo>
                  <a:lnTo>
                    <a:pt x="6262" y="32094"/>
                  </a:lnTo>
                  <a:lnTo>
                    <a:pt x="5974" y="33536"/>
                  </a:lnTo>
                  <a:lnTo>
                    <a:pt x="5685" y="34978"/>
                  </a:lnTo>
                  <a:lnTo>
                    <a:pt x="5356" y="36461"/>
                  </a:lnTo>
                  <a:lnTo>
                    <a:pt x="4944" y="37903"/>
                  </a:lnTo>
                  <a:lnTo>
                    <a:pt x="4532" y="39304"/>
                  </a:lnTo>
                  <a:lnTo>
                    <a:pt x="4532" y="39304"/>
                  </a:lnTo>
                  <a:lnTo>
                    <a:pt x="4161" y="40498"/>
                  </a:lnTo>
                  <a:lnTo>
                    <a:pt x="3708" y="41693"/>
                  </a:lnTo>
                  <a:lnTo>
                    <a:pt x="3214" y="42847"/>
                  </a:lnTo>
                  <a:lnTo>
                    <a:pt x="2925" y="43424"/>
                  </a:lnTo>
                  <a:lnTo>
                    <a:pt x="2637" y="43959"/>
                  </a:lnTo>
                  <a:lnTo>
                    <a:pt x="2637" y="43959"/>
                  </a:lnTo>
                  <a:lnTo>
                    <a:pt x="2184" y="44659"/>
                  </a:lnTo>
                  <a:lnTo>
                    <a:pt x="1936" y="45030"/>
                  </a:lnTo>
                  <a:lnTo>
                    <a:pt x="1648" y="45319"/>
                  </a:lnTo>
                  <a:lnTo>
                    <a:pt x="1360" y="45648"/>
                  </a:lnTo>
                  <a:lnTo>
                    <a:pt x="1030" y="45895"/>
                  </a:lnTo>
                  <a:lnTo>
                    <a:pt x="700" y="46143"/>
                  </a:lnTo>
                  <a:lnTo>
                    <a:pt x="288" y="46307"/>
                  </a:lnTo>
                  <a:lnTo>
                    <a:pt x="288" y="46307"/>
                  </a:lnTo>
                  <a:lnTo>
                    <a:pt x="206" y="46390"/>
                  </a:lnTo>
                  <a:lnTo>
                    <a:pt x="124" y="46431"/>
                  </a:lnTo>
                  <a:lnTo>
                    <a:pt x="0" y="46637"/>
                  </a:lnTo>
                  <a:lnTo>
                    <a:pt x="0" y="46802"/>
                  </a:lnTo>
                  <a:lnTo>
                    <a:pt x="41" y="47008"/>
                  </a:lnTo>
                  <a:lnTo>
                    <a:pt x="165" y="47173"/>
                  </a:lnTo>
                  <a:lnTo>
                    <a:pt x="330" y="47296"/>
                  </a:lnTo>
                  <a:lnTo>
                    <a:pt x="536" y="47337"/>
                  </a:lnTo>
                  <a:lnTo>
                    <a:pt x="618" y="47296"/>
                  </a:lnTo>
                  <a:lnTo>
                    <a:pt x="742" y="47296"/>
                  </a:lnTo>
                  <a:lnTo>
                    <a:pt x="742" y="47296"/>
                  </a:lnTo>
                  <a:lnTo>
                    <a:pt x="1154" y="47090"/>
                  </a:lnTo>
                  <a:lnTo>
                    <a:pt x="1566" y="46843"/>
                  </a:lnTo>
                  <a:lnTo>
                    <a:pt x="1895" y="46596"/>
                  </a:lnTo>
                  <a:lnTo>
                    <a:pt x="2266" y="46266"/>
                  </a:lnTo>
                  <a:lnTo>
                    <a:pt x="2596" y="45937"/>
                  </a:lnTo>
                  <a:lnTo>
                    <a:pt x="2884" y="45566"/>
                  </a:lnTo>
                  <a:lnTo>
                    <a:pt x="3172" y="45195"/>
                  </a:lnTo>
                  <a:lnTo>
                    <a:pt x="3420" y="44783"/>
                  </a:lnTo>
                  <a:lnTo>
                    <a:pt x="3873" y="43959"/>
                  </a:lnTo>
                  <a:lnTo>
                    <a:pt x="4285" y="43094"/>
                  </a:lnTo>
                  <a:lnTo>
                    <a:pt x="4655" y="42229"/>
                  </a:lnTo>
                  <a:lnTo>
                    <a:pt x="4944" y="41405"/>
                  </a:lnTo>
                  <a:lnTo>
                    <a:pt x="4944" y="41405"/>
                  </a:lnTo>
                  <a:lnTo>
                    <a:pt x="5438" y="40045"/>
                  </a:lnTo>
                  <a:lnTo>
                    <a:pt x="5850" y="38686"/>
                  </a:lnTo>
                  <a:lnTo>
                    <a:pt x="6221" y="37285"/>
                  </a:lnTo>
                  <a:lnTo>
                    <a:pt x="6551" y="35884"/>
                  </a:lnTo>
                  <a:lnTo>
                    <a:pt x="6839" y="34484"/>
                  </a:lnTo>
                  <a:lnTo>
                    <a:pt x="7127" y="33083"/>
                  </a:lnTo>
                  <a:lnTo>
                    <a:pt x="7622" y="30281"/>
                  </a:lnTo>
                  <a:lnTo>
                    <a:pt x="7622" y="30281"/>
                  </a:lnTo>
                  <a:lnTo>
                    <a:pt x="8075" y="27274"/>
                  </a:lnTo>
                  <a:lnTo>
                    <a:pt x="8487" y="24266"/>
                  </a:lnTo>
                  <a:lnTo>
                    <a:pt x="8816" y="21259"/>
                  </a:lnTo>
                  <a:lnTo>
                    <a:pt x="9105" y="18210"/>
                  </a:lnTo>
                  <a:lnTo>
                    <a:pt x="9352" y="15162"/>
                  </a:lnTo>
                  <a:lnTo>
                    <a:pt x="9599" y="12154"/>
                  </a:lnTo>
                  <a:lnTo>
                    <a:pt x="9764" y="9106"/>
                  </a:lnTo>
                  <a:lnTo>
                    <a:pt x="9929" y="6098"/>
                  </a:lnTo>
                  <a:lnTo>
                    <a:pt x="9929" y="6098"/>
                  </a:lnTo>
                  <a:lnTo>
                    <a:pt x="10052" y="3338"/>
                  </a:lnTo>
                  <a:lnTo>
                    <a:pt x="10135" y="578"/>
                  </a:lnTo>
                  <a:lnTo>
                    <a:pt x="10135" y="578"/>
                  </a:lnTo>
                  <a:lnTo>
                    <a:pt x="10094" y="454"/>
                  </a:lnTo>
                  <a:lnTo>
                    <a:pt x="10094" y="372"/>
                  </a:lnTo>
                  <a:lnTo>
                    <a:pt x="9970" y="166"/>
                  </a:lnTo>
                  <a:lnTo>
                    <a:pt x="9805" y="83"/>
                  </a:lnTo>
                  <a:lnTo>
                    <a:pt x="9599" y="1"/>
                  </a:lnTo>
                  <a:lnTo>
                    <a:pt x="9393" y="42"/>
                  </a:lnTo>
                  <a:lnTo>
                    <a:pt x="9228" y="124"/>
                  </a:lnTo>
                  <a:lnTo>
                    <a:pt x="9105" y="248"/>
                  </a:lnTo>
                  <a:lnTo>
                    <a:pt x="9064" y="372"/>
                  </a:lnTo>
                  <a:lnTo>
                    <a:pt x="9064" y="45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3"/>
            <p:cNvSpPr/>
            <p:nvPr/>
          </p:nvSpPr>
          <p:spPr>
            <a:xfrm>
              <a:off x="4344525" y="1369200"/>
              <a:ext cx="229700" cy="1181375"/>
            </a:xfrm>
            <a:custGeom>
              <a:rect b="b" l="l" r="r" t="t"/>
              <a:pathLst>
                <a:path extrusionOk="0" h="47255" w="9188">
                  <a:moveTo>
                    <a:pt x="8611" y="1"/>
                  </a:moveTo>
                  <a:lnTo>
                    <a:pt x="8446" y="42"/>
                  </a:lnTo>
                  <a:lnTo>
                    <a:pt x="8282" y="166"/>
                  </a:lnTo>
                  <a:lnTo>
                    <a:pt x="8240" y="248"/>
                  </a:lnTo>
                  <a:lnTo>
                    <a:pt x="8199" y="372"/>
                  </a:lnTo>
                  <a:lnTo>
                    <a:pt x="7293" y="3874"/>
                  </a:lnTo>
                  <a:lnTo>
                    <a:pt x="6469" y="7417"/>
                  </a:lnTo>
                  <a:lnTo>
                    <a:pt x="4821" y="14503"/>
                  </a:lnTo>
                  <a:lnTo>
                    <a:pt x="3503" y="20559"/>
                  </a:lnTo>
                  <a:lnTo>
                    <a:pt x="2843" y="23566"/>
                  </a:lnTo>
                  <a:lnTo>
                    <a:pt x="2267" y="26615"/>
                  </a:lnTo>
                  <a:lnTo>
                    <a:pt x="1690" y="29622"/>
                  </a:lnTo>
                  <a:lnTo>
                    <a:pt x="1154" y="32671"/>
                  </a:lnTo>
                  <a:lnTo>
                    <a:pt x="701" y="35720"/>
                  </a:lnTo>
                  <a:lnTo>
                    <a:pt x="330" y="38809"/>
                  </a:lnTo>
                  <a:lnTo>
                    <a:pt x="207" y="40045"/>
                  </a:lnTo>
                  <a:lnTo>
                    <a:pt x="124" y="41281"/>
                  </a:lnTo>
                  <a:lnTo>
                    <a:pt x="42" y="42517"/>
                  </a:lnTo>
                  <a:lnTo>
                    <a:pt x="1" y="43753"/>
                  </a:lnTo>
                  <a:lnTo>
                    <a:pt x="42" y="44577"/>
                  </a:lnTo>
                  <a:lnTo>
                    <a:pt x="83" y="45401"/>
                  </a:lnTo>
                  <a:lnTo>
                    <a:pt x="124" y="45772"/>
                  </a:lnTo>
                  <a:lnTo>
                    <a:pt x="207" y="46184"/>
                  </a:lnTo>
                  <a:lnTo>
                    <a:pt x="330" y="46596"/>
                  </a:lnTo>
                  <a:lnTo>
                    <a:pt x="454" y="46967"/>
                  </a:lnTo>
                  <a:lnTo>
                    <a:pt x="495" y="47090"/>
                  </a:lnTo>
                  <a:lnTo>
                    <a:pt x="578" y="47173"/>
                  </a:lnTo>
                  <a:lnTo>
                    <a:pt x="742" y="47255"/>
                  </a:lnTo>
                  <a:lnTo>
                    <a:pt x="948" y="47255"/>
                  </a:lnTo>
                  <a:lnTo>
                    <a:pt x="1113" y="47214"/>
                  </a:lnTo>
                  <a:lnTo>
                    <a:pt x="1278" y="47131"/>
                  </a:lnTo>
                  <a:lnTo>
                    <a:pt x="1402" y="46967"/>
                  </a:lnTo>
                  <a:lnTo>
                    <a:pt x="1443" y="46761"/>
                  </a:lnTo>
                  <a:lnTo>
                    <a:pt x="1443" y="46637"/>
                  </a:lnTo>
                  <a:lnTo>
                    <a:pt x="1402" y="46513"/>
                  </a:lnTo>
                  <a:lnTo>
                    <a:pt x="1319" y="46225"/>
                  </a:lnTo>
                  <a:lnTo>
                    <a:pt x="1237" y="45937"/>
                  </a:lnTo>
                  <a:lnTo>
                    <a:pt x="1113" y="45277"/>
                  </a:lnTo>
                  <a:lnTo>
                    <a:pt x="1072" y="44618"/>
                  </a:lnTo>
                  <a:lnTo>
                    <a:pt x="1072" y="43959"/>
                  </a:lnTo>
                  <a:lnTo>
                    <a:pt x="1072" y="42888"/>
                  </a:lnTo>
                  <a:lnTo>
                    <a:pt x="1113" y="41858"/>
                  </a:lnTo>
                  <a:lnTo>
                    <a:pt x="1319" y="39757"/>
                  </a:lnTo>
                  <a:lnTo>
                    <a:pt x="1649" y="36914"/>
                  </a:lnTo>
                  <a:lnTo>
                    <a:pt x="2020" y="34072"/>
                  </a:lnTo>
                  <a:lnTo>
                    <a:pt x="2514" y="31270"/>
                  </a:lnTo>
                  <a:lnTo>
                    <a:pt x="3008" y="28469"/>
                  </a:lnTo>
                  <a:lnTo>
                    <a:pt x="3544" y="25585"/>
                  </a:lnTo>
                  <a:lnTo>
                    <a:pt x="4121" y="22742"/>
                  </a:lnTo>
                  <a:lnTo>
                    <a:pt x="5315" y="17016"/>
                  </a:lnTo>
                  <a:lnTo>
                    <a:pt x="6593" y="11372"/>
                  </a:lnTo>
                  <a:lnTo>
                    <a:pt x="7952" y="5686"/>
                  </a:lnTo>
                  <a:lnTo>
                    <a:pt x="9188" y="742"/>
                  </a:lnTo>
                  <a:lnTo>
                    <a:pt x="9188" y="495"/>
                  </a:lnTo>
                  <a:lnTo>
                    <a:pt x="9106" y="289"/>
                  </a:lnTo>
                  <a:lnTo>
                    <a:pt x="8982" y="166"/>
                  </a:lnTo>
                  <a:lnTo>
                    <a:pt x="8817" y="42"/>
                  </a:lnTo>
                  <a:lnTo>
                    <a:pt x="8611" y="1"/>
                  </a:lnTo>
                  <a:close/>
                </a:path>
              </a:pathLst>
            </a:custGeom>
            <a:solidFill>
              <a:srgbClr val="E08D32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3"/>
            <p:cNvSpPr/>
            <p:nvPr/>
          </p:nvSpPr>
          <p:spPr>
            <a:xfrm>
              <a:off x="4344525" y="1369200"/>
              <a:ext cx="229700" cy="1181375"/>
            </a:xfrm>
            <a:custGeom>
              <a:rect b="b" l="l" r="r" t="t"/>
              <a:pathLst>
                <a:path extrusionOk="0" fill="none" h="47255" w="9188">
                  <a:moveTo>
                    <a:pt x="8199" y="372"/>
                  </a:moveTo>
                  <a:lnTo>
                    <a:pt x="8199" y="372"/>
                  </a:lnTo>
                  <a:lnTo>
                    <a:pt x="7293" y="3874"/>
                  </a:lnTo>
                  <a:lnTo>
                    <a:pt x="6469" y="7417"/>
                  </a:lnTo>
                  <a:lnTo>
                    <a:pt x="4821" y="14503"/>
                  </a:lnTo>
                  <a:lnTo>
                    <a:pt x="4821" y="14503"/>
                  </a:lnTo>
                  <a:lnTo>
                    <a:pt x="3503" y="20559"/>
                  </a:lnTo>
                  <a:lnTo>
                    <a:pt x="2843" y="23566"/>
                  </a:lnTo>
                  <a:lnTo>
                    <a:pt x="2267" y="26615"/>
                  </a:lnTo>
                  <a:lnTo>
                    <a:pt x="1690" y="29622"/>
                  </a:lnTo>
                  <a:lnTo>
                    <a:pt x="1154" y="32671"/>
                  </a:lnTo>
                  <a:lnTo>
                    <a:pt x="701" y="35720"/>
                  </a:lnTo>
                  <a:lnTo>
                    <a:pt x="330" y="38809"/>
                  </a:lnTo>
                  <a:lnTo>
                    <a:pt x="330" y="38809"/>
                  </a:lnTo>
                  <a:lnTo>
                    <a:pt x="207" y="40045"/>
                  </a:lnTo>
                  <a:lnTo>
                    <a:pt x="124" y="41281"/>
                  </a:lnTo>
                  <a:lnTo>
                    <a:pt x="42" y="42517"/>
                  </a:lnTo>
                  <a:lnTo>
                    <a:pt x="1" y="43753"/>
                  </a:lnTo>
                  <a:lnTo>
                    <a:pt x="1" y="43753"/>
                  </a:lnTo>
                  <a:lnTo>
                    <a:pt x="42" y="44577"/>
                  </a:lnTo>
                  <a:lnTo>
                    <a:pt x="83" y="45401"/>
                  </a:lnTo>
                  <a:lnTo>
                    <a:pt x="124" y="45772"/>
                  </a:lnTo>
                  <a:lnTo>
                    <a:pt x="207" y="46184"/>
                  </a:lnTo>
                  <a:lnTo>
                    <a:pt x="330" y="46596"/>
                  </a:lnTo>
                  <a:lnTo>
                    <a:pt x="454" y="46967"/>
                  </a:lnTo>
                  <a:lnTo>
                    <a:pt x="454" y="46967"/>
                  </a:lnTo>
                  <a:lnTo>
                    <a:pt x="495" y="47090"/>
                  </a:lnTo>
                  <a:lnTo>
                    <a:pt x="578" y="47173"/>
                  </a:lnTo>
                  <a:lnTo>
                    <a:pt x="742" y="47255"/>
                  </a:lnTo>
                  <a:lnTo>
                    <a:pt x="948" y="47255"/>
                  </a:lnTo>
                  <a:lnTo>
                    <a:pt x="1113" y="47214"/>
                  </a:lnTo>
                  <a:lnTo>
                    <a:pt x="1278" y="47131"/>
                  </a:lnTo>
                  <a:lnTo>
                    <a:pt x="1402" y="46967"/>
                  </a:lnTo>
                  <a:lnTo>
                    <a:pt x="1443" y="46761"/>
                  </a:lnTo>
                  <a:lnTo>
                    <a:pt x="1443" y="46637"/>
                  </a:lnTo>
                  <a:lnTo>
                    <a:pt x="1402" y="46513"/>
                  </a:lnTo>
                  <a:lnTo>
                    <a:pt x="1402" y="46513"/>
                  </a:lnTo>
                  <a:lnTo>
                    <a:pt x="1319" y="46225"/>
                  </a:lnTo>
                  <a:lnTo>
                    <a:pt x="1237" y="45937"/>
                  </a:lnTo>
                  <a:lnTo>
                    <a:pt x="1113" y="45277"/>
                  </a:lnTo>
                  <a:lnTo>
                    <a:pt x="1072" y="44618"/>
                  </a:lnTo>
                  <a:lnTo>
                    <a:pt x="1072" y="43959"/>
                  </a:lnTo>
                  <a:lnTo>
                    <a:pt x="1072" y="43959"/>
                  </a:lnTo>
                  <a:lnTo>
                    <a:pt x="1072" y="42888"/>
                  </a:lnTo>
                  <a:lnTo>
                    <a:pt x="1113" y="41858"/>
                  </a:lnTo>
                  <a:lnTo>
                    <a:pt x="1319" y="39757"/>
                  </a:lnTo>
                  <a:lnTo>
                    <a:pt x="1319" y="39757"/>
                  </a:lnTo>
                  <a:lnTo>
                    <a:pt x="1649" y="36914"/>
                  </a:lnTo>
                  <a:lnTo>
                    <a:pt x="2020" y="34072"/>
                  </a:lnTo>
                  <a:lnTo>
                    <a:pt x="2514" y="31270"/>
                  </a:lnTo>
                  <a:lnTo>
                    <a:pt x="3008" y="28469"/>
                  </a:lnTo>
                  <a:lnTo>
                    <a:pt x="3008" y="28469"/>
                  </a:lnTo>
                  <a:lnTo>
                    <a:pt x="3544" y="25585"/>
                  </a:lnTo>
                  <a:lnTo>
                    <a:pt x="4121" y="22742"/>
                  </a:lnTo>
                  <a:lnTo>
                    <a:pt x="5315" y="17016"/>
                  </a:lnTo>
                  <a:lnTo>
                    <a:pt x="6593" y="11372"/>
                  </a:lnTo>
                  <a:lnTo>
                    <a:pt x="7952" y="5686"/>
                  </a:lnTo>
                  <a:lnTo>
                    <a:pt x="7952" y="5686"/>
                  </a:lnTo>
                  <a:lnTo>
                    <a:pt x="9188" y="742"/>
                  </a:lnTo>
                  <a:lnTo>
                    <a:pt x="9188" y="742"/>
                  </a:lnTo>
                  <a:lnTo>
                    <a:pt x="9188" y="495"/>
                  </a:lnTo>
                  <a:lnTo>
                    <a:pt x="9106" y="289"/>
                  </a:lnTo>
                  <a:lnTo>
                    <a:pt x="8982" y="166"/>
                  </a:lnTo>
                  <a:lnTo>
                    <a:pt x="8817" y="42"/>
                  </a:lnTo>
                  <a:lnTo>
                    <a:pt x="8611" y="1"/>
                  </a:lnTo>
                  <a:lnTo>
                    <a:pt x="8446" y="42"/>
                  </a:lnTo>
                  <a:lnTo>
                    <a:pt x="8282" y="166"/>
                  </a:lnTo>
                  <a:lnTo>
                    <a:pt x="8240" y="248"/>
                  </a:lnTo>
                  <a:lnTo>
                    <a:pt x="8199" y="37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3"/>
            <p:cNvSpPr/>
            <p:nvPr/>
          </p:nvSpPr>
          <p:spPr>
            <a:xfrm>
              <a:off x="4381600" y="1379500"/>
              <a:ext cx="234875" cy="1176225"/>
            </a:xfrm>
            <a:custGeom>
              <a:rect b="b" l="l" r="r" t="t"/>
              <a:pathLst>
                <a:path extrusionOk="0" h="47049" w="9395">
                  <a:moveTo>
                    <a:pt x="8900" y="1"/>
                  </a:moveTo>
                  <a:lnTo>
                    <a:pt x="8694" y="42"/>
                  </a:lnTo>
                  <a:lnTo>
                    <a:pt x="8529" y="124"/>
                  </a:lnTo>
                  <a:lnTo>
                    <a:pt x="8405" y="248"/>
                  </a:lnTo>
                  <a:lnTo>
                    <a:pt x="8364" y="372"/>
                  </a:lnTo>
                  <a:lnTo>
                    <a:pt x="8323" y="454"/>
                  </a:lnTo>
                  <a:lnTo>
                    <a:pt x="7499" y="7293"/>
                  </a:lnTo>
                  <a:lnTo>
                    <a:pt x="6593" y="14091"/>
                  </a:lnTo>
                  <a:lnTo>
                    <a:pt x="5727" y="20064"/>
                  </a:lnTo>
                  <a:lnTo>
                    <a:pt x="5274" y="23072"/>
                  </a:lnTo>
                  <a:lnTo>
                    <a:pt x="4821" y="26038"/>
                  </a:lnTo>
                  <a:lnTo>
                    <a:pt x="4327" y="29045"/>
                  </a:lnTo>
                  <a:lnTo>
                    <a:pt x="3791" y="32012"/>
                  </a:lnTo>
                  <a:lnTo>
                    <a:pt x="3214" y="34978"/>
                  </a:lnTo>
                  <a:lnTo>
                    <a:pt x="2596" y="37944"/>
                  </a:lnTo>
                  <a:lnTo>
                    <a:pt x="1978" y="40499"/>
                  </a:lnTo>
                  <a:lnTo>
                    <a:pt x="1649" y="41734"/>
                  </a:lnTo>
                  <a:lnTo>
                    <a:pt x="1278" y="43012"/>
                  </a:lnTo>
                  <a:lnTo>
                    <a:pt x="1031" y="43836"/>
                  </a:lnTo>
                  <a:lnTo>
                    <a:pt x="784" y="44660"/>
                  </a:lnTo>
                  <a:lnTo>
                    <a:pt x="454" y="45442"/>
                  </a:lnTo>
                  <a:lnTo>
                    <a:pt x="42" y="46225"/>
                  </a:lnTo>
                  <a:lnTo>
                    <a:pt x="1" y="46349"/>
                  </a:lnTo>
                  <a:lnTo>
                    <a:pt x="1" y="46431"/>
                  </a:lnTo>
                  <a:lnTo>
                    <a:pt x="1" y="46637"/>
                  </a:lnTo>
                  <a:lnTo>
                    <a:pt x="83" y="46843"/>
                  </a:lnTo>
                  <a:lnTo>
                    <a:pt x="248" y="46967"/>
                  </a:lnTo>
                  <a:lnTo>
                    <a:pt x="413" y="47049"/>
                  </a:lnTo>
                  <a:lnTo>
                    <a:pt x="578" y="47049"/>
                  </a:lnTo>
                  <a:lnTo>
                    <a:pt x="784" y="47008"/>
                  </a:lnTo>
                  <a:lnTo>
                    <a:pt x="866" y="46925"/>
                  </a:lnTo>
                  <a:lnTo>
                    <a:pt x="907" y="46843"/>
                  </a:lnTo>
                  <a:lnTo>
                    <a:pt x="1360" y="46019"/>
                  </a:lnTo>
                  <a:lnTo>
                    <a:pt x="1731" y="45154"/>
                  </a:lnTo>
                  <a:lnTo>
                    <a:pt x="2061" y="44289"/>
                  </a:lnTo>
                  <a:lnTo>
                    <a:pt x="2308" y="43382"/>
                  </a:lnTo>
                  <a:lnTo>
                    <a:pt x="2596" y="42476"/>
                  </a:lnTo>
                  <a:lnTo>
                    <a:pt x="2802" y="41570"/>
                  </a:lnTo>
                  <a:lnTo>
                    <a:pt x="3214" y="39798"/>
                  </a:lnTo>
                  <a:lnTo>
                    <a:pt x="3874" y="36955"/>
                  </a:lnTo>
                  <a:lnTo>
                    <a:pt x="4450" y="34113"/>
                  </a:lnTo>
                  <a:lnTo>
                    <a:pt x="4945" y="31270"/>
                  </a:lnTo>
                  <a:lnTo>
                    <a:pt x="5439" y="28427"/>
                  </a:lnTo>
                  <a:lnTo>
                    <a:pt x="6387" y="22742"/>
                  </a:lnTo>
                  <a:lnTo>
                    <a:pt x="7252" y="17057"/>
                  </a:lnTo>
                  <a:lnTo>
                    <a:pt x="8035" y="11330"/>
                  </a:lnTo>
                  <a:lnTo>
                    <a:pt x="8776" y="5604"/>
                  </a:lnTo>
                  <a:lnTo>
                    <a:pt x="9394" y="578"/>
                  </a:lnTo>
                  <a:lnTo>
                    <a:pt x="9394" y="454"/>
                  </a:lnTo>
                  <a:lnTo>
                    <a:pt x="9353" y="372"/>
                  </a:lnTo>
                  <a:lnTo>
                    <a:pt x="9271" y="166"/>
                  </a:lnTo>
                  <a:lnTo>
                    <a:pt x="9106" y="83"/>
                  </a:lnTo>
                  <a:lnTo>
                    <a:pt x="8900" y="1"/>
                  </a:lnTo>
                  <a:close/>
                </a:path>
              </a:pathLst>
            </a:custGeom>
            <a:solidFill>
              <a:srgbClr val="E08D32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3"/>
            <p:cNvSpPr/>
            <p:nvPr/>
          </p:nvSpPr>
          <p:spPr>
            <a:xfrm>
              <a:off x="4381600" y="1379500"/>
              <a:ext cx="234875" cy="1176225"/>
            </a:xfrm>
            <a:custGeom>
              <a:rect b="b" l="l" r="r" t="t"/>
              <a:pathLst>
                <a:path extrusionOk="0" fill="none" h="47049" w="9395">
                  <a:moveTo>
                    <a:pt x="8323" y="454"/>
                  </a:moveTo>
                  <a:lnTo>
                    <a:pt x="8323" y="454"/>
                  </a:lnTo>
                  <a:lnTo>
                    <a:pt x="7499" y="7293"/>
                  </a:lnTo>
                  <a:lnTo>
                    <a:pt x="6593" y="14091"/>
                  </a:lnTo>
                  <a:lnTo>
                    <a:pt x="6593" y="14091"/>
                  </a:lnTo>
                  <a:lnTo>
                    <a:pt x="5727" y="20064"/>
                  </a:lnTo>
                  <a:lnTo>
                    <a:pt x="5274" y="23072"/>
                  </a:lnTo>
                  <a:lnTo>
                    <a:pt x="4821" y="26038"/>
                  </a:lnTo>
                  <a:lnTo>
                    <a:pt x="4327" y="29045"/>
                  </a:lnTo>
                  <a:lnTo>
                    <a:pt x="3791" y="32012"/>
                  </a:lnTo>
                  <a:lnTo>
                    <a:pt x="3214" y="34978"/>
                  </a:lnTo>
                  <a:lnTo>
                    <a:pt x="2596" y="37944"/>
                  </a:lnTo>
                  <a:lnTo>
                    <a:pt x="2596" y="37944"/>
                  </a:lnTo>
                  <a:lnTo>
                    <a:pt x="1978" y="40499"/>
                  </a:lnTo>
                  <a:lnTo>
                    <a:pt x="1649" y="41734"/>
                  </a:lnTo>
                  <a:lnTo>
                    <a:pt x="1278" y="43012"/>
                  </a:lnTo>
                  <a:lnTo>
                    <a:pt x="1278" y="43012"/>
                  </a:lnTo>
                  <a:lnTo>
                    <a:pt x="1031" y="43836"/>
                  </a:lnTo>
                  <a:lnTo>
                    <a:pt x="784" y="44660"/>
                  </a:lnTo>
                  <a:lnTo>
                    <a:pt x="454" y="45442"/>
                  </a:lnTo>
                  <a:lnTo>
                    <a:pt x="42" y="46225"/>
                  </a:lnTo>
                  <a:lnTo>
                    <a:pt x="42" y="46225"/>
                  </a:lnTo>
                  <a:lnTo>
                    <a:pt x="1" y="46349"/>
                  </a:lnTo>
                  <a:lnTo>
                    <a:pt x="1" y="46431"/>
                  </a:lnTo>
                  <a:lnTo>
                    <a:pt x="1" y="46637"/>
                  </a:lnTo>
                  <a:lnTo>
                    <a:pt x="83" y="46843"/>
                  </a:lnTo>
                  <a:lnTo>
                    <a:pt x="248" y="46967"/>
                  </a:lnTo>
                  <a:lnTo>
                    <a:pt x="413" y="47049"/>
                  </a:lnTo>
                  <a:lnTo>
                    <a:pt x="578" y="47049"/>
                  </a:lnTo>
                  <a:lnTo>
                    <a:pt x="784" y="47008"/>
                  </a:lnTo>
                  <a:lnTo>
                    <a:pt x="866" y="46925"/>
                  </a:lnTo>
                  <a:lnTo>
                    <a:pt x="907" y="46843"/>
                  </a:lnTo>
                  <a:lnTo>
                    <a:pt x="907" y="46843"/>
                  </a:lnTo>
                  <a:lnTo>
                    <a:pt x="1360" y="46019"/>
                  </a:lnTo>
                  <a:lnTo>
                    <a:pt x="1731" y="45154"/>
                  </a:lnTo>
                  <a:lnTo>
                    <a:pt x="2061" y="44289"/>
                  </a:lnTo>
                  <a:lnTo>
                    <a:pt x="2308" y="43382"/>
                  </a:lnTo>
                  <a:lnTo>
                    <a:pt x="2596" y="42476"/>
                  </a:lnTo>
                  <a:lnTo>
                    <a:pt x="2802" y="41570"/>
                  </a:lnTo>
                  <a:lnTo>
                    <a:pt x="3214" y="39798"/>
                  </a:lnTo>
                  <a:lnTo>
                    <a:pt x="3214" y="39798"/>
                  </a:lnTo>
                  <a:lnTo>
                    <a:pt x="3874" y="36955"/>
                  </a:lnTo>
                  <a:lnTo>
                    <a:pt x="4450" y="34113"/>
                  </a:lnTo>
                  <a:lnTo>
                    <a:pt x="4945" y="31270"/>
                  </a:lnTo>
                  <a:lnTo>
                    <a:pt x="5439" y="28427"/>
                  </a:lnTo>
                  <a:lnTo>
                    <a:pt x="5439" y="28427"/>
                  </a:lnTo>
                  <a:lnTo>
                    <a:pt x="6387" y="22742"/>
                  </a:lnTo>
                  <a:lnTo>
                    <a:pt x="7252" y="17057"/>
                  </a:lnTo>
                  <a:lnTo>
                    <a:pt x="8035" y="11330"/>
                  </a:lnTo>
                  <a:lnTo>
                    <a:pt x="8776" y="5604"/>
                  </a:lnTo>
                  <a:lnTo>
                    <a:pt x="8776" y="5604"/>
                  </a:lnTo>
                  <a:lnTo>
                    <a:pt x="9394" y="578"/>
                  </a:lnTo>
                  <a:lnTo>
                    <a:pt x="9394" y="578"/>
                  </a:lnTo>
                  <a:lnTo>
                    <a:pt x="9394" y="454"/>
                  </a:lnTo>
                  <a:lnTo>
                    <a:pt x="9353" y="372"/>
                  </a:lnTo>
                  <a:lnTo>
                    <a:pt x="9271" y="166"/>
                  </a:lnTo>
                  <a:lnTo>
                    <a:pt x="9106" y="83"/>
                  </a:lnTo>
                  <a:lnTo>
                    <a:pt x="8900" y="1"/>
                  </a:lnTo>
                  <a:lnTo>
                    <a:pt x="8694" y="42"/>
                  </a:lnTo>
                  <a:lnTo>
                    <a:pt x="8529" y="124"/>
                  </a:lnTo>
                  <a:lnTo>
                    <a:pt x="8405" y="248"/>
                  </a:lnTo>
                  <a:lnTo>
                    <a:pt x="8364" y="372"/>
                  </a:lnTo>
                  <a:lnTo>
                    <a:pt x="8323" y="45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3"/>
            <p:cNvSpPr/>
            <p:nvPr/>
          </p:nvSpPr>
          <p:spPr>
            <a:xfrm>
              <a:off x="4375425" y="486550"/>
              <a:ext cx="588125" cy="726125"/>
            </a:xfrm>
            <a:custGeom>
              <a:rect b="b" l="l" r="r" t="t"/>
              <a:pathLst>
                <a:path extrusionOk="0" h="29045" w="23525">
                  <a:moveTo>
                    <a:pt x="10012" y="0"/>
                  </a:moveTo>
                  <a:lnTo>
                    <a:pt x="9106" y="83"/>
                  </a:lnTo>
                  <a:lnTo>
                    <a:pt x="8158" y="165"/>
                  </a:lnTo>
                  <a:lnTo>
                    <a:pt x="7210" y="330"/>
                  </a:lnTo>
                  <a:lnTo>
                    <a:pt x="6263" y="536"/>
                  </a:lnTo>
                  <a:lnTo>
                    <a:pt x="5274" y="783"/>
                  </a:lnTo>
                  <a:lnTo>
                    <a:pt x="1" y="25708"/>
                  </a:lnTo>
                  <a:lnTo>
                    <a:pt x="1" y="25708"/>
                  </a:lnTo>
                  <a:lnTo>
                    <a:pt x="1443" y="25584"/>
                  </a:lnTo>
                  <a:lnTo>
                    <a:pt x="2308" y="25502"/>
                  </a:lnTo>
                  <a:lnTo>
                    <a:pt x="3255" y="25461"/>
                  </a:lnTo>
                  <a:lnTo>
                    <a:pt x="5480" y="25461"/>
                  </a:lnTo>
                  <a:lnTo>
                    <a:pt x="6675" y="25502"/>
                  </a:lnTo>
                  <a:lnTo>
                    <a:pt x="7952" y="25625"/>
                  </a:lnTo>
                  <a:lnTo>
                    <a:pt x="9270" y="25790"/>
                  </a:lnTo>
                  <a:lnTo>
                    <a:pt x="10671" y="25996"/>
                  </a:lnTo>
                  <a:lnTo>
                    <a:pt x="12113" y="26285"/>
                  </a:lnTo>
                  <a:lnTo>
                    <a:pt x="13555" y="26655"/>
                  </a:lnTo>
                  <a:lnTo>
                    <a:pt x="15079" y="27108"/>
                  </a:lnTo>
                  <a:lnTo>
                    <a:pt x="16562" y="27644"/>
                  </a:lnTo>
                  <a:lnTo>
                    <a:pt x="18128" y="28303"/>
                  </a:lnTo>
                  <a:lnTo>
                    <a:pt x="19652" y="29045"/>
                  </a:lnTo>
                  <a:lnTo>
                    <a:pt x="19776" y="28344"/>
                  </a:lnTo>
                  <a:lnTo>
                    <a:pt x="23525" y="4120"/>
                  </a:lnTo>
                  <a:lnTo>
                    <a:pt x="23195" y="3832"/>
                  </a:lnTo>
                  <a:lnTo>
                    <a:pt x="22742" y="3543"/>
                  </a:lnTo>
                  <a:lnTo>
                    <a:pt x="22165" y="3172"/>
                  </a:lnTo>
                  <a:lnTo>
                    <a:pt x="21424" y="2719"/>
                  </a:lnTo>
                  <a:lnTo>
                    <a:pt x="20559" y="2266"/>
                  </a:lnTo>
                  <a:lnTo>
                    <a:pt x="19529" y="1772"/>
                  </a:lnTo>
                  <a:lnTo>
                    <a:pt x="18375" y="1319"/>
                  </a:lnTo>
                  <a:lnTo>
                    <a:pt x="17098" y="907"/>
                  </a:lnTo>
                  <a:lnTo>
                    <a:pt x="16398" y="701"/>
                  </a:lnTo>
                  <a:lnTo>
                    <a:pt x="15697" y="536"/>
                  </a:lnTo>
                  <a:lnTo>
                    <a:pt x="14956" y="371"/>
                  </a:lnTo>
                  <a:lnTo>
                    <a:pt x="14214" y="247"/>
                  </a:lnTo>
                  <a:lnTo>
                    <a:pt x="13390" y="124"/>
                  </a:lnTo>
                  <a:lnTo>
                    <a:pt x="12607" y="41"/>
                  </a:lnTo>
                  <a:lnTo>
                    <a:pt x="11742" y="0"/>
                  </a:lnTo>
                  <a:close/>
                </a:path>
              </a:pathLst>
            </a:custGeom>
            <a:solidFill>
              <a:srgbClr val="E08D32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3"/>
            <p:cNvSpPr/>
            <p:nvPr/>
          </p:nvSpPr>
          <p:spPr>
            <a:xfrm>
              <a:off x="4375425" y="486550"/>
              <a:ext cx="588125" cy="726125"/>
            </a:xfrm>
            <a:custGeom>
              <a:rect b="b" l="l" r="r" t="t"/>
              <a:pathLst>
                <a:path extrusionOk="0" fill="none" h="29045" w="23525">
                  <a:moveTo>
                    <a:pt x="19652" y="29045"/>
                  </a:moveTo>
                  <a:lnTo>
                    <a:pt x="19776" y="28344"/>
                  </a:lnTo>
                  <a:lnTo>
                    <a:pt x="23525" y="4120"/>
                  </a:lnTo>
                  <a:lnTo>
                    <a:pt x="23525" y="4120"/>
                  </a:lnTo>
                  <a:lnTo>
                    <a:pt x="23195" y="3832"/>
                  </a:lnTo>
                  <a:lnTo>
                    <a:pt x="22742" y="3543"/>
                  </a:lnTo>
                  <a:lnTo>
                    <a:pt x="22165" y="3172"/>
                  </a:lnTo>
                  <a:lnTo>
                    <a:pt x="21424" y="2719"/>
                  </a:lnTo>
                  <a:lnTo>
                    <a:pt x="20559" y="2266"/>
                  </a:lnTo>
                  <a:lnTo>
                    <a:pt x="19529" y="1772"/>
                  </a:lnTo>
                  <a:lnTo>
                    <a:pt x="18375" y="1319"/>
                  </a:lnTo>
                  <a:lnTo>
                    <a:pt x="17098" y="907"/>
                  </a:lnTo>
                  <a:lnTo>
                    <a:pt x="16398" y="701"/>
                  </a:lnTo>
                  <a:lnTo>
                    <a:pt x="15697" y="536"/>
                  </a:lnTo>
                  <a:lnTo>
                    <a:pt x="14956" y="371"/>
                  </a:lnTo>
                  <a:lnTo>
                    <a:pt x="14214" y="247"/>
                  </a:lnTo>
                  <a:lnTo>
                    <a:pt x="13390" y="124"/>
                  </a:lnTo>
                  <a:lnTo>
                    <a:pt x="12607" y="41"/>
                  </a:lnTo>
                  <a:lnTo>
                    <a:pt x="11742" y="0"/>
                  </a:lnTo>
                  <a:lnTo>
                    <a:pt x="10877" y="0"/>
                  </a:lnTo>
                  <a:lnTo>
                    <a:pt x="10012" y="0"/>
                  </a:lnTo>
                  <a:lnTo>
                    <a:pt x="9106" y="83"/>
                  </a:lnTo>
                  <a:lnTo>
                    <a:pt x="8158" y="165"/>
                  </a:lnTo>
                  <a:lnTo>
                    <a:pt x="7210" y="330"/>
                  </a:lnTo>
                  <a:lnTo>
                    <a:pt x="6263" y="536"/>
                  </a:lnTo>
                  <a:lnTo>
                    <a:pt x="5274" y="783"/>
                  </a:lnTo>
                  <a:lnTo>
                    <a:pt x="1" y="25708"/>
                  </a:lnTo>
                  <a:lnTo>
                    <a:pt x="1" y="25708"/>
                  </a:lnTo>
                  <a:lnTo>
                    <a:pt x="1" y="25708"/>
                  </a:lnTo>
                  <a:lnTo>
                    <a:pt x="1443" y="25584"/>
                  </a:lnTo>
                  <a:lnTo>
                    <a:pt x="2308" y="25502"/>
                  </a:lnTo>
                  <a:lnTo>
                    <a:pt x="3255" y="25461"/>
                  </a:lnTo>
                  <a:lnTo>
                    <a:pt x="4327" y="25461"/>
                  </a:lnTo>
                  <a:lnTo>
                    <a:pt x="5480" y="25461"/>
                  </a:lnTo>
                  <a:lnTo>
                    <a:pt x="6675" y="25502"/>
                  </a:lnTo>
                  <a:lnTo>
                    <a:pt x="7952" y="25625"/>
                  </a:lnTo>
                  <a:lnTo>
                    <a:pt x="9270" y="25790"/>
                  </a:lnTo>
                  <a:lnTo>
                    <a:pt x="10671" y="25996"/>
                  </a:lnTo>
                  <a:lnTo>
                    <a:pt x="12113" y="26285"/>
                  </a:lnTo>
                  <a:lnTo>
                    <a:pt x="13555" y="26655"/>
                  </a:lnTo>
                  <a:lnTo>
                    <a:pt x="15079" y="27108"/>
                  </a:lnTo>
                  <a:lnTo>
                    <a:pt x="16562" y="27644"/>
                  </a:lnTo>
                  <a:lnTo>
                    <a:pt x="18128" y="28303"/>
                  </a:lnTo>
                  <a:lnTo>
                    <a:pt x="19652" y="290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3"/>
            <p:cNvSpPr/>
            <p:nvPr/>
          </p:nvSpPr>
          <p:spPr>
            <a:xfrm>
              <a:off x="4334225" y="1123050"/>
              <a:ext cx="532525" cy="309000"/>
            </a:xfrm>
            <a:custGeom>
              <a:rect b="b" l="l" r="r" t="t"/>
              <a:pathLst>
                <a:path extrusionOk="0" h="12360" w="21301">
                  <a:moveTo>
                    <a:pt x="4903" y="1"/>
                  </a:moveTo>
                  <a:lnTo>
                    <a:pt x="3956" y="42"/>
                  </a:lnTo>
                  <a:lnTo>
                    <a:pt x="3091" y="124"/>
                  </a:lnTo>
                  <a:lnTo>
                    <a:pt x="1649" y="248"/>
                  </a:lnTo>
                  <a:lnTo>
                    <a:pt x="1" y="9270"/>
                  </a:lnTo>
                  <a:lnTo>
                    <a:pt x="19694" y="12360"/>
                  </a:lnTo>
                  <a:lnTo>
                    <a:pt x="21300" y="3585"/>
                  </a:lnTo>
                  <a:lnTo>
                    <a:pt x="19776" y="2843"/>
                  </a:lnTo>
                  <a:lnTo>
                    <a:pt x="18210" y="2184"/>
                  </a:lnTo>
                  <a:lnTo>
                    <a:pt x="16727" y="1648"/>
                  </a:lnTo>
                  <a:lnTo>
                    <a:pt x="15203" y="1195"/>
                  </a:lnTo>
                  <a:lnTo>
                    <a:pt x="13761" y="825"/>
                  </a:lnTo>
                  <a:lnTo>
                    <a:pt x="12319" y="536"/>
                  </a:lnTo>
                  <a:lnTo>
                    <a:pt x="10918" y="330"/>
                  </a:lnTo>
                  <a:lnTo>
                    <a:pt x="9600" y="165"/>
                  </a:lnTo>
                  <a:lnTo>
                    <a:pt x="8323" y="42"/>
                  </a:lnTo>
                  <a:lnTo>
                    <a:pt x="7128" y="1"/>
                  </a:lnTo>
                  <a:close/>
                </a:path>
              </a:pathLst>
            </a:custGeom>
            <a:solidFill>
              <a:srgbClr val="D37B24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3"/>
            <p:cNvSpPr/>
            <p:nvPr/>
          </p:nvSpPr>
          <p:spPr>
            <a:xfrm>
              <a:off x="4334225" y="1123050"/>
              <a:ext cx="532525" cy="309000"/>
            </a:xfrm>
            <a:custGeom>
              <a:rect b="b" l="l" r="r" t="t"/>
              <a:pathLst>
                <a:path extrusionOk="0" fill="none" h="12360" w="21301">
                  <a:moveTo>
                    <a:pt x="1649" y="248"/>
                  </a:moveTo>
                  <a:lnTo>
                    <a:pt x="1" y="9270"/>
                  </a:lnTo>
                  <a:lnTo>
                    <a:pt x="19694" y="12360"/>
                  </a:lnTo>
                  <a:lnTo>
                    <a:pt x="21300" y="3585"/>
                  </a:lnTo>
                  <a:lnTo>
                    <a:pt x="21300" y="3585"/>
                  </a:lnTo>
                  <a:lnTo>
                    <a:pt x="19776" y="2843"/>
                  </a:lnTo>
                  <a:lnTo>
                    <a:pt x="18210" y="2184"/>
                  </a:lnTo>
                  <a:lnTo>
                    <a:pt x="16727" y="1648"/>
                  </a:lnTo>
                  <a:lnTo>
                    <a:pt x="15203" y="1195"/>
                  </a:lnTo>
                  <a:lnTo>
                    <a:pt x="13761" y="825"/>
                  </a:lnTo>
                  <a:lnTo>
                    <a:pt x="12319" y="536"/>
                  </a:lnTo>
                  <a:lnTo>
                    <a:pt x="10918" y="330"/>
                  </a:lnTo>
                  <a:lnTo>
                    <a:pt x="9600" y="165"/>
                  </a:lnTo>
                  <a:lnTo>
                    <a:pt x="8323" y="42"/>
                  </a:lnTo>
                  <a:lnTo>
                    <a:pt x="7128" y="1"/>
                  </a:lnTo>
                  <a:lnTo>
                    <a:pt x="5975" y="1"/>
                  </a:lnTo>
                  <a:lnTo>
                    <a:pt x="4903" y="1"/>
                  </a:lnTo>
                  <a:lnTo>
                    <a:pt x="3956" y="42"/>
                  </a:lnTo>
                  <a:lnTo>
                    <a:pt x="3091" y="124"/>
                  </a:lnTo>
                  <a:lnTo>
                    <a:pt x="1649" y="24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3"/>
            <p:cNvSpPr/>
            <p:nvPr/>
          </p:nvSpPr>
          <p:spPr>
            <a:xfrm>
              <a:off x="4692650" y="589525"/>
              <a:ext cx="270900" cy="620075"/>
            </a:xfrm>
            <a:custGeom>
              <a:rect b="b" l="l" r="r" t="t"/>
              <a:pathLst>
                <a:path extrusionOk="0" h="24803" w="10836">
                  <a:moveTo>
                    <a:pt x="1" y="22330"/>
                  </a:moveTo>
                  <a:lnTo>
                    <a:pt x="1" y="22330"/>
                  </a:lnTo>
                  <a:lnTo>
                    <a:pt x="1" y="22330"/>
                  </a:lnTo>
                  <a:lnTo>
                    <a:pt x="1649" y="22783"/>
                  </a:lnTo>
                  <a:lnTo>
                    <a:pt x="2473" y="23031"/>
                  </a:lnTo>
                  <a:lnTo>
                    <a:pt x="3297" y="23319"/>
                  </a:lnTo>
                  <a:lnTo>
                    <a:pt x="4162" y="23649"/>
                  </a:lnTo>
                  <a:lnTo>
                    <a:pt x="4986" y="23978"/>
                  </a:lnTo>
                  <a:lnTo>
                    <a:pt x="5851" y="24390"/>
                  </a:lnTo>
                  <a:lnTo>
                    <a:pt x="6675" y="24802"/>
                  </a:lnTo>
                  <a:lnTo>
                    <a:pt x="6675" y="24802"/>
                  </a:lnTo>
                  <a:lnTo>
                    <a:pt x="5851" y="24390"/>
                  </a:lnTo>
                  <a:lnTo>
                    <a:pt x="4986" y="23978"/>
                  </a:lnTo>
                  <a:lnTo>
                    <a:pt x="4162" y="23649"/>
                  </a:lnTo>
                  <a:lnTo>
                    <a:pt x="3297" y="23319"/>
                  </a:lnTo>
                  <a:lnTo>
                    <a:pt x="2473" y="23031"/>
                  </a:lnTo>
                  <a:lnTo>
                    <a:pt x="1649" y="22783"/>
                  </a:lnTo>
                  <a:lnTo>
                    <a:pt x="1" y="22330"/>
                  </a:lnTo>
                  <a:close/>
                  <a:moveTo>
                    <a:pt x="10836" y="1"/>
                  </a:moveTo>
                  <a:lnTo>
                    <a:pt x="10836" y="1"/>
                  </a:lnTo>
                  <a:lnTo>
                    <a:pt x="10836" y="1"/>
                  </a:lnTo>
                  <a:lnTo>
                    <a:pt x="10836" y="1"/>
                  </a:lnTo>
                  <a:lnTo>
                    <a:pt x="10836" y="1"/>
                  </a:lnTo>
                  <a:close/>
                  <a:moveTo>
                    <a:pt x="10836" y="1"/>
                  </a:moveTo>
                  <a:lnTo>
                    <a:pt x="10836" y="1"/>
                  </a:lnTo>
                  <a:lnTo>
                    <a:pt x="10836" y="1"/>
                  </a:lnTo>
                  <a:lnTo>
                    <a:pt x="10836" y="1"/>
                  </a:lnTo>
                  <a:lnTo>
                    <a:pt x="10836" y="1"/>
                  </a:lnTo>
                  <a:close/>
                  <a:moveTo>
                    <a:pt x="10836" y="1"/>
                  </a:moveTo>
                  <a:lnTo>
                    <a:pt x="10836" y="1"/>
                  </a:lnTo>
                  <a:lnTo>
                    <a:pt x="10836" y="1"/>
                  </a:lnTo>
                  <a:lnTo>
                    <a:pt x="10836" y="1"/>
                  </a:lnTo>
                  <a:lnTo>
                    <a:pt x="10836" y="1"/>
                  </a:lnTo>
                  <a:close/>
                </a:path>
              </a:pathLst>
            </a:custGeom>
            <a:solidFill>
              <a:srgbClr val="EBCBAE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3"/>
            <p:cNvSpPr/>
            <p:nvPr/>
          </p:nvSpPr>
          <p:spPr>
            <a:xfrm>
              <a:off x="4692650" y="1147775"/>
              <a:ext cx="166875" cy="61825"/>
            </a:xfrm>
            <a:custGeom>
              <a:rect b="b" l="l" r="r" t="t"/>
              <a:pathLst>
                <a:path extrusionOk="0" fill="none" h="2473" w="6675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649" y="453"/>
                  </a:lnTo>
                  <a:lnTo>
                    <a:pt x="2473" y="701"/>
                  </a:lnTo>
                  <a:lnTo>
                    <a:pt x="3297" y="989"/>
                  </a:lnTo>
                  <a:lnTo>
                    <a:pt x="4162" y="1319"/>
                  </a:lnTo>
                  <a:lnTo>
                    <a:pt x="4986" y="1648"/>
                  </a:lnTo>
                  <a:lnTo>
                    <a:pt x="5851" y="2060"/>
                  </a:lnTo>
                  <a:lnTo>
                    <a:pt x="6675" y="2472"/>
                  </a:lnTo>
                  <a:lnTo>
                    <a:pt x="6675" y="2472"/>
                  </a:lnTo>
                  <a:lnTo>
                    <a:pt x="5851" y="2060"/>
                  </a:lnTo>
                  <a:lnTo>
                    <a:pt x="4986" y="1648"/>
                  </a:lnTo>
                  <a:lnTo>
                    <a:pt x="4162" y="1319"/>
                  </a:lnTo>
                  <a:lnTo>
                    <a:pt x="3297" y="989"/>
                  </a:lnTo>
                  <a:lnTo>
                    <a:pt x="2473" y="701"/>
                  </a:lnTo>
                  <a:lnTo>
                    <a:pt x="1649" y="453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3"/>
            <p:cNvSpPr/>
            <p:nvPr/>
          </p:nvSpPr>
          <p:spPr>
            <a:xfrm>
              <a:off x="4963525" y="5895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3"/>
            <p:cNvSpPr/>
            <p:nvPr/>
          </p:nvSpPr>
          <p:spPr>
            <a:xfrm>
              <a:off x="4963525" y="5895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3"/>
            <p:cNvSpPr/>
            <p:nvPr/>
          </p:nvSpPr>
          <p:spPr>
            <a:xfrm>
              <a:off x="4963525" y="5895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3"/>
            <p:cNvSpPr/>
            <p:nvPr/>
          </p:nvSpPr>
          <p:spPr>
            <a:xfrm>
              <a:off x="4692650" y="579250"/>
              <a:ext cx="270900" cy="633425"/>
            </a:xfrm>
            <a:custGeom>
              <a:rect b="b" l="l" r="r" t="t"/>
              <a:pathLst>
                <a:path extrusionOk="0" h="25337" w="10836">
                  <a:moveTo>
                    <a:pt x="10300" y="0"/>
                  </a:moveTo>
                  <a:lnTo>
                    <a:pt x="9765" y="1195"/>
                  </a:lnTo>
                  <a:lnTo>
                    <a:pt x="9312" y="2390"/>
                  </a:lnTo>
                  <a:lnTo>
                    <a:pt x="8364" y="4820"/>
                  </a:lnTo>
                  <a:lnTo>
                    <a:pt x="7540" y="7251"/>
                  </a:lnTo>
                  <a:lnTo>
                    <a:pt x="6675" y="9723"/>
                  </a:lnTo>
                  <a:lnTo>
                    <a:pt x="5810" y="12153"/>
                  </a:lnTo>
                  <a:lnTo>
                    <a:pt x="5357" y="13348"/>
                  </a:lnTo>
                  <a:lnTo>
                    <a:pt x="4862" y="14543"/>
                  </a:lnTo>
                  <a:lnTo>
                    <a:pt x="4368" y="15738"/>
                  </a:lnTo>
                  <a:lnTo>
                    <a:pt x="3791" y="16891"/>
                  </a:lnTo>
                  <a:lnTo>
                    <a:pt x="3214" y="18045"/>
                  </a:lnTo>
                  <a:lnTo>
                    <a:pt x="2555" y="19198"/>
                  </a:lnTo>
                  <a:lnTo>
                    <a:pt x="1978" y="20105"/>
                  </a:lnTo>
                  <a:lnTo>
                    <a:pt x="1360" y="21011"/>
                  </a:lnTo>
                  <a:lnTo>
                    <a:pt x="701" y="21876"/>
                  </a:lnTo>
                  <a:lnTo>
                    <a:pt x="1" y="22741"/>
                  </a:lnTo>
                  <a:lnTo>
                    <a:pt x="1649" y="23194"/>
                  </a:lnTo>
                  <a:lnTo>
                    <a:pt x="2473" y="23442"/>
                  </a:lnTo>
                  <a:lnTo>
                    <a:pt x="3297" y="23730"/>
                  </a:lnTo>
                  <a:lnTo>
                    <a:pt x="4162" y="24060"/>
                  </a:lnTo>
                  <a:lnTo>
                    <a:pt x="4986" y="24389"/>
                  </a:lnTo>
                  <a:lnTo>
                    <a:pt x="5851" y="24801"/>
                  </a:lnTo>
                  <a:lnTo>
                    <a:pt x="6675" y="25213"/>
                  </a:lnTo>
                  <a:lnTo>
                    <a:pt x="6963" y="25337"/>
                  </a:lnTo>
                  <a:lnTo>
                    <a:pt x="7087" y="24636"/>
                  </a:lnTo>
                  <a:lnTo>
                    <a:pt x="10836" y="412"/>
                  </a:lnTo>
                  <a:lnTo>
                    <a:pt x="10300" y="0"/>
                  </a:lnTo>
                  <a:close/>
                </a:path>
              </a:pathLst>
            </a:custGeom>
            <a:solidFill>
              <a:srgbClr val="D67E23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3"/>
            <p:cNvSpPr/>
            <p:nvPr/>
          </p:nvSpPr>
          <p:spPr>
            <a:xfrm>
              <a:off x="4692650" y="579250"/>
              <a:ext cx="270900" cy="633425"/>
            </a:xfrm>
            <a:custGeom>
              <a:rect b="b" l="l" r="r" t="t"/>
              <a:pathLst>
                <a:path extrusionOk="0" fill="none" h="25337" w="10836">
                  <a:moveTo>
                    <a:pt x="10300" y="0"/>
                  </a:moveTo>
                  <a:lnTo>
                    <a:pt x="10300" y="0"/>
                  </a:lnTo>
                  <a:lnTo>
                    <a:pt x="9765" y="1195"/>
                  </a:lnTo>
                  <a:lnTo>
                    <a:pt x="9312" y="2390"/>
                  </a:lnTo>
                  <a:lnTo>
                    <a:pt x="8364" y="4820"/>
                  </a:lnTo>
                  <a:lnTo>
                    <a:pt x="7540" y="7251"/>
                  </a:lnTo>
                  <a:lnTo>
                    <a:pt x="6675" y="9723"/>
                  </a:lnTo>
                  <a:lnTo>
                    <a:pt x="5810" y="12153"/>
                  </a:lnTo>
                  <a:lnTo>
                    <a:pt x="5357" y="13348"/>
                  </a:lnTo>
                  <a:lnTo>
                    <a:pt x="4862" y="14543"/>
                  </a:lnTo>
                  <a:lnTo>
                    <a:pt x="4368" y="15738"/>
                  </a:lnTo>
                  <a:lnTo>
                    <a:pt x="3791" y="16891"/>
                  </a:lnTo>
                  <a:lnTo>
                    <a:pt x="3214" y="18045"/>
                  </a:lnTo>
                  <a:lnTo>
                    <a:pt x="2555" y="19198"/>
                  </a:lnTo>
                  <a:lnTo>
                    <a:pt x="2555" y="19198"/>
                  </a:lnTo>
                  <a:lnTo>
                    <a:pt x="1978" y="20105"/>
                  </a:lnTo>
                  <a:lnTo>
                    <a:pt x="1360" y="21011"/>
                  </a:lnTo>
                  <a:lnTo>
                    <a:pt x="701" y="21876"/>
                  </a:lnTo>
                  <a:lnTo>
                    <a:pt x="1" y="22741"/>
                  </a:lnTo>
                  <a:lnTo>
                    <a:pt x="1" y="22741"/>
                  </a:lnTo>
                  <a:lnTo>
                    <a:pt x="1649" y="23194"/>
                  </a:lnTo>
                  <a:lnTo>
                    <a:pt x="2473" y="23442"/>
                  </a:lnTo>
                  <a:lnTo>
                    <a:pt x="3297" y="23730"/>
                  </a:lnTo>
                  <a:lnTo>
                    <a:pt x="4162" y="24060"/>
                  </a:lnTo>
                  <a:lnTo>
                    <a:pt x="4986" y="24389"/>
                  </a:lnTo>
                  <a:lnTo>
                    <a:pt x="5851" y="24801"/>
                  </a:lnTo>
                  <a:lnTo>
                    <a:pt x="6675" y="25213"/>
                  </a:lnTo>
                  <a:lnTo>
                    <a:pt x="6675" y="25213"/>
                  </a:lnTo>
                  <a:lnTo>
                    <a:pt x="6963" y="25337"/>
                  </a:lnTo>
                  <a:lnTo>
                    <a:pt x="6963" y="25337"/>
                  </a:lnTo>
                  <a:lnTo>
                    <a:pt x="7087" y="24636"/>
                  </a:lnTo>
                  <a:lnTo>
                    <a:pt x="10836" y="412"/>
                  </a:lnTo>
                  <a:lnTo>
                    <a:pt x="10836" y="412"/>
                  </a:lnTo>
                  <a:lnTo>
                    <a:pt x="10836" y="412"/>
                  </a:lnTo>
                  <a:lnTo>
                    <a:pt x="10836" y="412"/>
                  </a:lnTo>
                  <a:lnTo>
                    <a:pt x="10836" y="412"/>
                  </a:lnTo>
                  <a:lnTo>
                    <a:pt x="10836" y="412"/>
                  </a:lnTo>
                  <a:lnTo>
                    <a:pt x="10836" y="412"/>
                  </a:lnTo>
                  <a:lnTo>
                    <a:pt x="10836" y="412"/>
                  </a:lnTo>
                  <a:lnTo>
                    <a:pt x="10836" y="412"/>
                  </a:lnTo>
                  <a:lnTo>
                    <a:pt x="10836" y="412"/>
                  </a:lnTo>
                  <a:lnTo>
                    <a:pt x="10836" y="412"/>
                  </a:lnTo>
                  <a:lnTo>
                    <a:pt x="10836" y="412"/>
                  </a:lnTo>
                  <a:lnTo>
                    <a:pt x="1030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3"/>
            <p:cNvSpPr/>
            <p:nvPr/>
          </p:nvSpPr>
          <p:spPr>
            <a:xfrm>
              <a:off x="4492850" y="1379500"/>
              <a:ext cx="53575" cy="8275"/>
            </a:xfrm>
            <a:custGeom>
              <a:rect b="b" l="l" r="r" t="t"/>
              <a:pathLst>
                <a:path extrusionOk="0" h="331" w="2143">
                  <a:moveTo>
                    <a:pt x="1442" y="248"/>
                  </a:moveTo>
                  <a:lnTo>
                    <a:pt x="1442" y="248"/>
                  </a:lnTo>
                  <a:lnTo>
                    <a:pt x="2143" y="330"/>
                  </a:lnTo>
                  <a:lnTo>
                    <a:pt x="2143" y="330"/>
                  </a:lnTo>
                  <a:lnTo>
                    <a:pt x="1442" y="248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371" y="83"/>
                  </a:lnTo>
                  <a:lnTo>
                    <a:pt x="371" y="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3660B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3"/>
            <p:cNvSpPr/>
            <p:nvPr/>
          </p:nvSpPr>
          <p:spPr>
            <a:xfrm>
              <a:off x="4528900" y="1385700"/>
              <a:ext cx="17525" cy="2075"/>
            </a:xfrm>
            <a:custGeom>
              <a:rect b="b" l="l" r="r" t="t"/>
              <a:pathLst>
                <a:path extrusionOk="0" fill="none" h="83" w="701">
                  <a:moveTo>
                    <a:pt x="0" y="0"/>
                  </a:moveTo>
                  <a:lnTo>
                    <a:pt x="0" y="0"/>
                  </a:lnTo>
                  <a:lnTo>
                    <a:pt x="701" y="82"/>
                  </a:lnTo>
                  <a:lnTo>
                    <a:pt x="701" y="8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3"/>
            <p:cNvSpPr/>
            <p:nvPr/>
          </p:nvSpPr>
          <p:spPr>
            <a:xfrm>
              <a:off x="4492850" y="1379500"/>
              <a:ext cx="9300" cy="2100"/>
            </a:xfrm>
            <a:custGeom>
              <a:rect b="b" l="l" r="r" t="t"/>
              <a:pathLst>
                <a:path extrusionOk="0" fill="none" h="84" w="372">
                  <a:moveTo>
                    <a:pt x="0" y="1"/>
                  </a:moveTo>
                  <a:lnTo>
                    <a:pt x="0" y="1"/>
                  </a:lnTo>
                  <a:lnTo>
                    <a:pt x="371" y="83"/>
                  </a:lnTo>
                  <a:lnTo>
                    <a:pt x="371" y="8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3"/>
            <p:cNvSpPr/>
            <p:nvPr/>
          </p:nvSpPr>
          <p:spPr>
            <a:xfrm>
              <a:off x="4469150" y="1376425"/>
              <a:ext cx="23725" cy="3100"/>
            </a:xfrm>
            <a:custGeom>
              <a:rect b="b" l="l" r="r" t="t"/>
              <a:pathLst>
                <a:path extrusionOk="0" h="124" w="949">
                  <a:moveTo>
                    <a:pt x="1" y="0"/>
                  </a:moveTo>
                  <a:lnTo>
                    <a:pt x="1" y="0"/>
                  </a:lnTo>
                  <a:lnTo>
                    <a:pt x="948" y="124"/>
                  </a:lnTo>
                  <a:lnTo>
                    <a:pt x="948" y="1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67E23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3"/>
            <p:cNvSpPr/>
            <p:nvPr/>
          </p:nvSpPr>
          <p:spPr>
            <a:xfrm>
              <a:off x="4469150" y="1376425"/>
              <a:ext cx="23725" cy="3100"/>
            </a:xfrm>
            <a:custGeom>
              <a:rect b="b" l="l" r="r" t="t"/>
              <a:pathLst>
                <a:path extrusionOk="0" fill="none" h="124" w="949">
                  <a:moveTo>
                    <a:pt x="1" y="0"/>
                  </a:moveTo>
                  <a:lnTo>
                    <a:pt x="1" y="0"/>
                  </a:lnTo>
                  <a:lnTo>
                    <a:pt x="948" y="124"/>
                  </a:lnTo>
                  <a:lnTo>
                    <a:pt x="948" y="12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3"/>
            <p:cNvSpPr/>
            <p:nvPr/>
          </p:nvSpPr>
          <p:spPr>
            <a:xfrm>
              <a:off x="4502125" y="1381575"/>
              <a:ext cx="26800" cy="4150"/>
            </a:xfrm>
            <a:custGeom>
              <a:rect b="b" l="l" r="r" t="t"/>
              <a:pathLst>
                <a:path extrusionOk="0" h="166" w="1072">
                  <a:moveTo>
                    <a:pt x="0" y="0"/>
                  </a:moveTo>
                  <a:lnTo>
                    <a:pt x="0" y="0"/>
                  </a:lnTo>
                  <a:lnTo>
                    <a:pt x="1071" y="165"/>
                  </a:lnTo>
                  <a:lnTo>
                    <a:pt x="1071" y="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7E23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3"/>
            <p:cNvSpPr/>
            <p:nvPr/>
          </p:nvSpPr>
          <p:spPr>
            <a:xfrm>
              <a:off x="4502125" y="1381575"/>
              <a:ext cx="26800" cy="4150"/>
            </a:xfrm>
            <a:custGeom>
              <a:rect b="b" l="l" r="r" t="t"/>
              <a:pathLst>
                <a:path extrusionOk="0" fill="none" h="166" w="1072">
                  <a:moveTo>
                    <a:pt x="0" y="0"/>
                  </a:moveTo>
                  <a:lnTo>
                    <a:pt x="0" y="0"/>
                  </a:lnTo>
                  <a:lnTo>
                    <a:pt x="1071" y="165"/>
                  </a:lnTo>
                  <a:lnTo>
                    <a:pt x="1071" y="16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3"/>
            <p:cNvSpPr/>
            <p:nvPr/>
          </p:nvSpPr>
          <p:spPr>
            <a:xfrm>
              <a:off x="4572150" y="1391875"/>
              <a:ext cx="96850" cy="15475"/>
            </a:xfrm>
            <a:custGeom>
              <a:rect b="b" l="l" r="r" t="t"/>
              <a:pathLst>
                <a:path extrusionOk="0" h="619" w="3874">
                  <a:moveTo>
                    <a:pt x="3544" y="577"/>
                  </a:moveTo>
                  <a:lnTo>
                    <a:pt x="3544" y="577"/>
                  </a:lnTo>
                  <a:lnTo>
                    <a:pt x="3873" y="618"/>
                  </a:lnTo>
                  <a:lnTo>
                    <a:pt x="3873" y="618"/>
                  </a:lnTo>
                  <a:lnTo>
                    <a:pt x="3544" y="577"/>
                  </a:lnTo>
                  <a:close/>
                  <a:moveTo>
                    <a:pt x="1731" y="289"/>
                  </a:moveTo>
                  <a:lnTo>
                    <a:pt x="1731" y="289"/>
                  </a:lnTo>
                  <a:lnTo>
                    <a:pt x="2514" y="412"/>
                  </a:lnTo>
                  <a:lnTo>
                    <a:pt x="2514" y="412"/>
                  </a:lnTo>
                  <a:lnTo>
                    <a:pt x="1731" y="289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701" y="124"/>
                  </a:lnTo>
                  <a:lnTo>
                    <a:pt x="701" y="1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3660B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3"/>
            <p:cNvSpPr/>
            <p:nvPr/>
          </p:nvSpPr>
          <p:spPr>
            <a:xfrm>
              <a:off x="4660725" y="1406300"/>
              <a:ext cx="8275" cy="1050"/>
            </a:xfrm>
            <a:custGeom>
              <a:rect b="b" l="l" r="r" t="t"/>
              <a:pathLst>
                <a:path extrusionOk="0" fill="none" h="42" w="331">
                  <a:moveTo>
                    <a:pt x="1" y="0"/>
                  </a:moveTo>
                  <a:lnTo>
                    <a:pt x="1" y="0"/>
                  </a:lnTo>
                  <a:lnTo>
                    <a:pt x="330" y="41"/>
                  </a:lnTo>
                  <a:lnTo>
                    <a:pt x="330" y="4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3"/>
            <p:cNvSpPr/>
            <p:nvPr/>
          </p:nvSpPr>
          <p:spPr>
            <a:xfrm>
              <a:off x="4615400" y="1399075"/>
              <a:ext cx="19600" cy="3125"/>
            </a:xfrm>
            <a:custGeom>
              <a:rect b="b" l="l" r="r" t="t"/>
              <a:pathLst>
                <a:path extrusionOk="0" fill="none" h="125" w="784">
                  <a:moveTo>
                    <a:pt x="1" y="1"/>
                  </a:moveTo>
                  <a:lnTo>
                    <a:pt x="1" y="1"/>
                  </a:lnTo>
                  <a:lnTo>
                    <a:pt x="784" y="124"/>
                  </a:lnTo>
                  <a:lnTo>
                    <a:pt x="784" y="124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3"/>
            <p:cNvSpPr/>
            <p:nvPr/>
          </p:nvSpPr>
          <p:spPr>
            <a:xfrm>
              <a:off x="4572150" y="1391875"/>
              <a:ext cx="17525" cy="3100"/>
            </a:xfrm>
            <a:custGeom>
              <a:rect b="b" l="l" r="r" t="t"/>
              <a:pathLst>
                <a:path extrusionOk="0" fill="none" h="124" w="701">
                  <a:moveTo>
                    <a:pt x="1" y="0"/>
                  </a:moveTo>
                  <a:lnTo>
                    <a:pt x="1" y="0"/>
                  </a:lnTo>
                  <a:lnTo>
                    <a:pt x="701" y="124"/>
                  </a:lnTo>
                  <a:lnTo>
                    <a:pt x="701" y="12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3"/>
            <p:cNvSpPr/>
            <p:nvPr/>
          </p:nvSpPr>
          <p:spPr>
            <a:xfrm>
              <a:off x="4714275" y="1414525"/>
              <a:ext cx="112300" cy="17525"/>
            </a:xfrm>
            <a:custGeom>
              <a:rect b="b" l="l" r="r" t="t"/>
              <a:pathLst>
                <a:path extrusionOk="0" h="701" w="4492">
                  <a:moveTo>
                    <a:pt x="4492" y="701"/>
                  </a:moveTo>
                  <a:lnTo>
                    <a:pt x="4492" y="701"/>
                  </a:lnTo>
                  <a:lnTo>
                    <a:pt x="4492" y="701"/>
                  </a:lnTo>
                  <a:lnTo>
                    <a:pt x="4492" y="701"/>
                  </a:lnTo>
                  <a:close/>
                  <a:moveTo>
                    <a:pt x="3050" y="454"/>
                  </a:moveTo>
                  <a:lnTo>
                    <a:pt x="3050" y="454"/>
                  </a:lnTo>
                  <a:lnTo>
                    <a:pt x="3420" y="536"/>
                  </a:lnTo>
                  <a:lnTo>
                    <a:pt x="3420" y="536"/>
                  </a:lnTo>
                  <a:lnTo>
                    <a:pt x="3420" y="536"/>
                  </a:lnTo>
                  <a:lnTo>
                    <a:pt x="3050" y="454"/>
                  </a:lnTo>
                  <a:close/>
                  <a:moveTo>
                    <a:pt x="1113" y="165"/>
                  </a:moveTo>
                  <a:lnTo>
                    <a:pt x="1113" y="165"/>
                  </a:lnTo>
                  <a:lnTo>
                    <a:pt x="1978" y="289"/>
                  </a:lnTo>
                  <a:lnTo>
                    <a:pt x="1978" y="289"/>
                  </a:lnTo>
                  <a:lnTo>
                    <a:pt x="1113" y="165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BCBAE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3"/>
            <p:cNvSpPr/>
            <p:nvPr/>
          </p:nvSpPr>
          <p:spPr>
            <a:xfrm>
              <a:off x="4826550" y="14320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3"/>
            <p:cNvSpPr/>
            <p:nvPr/>
          </p:nvSpPr>
          <p:spPr>
            <a:xfrm>
              <a:off x="4790500" y="1425850"/>
              <a:ext cx="9300" cy="2100"/>
            </a:xfrm>
            <a:custGeom>
              <a:rect b="b" l="l" r="r" t="t"/>
              <a:pathLst>
                <a:path extrusionOk="0" fill="none" h="84" w="372">
                  <a:moveTo>
                    <a:pt x="1" y="1"/>
                  </a:moveTo>
                  <a:lnTo>
                    <a:pt x="1" y="1"/>
                  </a:lnTo>
                  <a:lnTo>
                    <a:pt x="371" y="83"/>
                  </a:lnTo>
                  <a:lnTo>
                    <a:pt x="371" y="83"/>
                  </a:lnTo>
                  <a:lnTo>
                    <a:pt x="371" y="83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3"/>
            <p:cNvSpPr/>
            <p:nvPr/>
          </p:nvSpPr>
          <p:spPr>
            <a:xfrm>
              <a:off x="4742100" y="1418650"/>
              <a:ext cx="21650" cy="3100"/>
            </a:xfrm>
            <a:custGeom>
              <a:rect b="b" l="l" r="r" t="t"/>
              <a:pathLst>
                <a:path extrusionOk="0" fill="none" h="124" w="866">
                  <a:moveTo>
                    <a:pt x="0" y="0"/>
                  </a:moveTo>
                  <a:lnTo>
                    <a:pt x="0" y="0"/>
                  </a:lnTo>
                  <a:lnTo>
                    <a:pt x="865" y="124"/>
                  </a:lnTo>
                  <a:lnTo>
                    <a:pt x="865" y="12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3"/>
            <p:cNvSpPr/>
            <p:nvPr/>
          </p:nvSpPr>
          <p:spPr>
            <a:xfrm>
              <a:off x="4714275" y="14145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33"/>
            <p:cNvSpPr/>
            <p:nvPr/>
          </p:nvSpPr>
          <p:spPr>
            <a:xfrm>
              <a:off x="4695750" y="1411450"/>
              <a:ext cx="18550" cy="3100"/>
            </a:xfrm>
            <a:custGeom>
              <a:rect b="b" l="l" r="r" t="t"/>
              <a:pathLst>
                <a:path extrusionOk="0" h="124" w="742">
                  <a:moveTo>
                    <a:pt x="0" y="0"/>
                  </a:moveTo>
                  <a:lnTo>
                    <a:pt x="0" y="0"/>
                  </a:lnTo>
                  <a:lnTo>
                    <a:pt x="742" y="124"/>
                  </a:lnTo>
                  <a:lnTo>
                    <a:pt x="742" y="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660B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3"/>
            <p:cNvSpPr/>
            <p:nvPr/>
          </p:nvSpPr>
          <p:spPr>
            <a:xfrm>
              <a:off x="4695750" y="1411450"/>
              <a:ext cx="18550" cy="3100"/>
            </a:xfrm>
            <a:custGeom>
              <a:rect b="b" l="l" r="r" t="t"/>
              <a:pathLst>
                <a:path extrusionOk="0" fill="none" h="124" w="742">
                  <a:moveTo>
                    <a:pt x="0" y="0"/>
                  </a:moveTo>
                  <a:lnTo>
                    <a:pt x="0" y="0"/>
                  </a:lnTo>
                  <a:lnTo>
                    <a:pt x="742" y="124"/>
                  </a:lnTo>
                  <a:lnTo>
                    <a:pt x="742" y="12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3"/>
            <p:cNvSpPr/>
            <p:nvPr/>
          </p:nvSpPr>
          <p:spPr>
            <a:xfrm>
              <a:off x="4799775" y="1427925"/>
              <a:ext cx="26800" cy="4125"/>
            </a:xfrm>
            <a:custGeom>
              <a:rect b="b" l="l" r="r" t="t"/>
              <a:pathLst>
                <a:path extrusionOk="0" h="165" w="1072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072" y="165"/>
                  </a:lnTo>
                  <a:lnTo>
                    <a:pt x="1072" y="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7E23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33"/>
            <p:cNvSpPr/>
            <p:nvPr/>
          </p:nvSpPr>
          <p:spPr>
            <a:xfrm>
              <a:off x="4799775" y="1427925"/>
              <a:ext cx="26800" cy="4125"/>
            </a:xfrm>
            <a:custGeom>
              <a:rect b="b" l="l" r="r" t="t"/>
              <a:pathLst>
                <a:path extrusionOk="0" fill="none" h="165" w="1072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072" y="165"/>
                  </a:lnTo>
                  <a:lnTo>
                    <a:pt x="1072" y="16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33"/>
            <p:cNvSpPr/>
            <p:nvPr/>
          </p:nvSpPr>
          <p:spPr>
            <a:xfrm>
              <a:off x="4763725" y="1421725"/>
              <a:ext cx="26800" cy="4150"/>
            </a:xfrm>
            <a:custGeom>
              <a:rect b="b" l="l" r="r" t="t"/>
              <a:pathLst>
                <a:path extrusionOk="0" h="166" w="1072">
                  <a:moveTo>
                    <a:pt x="0" y="1"/>
                  </a:moveTo>
                  <a:lnTo>
                    <a:pt x="0" y="1"/>
                  </a:lnTo>
                  <a:lnTo>
                    <a:pt x="1072" y="166"/>
                  </a:lnTo>
                  <a:lnTo>
                    <a:pt x="1072" y="1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67E23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33"/>
            <p:cNvSpPr/>
            <p:nvPr/>
          </p:nvSpPr>
          <p:spPr>
            <a:xfrm>
              <a:off x="4763725" y="1421725"/>
              <a:ext cx="26800" cy="4150"/>
            </a:xfrm>
            <a:custGeom>
              <a:rect b="b" l="l" r="r" t="t"/>
              <a:pathLst>
                <a:path extrusionOk="0" fill="none" h="166" w="1072">
                  <a:moveTo>
                    <a:pt x="0" y="1"/>
                  </a:moveTo>
                  <a:lnTo>
                    <a:pt x="0" y="1"/>
                  </a:lnTo>
                  <a:lnTo>
                    <a:pt x="1072" y="166"/>
                  </a:lnTo>
                  <a:lnTo>
                    <a:pt x="1072" y="16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33"/>
            <p:cNvSpPr/>
            <p:nvPr/>
          </p:nvSpPr>
          <p:spPr>
            <a:xfrm>
              <a:off x="4714275" y="1414525"/>
              <a:ext cx="27850" cy="4150"/>
            </a:xfrm>
            <a:custGeom>
              <a:rect b="b" l="l" r="r" t="t"/>
              <a:pathLst>
                <a:path extrusionOk="0" h="166" w="1114">
                  <a:moveTo>
                    <a:pt x="1" y="1"/>
                  </a:moveTo>
                  <a:lnTo>
                    <a:pt x="1" y="1"/>
                  </a:lnTo>
                  <a:lnTo>
                    <a:pt x="1113" y="165"/>
                  </a:lnTo>
                  <a:lnTo>
                    <a:pt x="1113" y="1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67E23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33"/>
            <p:cNvSpPr/>
            <p:nvPr/>
          </p:nvSpPr>
          <p:spPr>
            <a:xfrm>
              <a:off x="4714275" y="1414525"/>
              <a:ext cx="27850" cy="4150"/>
            </a:xfrm>
            <a:custGeom>
              <a:rect b="b" l="l" r="r" t="t"/>
              <a:pathLst>
                <a:path extrusionOk="0" fill="none" h="166" w="1114">
                  <a:moveTo>
                    <a:pt x="1" y="1"/>
                  </a:moveTo>
                  <a:lnTo>
                    <a:pt x="1" y="1"/>
                  </a:lnTo>
                  <a:lnTo>
                    <a:pt x="1113" y="165"/>
                  </a:lnTo>
                  <a:lnTo>
                    <a:pt x="1113" y="165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33"/>
            <p:cNvSpPr/>
            <p:nvPr/>
          </p:nvSpPr>
          <p:spPr>
            <a:xfrm>
              <a:off x="4668975" y="1407325"/>
              <a:ext cx="26800" cy="4150"/>
            </a:xfrm>
            <a:custGeom>
              <a:rect b="b" l="l" r="r" t="t"/>
              <a:pathLst>
                <a:path extrusionOk="0" h="166" w="1072">
                  <a:moveTo>
                    <a:pt x="0" y="0"/>
                  </a:moveTo>
                  <a:lnTo>
                    <a:pt x="0" y="0"/>
                  </a:lnTo>
                  <a:lnTo>
                    <a:pt x="1071" y="165"/>
                  </a:lnTo>
                  <a:lnTo>
                    <a:pt x="1071" y="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7E23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33"/>
            <p:cNvSpPr/>
            <p:nvPr/>
          </p:nvSpPr>
          <p:spPr>
            <a:xfrm>
              <a:off x="4668975" y="1407325"/>
              <a:ext cx="26800" cy="4150"/>
            </a:xfrm>
            <a:custGeom>
              <a:rect b="b" l="l" r="r" t="t"/>
              <a:pathLst>
                <a:path extrusionOk="0" fill="none" h="166" w="1072">
                  <a:moveTo>
                    <a:pt x="0" y="0"/>
                  </a:moveTo>
                  <a:lnTo>
                    <a:pt x="0" y="0"/>
                  </a:lnTo>
                  <a:lnTo>
                    <a:pt x="1071" y="165"/>
                  </a:lnTo>
                  <a:lnTo>
                    <a:pt x="1071" y="16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33"/>
            <p:cNvSpPr/>
            <p:nvPr/>
          </p:nvSpPr>
          <p:spPr>
            <a:xfrm>
              <a:off x="4634975" y="1402175"/>
              <a:ext cx="25775" cy="4150"/>
            </a:xfrm>
            <a:custGeom>
              <a:rect b="b" l="l" r="r" t="t"/>
              <a:pathLst>
                <a:path extrusionOk="0" h="166" w="1031">
                  <a:moveTo>
                    <a:pt x="1" y="0"/>
                  </a:moveTo>
                  <a:lnTo>
                    <a:pt x="1" y="0"/>
                  </a:lnTo>
                  <a:lnTo>
                    <a:pt x="1031" y="165"/>
                  </a:lnTo>
                  <a:lnTo>
                    <a:pt x="1031" y="1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67E23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33"/>
            <p:cNvSpPr/>
            <p:nvPr/>
          </p:nvSpPr>
          <p:spPr>
            <a:xfrm>
              <a:off x="4634975" y="1402175"/>
              <a:ext cx="25775" cy="4150"/>
            </a:xfrm>
            <a:custGeom>
              <a:rect b="b" l="l" r="r" t="t"/>
              <a:pathLst>
                <a:path extrusionOk="0" fill="none" h="166" w="1031">
                  <a:moveTo>
                    <a:pt x="1" y="0"/>
                  </a:moveTo>
                  <a:lnTo>
                    <a:pt x="1" y="0"/>
                  </a:lnTo>
                  <a:lnTo>
                    <a:pt x="1031" y="165"/>
                  </a:lnTo>
                  <a:lnTo>
                    <a:pt x="1031" y="16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33"/>
            <p:cNvSpPr/>
            <p:nvPr/>
          </p:nvSpPr>
          <p:spPr>
            <a:xfrm>
              <a:off x="4546400" y="1387750"/>
              <a:ext cx="25775" cy="4150"/>
            </a:xfrm>
            <a:custGeom>
              <a:rect b="b" l="l" r="r" t="t"/>
              <a:pathLst>
                <a:path extrusionOk="0" h="166" w="1031">
                  <a:moveTo>
                    <a:pt x="1" y="0"/>
                  </a:moveTo>
                  <a:lnTo>
                    <a:pt x="1" y="0"/>
                  </a:lnTo>
                  <a:lnTo>
                    <a:pt x="1031" y="165"/>
                  </a:lnTo>
                  <a:lnTo>
                    <a:pt x="1031" y="1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67E23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33"/>
            <p:cNvSpPr/>
            <p:nvPr/>
          </p:nvSpPr>
          <p:spPr>
            <a:xfrm>
              <a:off x="4546400" y="1387750"/>
              <a:ext cx="25775" cy="4150"/>
            </a:xfrm>
            <a:custGeom>
              <a:rect b="b" l="l" r="r" t="t"/>
              <a:pathLst>
                <a:path extrusionOk="0" fill="none" h="166" w="1031">
                  <a:moveTo>
                    <a:pt x="1" y="0"/>
                  </a:moveTo>
                  <a:lnTo>
                    <a:pt x="1" y="0"/>
                  </a:lnTo>
                  <a:lnTo>
                    <a:pt x="1031" y="165"/>
                  </a:lnTo>
                  <a:lnTo>
                    <a:pt x="1031" y="16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33"/>
            <p:cNvSpPr/>
            <p:nvPr/>
          </p:nvSpPr>
          <p:spPr>
            <a:xfrm>
              <a:off x="4589650" y="1394950"/>
              <a:ext cx="25775" cy="4150"/>
            </a:xfrm>
            <a:custGeom>
              <a:rect b="b" l="l" r="r" t="t"/>
              <a:pathLst>
                <a:path extrusionOk="0" h="166" w="1031">
                  <a:moveTo>
                    <a:pt x="1" y="1"/>
                  </a:moveTo>
                  <a:lnTo>
                    <a:pt x="1" y="1"/>
                  </a:lnTo>
                  <a:lnTo>
                    <a:pt x="1031" y="166"/>
                  </a:lnTo>
                  <a:lnTo>
                    <a:pt x="1031" y="1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67E23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33"/>
            <p:cNvSpPr/>
            <p:nvPr/>
          </p:nvSpPr>
          <p:spPr>
            <a:xfrm>
              <a:off x="4589650" y="1394950"/>
              <a:ext cx="25775" cy="4150"/>
            </a:xfrm>
            <a:custGeom>
              <a:rect b="b" l="l" r="r" t="t"/>
              <a:pathLst>
                <a:path extrusionOk="0" fill="none" h="166" w="1031">
                  <a:moveTo>
                    <a:pt x="1" y="1"/>
                  </a:moveTo>
                  <a:lnTo>
                    <a:pt x="1" y="1"/>
                  </a:lnTo>
                  <a:lnTo>
                    <a:pt x="1031" y="166"/>
                  </a:lnTo>
                  <a:lnTo>
                    <a:pt x="1031" y="166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33"/>
            <p:cNvSpPr/>
            <p:nvPr/>
          </p:nvSpPr>
          <p:spPr>
            <a:xfrm>
              <a:off x="4469150" y="1147775"/>
              <a:ext cx="397600" cy="284275"/>
            </a:xfrm>
            <a:custGeom>
              <a:rect b="b" l="l" r="r" t="t"/>
              <a:pathLst>
                <a:path extrusionOk="0" h="11371" w="15904">
                  <a:moveTo>
                    <a:pt x="8941" y="0"/>
                  </a:moveTo>
                  <a:lnTo>
                    <a:pt x="7911" y="1113"/>
                  </a:lnTo>
                  <a:lnTo>
                    <a:pt x="6881" y="2225"/>
                  </a:lnTo>
                  <a:lnTo>
                    <a:pt x="5810" y="3337"/>
                  </a:lnTo>
                  <a:lnTo>
                    <a:pt x="4739" y="4367"/>
                  </a:lnTo>
                  <a:lnTo>
                    <a:pt x="3544" y="5562"/>
                  </a:lnTo>
                  <a:lnTo>
                    <a:pt x="2390" y="6757"/>
                  </a:lnTo>
                  <a:lnTo>
                    <a:pt x="1237" y="7952"/>
                  </a:lnTo>
                  <a:lnTo>
                    <a:pt x="1" y="9146"/>
                  </a:lnTo>
                  <a:lnTo>
                    <a:pt x="948" y="9270"/>
                  </a:lnTo>
                  <a:lnTo>
                    <a:pt x="1319" y="9352"/>
                  </a:lnTo>
                  <a:lnTo>
                    <a:pt x="2390" y="9517"/>
                  </a:lnTo>
                  <a:lnTo>
                    <a:pt x="3091" y="9599"/>
                  </a:lnTo>
                  <a:lnTo>
                    <a:pt x="4121" y="9764"/>
                  </a:lnTo>
                  <a:lnTo>
                    <a:pt x="4821" y="9888"/>
                  </a:lnTo>
                  <a:lnTo>
                    <a:pt x="5851" y="10053"/>
                  </a:lnTo>
                  <a:lnTo>
                    <a:pt x="6634" y="10176"/>
                  </a:lnTo>
                  <a:lnTo>
                    <a:pt x="7664" y="10341"/>
                  </a:lnTo>
                  <a:lnTo>
                    <a:pt x="7993" y="10382"/>
                  </a:lnTo>
                  <a:lnTo>
                    <a:pt x="9064" y="10547"/>
                  </a:lnTo>
                  <a:lnTo>
                    <a:pt x="9806" y="10671"/>
                  </a:lnTo>
                  <a:lnTo>
                    <a:pt x="10918" y="10835"/>
                  </a:lnTo>
                  <a:lnTo>
                    <a:pt x="11783" y="10959"/>
                  </a:lnTo>
                  <a:lnTo>
                    <a:pt x="12855" y="11124"/>
                  </a:lnTo>
                  <a:lnTo>
                    <a:pt x="13225" y="11206"/>
                  </a:lnTo>
                  <a:lnTo>
                    <a:pt x="14297" y="11371"/>
                  </a:lnTo>
                  <a:lnTo>
                    <a:pt x="15903" y="2596"/>
                  </a:lnTo>
                  <a:lnTo>
                    <a:pt x="15615" y="2472"/>
                  </a:lnTo>
                  <a:lnTo>
                    <a:pt x="14791" y="2060"/>
                  </a:lnTo>
                  <a:lnTo>
                    <a:pt x="13926" y="1648"/>
                  </a:lnTo>
                  <a:lnTo>
                    <a:pt x="13102" y="1319"/>
                  </a:lnTo>
                  <a:lnTo>
                    <a:pt x="12237" y="989"/>
                  </a:lnTo>
                  <a:lnTo>
                    <a:pt x="11413" y="701"/>
                  </a:lnTo>
                  <a:lnTo>
                    <a:pt x="10589" y="453"/>
                  </a:lnTo>
                  <a:lnTo>
                    <a:pt x="8941" y="0"/>
                  </a:lnTo>
                  <a:close/>
                </a:path>
              </a:pathLst>
            </a:custGeom>
            <a:solidFill>
              <a:srgbClr val="CD7119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33"/>
            <p:cNvSpPr/>
            <p:nvPr/>
          </p:nvSpPr>
          <p:spPr>
            <a:xfrm>
              <a:off x="4469150" y="1147775"/>
              <a:ext cx="397600" cy="284275"/>
            </a:xfrm>
            <a:custGeom>
              <a:rect b="b" l="l" r="r" t="t"/>
              <a:pathLst>
                <a:path extrusionOk="0" fill="none" h="11371" w="15904">
                  <a:moveTo>
                    <a:pt x="8941" y="0"/>
                  </a:moveTo>
                  <a:lnTo>
                    <a:pt x="8941" y="0"/>
                  </a:lnTo>
                  <a:lnTo>
                    <a:pt x="7911" y="1113"/>
                  </a:lnTo>
                  <a:lnTo>
                    <a:pt x="6881" y="2225"/>
                  </a:lnTo>
                  <a:lnTo>
                    <a:pt x="5810" y="3337"/>
                  </a:lnTo>
                  <a:lnTo>
                    <a:pt x="4739" y="4367"/>
                  </a:lnTo>
                  <a:lnTo>
                    <a:pt x="4739" y="4367"/>
                  </a:lnTo>
                  <a:lnTo>
                    <a:pt x="3544" y="5562"/>
                  </a:lnTo>
                  <a:lnTo>
                    <a:pt x="2390" y="6757"/>
                  </a:lnTo>
                  <a:lnTo>
                    <a:pt x="1237" y="7952"/>
                  </a:lnTo>
                  <a:lnTo>
                    <a:pt x="1" y="9146"/>
                  </a:lnTo>
                  <a:lnTo>
                    <a:pt x="948" y="9270"/>
                  </a:lnTo>
                  <a:lnTo>
                    <a:pt x="1319" y="9352"/>
                  </a:lnTo>
                  <a:lnTo>
                    <a:pt x="2390" y="9517"/>
                  </a:lnTo>
                  <a:lnTo>
                    <a:pt x="3091" y="9599"/>
                  </a:lnTo>
                  <a:lnTo>
                    <a:pt x="4121" y="9764"/>
                  </a:lnTo>
                  <a:lnTo>
                    <a:pt x="4821" y="9888"/>
                  </a:lnTo>
                  <a:lnTo>
                    <a:pt x="5851" y="10053"/>
                  </a:lnTo>
                  <a:lnTo>
                    <a:pt x="6634" y="10176"/>
                  </a:lnTo>
                  <a:lnTo>
                    <a:pt x="7664" y="10341"/>
                  </a:lnTo>
                  <a:lnTo>
                    <a:pt x="7993" y="10382"/>
                  </a:lnTo>
                  <a:lnTo>
                    <a:pt x="9064" y="10547"/>
                  </a:lnTo>
                  <a:lnTo>
                    <a:pt x="9806" y="10671"/>
                  </a:lnTo>
                  <a:lnTo>
                    <a:pt x="9806" y="10671"/>
                  </a:lnTo>
                  <a:lnTo>
                    <a:pt x="10918" y="10835"/>
                  </a:lnTo>
                  <a:lnTo>
                    <a:pt x="11783" y="10959"/>
                  </a:lnTo>
                  <a:lnTo>
                    <a:pt x="12855" y="11124"/>
                  </a:lnTo>
                  <a:lnTo>
                    <a:pt x="13225" y="11206"/>
                  </a:lnTo>
                  <a:lnTo>
                    <a:pt x="14297" y="11371"/>
                  </a:lnTo>
                  <a:lnTo>
                    <a:pt x="14297" y="11371"/>
                  </a:lnTo>
                  <a:lnTo>
                    <a:pt x="15903" y="2596"/>
                  </a:lnTo>
                  <a:lnTo>
                    <a:pt x="15903" y="2596"/>
                  </a:lnTo>
                  <a:lnTo>
                    <a:pt x="15615" y="2472"/>
                  </a:lnTo>
                  <a:lnTo>
                    <a:pt x="15615" y="2472"/>
                  </a:lnTo>
                  <a:lnTo>
                    <a:pt x="14791" y="2060"/>
                  </a:lnTo>
                  <a:lnTo>
                    <a:pt x="13926" y="1648"/>
                  </a:lnTo>
                  <a:lnTo>
                    <a:pt x="13102" y="1319"/>
                  </a:lnTo>
                  <a:lnTo>
                    <a:pt x="12237" y="989"/>
                  </a:lnTo>
                  <a:lnTo>
                    <a:pt x="11413" y="701"/>
                  </a:lnTo>
                  <a:lnTo>
                    <a:pt x="10589" y="453"/>
                  </a:lnTo>
                  <a:lnTo>
                    <a:pt x="89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33"/>
            <p:cNvSpPr/>
            <p:nvPr/>
          </p:nvSpPr>
          <p:spPr>
            <a:xfrm>
              <a:off x="4571125" y="485525"/>
              <a:ext cx="108175" cy="6200"/>
            </a:xfrm>
            <a:custGeom>
              <a:rect b="b" l="l" r="r" t="t"/>
              <a:pathLst>
                <a:path extrusionOk="0" h="248" w="4327">
                  <a:moveTo>
                    <a:pt x="3131" y="0"/>
                  </a:moveTo>
                  <a:lnTo>
                    <a:pt x="1978" y="41"/>
                  </a:lnTo>
                  <a:lnTo>
                    <a:pt x="989" y="124"/>
                  </a:lnTo>
                  <a:lnTo>
                    <a:pt x="0" y="247"/>
                  </a:lnTo>
                  <a:lnTo>
                    <a:pt x="824" y="165"/>
                  </a:lnTo>
                  <a:lnTo>
                    <a:pt x="1607" y="82"/>
                  </a:lnTo>
                  <a:lnTo>
                    <a:pt x="2390" y="41"/>
                  </a:lnTo>
                  <a:lnTo>
                    <a:pt x="4326" y="41"/>
                  </a:lnTo>
                  <a:lnTo>
                    <a:pt x="37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4484600" y="1123050"/>
              <a:ext cx="30925" cy="25"/>
            </a:xfrm>
            <a:custGeom>
              <a:rect b="b" l="l" r="r" t="t"/>
              <a:pathLst>
                <a:path extrusionOk="0" fill="none" h="1" w="1237">
                  <a:moveTo>
                    <a:pt x="1" y="1"/>
                  </a:moveTo>
                  <a:lnTo>
                    <a:pt x="1" y="1"/>
                  </a:lnTo>
                  <a:lnTo>
                    <a:pt x="1237" y="1"/>
                  </a:lnTo>
                  <a:lnTo>
                    <a:pt x="1237" y="1"/>
                  </a:lnTo>
                  <a:lnTo>
                    <a:pt x="1237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4484600" y="11230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33"/>
            <p:cNvSpPr/>
            <p:nvPr/>
          </p:nvSpPr>
          <p:spPr>
            <a:xfrm>
              <a:off x="4571125" y="485525"/>
              <a:ext cx="108175" cy="6200"/>
            </a:xfrm>
            <a:custGeom>
              <a:rect b="b" l="l" r="r" t="t"/>
              <a:pathLst>
                <a:path extrusionOk="0" fill="none" h="248" w="4327">
                  <a:moveTo>
                    <a:pt x="3131" y="0"/>
                  </a:moveTo>
                  <a:lnTo>
                    <a:pt x="3131" y="0"/>
                  </a:lnTo>
                  <a:lnTo>
                    <a:pt x="1978" y="41"/>
                  </a:lnTo>
                  <a:lnTo>
                    <a:pt x="989" y="124"/>
                  </a:lnTo>
                  <a:lnTo>
                    <a:pt x="0" y="247"/>
                  </a:lnTo>
                  <a:lnTo>
                    <a:pt x="0" y="247"/>
                  </a:lnTo>
                  <a:lnTo>
                    <a:pt x="0" y="247"/>
                  </a:lnTo>
                  <a:lnTo>
                    <a:pt x="824" y="165"/>
                  </a:lnTo>
                  <a:lnTo>
                    <a:pt x="1607" y="82"/>
                  </a:lnTo>
                  <a:lnTo>
                    <a:pt x="2390" y="41"/>
                  </a:lnTo>
                  <a:lnTo>
                    <a:pt x="3173" y="41"/>
                  </a:lnTo>
                  <a:lnTo>
                    <a:pt x="3173" y="41"/>
                  </a:lnTo>
                  <a:lnTo>
                    <a:pt x="4326" y="41"/>
                  </a:lnTo>
                  <a:lnTo>
                    <a:pt x="4326" y="41"/>
                  </a:lnTo>
                  <a:lnTo>
                    <a:pt x="3749" y="0"/>
                  </a:lnTo>
                  <a:lnTo>
                    <a:pt x="313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33"/>
            <p:cNvSpPr/>
            <p:nvPr/>
          </p:nvSpPr>
          <p:spPr>
            <a:xfrm>
              <a:off x="4435175" y="486550"/>
              <a:ext cx="245150" cy="637550"/>
            </a:xfrm>
            <a:custGeom>
              <a:rect b="b" l="l" r="r" t="t"/>
              <a:pathLst>
                <a:path extrusionOk="0" h="25502" w="9806">
                  <a:moveTo>
                    <a:pt x="7828" y="0"/>
                  </a:moveTo>
                  <a:lnTo>
                    <a:pt x="7045" y="41"/>
                  </a:lnTo>
                  <a:lnTo>
                    <a:pt x="6262" y="124"/>
                  </a:lnTo>
                  <a:lnTo>
                    <a:pt x="5438" y="206"/>
                  </a:lnTo>
                  <a:lnTo>
                    <a:pt x="4944" y="2266"/>
                  </a:lnTo>
                  <a:lnTo>
                    <a:pt x="0" y="25502"/>
                  </a:lnTo>
                  <a:lnTo>
                    <a:pt x="948" y="25461"/>
                  </a:lnTo>
                  <a:lnTo>
                    <a:pt x="3214" y="25461"/>
                  </a:lnTo>
                  <a:lnTo>
                    <a:pt x="9805" y="0"/>
                  </a:lnTo>
                  <a:close/>
                </a:path>
              </a:pathLst>
            </a:custGeom>
            <a:solidFill>
              <a:srgbClr val="E49B4B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>
              <a:off x="4435175" y="486550"/>
              <a:ext cx="245150" cy="637550"/>
            </a:xfrm>
            <a:custGeom>
              <a:rect b="b" l="l" r="r" t="t"/>
              <a:pathLst>
                <a:path extrusionOk="0" fill="none" h="25502" w="9806">
                  <a:moveTo>
                    <a:pt x="8611" y="0"/>
                  </a:moveTo>
                  <a:lnTo>
                    <a:pt x="8611" y="0"/>
                  </a:lnTo>
                  <a:lnTo>
                    <a:pt x="7828" y="0"/>
                  </a:lnTo>
                  <a:lnTo>
                    <a:pt x="7045" y="41"/>
                  </a:lnTo>
                  <a:lnTo>
                    <a:pt x="6262" y="124"/>
                  </a:lnTo>
                  <a:lnTo>
                    <a:pt x="5438" y="206"/>
                  </a:lnTo>
                  <a:lnTo>
                    <a:pt x="4944" y="2266"/>
                  </a:lnTo>
                  <a:lnTo>
                    <a:pt x="0" y="25502"/>
                  </a:lnTo>
                  <a:lnTo>
                    <a:pt x="0" y="25502"/>
                  </a:lnTo>
                  <a:lnTo>
                    <a:pt x="948" y="25461"/>
                  </a:lnTo>
                  <a:lnTo>
                    <a:pt x="1978" y="25461"/>
                  </a:lnTo>
                  <a:lnTo>
                    <a:pt x="1978" y="25461"/>
                  </a:lnTo>
                  <a:lnTo>
                    <a:pt x="1978" y="25461"/>
                  </a:lnTo>
                  <a:lnTo>
                    <a:pt x="1978" y="25461"/>
                  </a:lnTo>
                  <a:lnTo>
                    <a:pt x="1978" y="25461"/>
                  </a:lnTo>
                  <a:lnTo>
                    <a:pt x="1978" y="25461"/>
                  </a:lnTo>
                  <a:lnTo>
                    <a:pt x="1978" y="25461"/>
                  </a:lnTo>
                  <a:lnTo>
                    <a:pt x="1978" y="25461"/>
                  </a:lnTo>
                  <a:lnTo>
                    <a:pt x="3214" y="25461"/>
                  </a:lnTo>
                  <a:lnTo>
                    <a:pt x="9805" y="0"/>
                  </a:lnTo>
                  <a:lnTo>
                    <a:pt x="9805" y="0"/>
                  </a:lnTo>
                  <a:lnTo>
                    <a:pt x="9764" y="0"/>
                  </a:lnTo>
                  <a:lnTo>
                    <a:pt x="9764" y="0"/>
                  </a:lnTo>
                  <a:lnTo>
                    <a:pt x="86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33"/>
            <p:cNvSpPr/>
            <p:nvPr/>
          </p:nvSpPr>
          <p:spPr>
            <a:xfrm>
              <a:off x="4383675" y="13630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9B4B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33"/>
            <p:cNvSpPr/>
            <p:nvPr/>
          </p:nvSpPr>
          <p:spPr>
            <a:xfrm>
              <a:off x="4383675" y="13630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33"/>
            <p:cNvSpPr/>
            <p:nvPr/>
          </p:nvSpPr>
          <p:spPr>
            <a:xfrm>
              <a:off x="4383675" y="1123050"/>
              <a:ext cx="131850" cy="248250"/>
            </a:xfrm>
            <a:custGeom>
              <a:rect b="b" l="l" r="r" t="t"/>
              <a:pathLst>
                <a:path extrusionOk="0" h="9930" w="5274">
                  <a:moveTo>
                    <a:pt x="3008" y="1"/>
                  </a:moveTo>
                  <a:lnTo>
                    <a:pt x="2060" y="42"/>
                  </a:lnTo>
                  <a:lnTo>
                    <a:pt x="0" y="9600"/>
                  </a:lnTo>
                  <a:lnTo>
                    <a:pt x="2719" y="9929"/>
                  </a:lnTo>
                  <a:lnTo>
                    <a:pt x="5274" y="1"/>
                  </a:lnTo>
                  <a:close/>
                </a:path>
              </a:pathLst>
            </a:custGeom>
            <a:solidFill>
              <a:srgbClr val="D88B3F"/>
            </a:solidFill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33"/>
            <p:cNvSpPr/>
            <p:nvPr/>
          </p:nvSpPr>
          <p:spPr>
            <a:xfrm>
              <a:off x="4383675" y="1123050"/>
              <a:ext cx="131850" cy="248250"/>
            </a:xfrm>
            <a:custGeom>
              <a:rect b="b" l="l" r="r" t="t"/>
              <a:pathLst>
                <a:path extrusionOk="0" fill="none" h="9930" w="5274">
                  <a:moveTo>
                    <a:pt x="4038" y="1"/>
                  </a:moveTo>
                  <a:lnTo>
                    <a:pt x="4038" y="1"/>
                  </a:lnTo>
                  <a:lnTo>
                    <a:pt x="4038" y="1"/>
                  </a:lnTo>
                  <a:lnTo>
                    <a:pt x="4038" y="1"/>
                  </a:lnTo>
                  <a:lnTo>
                    <a:pt x="4038" y="1"/>
                  </a:lnTo>
                  <a:lnTo>
                    <a:pt x="3008" y="1"/>
                  </a:lnTo>
                  <a:lnTo>
                    <a:pt x="2060" y="42"/>
                  </a:lnTo>
                  <a:lnTo>
                    <a:pt x="0" y="9600"/>
                  </a:lnTo>
                  <a:lnTo>
                    <a:pt x="0" y="9600"/>
                  </a:lnTo>
                  <a:lnTo>
                    <a:pt x="2719" y="9929"/>
                  </a:lnTo>
                  <a:lnTo>
                    <a:pt x="5274" y="1"/>
                  </a:lnTo>
                  <a:lnTo>
                    <a:pt x="5274" y="1"/>
                  </a:lnTo>
                  <a:lnTo>
                    <a:pt x="4038" y="1"/>
                  </a:lnTo>
                  <a:lnTo>
                    <a:pt x="4038" y="1"/>
                  </a:lnTo>
                  <a:lnTo>
                    <a:pt x="403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9050" lIns="39050" spcFirstLastPara="1" rIns="39050" wrap="square" tIns="3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34"/>
          <p:cNvSpPr txBox="1"/>
          <p:nvPr>
            <p:ph type="title"/>
          </p:nvPr>
        </p:nvSpPr>
        <p:spPr>
          <a:xfrm>
            <a:off x="733275" y="45650"/>
            <a:ext cx="70965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5A8408"/>
                </a:solidFill>
                <a:latin typeface="Outfit"/>
                <a:ea typeface="Outfit"/>
                <a:cs typeface="Outfit"/>
                <a:sym typeface="Outfit"/>
              </a:rPr>
              <a:t>OuR Robot Making Vanilla Iced Matcha</a:t>
            </a:r>
            <a:endParaRPr sz="3000">
              <a:solidFill>
                <a:srgbClr val="5A8408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0" name="Google Shape;147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8000" y="1272025"/>
            <a:ext cx="2709300" cy="2709300"/>
          </a:xfrm>
          <a:prstGeom prst="ellipse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71" name="Google Shape;1471;p34"/>
          <p:cNvGrpSpPr/>
          <p:nvPr/>
        </p:nvGrpSpPr>
        <p:grpSpPr>
          <a:xfrm flipH="1">
            <a:off x="6949625" y="3116250"/>
            <a:ext cx="784825" cy="1098725"/>
            <a:chOff x="1123650" y="1387050"/>
            <a:chExt cx="784825" cy="1098725"/>
          </a:xfrm>
        </p:grpSpPr>
        <p:sp>
          <p:nvSpPr>
            <p:cNvPr id="1472" name="Google Shape;1472;p34"/>
            <p:cNvSpPr/>
            <p:nvPr/>
          </p:nvSpPr>
          <p:spPr>
            <a:xfrm>
              <a:off x="1419550" y="1387050"/>
              <a:ext cx="488925" cy="1098725"/>
            </a:xfrm>
            <a:custGeom>
              <a:rect b="b" l="l" r="r" t="t"/>
              <a:pathLst>
                <a:path extrusionOk="0" h="43949" w="19557">
                  <a:moveTo>
                    <a:pt x="8103" y="1"/>
                  </a:moveTo>
                  <a:lnTo>
                    <a:pt x="7891" y="43"/>
                  </a:lnTo>
                  <a:lnTo>
                    <a:pt x="7721" y="128"/>
                  </a:lnTo>
                  <a:lnTo>
                    <a:pt x="7594" y="298"/>
                  </a:lnTo>
                  <a:lnTo>
                    <a:pt x="7551" y="340"/>
                  </a:lnTo>
                  <a:lnTo>
                    <a:pt x="7424" y="425"/>
                  </a:lnTo>
                  <a:lnTo>
                    <a:pt x="7297" y="510"/>
                  </a:lnTo>
                  <a:lnTo>
                    <a:pt x="7170" y="637"/>
                  </a:lnTo>
                  <a:lnTo>
                    <a:pt x="7085" y="807"/>
                  </a:lnTo>
                  <a:lnTo>
                    <a:pt x="6151" y="3564"/>
                  </a:lnTo>
                  <a:lnTo>
                    <a:pt x="5303" y="6364"/>
                  </a:lnTo>
                  <a:lnTo>
                    <a:pt x="4455" y="9121"/>
                  </a:lnTo>
                  <a:lnTo>
                    <a:pt x="3691" y="11921"/>
                  </a:lnTo>
                  <a:lnTo>
                    <a:pt x="2970" y="14721"/>
                  </a:lnTo>
                  <a:lnTo>
                    <a:pt x="2291" y="17563"/>
                  </a:lnTo>
                  <a:lnTo>
                    <a:pt x="1655" y="20405"/>
                  </a:lnTo>
                  <a:lnTo>
                    <a:pt x="1103" y="23247"/>
                  </a:lnTo>
                  <a:lnTo>
                    <a:pt x="679" y="25411"/>
                  </a:lnTo>
                  <a:lnTo>
                    <a:pt x="297" y="27659"/>
                  </a:lnTo>
                  <a:lnTo>
                    <a:pt x="170" y="28805"/>
                  </a:lnTo>
                  <a:lnTo>
                    <a:pt x="43" y="29950"/>
                  </a:lnTo>
                  <a:lnTo>
                    <a:pt x="0" y="31095"/>
                  </a:lnTo>
                  <a:lnTo>
                    <a:pt x="0" y="32241"/>
                  </a:lnTo>
                  <a:lnTo>
                    <a:pt x="43" y="33344"/>
                  </a:lnTo>
                  <a:lnTo>
                    <a:pt x="212" y="34447"/>
                  </a:lnTo>
                  <a:lnTo>
                    <a:pt x="425" y="35550"/>
                  </a:lnTo>
                  <a:lnTo>
                    <a:pt x="552" y="36059"/>
                  </a:lnTo>
                  <a:lnTo>
                    <a:pt x="722" y="36610"/>
                  </a:lnTo>
                  <a:lnTo>
                    <a:pt x="934" y="37119"/>
                  </a:lnTo>
                  <a:lnTo>
                    <a:pt x="1146" y="37628"/>
                  </a:lnTo>
                  <a:lnTo>
                    <a:pt x="1400" y="38137"/>
                  </a:lnTo>
                  <a:lnTo>
                    <a:pt x="1655" y="38604"/>
                  </a:lnTo>
                  <a:lnTo>
                    <a:pt x="1994" y="39070"/>
                  </a:lnTo>
                  <a:lnTo>
                    <a:pt x="2334" y="39537"/>
                  </a:lnTo>
                  <a:lnTo>
                    <a:pt x="2673" y="40004"/>
                  </a:lnTo>
                  <a:lnTo>
                    <a:pt x="3097" y="40428"/>
                  </a:lnTo>
                  <a:lnTo>
                    <a:pt x="3903" y="41192"/>
                  </a:lnTo>
                  <a:lnTo>
                    <a:pt x="4752" y="41870"/>
                  </a:lnTo>
                  <a:lnTo>
                    <a:pt x="5685" y="42464"/>
                  </a:lnTo>
                  <a:lnTo>
                    <a:pt x="6618" y="42973"/>
                  </a:lnTo>
                  <a:lnTo>
                    <a:pt x="7551" y="43397"/>
                  </a:lnTo>
                  <a:lnTo>
                    <a:pt x="8060" y="43567"/>
                  </a:lnTo>
                  <a:lnTo>
                    <a:pt x="8527" y="43694"/>
                  </a:lnTo>
                  <a:lnTo>
                    <a:pt x="9036" y="43779"/>
                  </a:lnTo>
                  <a:lnTo>
                    <a:pt x="9503" y="43864"/>
                  </a:lnTo>
                  <a:lnTo>
                    <a:pt x="10012" y="43949"/>
                  </a:lnTo>
                  <a:lnTo>
                    <a:pt x="10987" y="43949"/>
                  </a:lnTo>
                  <a:lnTo>
                    <a:pt x="11497" y="43906"/>
                  </a:lnTo>
                  <a:lnTo>
                    <a:pt x="11963" y="43864"/>
                  </a:lnTo>
                  <a:lnTo>
                    <a:pt x="12430" y="43779"/>
                  </a:lnTo>
                  <a:lnTo>
                    <a:pt x="12896" y="43652"/>
                  </a:lnTo>
                  <a:lnTo>
                    <a:pt x="13363" y="43482"/>
                  </a:lnTo>
                  <a:lnTo>
                    <a:pt x="13830" y="43313"/>
                  </a:lnTo>
                  <a:lnTo>
                    <a:pt x="14254" y="43100"/>
                  </a:lnTo>
                  <a:lnTo>
                    <a:pt x="14721" y="42846"/>
                  </a:lnTo>
                  <a:lnTo>
                    <a:pt x="15145" y="42549"/>
                  </a:lnTo>
                  <a:lnTo>
                    <a:pt x="15527" y="42210"/>
                  </a:lnTo>
                  <a:lnTo>
                    <a:pt x="15951" y="41870"/>
                  </a:lnTo>
                  <a:lnTo>
                    <a:pt x="16333" y="41446"/>
                  </a:lnTo>
                  <a:lnTo>
                    <a:pt x="16672" y="41022"/>
                  </a:lnTo>
                  <a:lnTo>
                    <a:pt x="17011" y="40555"/>
                  </a:lnTo>
                  <a:lnTo>
                    <a:pt x="17351" y="40046"/>
                  </a:lnTo>
                  <a:lnTo>
                    <a:pt x="17648" y="39537"/>
                  </a:lnTo>
                  <a:lnTo>
                    <a:pt x="17945" y="38986"/>
                  </a:lnTo>
                  <a:lnTo>
                    <a:pt x="18199" y="38477"/>
                  </a:lnTo>
                  <a:lnTo>
                    <a:pt x="18411" y="37883"/>
                  </a:lnTo>
                  <a:lnTo>
                    <a:pt x="18793" y="36737"/>
                  </a:lnTo>
                  <a:lnTo>
                    <a:pt x="19090" y="35592"/>
                  </a:lnTo>
                  <a:lnTo>
                    <a:pt x="19302" y="34362"/>
                  </a:lnTo>
                  <a:lnTo>
                    <a:pt x="19472" y="33132"/>
                  </a:lnTo>
                  <a:lnTo>
                    <a:pt x="19557" y="31901"/>
                  </a:lnTo>
                  <a:lnTo>
                    <a:pt x="19557" y="30629"/>
                  </a:lnTo>
                  <a:lnTo>
                    <a:pt x="19514" y="29356"/>
                  </a:lnTo>
                  <a:lnTo>
                    <a:pt x="19429" y="28083"/>
                  </a:lnTo>
                  <a:lnTo>
                    <a:pt x="19302" y="26853"/>
                  </a:lnTo>
                  <a:lnTo>
                    <a:pt x="19175" y="25581"/>
                  </a:lnTo>
                  <a:lnTo>
                    <a:pt x="18963" y="24393"/>
                  </a:lnTo>
                  <a:lnTo>
                    <a:pt x="18751" y="23163"/>
                  </a:lnTo>
                  <a:lnTo>
                    <a:pt x="18284" y="20872"/>
                  </a:lnTo>
                  <a:lnTo>
                    <a:pt x="17987" y="19472"/>
                  </a:lnTo>
                  <a:lnTo>
                    <a:pt x="17605" y="18114"/>
                  </a:lnTo>
                  <a:lnTo>
                    <a:pt x="17223" y="16757"/>
                  </a:lnTo>
                  <a:lnTo>
                    <a:pt x="16842" y="15399"/>
                  </a:lnTo>
                  <a:lnTo>
                    <a:pt x="16375" y="14042"/>
                  </a:lnTo>
                  <a:lnTo>
                    <a:pt x="15866" y="12685"/>
                  </a:lnTo>
                  <a:lnTo>
                    <a:pt x="15357" y="11327"/>
                  </a:lnTo>
                  <a:lnTo>
                    <a:pt x="14763" y="10012"/>
                  </a:lnTo>
                  <a:lnTo>
                    <a:pt x="14169" y="8739"/>
                  </a:lnTo>
                  <a:lnTo>
                    <a:pt x="13533" y="7424"/>
                  </a:lnTo>
                  <a:lnTo>
                    <a:pt x="12854" y="6194"/>
                  </a:lnTo>
                  <a:lnTo>
                    <a:pt x="12133" y="4964"/>
                  </a:lnTo>
                  <a:lnTo>
                    <a:pt x="11369" y="3734"/>
                  </a:lnTo>
                  <a:lnTo>
                    <a:pt x="10606" y="2546"/>
                  </a:lnTo>
                  <a:lnTo>
                    <a:pt x="9757" y="1443"/>
                  </a:lnTo>
                  <a:lnTo>
                    <a:pt x="8866" y="340"/>
                  </a:lnTo>
                  <a:lnTo>
                    <a:pt x="8739" y="213"/>
                  </a:lnTo>
                  <a:lnTo>
                    <a:pt x="8569" y="170"/>
                  </a:lnTo>
                  <a:lnTo>
                    <a:pt x="8442" y="85"/>
                  </a:lnTo>
                  <a:lnTo>
                    <a:pt x="8315" y="43"/>
                  </a:lnTo>
                  <a:lnTo>
                    <a:pt x="8103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34"/>
            <p:cNvSpPr/>
            <p:nvPr/>
          </p:nvSpPr>
          <p:spPr>
            <a:xfrm>
              <a:off x="1419550" y="1387050"/>
              <a:ext cx="284250" cy="1098725"/>
            </a:xfrm>
            <a:custGeom>
              <a:rect b="b" l="l" r="r" t="t"/>
              <a:pathLst>
                <a:path extrusionOk="0" h="43949" w="11370">
                  <a:moveTo>
                    <a:pt x="8103" y="1"/>
                  </a:moveTo>
                  <a:lnTo>
                    <a:pt x="7891" y="43"/>
                  </a:lnTo>
                  <a:lnTo>
                    <a:pt x="7721" y="128"/>
                  </a:lnTo>
                  <a:lnTo>
                    <a:pt x="7594" y="298"/>
                  </a:lnTo>
                  <a:lnTo>
                    <a:pt x="7551" y="340"/>
                  </a:lnTo>
                  <a:lnTo>
                    <a:pt x="7424" y="425"/>
                  </a:lnTo>
                  <a:lnTo>
                    <a:pt x="7297" y="510"/>
                  </a:lnTo>
                  <a:lnTo>
                    <a:pt x="7170" y="637"/>
                  </a:lnTo>
                  <a:lnTo>
                    <a:pt x="7085" y="807"/>
                  </a:lnTo>
                  <a:lnTo>
                    <a:pt x="6151" y="3564"/>
                  </a:lnTo>
                  <a:lnTo>
                    <a:pt x="5303" y="6364"/>
                  </a:lnTo>
                  <a:lnTo>
                    <a:pt x="4455" y="9121"/>
                  </a:lnTo>
                  <a:lnTo>
                    <a:pt x="3691" y="11921"/>
                  </a:lnTo>
                  <a:lnTo>
                    <a:pt x="2970" y="14721"/>
                  </a:lnTo>
                  <a:lnTo>
                    <a:pt x="2291" y="17563"/>
                  </a:lnTo>
                  <a:lnTo>
                    <a:pt x="1655" y="20405"/>
                  </a:lnTo>
                  <a:lnTo>
                    <a:pt x="1103" y="23247"/>
                  </a:lnTo>
                  <a:lnTo>
                    <a:pt x="679" y="25411"/>
                  </a:lnTo>
                  <a:lnTo>
                    <a:pt x="297" y="27659"/>
                  </a:lnTo>
                  <a:lnTo>
                    <a:pt x="170" y="28805"/>
                  </a:lnTo>
                  <a:lnTo>
                    <a:pt x="43" y="29950"/>
                  </a:lnTo>
                  <a:lnTo>
                    <a:pt x="0" y="31095"/>
                  </a:lnTo>
                  <a:lnTo>
                    <a:pt x="0" y="32241"/>
                  </a:lnTo>
                  <a:lnTo>
                    <a:pt x="43" y="33344"/>
                  </a:lnTo>
                  <a:lnTo>
                    <a:pt x="212" y="34447"/>
                  </a:lnTo>
                  <a:lnTo>
                    <a:pt x="425" y="35550"/>
                  </a:lnTo>
                  <a:lnTo>
                    <a:pt x="552" y="36059"/>
                  </a:lnTo>
                  <a:lnTo>
                    <a:pt x="722" y="36610"/>
                  </a:lnTo>
                  <a:lnTo>
                    <a:pt x="934" y="37119"/>
                  </a:lnTo>
                  <a:lnTo>
                    <a:pt x="1146" y="37628"/>
                  </a:lnTo>
                  <a:lnTo>
                    <a:pt x="1400" y="38137"/>
                  </a:lnTo>
                  <a:lnTo>
                    <a:pt x="1655" y="38604"/>
                  </a:lnTo>
                  <a:lnTo>
                    <a:pt x="1994" y="39070"/>
                  </a:lnTo>
                  <a:lnTo>
                    <a:pt x="2334" y="39537"/>
                  </a:lnTo>
                  <a:lnTo>
                    <a:pt x="2673" y="40004"/>
                  </a:lnTo>
                  <a:lnTo>
                    <a:pt x="3097" y="40428"/>
                  </a:lnTo>
                  <a:lnTo>
                    <a:pt x="3903" y="41192"/>
                  </a:lnTo>
                  <a:lnTo>
                    <a:pt x="4752" y="41870"/>
                  </a:lnTo>
                  <a:lnTo>
                    <a:pt x="5685" y="42464"/>
                  </a:lnTo>
                  <a:lnTo>
                    <a:pt x="6618" y="42973"/>
                  </a:lnTo>
                  <a:lnTo>
                    <a:pt x="7551" y="43397"/>
                  </a:lnTo>
                  <a:lnTo>
                    <a:pt x="8060" y="43567"/>
                  </a:lnTo>
                  <a:lnTo>
                    <a:pt x="8527" y="43694"/>
                  </a:lnTo>
                  <a:lnTo>
                    <a:pt x="9036" y="43779"/>
                  </a:lnTo>
                  <a:lnTo>
                    <a:pt x="9545" y="43864"/>
                  </a:lnTo>
                  <a:lnTo>
                    <a:pt x="10012" y="43949"/>
                  </a:lnTo>
                  <a:lnTo>
                    <a:pt x="10521" y="43949"/>
                  </a:lnTo>
                  <a:lnTo>
                    <a:pt x="9630" y="42846"/>
                  </a:lnTo>
                  <a:lnTo>
                    <a:pt x="8739" y="41701"/>
                  </a:lnTo>
                  <a:lnTo>
                    <a:pt x="8273" y="40979"/>
                  </a:lnTo>
                  <a:lnTo>
                    <a:pt x="7806" y="40258"/>
                  </a:lnTo>
                  <a:lnTo>
                    <a:pt x="7339" y="39537"/>
                  </a:lnTo>
                  <a:lnTo>
                    <a:pt x="6957" y="38774"/>
                  </a:lnTo>
                  <a:lnTo>
                    <a:pt x="6576" y="38010"/>
                  </a:lnTo>
                  <a:lnTo>
                    <a:pt x="6236" y="37246"/>
                  </a:lnTo>
                  <a:lnTo>
                    <a:pt x="5939" y="36483"/>
                  </a:lnTo>
                  <a:lnTo>
                    <a:pt x="5642" y="35677"/>
                  </a:lnTo>
                  <a:lnTo>
                    <a:pt x="5388" y="34871"/>
                  </a:lnTo>
                  <a:lnTo>
                    <a:pt x="5176" y="34065"/>
                  </a:lnTo>
                  <a:lnTo>
                    <a:pt x="4964" y="33259"/>
                  </a:lnTo>
                  <a:lnTo>
                    <a:pt x="4794" y="32410"/>
                  </a:lnTo>
                  <a:lnTo>
                    <a:pt x="4667" y="31562"/>
                  </a:lnTo>
                  <a:lnTo>
                    <a:pt x="4539" y="30713"/>
                  </a:lnTo>
                  <a:lnTo>
                    <a:pt x="4370" y="29017"/>
                  </a:lnTo>
                  <a:lnTo>
                    <a:pt x="4327" y="28083"/>
                  </a:lnTo>
                  <a:lnTo>
                    <a:pt x="4285" y="27150"/>
                  </a:lnTo>
                  <a:lnTo>
                    <a:pt x="4327" y="25326"/>
                  </a:lnTo>
                  <a:lnTo>
                    <a:pt x="4455" y="23502"/>
                  </a:lnTo>
                  <a:lnTo>
                    <a:pt x="4624" y="21678"/>
                  </a:lnTo>
                  <a:lnTo>
                    <a:pt x="4921" y="19896"/>
                  </a:lnTo>
                  <a:lnTo>
                    <a:pt x="5303" y="18114"/>
                  </a:lnTo>
                  <a:lnTo>
                    <a:pt x="5685" y="16333"/>
                  </a:lnTo>
                  <a:lnTo>
                    <a:pt x="6194" y="14551"/>
                  </a:lnTo>
                  <a:lnTo>
                    <a:pt x="6618" y="13066"/>
                  </a:lnTo>
                  <a:lnTo>
                    <a:pt x="7085" y="11624"/>
                  </a:lnTo>
                  <a:lnTo>
                    <a:pt x="7636" y="10224"/>
                  </a:lnTo>
                  <a:lnTo>
                    <a:pt x="8230" y="8824"/>
                  </a:lnTo>
                  <a:lnTo>
                    <a:pt x="8909" y="7467"/>
                  </a:lnTo>
                  <a:lnTo>
                    <a:pt x="9630" y="6194"/>
                  </a:lnTo>
                  <a:lnTo>
                    <a:pt x="10054" y="5558"/>
                  </a:lnTo>
                  <a:lnTo>
                    <a:pt x="10478" y="4921"/>
                  </a:lnTo>
                  <a:lnTo>
                    <a:pt x="10903" y="4328"/>
                  </a:lnTo>
                  <a:lnTo>
                    <a:pt x="11369" y="3734"/>
                  </a:lnTo>
                  <a:lnTo>
                    <a:pt x="10775" y="2843"/>
                  </a:lnTo>
                  <a:lnTo>
                    <a:pt x="10181" y="1994"/>
                  </a:lnTo>
                  <a:lnTo>
                    <a:pt x="9545" y="1146"/>
                  </a:lnTo>
                  <a:lnTo>
                    <a:pt x="8866" y="340"/>
                  </a:lnTo>
                  <a:lnTo>
                    <a:pt x="8739" y="213"/>
                  </a:lnTo>
                  <a:lnTo>
                    <a:pt x="8569" y="170"/>
                  </a:lnTo>
                  <a:lnTo>
                    <a:pt x="8442" y="85"/>
                  </a:lnTo>
                  <a:lnTo>
                    <a:pt x="8315" y="43"/>
                  </a:lnTo>
                  <a:lnTo>
                    <a:pt x="8103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34"/>
            <p:cNvSpPr/>
            <p:nvPr/>
          </p:nvSpPr>
          <p:spPr>
            <a:xfrm>
              <a:off x="1465150" y="1457050"/>
              <a:ext cx="393475" cy="1022375"/>
            </a:xfrm>
            <a:custGeom>
              <a:rect b="b" l="l" r="r" t="t"/>
              <a:pathLst>
                <a:path extrusionOk="0" h="40895" w="15739">
                  <a:moveTo>
                    <a:pt x="6321" y="0"/>
                  </a:moveTo>
                  <a:lnTo>
                    <a:pt x="6279" y="43"/>
                  </a:lnTo>
                  <a:lnTo>
                    <a:pt x="6194" y="85"/>
                  </a:lnTo>
                  <a:lnTo>
                    <a:pt x="6194" y="128"/>
                  </a:lnTo>
                  <a:lnTo>
                    <a:pt x="6194" y="212"/>
                  </a:lnTo>
                  <a:lnTo>
                    <a:pt x="6788" y="2206"/>
                  </a:lnTo>
                  <a:lnTo>
                    <a:pt x="7297" y="4200"/>
                  </a:lnTo>
                  <a:lnTo>
                    <a:pt x="7764" y="6194"/>
                  </a:lnTo>
                  <a:lnTo>
                    <a:pt x="8188" y="8230"/>
                  </a:lnTo>
                  <a:lnTo>
                    <a:pt x="8188" y="8230"/>
                  </a:lnTo>
                  <a:lnTo>
                    <a:pt x="7806" y="7848"/>
                  </a:lnTo>
                  <a:lnTo>
                    <a:pt x="7382" y="7467"/>
                  </a:lnTo>
                  <a:lnTo>
                    <a:pt x="6958" y="7085"/>
                  </a:lnTo>
                  <a:lnTo>
                    <a:pt x="6491" y="6788"/>
                  </a:lnTo>
                  <a:lnTo>
                    <a:pt x="6024" y="6491"/>
                  </a:lnTo>
                  <a:lnTo>
                    <a:pt x="5558" y="6236"/>
                  </a:lnTo>
                  <a:lnTo>
                    <a:pt x="5049" y="6067"/>
                  </a:lnTo>
                  <a:lnTo>
                    <a:pt x="4497" y="5897"/>
                  </a:lnTo>
                  <a:lnTo>
                    <a:pt x="4455" y="5897"/>
                  </a:lnTo>
                  <a:lnTo>
                    <a:pt x="4370" y="5939"/>
                  </a:lnTo>
                  <a:lnTo>
                    <a:pt x="4285" y="6024"/>
                  </a:lnTo>
                  <a:lnTo>
                    <a:pt x="4285" y="6151"/>
                  </a:lnTo>
                  <a:lnTo>
                    <a:pt x="4285" y="6194"/>
                  </a:lnTo>
                  <a:lnTo>
                    <a:pt x="4370" y="6236"/>
                  </a:lnTo>
                  <a:lnTo>
                    <a:pt x="5515" y="6957"/>
                  </a:lnTo>
                  <a:lnTo>
                    <a:pt x="6067" y="7297"/>
                  </a:lnTo>
                  <a:lnTo>
                    <a:pt x="6576" y="7679"/>
                  </a:lnTo>
                  <a:lnTo>
                    <a:pt x="7042" y="8103"/>
                  </a:lnTo>
                  <a:lnTo>
                    <a:pt x="7551" y="8569"/>
                  </a:lnTo>
                  <a:lnTo>
                    <a:pt x="7976" y="9079"/>
                  </a:lnTo>
                  <a:lnTo>
                    <a:pt x="8400" y="9588"/>
                  </a:lnTo>
                  <a:lnTo>
                    <a:pt x="8442" y="9672"/>
                  </a:lnTo>
                  <a:lnTo>
                    <a:pt x="8782" y="11624"/>
                  </a:lnTo>
                  <a:lnTo>
                    <a:pt x="9036" y="13618"/>
                  </a:lnTo>
                  <a:lnTo>
                    <a:pt x="9248" y="15611"/>
                  </a:lnTo>
                  <a:lnTo>
                    <a:pt x="9418" y="17605"/>
                  </a:lnTo>
                  <a:lnTo>
                    <a:pt x="8739" y="16799"/>
                  </a:lnTo>
                  <a:lnTo>
                    <a:pt x="8018" y="16078"/>
                  </a:lnTo>
                  <a:lnTo>
                    <a:pt x="7255" y="15357"/>
                  </a:lnTo>
                  <a:lnTo>
                    <a:pt x="6449" y="14721"/>
                  </a:lnTo>
                  <a:lnTo>
                    <a:pt x="5600" y="14127"/>
                  </a:lnTo>
                  <a:lnTo>
                    <a:pt x="4709" y="13575"/>
                  </a:lnTo>
                  <a:lnTo>
                    <a:pt x="3776" y="13151"/>
                  </a:lnTo>
                  <a:lnTo>
                    <a:pt x="2758" y="12727"/>
                  </a:lnTo>
                  <a:lnTo>
                    <a:pt x="2673" y="12727"/>
                  </a:lnTo>
                  <a:lnTo>
                    <a:pt x="2588" y="12769"/>
                  </a:lnTo>
                  <a:lnTo>
                    <a:pt x="2546" y="12812"/>
                  </a:lnTo>
                  <a:lnTo>
                    <a:pt x="2503" y="12896"/>
                  </a:lnTo>
                  <a:lnTo>
                    <a:pt x="2461" y="12981"/>
                  </a:lnTo>
                  <a:lnTo>
                    <a:pt x="2461" y="13066"/>
                  </a:lnTo>
                  <a:lnTo>
                    <a:pt x="2503" y="13109"/>
                  </a:lnTo>
                  <a:lnTo>
                    <a:pt x="2588" y="13193"/>
                  </a:lnTo>
                  <a:lnTo>
                    <a:pt x="3606" y="13702"/>
                  </a:lnTo>
                  <a:lnTo>
                    <a:pt x="4582" y="14296"/>
                  </a:lnTo>
                  <a:lnTo>
                    <a:pt x="5558" y="14890"/>
                  </a:lnTo>
                  <a:lnTo>
                    <a:pt x="6406" y="15569"/>
                  </a:lnTo>
                  <a:lnTo>
                    <a:pt x="7255" y="16333"/>
                  </a:lnTo>
                  <a:lnTo>
                    <a:pt x="8061" y="17139"/>
                  </a:lnTo>
                  <a:lnTo>
                    <a:pt x="8782" y="17987"/>
                  </a:lnTo>
                  <a:lnTo>
                    <a:pt x="9460" y="18920"/>
                  </a:lnTo>
                  <a:lnTo>
                    <a:pt x="9545" y="20193"/>
                  </a:lnTo>
                  <a:lnTo>
                    <a:pt x="9545" y="21635"/>
                  </a:lnTo>
                  <a:lnTo>
                    <a:pt x="9545" y="23035"/>
                  </a:lnTo>
                  <a:lnTo>
                    <a:pt x="9503" y="24435"/>
                  </a:lnTo>
                  <a:lnTo>
                    <a:pt x="9460" y="25835"/>
                  </a:lnTo>
                  <a:lnTo>
                    <a:pt x="8570" y="24986"/>
                  </a:lnTo>
                  <a:lnTo>
                    <a:pt x="7636" y="24138"/>
                  </a:lnTo>
                  <a:lnTo>
                    <a:pt x="6661" y="23332"/>
                  </a:lnTo>
                  <a:lnTo>
                    <a:pt x="5643" y="22611"/>
                  </a:lnTo>
                  <a:lnTo>
                    <a:pt x="4624" y="21975"/>
                  </a:lnTo>
                  <a:lnTo>
                    <a:pt x="3521" y="21338"/>
                  </a:lnTo>
                  <a:lnTo>
                    <a:pt x="2376" y="20787"/>
                  </a:lnTo>
                  <a:lnTo>
                    <a:pt x="1231" y="20320"/>
                  </a:lnTo>
                  <a:lnTo>
                    <a:pt x="1103" y="20320"/>
                  </a:lnTo>
                  <a:lnTo>
                    <a:pt x="1019" y="20363"/>
                  </a:lnTo>
                  <a:lnTo>
                    <a:pt x="934" y="20405"/>
                  </a:lnTo>
                  <a:lnTo>
                    <a:pt x="849" y="20532"/>
                  </a:lnTo>
                  <a:lnTo>
                    <a:pt x="806" y="20617"/>
                  </a:lnTo>
                  <a:lnTo>
                    <a:pt x="849" y="20744"/>
                  </a:lnTo>
                  <a:lnTo>
                    <a:pt x="891" y="20829"/>
                  </a:lnTo>
                  <a:lnTo>
                    <a:pt x="976" y="20914"/>
                  </a:lnTo>
                  <a:lnTo>
                    <a:pt x="2164" y="21508"/>
                  </a:lnTo>
                  <a:lnTo>
                    <a:pt x="3309" y="22102"/>
                  </a:lnTo>
                  <a:lnTo>
                    <a:pt x="4370" y="22781"/>
                  </a:lnTo>
                  <a:lnTo>
                    <a:pt x="5473" y="23502"/>
                  </a:lnTo>
                  <a:lnTo>
                    <a:pt x="6491" y="24308"/>
                  </a:lnTo>
                  <a:lnTo>
                    <a:pt x="7467" y="25114"/>
                  </a:lnTo>
                  <a:lnTo>
                    <a:pt x="8400" y="26047"/>
                  </a:lnTo>
                  <a:lnTo>
                    <a:pt x="9333" y="26980"/>
                  </a:lnTo>
                  <a:lnTo>
                    <a:pt x="9376" y="27023"/>
                  </a:lnTo>
                  <a:lnTo>
                    <a:pt x="9248" y="28592"/>
                  </a:lnTo>
                  <a:lnTo>
                    <a:pt x="9079" y="30119"/>
                  </a:lnTo>
                  <a:lnTo>
                    <a:pt x="8697" y="33174"/>
                  </a:lnTo>
                  <a:lnTo>
                    <a:pt x="7848" y="32325"/>
                  </a:lnTo>
                  <a:lnTo>
                    <a:pt x="6915" y="31519"/>
                  </a:lnTo>
                  <a:lnTo>
                    <a:pt x="5897" y="30756"/>
                  </a:lnTo>
                  <a:lnTo>
                    <a:pt x="4879" y="30077"/>
                  </a:lnTo>
                  <a:lnTo>
                    <a:pt x="3818" y="29483"/>
                  </a:lnTo>
                  <a:lnTo>
                    <a:pt x="2715" y="28974"/>
                  </a:lnTo>
                  <a:lnTo>
                    <a:pt x="1570" y="28507"/>
                  </a:lnTo>
                  <a:lnTo>
                    <a:pt x="382" y="28126"/>
                  </a:lnTo>
                  <a:lnTo>
                    <a:pt x="255" y="28126"/>
                  </a:lnTo>
                  <a:lnTo>
                    <a:pt x="128" y="28168"/>
                  </a:lnTo>
                  <a:lnTo>
                    <a:pt x="85" y="28253"/>
                  </a:lnTo>
                  <a:lnTo>
                    <a:pt x="0" y="28338"/>
                  </a:lnTo>
                  <a:lnTo>
                    <a:pt x="0" y="28423"/>
                  </a:lnTo>
                  <a:lnTo>
                    <a:pt x="43" y="28550"/>
                  </a:lnTo>
                  <a:lnTo>
                    <a:pt x="85" y="28635"/>
                  </a:lnTo>
                  <a:lnTo>
                    <a:pt x="213" y="28719"/>
                  </a:lnTo>
                  <a:lnTo>
                    <a:pt x="1400" y="29186"/>
                  </a:lnTo>
                  <a:lnTo>
                    <a:pt x="2546" y="29738"/>
                  </a:lnTo>
                  <a:lnTo>
                    <a:pt x="3649" y="30332"/>
                  </a:lnTo>
                  <a:lnTo>
                    <a:pt x="4709" y="31010"/>
                  </a:lnTo>
                  <a:lnTo>
                    <a:pt x="5727" y="31731"/>
                  </a:lnTo>
                  <a:lnTo>
                    <a:pt x="6703" y="32495"/>
                  </a:lnTo>
                  <a:lnTo>
                    <a:pt x="7636" y="33343"/>
                  </a:lnTo>
                  <a:lnTo>
                    <a:pt x="8570" y="34277"/>
                  </a:lnTo>
                  <a:lnTo>
                    <a:pt x="8061" y="37331"/>
                  </a:lnTo>
                  <a:lnTo>
                    <a:pt x="7509" y="40385"/>
                  </a:lnTo>
                  <a:lnTo>
                    <a:pt x="7509" y="40555"/>
                  </a:lnTo>
                  <a:lnTo>
                    <a:pt x="7594" y="40682"/>
                  </a:lnTo>
                  <a:lnTo>
                    <a:pt x="7679" y="40810"/>
                  </a:lnTo>
                  <a:lnTo>
                    <a:pt x="7806" y="40894"/>
                  </a:lnTo>
                  <a:lnTo>
                    <a:pt x="7976" y="40894"/>
                  </a:lnTo>
                  <a:lnTo>
                    <a:pt x="8103" y="40852"/>
                  </a:lnTo>
                  <a:lnTo>
                    <a:pt x="8230" y="40767"/>
                  </a:lnTo>
                  <a:lnTo>
                    <a:pt x="8315" y="40597"/>
                  </a:lnTo>
                  <a:lnTo>
                    <a:pt x="8739" y="39028"/>
                  </a:lnTo>
                  <a:lnTo>
                    <a:pt x="9079" y="37458"/>
                  </a:lnTo>
                  <a:lnTo>
                    <a:pt x="9418" y="35846"/>
                  </a:lnTo>
                  <a:lnTo>
                    <a:pt x="9715" y="34234"/>
                  </a:lnTo>
                  <a:lnTo>
                    <a:pt x="10351" y="33598"/>
                  </a:lnTo>
                  <a:lnTo>
                    <a:pt x="10988" y="33004"/>
                  </a:lnTo>
                  <a:lnTo>
                    <a:pt x="11666" y="32453"/>
                  </a:lnTo>
                  <a:lnTo>
                    <a:pt x="12387" y="31944"/>
                  </a:lnTo>
                  <a:lnTo>
                    <a:pt x="13151" y="31477"/>
                  </a:lnTo>
                  <a:lnTo>
                    <a:pt x="13915" y="31053"/>
                  </a:lnTo>
                  <a:lnTo>
                    <a:pt x="14678" y="30628"/>
                  </a:lnTo>
                  <a:lnTo>
                    <a:pt x="15527" y="30289"/>
                  </a:lnTo>
                  <a:lnTo>
                    <a:pt x="15654" y="30162"/>
                  </a:lnTo>
                  <a:lnTo>
                    <a:pt x="15739" y="30035"/>
                  </a:lnTo>
                  <a:lnTo>
                    <a:pt x="15739" y="29865"/>
                  </a:lnTo>
                  <a:lnTo>
                    <a:pt x="15739" y="29738"/>
                  </a:lnTo>
                  <a:lnTo>
                    <a:pt x="15654" y="29568"/>
                  </a:lnTo>
                  <a:lnTo>
                    <a:pt x="15527" y="29483"/>
                  </a:lnTo>
                  <a:lnTo>
                    <a:pt x="15399" y="29398"/>
                  </a:lnTo>
                  <a:lnTo>
                    <a:pt x="15230" y="29441"/>
                  </a:lnTo>
                  <a:lnTo>
                    <a:pt x="14466" y="29738"/>
                  </a:lnTo>
                  <a:lnTo>
                    <a:pt x="13703" y="30077"/>
                  </a:lnTo>
                  <a:lnTo>
                    <a:pt x="12981" y="30459"/>
                  </a:lnTo>
                  <a:lnTo>
                    <a:pt x="12303" y="30883"/>
                  </a:lnTo>
                  <a:lnTo>
                    <a:pt x="11666" y="31350"/>
                  </a:lnTo>
                  <a:lnTo>
                    <a:pt x="11030" y="31859"/>
                  </a:lnTo>
                  <a:lnTo>
                    <a:pt x="10436" y="32410"/>
                  </a:lnTo>
                  <a:lnTo>
                    <a:pt x="9885" y="33004"/>
                  </a:lnTo>
                  <a:lnTo>
                    <a:pt x="10097" y="31350"/>
                  </a:lnTo>
                  <a:lnTo>
                    <a:pt x="10266" y="29695"/>
                  </a:lnTo>
                  <a:lnTo>
                    <a:pt x="10394" y="28041"/>
                  </a:lnTo>
                  <a:lnTo>
                    <a:pt x="10436" y="26344"/>
                  </a:lnTo>
                  <a:lnTo>
                    <a:pt x="11030" y="25792"/>
                  </a:lnTo>
                  <a:lnTo>
                    <a:pt x="11581" y="25199"/>
                  </a:lnTo>
                  <a:lnTo>
                    <a:pt x="12175" y="24689"/>
                  </a:lnTo>
                  <a:lnTo>
                    <a:pt x="12812" y="24180"/>
                  </a:lnTo>
                  <a:lnTo>
                    <a:pt x="13448" y="23714"/>
                  </a:lnTo>
                  <a:lnTo>
                    <a:pt x="14084" y="23247"/>
                  </a:lnTo>
                  <a:lnTo>
                    <a:pt x="14806" y="22823"/>
                  </a:lnTo>
                  <a:lnTo>
                    <a:pt x="15484" y="22399"/>
                  </a:lnTo>
                  <a:lnTo>
                    <a:pt x="15654" y="22271"/>
                  </a:lnTo>
                  <a:lnTo>
                    <a:pt x="15696" y="22144"/>
                  </a:lnTo>
                  <a:lnTo>
                    <a:pt x="15696" y="21975"/>
                  </a:lnTo>
                  <a:lnTo>
                    <a:pt x="15654" y="21847"/>
                  </a:lnTo>
                  <a:lnTo>
                    <a:pt x="15569" y="21720"/>
                  </a:lnTo>
                  <a:lnTo>
                    <a:pt x="15442" y="21635"/>
                  </a:lnTo>
                  <a:lnTo>
                    <a:pt x="15315" y="21635"/>
                  </a:lnTo>
                  <a:lnTo>
                    <a:pt x="15102" y="21678"/>
                  </a:lnTo>
                  <a:lnTo>
                    <a:pt x="14466" y="21975"/>
                  </a:lnTo>
                  <a:lnTo>
                    <a:pt x="13830" y="22356"/>
                  </a:lnTo>
                  <a:lnTo>
                    <a:pt x="13236" y="22738"/>
                  </a:lnTo>
                  <a:lnTo>
                    <a:pt x="12600" y="23162"/>
                  </a:lnTo>
                  <a:lnTo>
                    <a:pt x="12048" y="23629"/>
                  </a:lnTo>
                  <a:lnTo>
                    <a:pt x="11497" y="24096"/>
                  </a:lnTo>
                  <a:lnTo>
                    <a:pt x="10988" y="24647"/>
                  </a:lnTo>
                  <a:lnTo>
                    <a:pt x="10479" y="25156"/>
                  </a:lnTo>
                  <a:lnTo>
                    <a:pt x="10479" y="23756"/>
                  </a:lnTo>
                  <a:lnTo>
                    <a:pt x="10479" y="22356"/>
                  </a:lnTo>
                  <a:lnTo>
                    <a:pt x="10436" y="20956"/>
                  </a:lnTo>
                  <a:lnTo>
                    <a:pt x="10351" y="19514"/>
                  </a:lnTo>
                  <a:lnTo>
                    <a:pt x="10436" y="19429"/>
                  </a:lnTo>
                  <a:lnTo>
                    <a:pt x="10479" y="19344"/>
                  </a:lnTo>
                  <a:lnTo>
                    <a:pt x="10775" y="18623"/>
                  </a:lnTo>
                  <a:lnTo>
                    <a:pt x="11115" y="17902"/>
                  </a:lnTo>
                  <a:lnTo>
                    <a:pt x="11454" y="17223"/>
                  </a:lnTo>
                  <a:lnTo>
                    <a:pt x="11836" y="16587"/>
                  </a:lnTo>
                  <a:lnTo>
                    <a:pt x="12260" y="15951"/>
                  </a:lnTo>
                  <a:lnTo>
                    <a:pt x="12684" y="15314"/>
                  </a:lnTo>
                  <a:lnTo>
                    <a:pt x="13193" y="14678"/>
                  </a:lnTo>
                  <a:lnTo>
                    <a:pt x="13660" y="14084"/>
                  </a:lnTo>
                  <a:lnTo>
                    <a:pt x="13745" y="13915"/>
                  </a:lnTo>
                  <a:lnTo>
                    <a:pt x="13787" y="13745"/>
                  </a:lnTo>
                  <a:lnTo>
                    <a:pt x="13745" y="13618"/>
                  </a:lnTo>
                  <a:lnTo>
                    <a:pt x="13660" y="13490"/>
                  </a:lnTo>
                  <a:lnTo>
                    <a:pt x="13533" y="13363"/>
                  </a:lnTo>
                  <a:lnTo>
                    <a:pt x="13406" y="13321"/>
                  </a:lnTo>
                  <a:lnTo>
                    <a:pt x="13236" y="13363"/>
                  </a:lnTo>
                  <a:lnTo>
                    <a:pt x="13109" y="13448"/>
                  </a:lnTo>
                  <a:lnTo>
                    <a:pt x="12642" y="13999"/>
                  </a:lnTo>
                  <a:lnTo>
                    <a:pt x="12218" y="14508"/>
                  </a:lnTo>
                  <a:lnTo>
                    <a:pt x="11836" y="15060"/>
                  </a:lnTo>
                  <a:lnTo>
                    <a:pt x="11454" y="15654"/>
                  </a:lnTo>
                  <a:lnTo>
                    <a:pt x="11115" y="16205"/>
                  </a:lnTo>
                  <a:lnTo>
                    <a:pt x="10818" y="16799"/>
                  </a:lnTo>
                  <a:lnTo>
                    <a:pt x="10224" y="18029"/>
                  </a:lnTo>
                  <a:lnTo>
                    <a:pt x="10012" y="15866"/>
                  </a:lnTo>
                  <a:lnTo>
                    <a:pt x="9757" y="13702"/>
                  </a:lnTo>
                  <a:lnTo>
                    <a:pt x="9418" y="11581"/>
                  </a:lnTo>
                  <a:lnTo>
                    <a:pt x="8994" y="9460"/>
                  </a:lnTo>
                  <a:lnTo>
                    <a:pt x="9163" y="9036"/>
                  </a:lnTo>
                  <a:lnTo>
                    <a:pt x="9333" y="8697"/>
                  </a:lnTo>
                  <a:lnTo>
                    <a:pt x="9503" y="8315"/>
                  </a:lnTo>
                  <a:lnTo>
                    <a:pt x="9715" y="8018"/>
                  </a:lnTo>
                  <a:lnTo>
                    <a:pt x="10224" y="7382"/>
                  </a:lnTo>
                  <a:lnTo>
                    <a:pt x="10775" y="6745"/>
                  </a:lnTo>
                  <a:lnTo>
                    <a:pt x="10860" y="6618"/>
                  </a:lnTo>
                  <a:lnTo>
                    <a:pt x="10860" y="6491"/>
                  </a:lnTo>
                  <a:lnTo>
                    <a:pt x="10860" y="6364"/>
                  </a:lnTo>
                  <a:lnTo>
                    <a:pt x="10775" y="6279"/>
                  </a:lnTo>
                  <a:lnTo>
                    <a:pt x="10691" y="6194"/>
                  </a:lnTo>
                  <a:lnTo>
                    <a:pt x="10563" y="6151"/>
                  </a:lnTo>
                  <a:lnTo>
                    <a:pt x="10394" y="6151"/>
                  </a:lnTo>
                  <a:lnTo>
                    <a:pt x="10266" y="6236"/>
                  </a:lnTo>
                  <a:lnTo>
                    <a:pt x="9800" y="6660"/>
                  </a:lnTo>
                  <a:lnTo>
                    <a:pt x="9418" y="7127"/>
                  </a:lnTo>
                  <a:lnTo>
                    <a:pt x="9036" y="7636"/>
                  </a:lnTo>
                  <a:lnTo>
                    <a:pt x="8739" y="8188"/>
                  </a:lnTo>
                  <a:lnTo>
                    <a:pt x="8273" y="6109"/>
                  </a:lnTo>
                  <a:lnTo>
                    <a:pt x="7764" y="4115"/>
                  </a:lnTo>
                  <a:lnTo>
                    <a:pt x="7170" y="2079"/>
                  </a:lnTo>
                  <a:lnTo>
                    <a:pt x="6576" y="128"/>
                  </a:lnTo>
                  <a:lnTo>
                    <a:pt x="6533" y="43"/>
                  </a:lnTo>
                  <a:lnTo>
                    <a:pt x="6449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1123650" y="1507950"/>
              <a:ext cx="688325" cy="969350"/>
            </a:xfrm>
            <a:custGeom>
              <a:rect b="b" l="l" r="r" t="t"/>
              <a:pathLst>
                <a:path extrusionOk="0" h="38774" w="27533">
                  <a:moveTo>
                    <a:pt x="1189" y="1"/>
                  </a:moveTo>
                  <a:lnTo>
                    <a:pt x="1019" y="43"/>
                  </a:lnTo>
                  <a:lnTo>
                    <a:pt x="764" y="43"/>
                  </a:lnTo>
                  <a:lnTo>
                    <a:pt x="552" y="128"/>
                  </a:lnTo>
                  <a:lnTo>
                    <a:pt x="383" y="255"/>
                  </a:lnTo>
                  <a:lnTo>
                    <a:pt x="255" y="425"/>
                  </a:lnTo>
                  <a:lnTo>
                    <a:pt x="213" y="637"/>
                  </a:lnTo>
                  <a:lnTo>
                    <a:pt x="213" y="679"/>
                  </a:lnTo>
                  <a:lnTo>
                    <a:pt x="128" y="807"/>
                  </a:lnTo>
                  <a:lnTo>
                    <a:pt x="43" y="976"/>
                  </a:lnTo>
                  <a:lnTo>
                    <a:pt x="1" y="1146"/>
                  </a:lnTo>
                  <a:lnTo>
                    <a:pt x="43" y="1316"/>
                  </a:lnTo>
                  <a:lnTo>
                    <a:pt x="510" y="4200"/>
                  </a:lnTo>
                  <a:lnTo>
                    <a:pt x="1019" y="7043"/>
                  </a:lnTo>
                  <a:lnTo>
                    <a:pt x="1613" y="9885"/>
                  </a:lnTo>
                  <a:lnTo>
                    <a:pt x="2249" y="12727"/>
                  </a:lnTo>
                  <a:lnTo>
                    <a:pt x="2928" y="15527"/>
                  </a:lnTo>
                  <a:lnTo>
                    <a:pt x="3649" y="18369"/>
                  </a:lnTo>
                  <a:lnTo>
                    <a:pt x="4413" y="21126"/>
                  </a:lnTo>
                  <a:lnTo>
                    <a:pt x="5261" y="23926"/>
                  </a:lnTo>
                  <a:lnTo>
                    <a:pt x="5940" y="26047"/>
                  </a:lnTo>
                  <a:lnTo>
                    <a:pt x="6661" y="28211"/>
                  </a:lnTo>
                  <a:lnTo>
                    <a:pt x="7085" y="29271"/>
                  </a:lnTo>
                  <a:lnTo>
                    <a:pt x="7509" y="30332"/>
                  </a:lnTo>
                  <a:lnTo>
                    <a:pt x="7976" y="31392"/>
                  </a:lnTo>
                  <a:lnTo>
                    <a:pt x="8527" y="32368"/>
                  </a:lnTo>
                  <a:lnTo>
                    <a:pt x="9121" y="33344"/>
                  </a:lnTo>
                  <a:lnTo>
                    <a:pt x="9758" y="34277"/>
                  </a:lnTo>
                  <a:lnTo>
                    <a:pt x="10436" y="35125"/>
                  </a:lnTo>
                  <a:lnTo>
                    <a:pt x="10818" y="35507"/>
                  </a:lnTo>
                  <a:lnTo>
                    <a:pt x="11242" y="35889"/>
                  </a:lnTo>
                  <a:lnTo>
                    <a:pt x="11624" y="36271"/>
                  </a:lnTo>
                  <a:lnTo>
                    <a:pt x="12048" y="36610"/>
                  </a:lnTo>
                  <a:lnTo>
                    <a:pt x="12515" y="36907"/>
                  </a:lnTo>
                  <a:lnTo>
                    <a:pt x="12982" y="37246"/>
                  </a:lnTo>
                  <a:lnTo>
                    <a:pt x="13491" y="37501"/>
                  </a:lnTo>
                  <a:lnTo>
                    <a:pt x="14000" y="37755"/>
                  </a:lnTo>
                  <a:lnTo>
                    <a:pt x="14551" y="37968"/>
                  </a:lnTo>
                  <a:lnTo>
                    <a:pt x="15103" y="38180"/>
                  </a:lnTo>
                  <a:lnTo>
                    <a:pt x="16206" y="38477"/>
                  </a:lnTo>
                  <a:lnTo>
                    <a:pt x="17266" y="38689"/>
                  </a:lnTo>
                  <a:lnTo>
                    <a:pt x="18327" y="38774"/>
                  </a:lnTo>
                  <a:lnTo>
                    <a:pt x="19387" y="38774"/>
                  </a:lnTo>
                  <a:lnTo>
                    <a:pt x="20448" y="38689"/>
                  </a:lnTo>
                  <a:lnTo>
                    <a:pt x="20957" y="38604"/>
                  </a:lnTo>
                  <a:lnTo>
                    <a:pt x="21466" y="38477"/>
                  </a:lnTo>
                  <a:lnTo>
                    <a:pt x="21933" y="38349"/>
                  </a:lnTo>
                  <a:lnTo>
                    <a:pt x="22399" y="38180"/>
                  </a:lnTo>
                  <a:lnTo>
                    <a:pt x="22866" y="38010"/>
                  </a:lnTo>
                  <a:lnTo>
                    <a:pt x="23333" y="37798"/>
                  </a:lnTo>
                  <a:lnTo>
                    <a:pt x="23757" y="37586"/>
                  </a:lnTo>
                  <a:lnTo>
                    <a:pt x="24181" y="37331"/>
                  </a:lnTo>
                  <a:lnTo>
                    <a:pt x="24563" y="37034"/>
                  </a:lnTo>
                  <a:lnTo>
                    <a:pt x="24945" y="36737"/>
                  </a:lnTo>
                  <a:lnTo>
                    <a:pt x="25284" y="36398"/>
                  </a:lnTo>
                  <a:lnTo>
                    <a:pt x="25623" y="36059"/>
                  </a:lnTo>
                  <a:lnTo>
                    <a:pt x="25920" y="35677"/>
                  </a:lnTo>
                  <a:lnTo>
                    <a:pt x="26217" y="35253"/>
                  </a:lnTo>
                  <a:lnTo>
                    <a:pt x="26472" y="34828"/>
                  </a:lnTo>
                  <a:lnTo>
                    <a:pt x="26726" y="34362"/>
                  </a:lnTo>
                  <a:lnTo>
                    <a:pt x="26938" y="33895"/>
                  </a:lnTo>
                  <a:lnTo>
                    <a:pt x="27108" y="33386"/>
                  </a:lnTo>
                  <a:lnTo>
                    <a:pt x="27278" y="32877"/>
                  </a:lnTo>
                  <a:lnTo>
                    <a:pt x="27363" y="32326"/>
                  </a:lnTo>
                  <a:lnTo>
                    <a:pt x="27490" y="31732"/>
                  </a:lnTo>
                  <a:lnTo>
                    <a:pt x="27532" y="31138"/>
                  </a:lnTo>
                  <a:lnTo>
                    <a:pt x="27532" y="30544"/>
                  </a:lnTo>
                  <a:lnTo>
                    <a:pt x="27532" y="29950"/>
                  </a:lnTo>
                  <a:lnTo>
                    <a:pt x="27490" y="29356"/>
                  </a:lnTo>
                  <a:lnTo>
                    <a:pt x="27447" y="28720"/>
                  </a:lnTo>
                  <a:lnTo>
                    <a:pt x="27235" y="27532"/>
                  </a:lnTo>
                  <a:lnTo>
                    <a:pt x="26938" y="26387"/>
                  </a:lnTo>
                  <a:lnTo>
                    <a:pt x="26599" y="25199"/>
                  </a:lnTo>
                  <a:lnTo>
                    <a:pt x="26132" y="24053"/>
                  </a:lnTo>
                  <a:lnTo>
                    <a:pt x="25623" y="22908"/>
                  </a:lnTo>
                  <a:lnTo>
                    <a:pt x="25029" y="21805"/>
                  </a:lnTo>
                  <a:lnTo>
                    <a:pt x="24435" y="20702"/>
                  </a:lnTo>
                  <a:lnTo>
                    <a:pt x="23757" y="19599"/>
                  </a:lnTo>
                  <a:lnTo>
                    <a:pt x="23036" y="18539"/>
                  </a:lnTo>
                  <a:lnTo>
                    <a:pt x="22314" y="17521"/>
                  </a:lnTo>
                  <a:lnTo>
                    <a:pt x="21593" y="16545"/>
                  </a:lnTo>
                  <a:lnTo>
                    <a:pt x="20830" y="15569"/>
                  </a:lnTo>
                  <a:lnTo>
                    <a:pt x="19303" y="13745"/>
                  </a:lnTo>
                  <a:lnTo>
                    <a:pt x="18412" y="12685"/>
                  </a:lnTo>
                  <a:lnTo>
                    <a:pt x="17436" y="11666"/>
                  </a:lnTo>
                  <a:lnTo>
                    <a:pt x="16460" y="10606"/>
                  </a:lnTo>
                  <a:lnTo>
                    <a:pt x="15442" y="9630"/>
                  </a:lnTo>
                  <a:lnTo>
                    <a:pt x="14424" y="8612"/>
                  </a:lnTo>
                  <a:lnTo>
                    <a:pt x="13364" y="7679"/>
                  </a:lnTo>
                  <a:lnTo>
                    <a:pt x="12261" y="6746"/>
                  </a:lnTo>
                  <a:lnTo>
                    <a:pt x="11158" y="5855"/>
                  </a:lnTo>
                  <a:lnTo>
                    <a:pt x="10012" y="4964"/>
                  </a:lnTo>
                  <a:lnTo>
                    <a:pt x="8824" y="4158"/>
                  </a:lnTo>
                  <a:lnTo>
                    <a:pt x="7637" y="3352"/>
                  </a:lnTo>
                  <a:lnTo>
                    <a:pt x="6406" y="2588"/>
                  </a:lnTo>
                  <a:lnTo>
                    <a:pt x="5176" y="1867"/>
                  </a:lnTo>
                  <a:lnTo>
                    <a:pt x="3946" y="1231"/>
                  </a:lnTo>
                  <a:lnTo>
                    <a:pt x="2673" y="594"/>
                  </a:lnTo>
                  <a:lnTo>
                    <a:pt x="1358" y="43"/>
                  </a:lnTo>
                  <a:lnTo>
                    <a:pt x="118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1123650" y="1507950"/>
              <a:ext cx="583325" cy="969350"/>
            </a:xfrm>
            <a:custGeom>
              <a:rect b="b" l="l" r="r" t="t"/>
              <a:pathLst>
                <a:path extrusionOk="0" h="38774" w="23333">
                  <a:moveTo>
                    <a:pt x="1189" y="1"/>
                  </a:moveTo>
                  <a:lnTo>
                    <a:pt x="1019" y="43"/>
                  </a:lnTo>
                  <a:lnTo>
                    <a:pt x="764" y="43"/>
                  </a:lnTo>
                  <a:lnTo>
                    <a:pt x="552" y="128"/>
                  </a:lnTo>
                  <a:lnTo>
                    <a:pt x="383" y="255"/>
                  </a:lnTo>
                  <a:lnTo>
                    <a:pt x="255" y="425"/>
                  </a:lnTo>
                  <a:lnTo>
                    <a:pt x="213" y="637"/>
                  </a:lnTo>
                  <a:lnTo>
                    <a:pt x="213" y="679"/>
                  </a:lnTo>
                  <a:lnTo>
                    <a:pt x="128" y="807"/>
                  </a:lnTo>
                  <a:lnTo>
                    <a:pt x="43" y="976"/>
                  </a:lnTo>
                  <a:lnTo>
                    <a:pt x="1" y="1146"/>
                  </a:lnTo>
                  <a:lnTo>
                    <a:pt x="43" y="1316"/>
                  </a:lnTo>
                  <a:lnTo>
                    <a:pt x="510" y="4200"/>
                  </a:lnTo>
                  <a:lnTo>
                    <a:pt x="1019" y="7043"/>
                  </a:lnTo>
                  <a:lnTo>
                    <a:pt x="1613" y="9885"/>
                  </a:lnTo>
                  <a:lnTo>
                    <a:pt x="2249" y="12727"/>
                  </a:lnTo>
                  <a:lnTo>
                    <a:pt x="2928" y="15527"/>
                  </a:lnTo>
                  <a:lnTo>
                    <a:pt x="3649" y="18369"/>
                  </a:lnTo>
                  <a:lnTo>
                    <a:pt x="4413" y="21126"/>
                  </a:lnTo>
                  <a:lnTo>
                    <a:pt x="5261" y="23926"/>
                  </a:lnTo>
                  <a:lnTo>
                    <a:pt x="5940" y="26047"/>
                  </a:lnTo>
                  <a:lnTo>
                    <a:pt x="6661" y="28211"/>
                  </a:lnTo>
                  <a:lnTo>
                    <a:pt x="7085" y="29271"/>
                  </a:lnTo>
                  <a:lnTo>
                    <a:pt x="7509" y="30332"/>
                  </a:lnTo>
                  <a:lnTo>
                    <a:pt x="7976" y="31392"/>
                  </a:lnTo>
                  <a:lnTo>
                    <a:pt x="8527" y="32368"/>
                  </a:lnTo>
                  <a:lnTo>
                    <a:pt x="9121" y="33344"/>
                  </a:lnTo>
                  <a:lnTo>
                    <a:pt x="9758" y="34277"/>
                  </a:lnTo>
                  <a:lnTo>
                    <a:pt x="10436" y="35125"/>
                  </a:lnTo>
                  <a:lnTo>
                    <a:pt x="10818" y="35507"/>
                  </a:lnTo>
                  <a:lnTo>
                    <a:pt x="11242" y="35889"/>
                  </a:lnTo>
                  <a:lnTo>
                    <a:pt x="11624" y="36271"/>
                  </a:lnTo>
                  <a:lnTo>
                    <a:pt x="12048" y="36610"/>
                  </a:lnTo>
                  <a:lnTo>
                    <a:pt x="12515" y="36907"/>
                  </a:lnTo>
                  <a:lnTo>
                    <a:pt x="12982" y="37246"/>
                  </a:lnTo>
                  <a:lnTo>
                    <a:pt x="13491" y="37501"/>
                  </a:lnTo>
                  <a:lnTo>
                    <a:pt x="14000" y="37755"/>
                  </a:lnTo>
                  <a:lnTo>
                    <a:pt x="14551" y="37968"/>
                  </a:lnTo>
                  <a:lnTo>
                    <a:pt x="15103" y="38180"/>
                  </a:lnTo>
                  <a:lnTo>
                    <a:pt x="16206" y="38477"/>
                  </a:lnTo>
                  <a:lnTo>
                    <a:pt x="17266" y="38689"/>
                  </a:lnTo>
                  <a:lnTo>
                    <a:pt x="18327" y="38774"/>
                  </a:lnTo>
                  <a:lnTo>
                    <a:pt x="19387" y="38774"/>
                  </a:lnTo>
                  <a:lnTo>
                    <a:pt x="20448" y="38689"/>
                  </a:lnTo>
                  <a:lnTo>
                    <a:pt x="20957" y="38604"/>
                  </a:lnTo>
                  <a:lnTo>
                    <a:pt x="21466" y="38477"/>
                  </a:lnTo>
                  <a:lnTo>
                    <a:pt x="21933" y="38349"/>
                  </a:lnTo>
                  <a:lnTo>
                    <a:pt x="22399" y="38180"/>
                  </a:lnTo>
                  <a:lnTo>
                    <a:pt x="22866" y="38010"/>
                  </a:lnTo>
                  <a:lnTo>
                    <a:pt x="23333" y="37798"/>
                  </a:lnTo>
                  <a:lnTo>
                    <a:pt x="22017" y="37246"/>
                  </a:lnTo>
                  <a:lnTo>
                    <a:pt x="20702" y="36652"/>
                  </a:lnTo>
                  <a:lnTo>
                    <a:pt x="19939" y="36228"/>
                  </a:lnTo>
                  <a:lnTo>
                    <a:pt x="19175" y="35804"/>
                  </a:lnTo>
                  <a:lnTo>
                    <a:pt x="18454" y="35380"/>
                  </a:lnTo>
                  <a:lnTo>
                    <a:pt x="17733" y="34913"/>
                  </a:lnTo>
                  <a:lnTo>
                    <a:pt x="17054" y="34404"/>
                  </a:lnTo>
                  <a:lnTo>
                    <a:pt x="16418" y="33895"/>
                  </a:lnTo>
                  <a:lnTo>
                    <a:pt x="15739" y="33344"/>
                  </a:lnTo>
                  <a:lnTo>
                    <a:pt x="15145" y="32750"/>
                  </a:lnTo>
                  <a:lnTo>
                    <a:pt x="14551" y="32198"/>
                  </a:lnTo>
                  <a:lnTo>
                    <a:pt x="13957" y="31562"/>
                  </a:lnTo>
                  <a:lnTo>
                    <a:pt x="13406" y="30926"/>
                  </a:lnTo>
                  <a:lnTo>
                    <a:pt x="12854" y="30289"/>
                  </a:lnTo>
                  <a:lnTo>
                    <a:pt x="12345" y="29611"/>
                  </a:lnTo>
                  <a:lnTo>
                    <a:pt x="11836" y="28932"/>
                  </a:lnTo>
                  <a:lnTo>
                    <a:pt x="10861" y="27489"/>
                  </a:lnTo>
                  <a:lnTo>
                    <a:pt x="10394" y="26683"/>
                  </a:lnTo>
                  <a:lnTo>
                    <a:pt x="9927" y="25877"/>
                  </a:lnTo>
                  <a:lnTo>
                    <a:pt x="9079" y="24265"/>
                  </a:lnTo>
                  <a:lnTo>
                    <a:pt x="8358" y="22611"/>
                  </a:lnTo>
                  <a:lnTo>
                    <a:pt x="7679" y="20914"/>
                  </a:lnTo>
                  <a:lnTo>
                    <a:pt x="7085" y="19175"/>
                  </a:lnTo>
                  <a:lnTo>
                    <a:pt x="6534" y="17436"/>
                  </a:lnTo>
                  <a:lnTo>
                    <a:pt x="6067" y="15654"/>
                  </a:lnTo>
                  <a:lnTo>
                    <a:pt x="5643" y="13872"/>
                  </a:lnTo>
                  <a:lnTo>
                    <a:pt x="5346" y="12388"/>
                  </a:lnTo>
                  <a:lnTo>
                    <a:pt x="5091" y="10860"/>
                  </a:lnTo>
                  <a:lnTo>
                    <a:pt x="4922" y="9376"/>
                  </a:lnTo>
                  <a:lnTo>
                    <a:pt x="4794" y="7849"/>
                  </a:lnTo>
                  <a:lnTo>
                    <a:pt x="4752" y="6364"/>
                  </a:lnTo>
                  <a:lnTo>
                    <a:pt x="4794" y="4879"/>
                  </a:lnTo>
                  <a:lnTo>
                    <a:pt x="4837" y="4115"/>
                  </a:lnTo>
                  <a:lnTo>
                    <a:pt x="4922" y="3352"/>
                  </a:lnTo>
                  <a:lnTo>
                    <a:pt x="5049" y="2631"/>
                  </a:lnTo>
                  <a:lnTo>
                    <a:pt x="5176" y="1867"/>
                  </a:lnTo>
                  <a:lnTo>
                    <a:pt x="4243" y="1400"/>
                  </a:lnTo>
                  <a:lnTo>
                    <a:pt x="3310" y="891"/>
                  </a:lnTo>
                  <a:lnTo>
                    <a:pt x="2334" y="467"/>
                  </a:lnTo>
                  <a:lnTo>
                    <a:pt x="1358" y="43"/>
                  </a:lnTo>
                  <a:lnTo>
                    <a:pt x="1189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34"/>
            <p:cNvSpPr/>
            <p:nvPr/>
          </p:nvSpPr>
          <p:spPr>
            <a:xfrm>
              <a:off x="1169250" y="1570525"/>
              <a:ext cx="562125" cy="886625"/>
            </a:xfrm>
            <a:custGeom>
              <a:rect b="b" l="l" r="r" t="t"/>
              <a:pathLst>
                <a:path extrusionOk="0" h="35465" w="22485">
                  <a:moveTo>
                    <a:pt x="213" y="0"/>
                  </a:moveTo>
                  <a:lnTo>
                    <a:pt x="86" y="85"/>
                  </a:lnTo>
                  <a:lnTo>
                    <a:pt x="1" y="128"/>
                  </a:lnTo>
                  <a:lnTo>
                    <a:pt x="1" y="170"/>
                  </a:lnTo>
                  <a:lnTo>
                    <a:pt x="1" y="255"/>
                  </a:lnTo>
                  <a:lnTo>
                    <a:pt x="43" y="340"/>
                  </a:lnTo>
                  <a:lnTo>
                    <a:pt x="1486" y="1825"/>
                  </a:lnTo>
                  <a:lnTo>
                    <a:pt x="2886" y="3309"/>
                  </a:lnTo>
                  <a:lnTo>
                    <a:pt x="4243" y="4879"/>
                  </a:lnTo>
                  <a:lnTo>
                    <a:pt x="5558" y="6448"/>
                  </a:lnTo>
                  <a:lnTo>
                    <a:pt x="5049" y="6279"/>
                  </a:lnTo>
                  <a:lnTo>
                    <a:pt x="4498" y="6152"/>
                  </a:lnTo>
                  <a:lnTo>
                    <a:pt x="3946" y="6024"/>
                  </a:lnTo>
                  <a:lnTo>
                    <a:pt x="3437" y="5982"/>
                  </a:lnTo>
                  <a:lnTo>
                    <a:pt x="2886" y="5939"/>
                  </a:lnTo>
                  <a:lnTo>
                    <a:pt x="2334" y="5939"/>
                  </a:lnTo>
                  <a:lnTo>
                    <a:pt x="1783" y="6024"/>
                  </a:lnTo>
                  <a:lnTo>
                    <a:pt x="1231" y="6152"/>
                  </a:lnTo>
                  <a:lnTo>
                    <a:pt x="1189" y="6152"/>
                  </a:lnTo>
                  <a:lnTo>
                    <a:pt x="1146" y="6194"/>
                  </a:lnTo>
                  <a:lnTo>
                    <a:pt x="1104" y="6321"/>
                  </a:lnTo>
                  <a:lnTo>
                    <a:pt x="1146" y="6448"/>
                  </a:lnTo>
                  <a:lnTo>
                    <a:pt x="1189" y="6491"/>
                  </a:lnTo>
                  <a:lnTo>
                    <a:pt x="1274" y="6491"/>
                  </a:lnTo>
                  <a:lnTo>
                    <a:pt x="2631" y="6576"/>
                  </a:lnTo>
                  <a:lnTo>
                    <a:pt x="3267" y="6661"/>
                  </a:lnTo>
                  <a:lnTo>
                    <a:pt x="3904" y="6745"/>
                  </a:lnTo>
                  <a:lnTo>
                    <a:pt x="4540" y="6873"/>
                  </a:lnTo>
                  <a:lnTo>
                    <a:pt x="5176" y="7085"/>
                  </a:lnTo>
                  <a:lnTo>
                    <a:pt x="5770" y="7297"/>
                  </a:lnTo>
                  <a:lnTo>
                    <a:pt x="6407" y="7594"/>
                  </a:lnTo>
                  <a:lnTo>
                    <a:pt x="6491" y="7594"/>
                  </a:lnTo>
                  <a:lnTo>
                    <a:pt x="7679" y="9206"/>
                  </a:lnTo>
                  <a:lnTo>
                    <a:pt x="8867" y="10818"/>
                  </a:lnTo>
                  <a:lnTo>
                    <a:pt x="10012" y="12472"/>
                  </a:lnTo>
                  <a:lnTo>
                    <a:pt x="11073" y="14169"/>
                  </a:lnTo>
                  <a:lnTo>
                    <a:pt x="10097" y="13787"/>
                  </a:lnTo>
                  <a:lnTo>
                    <a:pt x="9122" y="13448"/>
                  </a:lnTo>
                  <a:lnTo>
                    <a:pt x="8103" y="13193"/>
                  </a:lnTo>
                  <a:lnTo>
                    <a:pt x="7085" y="12981"/>
                  </a:lnTo>
                  <a:lnTo>
                    <a:pt x="6067" y="12896"/>
                  </a:lnTo>
                  <a:lnTo>
                    <a:pt x="5007" y="12854"/>
                  </a:lnTo>
                  <a:lnTo>
                    <a:pt x="3989" y="12854"/>
                  </a:lnTo>
                  <a:lnTo>
                    <a:pt x="2928" y="12981"/>
                  </a:lnTo>
                  <a:lnTo>
                    <a:pt x="2843" y="13024"/>
                  </a:lnTo>
                  <a:lnTo>
                    <a:pt x="2758" y="13066"/>
                  </a:lnTo>
                  <a:lnTo>
                    <a:pt x="2716" y="13151"/>
                  </a:lnTo>
                  <a:lnTo>
                    <a:pt x="2716" y="13236"/>
                  </a:lnTo>
                  <a:lnTo>
                    <a:pt x="2758" y="13321"/>
                  </a:lnTo>
                  <a:lnTo>
                    <a:pt x="2801" y="13406"/>
                  </a:lnTo>
                  <a:lnTo>
                    <a:pt x="2843" y="13448"/>
                  </a:lnTo>
                  <a:lnTo>
                    <a:pt x="2970" y="13490"/>
                  </a:lnTo>
                  <a:lnTo>
                    <a:pt x="4116" y="13448"/>
                  </a:lnTo>
                  <a:lnTo>
                    <a:pt x="5261" y="13490"/>
                  </a:lnTo>
                  <a:lnTo>
                    <a:pt x="6364" y="13618"/>
                  </a:lnTo>
                  <a:lnTo>
                    <a:pt x="7467" y="13787"/>
                  </a:lnTo>
                  <a:lnTo>
                    <a:pt x="8570" y="14042"/>
                  </a:lnTo>
                  <a:lnTo>
                    <a:pt x="9631" y="14381"/>
                  </a:lnTo>
                  <a:lnTo>
                    <a:pt x="10691" y="14805"/>
                  </a:lnTo>
                  <a:lnTo>
                    <a:pt x="11752" y="15272"/>
                  </a:lnTo>
                  <a:lnTo>
                    <a:pt x="12388" y="16417"/>
                  </a:lnTo>
                  <a:lnTo>
                    <a:pt x="13109" y="17648"/>
                  </a:lnTo>
                  <a:lnTo>
                    <a:pt x="13745" y="18920"/>
                  </a:lnTo>
                  <a:lnTo>
                    <a:pt x="14382" y="20150"/>
                  </a:lnTo>
                  <a:lnTo>
                    <a:pt x="14976" y="21423"/>
                  </a:lnTo>
                  <a:lnTo>
                    <a:pt x="13788" y="21084"/>
                  </a:lnTo>
                  <a:lnTo>
                    <a:pt x="12558" y="20744"/>
                  </a:lnTo>
                  <a:lnTo>
                    <a:pt x="11327" y="20532"/>
                  </a:lnTo>
                  <a:lnTo>
                    <a:pt x="10097" y="20363"/>
                  </a:lnTo>
                  <a:lnTo>
                    <a:pt x="8867" y="20278"/>
                  </a:lnTo>
                  <a:lnTo>
                    <a:pt x="7637" y="20235"/>
                  </a:lnTo>
                  <a:lnTo>
                    <a:pt x="6364" y="20278"/>
                  </a:lnTo>
                  <a:lnTo>
                    <a:pt x="5134" y="20405"/>
                  </a:lnTo>
                  <a:lnTo>
                    <a:pt x="5007" y="20447"/>
                  </a:lnTo>
                  <a:lnTo>
                    <a:pt x="4922" y="20532"/>
                  </a:lnTo>
                  <a:lnTo>
                    <a:pt x="4879" y="20660"/>
                  </a:lnTo>
                  <a:lnTo>
                    <a:pt x="4879" y="20744"/>
                  </a:lnTo>
                  <a:lnTo>
                    <a:pt x="4922" y="20872"/>
                  </a:lnTo>
                  <a:lnTo>
                    <a:pt x="4964" y="20956"/>
                  </a:lnTo>
                  <a:lnTo>
                    <a:pt x="5049" y="20999"/>
                  </a:lnTo>
                  <a:lnTo>
                    <a:pt x="5176" y="21041"/>
                  </a:lnTo>
                  <a:lnTo>
                    <a:pt x="6491" y="20999"/>
                  </a:lnTo>
                  <a:lnTo>
                    <a:pt x="7764" y="21041"/>
                  </a:lnTo>
                  <a:lnTo>
                    <a:pt x="9079" y="21126"/>
                  </a:lnTo>
                  <a:lnTo>
                    <a:pt x="10352" y="21253"/>
                  </a:lnTo>
                  <a:lnTo>
                    <a:pt x="11624" y="21466"/>
                  </a:lnTo>
                  <a:lnTo>
                    <a:pt x="12897" y="21720"/>
                  </a:lnTo>
                  <a:lnTo>
                    <a:pt x="14127" y="22059"/>
                  </a:lnTo>
                  <a:lnTo>
                    <a:pt x="15400" y="22484"/>
                  </a:lnTo>
                  <a:lnTo>
                    <a:pt x="15442" y="22526"/>
                  </a:lnTo>
                  <a:lnTo>
                    <a:pt x="16079" y="23926"/>
                  </a:lnTo>
                  <a:lnTo>
                    <a:pt x="16672" y="25368"/>
                  </a:lnTo>
                  <a:lnTo>
                    <a:pt x="17775" y="28211"/>
                  </a:lnTo>
                  <a:lnTo>
                    <a:pt x="16588" y="27871"/>
                  </a:lnTo>
                  <a:lnTo>
                    <a:pt x="15357" y="27617"/>
                  </a:lnTo>
                  <a:lnTo>
                    <a:pt x="14170" y="27405"/>
                  </a:lnTo>
                  <a:lnTo>
                    <a:pt x="12939" y="27320"/>
                  </a:lnTo>
                  <a:lnTo>
                    <a:pt x="11709" y="27277"/>
                  </a:lnTo>
                  <a:lnTo>
                    <a:pt x="10479" y="27320"/>
                  </a:lnTo>
                  <a:lnTo>
                    <a:pt x="9249" y="27489"/>
                  </a:lnTo>
                  <a:lnTo>
                    <a:pt x="8019" y="27701"/>
                  </a:lnTo>
                  <a:lnTo>
                    <a:pt x="7934" y="27744"/>
                  </a:lnTo>
                  <a:lnTo>
                    <a:pt x="7849" y="27829"/>
                  </a:lnTo>
                  <a:lnTo>
                    <a:pt x="7806" y="27956"/>
                  </a:lnTo>
                  <a:lnTo>
                    <a:pt x="7806" y="28041"/>
                  </a:lnTo>
                  <a:lnTo>
                    <a:pt x="7849" y="28126"/>
                  </a:lnTo>
                  <a:lnTo>
                    <a:pt x="7934" y="28211"/>
                  </a:lnTo>
                  <a:lnTo>
                    <a:pt x="8019" y="28295"/>
                  </a:lnTo>
                  <a:lnTo>
                    <a:pt x="8146" y="28295"/>
                  </a:lnTo>
                  <a:lnTo>
                    <a:pt x="9461" y="28168"/>
                  </a:lnTo>
                  <a:lnTo>
                    <a:pt x="10691" y="28083"/>
                  </a:lnTo>
                  <a:lnTo>
                    <a:pt x="11964" y="28126"/>
                  </a:lnTo>
                  <a:lnTo>
                    <a:pt x="13236" y="28211"/>
                  </a:lnTo>
                  <a:lnTo>
                    <a:pt x="14467" y="28338"/>
                  </a:lnTo>
                  <a:lnTo>
                    <a:pt x="15697" y="28592"/>
                  </a:lnTo>
                  <a:lnTo>
                    <a:pt x="16927" y="28889"/>
                  </a:lnTo>
                  <a:lnTo>
                    <a:pt x="18157" y="29313"/>
                  </a:lnTo>
                  <a:lnTo>
                    <a:pt x="19133" y="32198"/>
                  </a:lnTo>
                  <a:lnTo>
                    <a:pt x="20109" y="35168"/>
                  </a:lnTo>
                  <a:lnTo>
                    <a:pt x="20193" y="35295"/>
                  </a:lnTo>
                  <a:lnTo>
                    <a:pt x="20278" y="35422"/>
                  </a:lnTo>
                  <a:lnTo>
                    <a:pt x="20448" y="35465"/>
                  </a:lnTo>
                  <a:lnTo>
                    <a:pt x="20575" y="35465"/>
                  </a:lnTo>
                  <a:lnTo>
                    <a:pt x="20745" y="35422"/>
                  </a:lnTo>
                  <a:lnTo>
                    <a:pt x="20830" y="35295"/>
                  </a:lnTo>
                  <a:lnTo>
                    <a:pt x="20915" y="35168"/>
                  </a:lnTo>
                  <a:lnTo>
                    <a:pt x="20872" y="34998"/>
                  </a:lnTo>
                  <a:lnTo>
                    <a:pt x="20533" y="33428"/>
                  </a:lnTo>
                  <a:lnTo>
                    <a:pt x="20109" y="31816"/>
                  </a:lnTo>
                  <a:lnTo>
                    <a:pt x="19642" y="30289"/>
                  </a:lnTo>
                  <a:lnTo>
                    <a:pt x="19133" y="28720"/>
                  </a:lnTo>
                  <a:lnTo>
                    <a:pt x="19387" y="27871"/>
                  </a:lnTo>
                  <a:lnTo>
                    <a:pt x="19684" y="27023"/>
                  </a:lnTo>
                  <a:lnTo>
                    <a:pt x="20066" y="26217"/>
                  </a:lnTo>
                  <a:lnTo>
                    <a:pt x="20448" y="25411"/>
                  </a:lnTo>
                  <a:lnTo>
                    <a:pt x="20872" y="24647"/>
                  </a:lnTo>
                  <a:lnTo>
                    <a:pt x="21339" y="23926"/>
                  </a:lnTo>
                  <a:lnTo>
                    <a:pt x="21848" y="23205"/>
                  </a:lnTo>
                  <a:lnTo>
                    <a:pt x="22399" y="22484"/>
                  </a:lnTo>
                  <a:lnTo>
                    <a:pt x="22484" y="22314"/>
                  </a:lnTo>
                  <a:lnTo>
                    <a:pt x="22484" y="22187"/>
                  </a:lnTo>
                  <a:lnTo>
                    <a:pt x="22442" y="22017"/>
                  </a:lnTo>
                  <a:lnTo>
                    <a:pt x="22315" y="21890"/>
                  </a:lnTo>
                  <a:lnTo>
                    <a:pt x="22187" y="21805"/>
                  </a:lnTo>
                  <a:lnTo>
                    <a:pt x="22060" y="21762"/>
                  </a:lnTo>
                  <a:lnTo>
                    <a:pt x="21890" y="21762"/>
                  </a:lnTo>
                  <a:lnTo>
                    <a:pt x="21763" y="21890"/>
                  </a:lnTo>
                  <a:lnTo>
                    <a:pt x="21212" y="22484"/>
                  </a:lnTo>
                  <a:lnTo>
                    <a:pt x="20703" y="23162"/>
                  </a:lnTo>
                  <a:lnTo>
                    <a:pt x="20278" y="23841"/>
                  </a:lnTo>
                  <a:lnTo>
                    <a:pt x="19854" y="24520"/>
                  </a:lnTo>
                  <a:lnTo>
                    <a:pt x="19515" y="25241"/>
                  </a:lnTo>
                  <a:lnTo>
                    <a:pt x="19218" y="26005"/>
                  </a:lnTo>
                  <a:lnTo>
                    <a:pt x="18921" y="26768"/>
                  </a:lnTo>
                  <a:lnTo>
                    <a:pt x="18709" y="27532"/>
                  </a:lnTo>
                  <a:lnTo>
                    <a:pt x="18115" y="26005"/>
                  </a:lnTo>
                  <a:lnTo>
                    <a:pt x="17479" y="24435"/>
                  </a:lnTo>
                  <a:lnTo>
                    <a:pt x="16800" y="22908"/>
                  </a:lnTo>
                  <a:lnTo>
                    <a:pt x="16079" y="21381"/>
                  </a:lnTo>
                  <a:lnTo>
                    <a:pt x="16333" y="20617"/>
                  </a:lnTo>
                  <a:lnTo>
                    <a:pt x="16545" y="19854"/>
                  </a:lnTo>
                  <a:lnTo>
                    <a:pt x="16842" y="19132"/>
                  </a:lnTo>
                  <a:lnTo>
                    <a:pt x="17139" y="18369"/>
                  </a:lnTo>
                  <a:lnTo>
                    <a:pt x="17479" y="17648"/>
                  </a:lnTo>
                  <a:lnTo>
                    <a:pt x="17860" y="16926"/>
                  </a:lnTo>
                  <a:lnTo>
                    <a:pt x="18242" y="16248"/>
                  </a:lnTo>
                  <a:lnTo>
                    <a:pt x="18709" y="15527"/>
                  </a:lnTo>
                  <a:lnTo>
                    <a:pt x="18751" y="15357"/>
                  </a:lnTo>
                  <a:lnTo>
                    <a:pt x="18751" y="15230"/>
                  </a:lnTo>
                  <a:lnTo>
                    <a:pt x="18709" y="15060"/>
                  </a:lnTo>
                  <a:lnTo>
                    <a:pt x="18581" y="14975"/>
                  </a:lnTo>
                  <a:lnTo>
                    <a:pt x="18454" y="14890"/>
                  </a:lnTo>
                  <a:lnTo>
                    <a:pt x="18285" y="14890"/>
                  </a:lnTo>
                  <a:lnTo>
                    <a:pt x="18157" y="14933"/>
                  </a:lnTo>
                  <a:lnTo>
                    <a:pt x="18030" y="15060"/>
                  </a:lnTo>
                  <a:lnTo>
                    <a:pt x="17606" y="15654"/>
                  </a:lnTo>
                  <a:lnTo>
                    <a:pt x="17182" y="16290"/>
                  </a:lnTo>
                  <a:lnTo>
                    <a:pt x="16842" y="16926"/>
                  </a:lnTo>
                  <a:lnTo>
                    <a:pt x="16503" y="17563"/>
                  </a:lnTo>
                  <a:lnTo>
                    <a:pt x="16206" y="18242"/>
                  </a:lnTo>
                  <a:lnTo>
                    <a:pt x="15951" y="18920"/>
                  </a:lnTo>
                  <a:lnTo>
                    <a:pt x="15739" y="19641"/>
                  </a:lnTo>
                  <a:lnTo>
                    <a:pt x="15570" y="20363"/>
                  </a:lnTo>
                  <a:lnTo>
                    <a:pt x="14891" y="19090"/>
                  </a:lnTo>
                  <a:lnTo>
                    <a:pt x="14212" y="17860"/>
                  </a:lnTo>
                  <a:lnTo>
                    <a:pt x="13533" y="16630"/>
                  </a:lnTo>
                  <a:lnTo>
                    <a:pt x="12770" y="15442"/>
                  </a:lnTo>
                  <a:lnTo>
                    <a:pt x="12812" y="15314"/>
                  </a:lnTo>
                  <a:lnTo>
                    <a:pt x="12812" y="15187"/>
                  </a:lnTo>
                  <a:lnTo>
                    <a:pt x="12727" y="14424"/>
                  </a:lnTo>
                  <a:lnTo>
                    <a:pt x="12685" y="13660"/>
                  </a:lnTo>
                  <a:lnTo>
                    <a:pt x="12685" y="12896"/>
                  </a:lnTo>
                  <a:lnTo>
                    <a:pt x="12727" y="12133"/>
                  </a:lnTo>
                  <a:lnTo>
                    <a:pt x="12770" y="11369"/>
                  </a:lnTo>
                  <a:lnTo>
                    <a:pt x="12897" y="10606"/>
                  </a:lnTo>
                  <a:lnTo>
                    <a:pt x="13024" y="9842"/>
                  </a:lnTo>
                  <a:lnTo>
                    <a:pt x="13194" y="9079"/>
                  </a:lnTo>
                  <a:lnTo>
                    <a:pt x="13194" y="8866"/>
                  </a:lnTo>
                  <a:lnTo>
                    <a:pt x="13109" y="8739"/>
                  </a:lnTo>
                  <a:lnTo>
                    <a:pt x="13024" y="8612"/>
                  </a:lnTo>
                  <a:lnTo>
                    <a:pt x="12855" y="8527"/>
                  </a:lnTo>
                  <a:lnTo>
                    <a:pt x="12727" y="8485"/>
                  </a:lnTo>
                  <a:lnTo>
                    <a:pt x="12558" y="8527"/>
                  </a:lnTo>
                  <a:lnTo>
                    <a:pt x="12473" y="8612"/>
                  </a:lnTo>
                  <a:lnTo>
                    <a:pt x="12388" y="8782"/>
                  </a:lnTo>
                  <a:lnTo>
                    <a:pt x="12218" y="9460"/>
                  </a:lnTo>
                  <a:lnTo>
                    <a:pt x="12091" y="10139"/>
                  </a:lnTo>
                  <a:lnTo>
                    <a:pt x="12006" y="10775"/>
                  </a:lnTo>
                  <a:lnTo>
                    <a:pt x="11964" y="11454"/>
                  </a:lnTo>
                  <a:lnTo>
                    <a:pt x="11921" y="12133"/>
                  </a:lnTo>
                  <a:lnTo>
                    <a:pt x="11921" y="12812"/>
                  </a:lnTo>
                  <a:lnTo>
                    <a:pt x="11964" y="14169"/>
                  </a:lnTo>
                  <a:lnTo>
                    <a:pt x="10776" y="12345"/>
                  </a:lnTo>
                  <a:lnTo>
                    <a:pt x="9503" y="10563"/>
                  </a:lnTo>
                  <a:lnTo>
                    <a:pt x="8231" y="8824"/>
                  </a:lnTo>
                  <a:lnTo>
                    <a:pt x="6873" y="7127"/>
                  </a:lnTo>
                  <a:lnTo>
                    <a:pt x="6831" y="6745"/>
                  </a:lnTo>
                  <a:lnTo>
                    <a:pt x="6788" y="6321"/>
                  </a:lnTo>
                  <a:lnTo>
                    <a:pt x="6788" y="5939"/>
                  </a:lnTo>
                  <a:lnTo>
                    <a:pt x="6831" y="5558"/>
                  </a:lnTo>
                  <a:lnTo>
                    <a:pt x="6958" y="4752"/>
                  </a:lnTo>
                  <a:lnTo>
                    <a:pt x="7170" y="3946"/>
                  </a:lnTo>
                  <a:lnTo>
                    <a:pt x="7170" y="3818"/>
                  </a:lnTo>
                  <a:lnTo>
                    <a:pt x="7128" y="3691"/>
                  </a:lnTo>
                  <a:lnTo>
                    <a:pt x="7043" y="3564"/>
                  </a:lnTo>
                  <a:lnTo>
                    <a:pt x="6958" y="3521"/>
                  </a:lnTo>
                  <a:lnTo>
                    <a:pt x="6831" y="3479"/>
                  </a:lnTo>
                  <a:lnTo>
                    <a:pt x="6703" y="3521"/>
                  </a:lnTo>
                  <a:lnTo>
                    <a:pt x="6576" y="3606"/>
                  </a:lnTo>
                  <a:lnTo>
                    <a:pt x="6491" y="3734"/>
                  </a:lnTo>
                  <a:lnTo>
                    <a:pt x="6279" y="4327"/>
                  </a:lnTo>
                  <a:lnTo>
                    <a:pt x="6110" y="4921"/>
                  </a:lnTo>
                  <a:lnTo>
                    <a:pt x="6067" y="5515"/>
                  </a:lnTo>
                  <a:lnTo>
                    <a:pt x="6067" y="6152"/>
                  </a:lnTo>
                  <a:lnTo>
                    <a:pt x="4667" y="4540"/>
                  </a:lnTo>
                  <a:lnTo>
                    <a:pt x="3267" y="3012"/>
                  </a:lnTo>
                  <a:lnTo>
                    <a:pt x="1825" y="1528"/>
                  </a:lnTo>
                  <a:lnTo>
                    <a:pt x="340" y="85"/>
                  </a:lnTo>
                  <a:lnTo>
                    <a:pt x="255" y="43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8" name="Google Shape;1478;p34"/>
          <p:cNvGrpSpPr/>
          <p:nvPr/>
        </p:nvGrpSpPr>
        <p:grpSpPr>
          <a:xfrm>
            <a:off x="5916200" y="1347825"/>
            <a:ext cx="1171925" cy="604525"/>
            <a:chOff x="5916200" y="1347825"/>
            <a:chExt cx="1171925" cy="604525"/>
          </a:xfrm>
        </p:grpSpPr>
        <p:sp>
          <p:nvSpPr>
            <p:cNvPr id="1479" name="Google Shape;1479;p34"/>
            <p:cNvSpPr/>
            <p:nvPr/>
          </p:nvSpPr>
          <p:spPr>
            <a:xfrm>
              <a:off x="6021200" y="1347825"/>
              <a:ext cx="943900" cy="389225"/>
            </a:xfrm>
            <a:custGeom>
              <a:rect b="b" l="l" r="r" t="t"/>
              <a:pathLst>
                <a:path extrusionOk="0" h="15569" w="37756">
                  <a:moveTo>
                    <a:pt x="17605" y="0"/>
                  </a:moveTo>
                  <a:lnTo>
                    <a:pt x="16969" y="42"/>
                  </a:lnTo>
                  <a:lnTo>
                    <a:pt x="16290" y="127"/>
                  </a:lnTo>
                  <a:lnTo>
                    <a:pt x="15654" y="255"/>
                  </a:lnTo>
                  <a:lnTo>
                    <a:pt x="14975" y="424"/>
                  </a:lnTo>
                  <a:lnTo>
                    <a:pt x="14339" y="636"/>
                  </a:lnTo>
                  <a:lnTo>
                    <a:pt x="13703" y="848"/>
                  </a:lnTo>
                  <a:lnTo>
                    <a:pt x="13066" y="1145"/>
                  </a:lnTo>
                  <a:lnTo>
                    <a:pt x="12472" y="1485"/>
                  </a:lnTo>
                  <a:lnTo>
                    <a:pt x="11878" y="1824"/>
                  </a:lnTo>
                  <a:lnTo>
                    <a:pt x="11285" y="2248"/>
                  </a:lnTo>
                  <a:lnTo>
                    <a:pt x="10691" y="2715"/>
                  </a:lnTo>
                  <a:lnTo>
                    <a:pt x="10139" y="3182"/>
                  </a:lnTo>
                  <a:lnTo>
                    <a:pt x="9757" y="3139"/>
                  </a:lnTo>
                  <a:lnTo>
                    <a:pt x="9333" y="3097"/>
                  </a:lnTo>
                  <a:lnTo>
                    <a:pt x="8951" y="3139"/>
                  </a:lnTo>
                  <a:lnTo>
                    <a:pt x="8570" y="3182"/>
                  </a:lnTo>
                  <a:lnTo>
                    <a:pt x="8188" y="3224"/>
                  </a:lnTo>
                  <a:lnTo>
                    <a:pt x="7806" y="3351"/>
                  </a:lnTo>
                  <a:lnTo>
                    <a:pt x="7467" y="3479"/>
                  </a:lnTo>
                  <a:lnTo>
                    <a:pt x="7127" y="3648"/>
                  </a:lnTo>
                  <a:lnTo>
                    <a:pt x="6830" y="3860"/>
                  </a:lnTo>
                  <a:lnTo>
                    <a:pt x="6491" y="4115"/>
                  </a:lnTo>
                  <a:lnTo>
                    <a:pt x="6236" y="4369"/>
                  </a:lnTo>
                  <a:lnTo>
                    <a:pt x="5982" y="4624"/>
                  </a:lnTo>
                  <a:lnTo>
                    <a:pt x="5770" y="4963"/>
                  </a:lnTo>
                  <a:lnTo>
                    <a:pt x="5558" y="5303"/>
                  </a:lnTo>
                  <a:lnTo>
                    <a:pt x="5388" y="5642"/>
                  </a:lnTo>
                  <a:lnTo>
                    <a:pt x="5261" y="6024"/>
                  </a:lnTo>
                  <a:lnTo>
                    <a:pt x="4497" y="5981"/>
                  </a:lnTo>
                  <a:lnTo>
                    <a:pt x="3776" y="5981"/>
                  </a:lnTo>
                  <a:lnTo>
                    <a:pt x="3055" y="6109"/>
                  </a:lnTo>
                  <a:lnTo>
                    <a:pt x="2715" y="6193"/>
                  </a:lnTo>
                  <a:lnTo>
                    <a:pt x="2376" y="6321"/>
                  </a:lnTo>
                  <a:lnTo>
                    <a:pt x="2079" y="6448"/>
                  </a:lnTo>
                  <a:lnTo>
                    <a:pt x="1740" y="6618"/>
                  </a:lnTo>
                  <a:lnTo>
                    <a:pt x="1443" y="6830"/>
                  </a:lnTo>
                  <a:lnTo>
                    <a:pt x="1146" y="7042"/>
                  </a:lnTo>
                  <a:lnTo>
                    <a:pt x="891" y="7254"/>
                  </a:lnTo>
                  <a:lnTo>
                    <a:pt x="637" y="7509"/>
                  </a:lnTo>
                  <a:lnTo>
                    <a:pt x="382" y="7805"/>
                  </a:lnTo>
                  <a:lnTo>
                    <a:pt x="128" y="8145"/>
                  </a:lnTo>
                  <a:lnTo>
                    <a:pt x="43" y="8272"/>
                  </a:lnTo>
                  <a:lnTo>
                    <a:pt x="0" y="8442"/>
                  </a:lnTo>
                  <a:lnTo>
                    <a:pt x="43" y="8611"/>
                  </a:lnTo>
                  <a:lnTo>
                    <a:pt x="85" y="8654"/>
                  </a:lnTo>
                  <a:lnTo>
                    <a:pt x="170" y="8696"/>
                  </a:lnTo>
                  <a:lnTo>
                    <a:pt x="1188" y="9205"/>
                  </a:lnTo>
                  <a:lnTo>
                    <a:pt x="2249" y="9630"/>
                  </a:lnTo>
                  <a:lnTo>
                    <a:pt x="3352" y="10054"/>
                  </a:lnTo>
                  <a:lnTo>
                    <a:pt x="4412" y="10436"/>
                  </a:lnTo>
                  <a:lnTo>
                    <a:pt x="5515" y="10817"/>
                  </a:lnTo>
                  <a:lnTo>
                    <a:pt x="6618" y="11157"/>
                  </a:lnTo>
                  <a:lnTo>
                    <a:pt x="8824" y="11751"/>
                  </a:lnTo>
                  <a:lnTo>
                    <a:pt x="11115" y="12260"/>
                  </a:lnTo>
                  <a:lnTo>
                    <a:pt x="13363" y="12726"/>
                  </a:lnTo>
                  <a:lnTo>
                    <a:pt x="15612" y="13151"/>
                  </a:lnTo>
                  <a:lnTo>
                    <a:pt x="17902" y="13490"/>
                  </a:lnTo>
                  <a:lnTo>
                    <a:pt x="22611" y="14211"/>
                  </a:lnTo>
                  <a:lnTo>
                    <a:pt x="24987" y="14550"/>
                  </a:lnTo>
                  <a:lnTo>
                    <a:pt x="27405" y="14847"/>
                  </a:lnTo>
                  <a:lnTo>
                    <a:pt x="29780" y="15102"/>
                  </a:lnTo>
                  <a:lnTo>
                    <a:pt x="32156" y="15272"/>
                  </a:lnTo>
                  <a:lnTo>
                    <a:pt x="34574" y="15441"/>
                  </a:lnTo>
                  <a:lnTo>
                    <a:pt x="36949" y="15569"/>
                  </a:lnTo>
                  <a:lnTo>
                    <a:pt x="37162" y="15526"/>
                  </a:lnTo>
                  <a:lnTo>
                    <a:pt x="37374" y="15441"/>
                  </a:lnTo>
                  <a:lnTo>
                    <a:pt x="37543" y="15314"/>
                  </a:lnTo>
                  <a:lnTo>
                    <a:pt x="37628" y="15187"/>
                  </a:lnTo>
                  <a:lnTo>
                    <a:pt x="37713" y="15017"/>
                  </a:lnTo>
                  <a:lnTo>
                    <a:pt x="37755" y="14805"/>
                  </a:lnTo>
                  <a:lnTo>
                    <a:pt x="37755" y="14635"/>
                  </a:lnTo>
                  <a:lnTo>
                    <a:pt x="37671" y="14466"/>
                  </a:lnTo>
                  <a:lnTo>
                    <a:pt x="37755" y="13999"/>
                  </a:lnTo>
                  <a:lnTo>
                    <a:pt x="37755" y="13575"/>
                  </a:lnTo>
                  <a:lnTo>
                    <a:pt x="37755" y="13151"/>
                  </a:lnTo>
                  <a:lnTo>
                    <a:pt x="37671" y="12726"/>
                  </a:lnTo>
                  <a:lnTo>
                    <a:pt x="37543" y="12302"/>
                  </a:lnTo>
                  <a:lnTo>
                    <a:pt x="37416" y="11878"/>
                  </a:lnTo>
                  <a:lnTo>
                    <a:pt x="37204" y="11496"/>
                  </a:lnTo>
                  <a:lnTo>
                    <a:pt x="36949" y="11114"/>
                  </a:lnTo>
                  <a:lnTo>
                    <a:pt x="36610" y="10775"/>
                  </a:lnTo>
                  <a:lnTo>
                    <a:pt x="36313" y="10478"/>
                  </a:lnTo>
                  <a:lnTo>
                    <a:pt x="35974" y="10266"/>
                  </a:lnTo>
                  <a:lnTo>
                    <a:pt x="35592" y="10054"/>
                  </a:lnTo>
                  <a:lnTo>
                    <a:pt x="35210" y="9927"/>
                  </a:lnTo>
                  <a:lnTo>
                    <a:pt x="34828" y="9799"/>
                  </a:lnTo>
                  <a:lnTo>
                    <a:pt x="33980" y="9545"/>
                  </a:lnTo>
                  <a:lnTo>
                    <a:pt x="33725" y="9460"/>
                  </a:lnTo>
                  <a:lnTo>
                    <a:pt x="33513" y="9333"/>
                  </a:lnTo>
                  <a:lnTo>
                    <a:pt x="33089" y="9078"/>
                  </a:lnTo>
                  <a:lnTo>
                    <a:pt x="32750" y="8739"/>
                  </a:lnTo>
                  <a:lnTo>
                    <a:pt x="32410" y="8357"/>
                  </a:lnTo>
                  <a:lnTo>
                    <a:pt x="32113" y="8018"/>
                  </a:lnTo>
                  <a:lnTo>
                    <a:pt x="31774" y="7636"/>
                  </a:lnTo>
                  <a:lnTo>
                    <a:pt x="31392" y="7296"/>
                  </a:lnTo>
                  <a:lnTo>
                    <a:pt x="30926" y="7042"/>
                  </a:lnTo>
                  <a:lnTo>
                    <a:pt x="30629" y="6872"/>
                  </a:lnTo>
                  <a:lnTo>
                    <a:pt x="30332" y="6787"/>
                  </a:lnTo>
                  <a:lnTo>
                    <a:pt x="30035" y="6703"/>
                  </a:lnTo>
                  <a:lnTo>
                    <a:pt x="29695" y="6660"/>
                  </a:lnTo>
                  <a:lnTo>
                    <a:pt x="29398" y="6618"/>
                  </a:lnTo>
                  <a:lnTo>
                    <a:pt x="29101" y="6618"/>
                  </a:lnTo>
                  <a:lnTo>
                    <a:pt x="28465" y="6703"/>
                  </a:lnTo>
                  <a:lnTo>
                    <a:pt x="28168" y="6066"/>
                  </a:lnTo>
                  <a:lnTo>
                    <a:pt x="27786" y="5430"/>
                  </a:lnTo>
                  <a:lnTo>
                    <a:pt x="27405" y="4836"/>
                  </a:lnTo>
                  <a:lnTo>
                    <a:pt x="26980" y="4285"/>
                  </a:lnTo>
                  <a:lnTo>
                    <a:pt x="26514" y="3733"/>
                  </a:lnTo>
                  <a:lnTo>
                    <a:pt x="26047" y="3266"/>
                  </a:lnTo>
                  <a:lnTo>
                    <a:pt x="25538" y="2800"/>
                  </a:lnTo>
                  <a:lnTo>
                    <a:pt x="25029" y="2376"/>
                  </a:lnTo>
                  <a:lnTo>
                    <a:pt x="24478" y="1951"/>
                  </a:lnTo>
                  <a:lnTo>
                    <a:pt x="23926" y="1612"/>
                  </a:lnTo>
                  <a:lnTo>
                    <a:pt x="23332" y="1273"/>
                  </a:lnTo>
                  <a:lnTo>
                    <a:pt x="22738" y="1018"/>
                  </a:lnTo>
                  <a:lnTo>
                    <a:pt x="22144" y="764"/>
                  </a:lnTo>
                  <a:lnTo>
                    <a:pt x="21508" y="509"/>
                  </a:lnTo>
                  <a:lnTo>
                    <a:pt x="20872" y="339"/>
                  </a:lnTo>
                  <a:lnTo>
                    <a:pt x="20235" y="212"/>
                  </a:lnTo>
                  <a:lnTo>
                    <a:pt x="19599" y="85"/>
                  </a:lnTo>
                  <a:lnTo>
                    <a:pt x="18920" y="42"/>
                  </a:lnTo>
                  <a:lnTo>
                    <a:pt x="1828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4"/>
            <p:cNvSpPr/>
            <p:nvPr/>
          </p:nvSpPr>
          <p:spPr>
            <a:xfrm>
              <a:off x="6021200" y="1347825"/>
              <a:ext cx="631050" cy="246050"/>
            </a:xfrm>
            <a:custGeom>
              <a:rect b="b" l="l" r="r" t="t"/>
              <a:pathLst>
                <a:path extrusionOk="0" h="9842" w="25242">
                  <a:moveTo>
                    <a:pt x="17775" y="0"/>
                  </a:moveTo>
                  <a:lnTo>
                    <a:pt x="16757" y="85"/>
                  </a:lnTo>
                  <a:lnTo>
                    <a:pt x="15739" y="255"/>
                  </a:lnTo>
                  <a:lnTo>
                    <a:pt x="14763" y="509"/>
                  </a:lnTo>
                  <a:lnTo>
                    <a:pt x="13787" y="848"/>
                  </a:lnTo>
                  <a:lnTo>
                    <a:pt x="12812" y="1273"/>
                  </a:lnTo>
                  <a:lnTo>
                    <a:pt x="11878" y="1824"/>
                  </a:lnTo>
                  <a:lnTo>
                    <a:pt x="11454" y="2121"/>
                  </a:lnTo>
                  <a:lnTo>
                    <a:pt x="10988" y="2460"/>
                  </a:lnTo>
                  <a:lnTo>
                    <a:pt x="10563" y="2800"/>
                  </a:lnTo>
                  <a:lnTo>
                    <a:pt x="10139" y="3182"/>
                  </a:lnTo>
                  <a:lnTo>
                    <a:pt x="9757" y="3139"/>
                  </a:lnTo>
                  <a:lnTo>
                    <a:pt x="9333" y="3097"/>
                  </a:lnTo>
                  <a:lnTo>
                    <a:pt x="8951" y="3139"/>
                  </a:lnTo>
                  <a:lnTo>
                    <a:pt x="8570" y="3182"/>
                  </a:lnTo>
                  <a:lnTo>
                    <a:pt x="8188" y="3224"/>
                  </a:lnTo>
                  <a:lnTo>
                    <a:pt x="7806" y="3351"/>
                  </a:lnTo>
                  <a:lnTo>
                    <a:pt x="7467" y="3479"/>
                  </a:lnTo>
                  <a:lnTo>
                    <a:pt x="7127" y="3648"/>
                  </a:lnTo>
                  <a:lnTo>
                    <a:pt x="6830" y="3860"/>
                  </a:lnTo>
                  <a:lnTo>
                    <a:pt x="6491" y="4115"/>
                  </a:lnTo>
                  <a:lnTo>
                    <a:pt x="6236" y="4369"/>
                  </a:lnTo>
                  <a:lnTo>
                    <a:pt x="5982" y="4624"/>
                  </a:lnTo>
                  <a:lnTo>
                    <a:pt x="5770" y="4963"/>
                  </a:lnTo>
                  <a:lnTo>
                    <a:pt x="5558" y="5303"/>
                  </a:lnTo>
                  <a:lnTo>
                    <a:pt x="5388" y="5642"/>
                  </a:lnTo>
                  <a:lnTo>
                    <a:pt x="5261" y="6024"/>
                  </a:lnTo>
                  <a:lnTo>
                    <a:pt x="4497" y="5981"/>
                  </a:lnTo>
                  <a:lnTo>
                    <a:pt x="3776" y="5981"/>
                  </a:lnTo>
                  <a:lnTo>
                    <a:pt x="3055" y="6109"/>
                  </a:lnTo>
                  <a:lnTo>
                    <a:pt x="2715" y="6193"/>
                  </a:lnTo>
                  <a:lnTo>
                    <a:pt x="2376" y="6321"/>
                  </a:lnTo>
                  <a:lnTo>
                    <a:pt x="2079" y="6448"/>
                  </a:lnTo>
                  <a:lnTo>
                    <a:pt x="1740" y="6618"/>
                  </a:lnTo>
                  <a:lnTo>
                    <a:pt x="1443" y="6830"/>
                  </a:lnTo>
                  <a:lnTo>
                    <a:pt x="1146" y="7042"/>
                  </a:lnTo>
                  <a:lnTo>
                    <a:pt x="891" y="7254"/>
                  </a:lnTo>
                  <a:lnTo>
                    <a:pt x="637" y="7509"/>
                  </a:lnTo>
                  <a:lnTo>
                    <a:pt x="382" y="7805"/>
                  </a:lnTo>
                  <a:lnTo>
                    <a:pt x="128" y="8145"/>
                  </a:lnTo>
                  <a:lnTo>
                    <a:pt x="43" y="8272"/>
                  </a:lnTo>
                  <a:lnTo>
                    <a:pt x="0" y="8442"/>
                  </a:lnTo>
                  <a:lnTo>
                    <a:pt x="43" y="8611"/>
                  </a:lnTo>
                  <a:lnTo>
                    <a:pt x="85" y="8654"/>
                  </a:lnTo>
                  <a:lnTo>
                    <a:pt x="170" y="8696"/>
                  </a:lnTo>
                  <a:lnTo>
                    <a:pt x="1485" y="9290"/>
                  </a:lnTo>
                  <a:lnTo>
                    <a:pt x="2800" y="9842"/>
                  </a:lnTo>
                  <a:lnTo>
                    <a:pt x="3012" y="9587"/>
                  </a:lnTo>
                  <a:lnTo>
                    <a:pt x="3267" y="9375"/>
                  </a:lnTo>
                  <a:lnTo>
                    <a:pt x="3776" y="8951"/>
                  </a:lnTo>
                  <a:lnTo>
                    <a:pt x="4370" y="8569"/>
                  </a:lnTo>
                  <a:lnTo>
                    <a:pt x="5006" y="8272"/>
                  </a:lnTo>
                  <a:lnTo>
                    <a:pt x="5685" y="8060"/>
                  </a:lnTo>
                  <a:lnTo>
                    <a:pt x="6406" y="7933"/>
                  </a:lnTo>
                  <a:lnTo>
                    <a:pt x="7127" y="7848"/>
                  </a:lnTo>
                  <a:lnTo>
                    <a:pt x="7848" y="7848"/>
                  </a:lnTo>
                  <a:lnTo>
                    <a:pt x="7933" y="7212"/>
                  </a:lnTo>
                  <a:lnTo>
                    <a:pt x="8145" y="6660"/>
                  </a:lnTo>
                  <a:lnTo>
                    <a:pt x="8357" y="6151"/>
                  </a:lnTo>
                  <a:lnTo>
                    <a:pt x="8654" y="5684"/>
                  </a:lnTo>
                  <a:lnTo>
                    <a:pt x="8994" y="5303"/>
                  </a:lnTo>
                  <a:lnTo>
                    <a:pt x="9376" y="4963"/>
                  </a:lnTo>
                  <a:lnTo>
                    <a:pt x="9800" y="4666"/>
                  </a:lnTo>
                  <a:lnTo>
                    <a:pt x="10266" y="4412"/>
                  </a:lnTo>
                  <a:lnTo>
                    <a:pt x="10775" y="4242"/>
                  </a:lnTo>
                  <a:lnTo>
                    <a:pt x="11327" y="4072"/>
                  </a:lnTo>
                  <a:lnTo>
                    <a:pt x="11878" y="4030"/>
                  </a:lnTo>
                  <a:lnTo>
                    <a:pt x="12430" y="3988"/>
                  </a:lnTo>
                  <a:lnTo>
                    <a:pt x="13024" y="3988"/>
                  </a:lnTo>
                  <a:lnTo>
                    <a:pt x="13618" y="4072"/>
                  </a:lnTo>
                  <a:lnTo>
                    <a:pt x="14212" y="4200"/>
                  </a:lnTo>
                  <a:lnTo>
                    <a:pt x="14805" y="4369"/>
                  </a:lnTo>
                  <a:lnTo>
                    <a:pt x="15272" y="3860"/>
                  </a:lnTo>
                  <a:lnTo>
                    <a:pt x="15781" y="3394"/>
                  </a:lnTo>
                  <a:lnTo>
                    <a:pt x="16290" y="3012"/>
                  </a:lnTo>
                  <a:lnTo>
                    <a:pt x="16884" y="2673"/>
                  </a:lnTo>
                  <a:lnTo>
                    <a:pt x="17478" y="2418"/>
                  </a:lnTo>
                  <a:lnTo>
                    <a:pt x="18114" y="2206"/>
                  </a:lnTo>
                  <a:lnTo>
                    <a:pt x="18793" y="2036"/>
                  </a:lnTo>
                  <a:lnTo>
                    <a:pt x="19472" y="1951"/>
                  </a:lnTo>
                  <a:lnTo>
                    <a:pt x="20151" y="1867"/>
                  </a:lnTo>
                  <a:lnTo>
                    <a:pt x="20872" y="1867"/>
                  </a:lnTo>
                  <a:lnTo>
                    <a:pt x="21593" y="1909"/>
                  </a:lnTo>
                  <a:lnTo>
                    <a:pt x="22356" y="1951"/>
                  </a:lnTo>
                  <a:lnTo>
                    <a:pt x="23078" y="2079"/>
                  </a:lnTo>
                  <a:lnTo>
                    <a:pt x="23799" y="2206"/>
                  </a:lnTo>
                  <a:lnTo>
                    <a:pt x="24520" y="2376"/>
                  </a:lnTo>
                  <a:lnTo>
                    <a:pt x="25241" y="2545"/>
                  </a:lnTo>
                  <a:lnTo>
                    <a:pt x="24435" y="1951"/>
                  </a:lnTo>
                  <a:lnTo>
                    <a:pt x="23587" y="1400"/>
                  </a:lnTo>
                  <a:lnTo>
                    <a:pt x="22653" y="976"/>
                  </a:lnTo>
                  <a:lnTo>
                    <a:pt x="21720" y="594"/>
                  </a:lnTo>
                  <a:lnTo>
                    <a:pt x="20744" y="339"/>
                  </a:lnTo>
                  <a:lnTo>
                    <a:pt x="19769" y="127"/>
                  </a:lnTo>
                  <a:lnTo>
                    <a:pt x="18751" y="42"/>
                  </a:lnTo>
                  <a:lnTo>
                    <a:pt x="17775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4"/>
            <p:cNvSpPr/>
            <p:nvPr/>
          </p:nvSpPr>
          <p:spPr>
            <a:xfrm>
              <a:off x="6606625" y="1605525"/>
              <a:ext cx="29700" cy="56225"/>
            </a:xfrm>
            <a:custGeom>
              <a:rect b="b" l="l" r="r" t="t"/>
              <a:pathLst>
                <a:path extrusionOk="0" h="2249" w="1188">
                  <a:moveTo>
                    <a:pt x="509" y="0"/>
                  </a:moveTo>
                  <a:lnTo>
                    <a:pt x="382" y="43"/>
                  </a:lnTo>
                  <a:lnTo>
                    <a:pt x="297" y="85"/>
                  </a:lnTo>
                  <a:lnTo>
                    <a:pt x="127" y="340"/>
                  </a:lnTo>
                  <a:lnTo>
                    <a:pt x="42" y="637"/>
                  </a:lnTo>
                  <a:lnTo>
                    <a:pt x="0" y="934"/>
                  </a:lnTo>
                  <a:lnTo>
                    <a:pt x="42" y="1273"/>
                  </a:lnTo>
                  <a:lnTo>
                    <a:pt x="127" y="1570"/>
                  </a:lnTo>
                  <a:lnTo>
                    <a:pt x="255" y="1824"/>
                  </a:lnTo>
                  <a:lnTo>
                    <a:pt x="467" y="2037"/>
                  </a:lnTo>
                  <a:lnTo>
                    <a:pt x="721" y="2206"/>
                  </a:lnTo>
                  <a:lnTo>
                    <a:pt x="891" y="2249"/>
                  </a:lnTo>
                  <a:lnTo>
                    <a:pt x="976" y="2206"/>
                  </a:lnTo>
                  <a:lnTo>
                    <a:pt x="1103" y="2164"/>
                  </a:lnTo>
                  <a:lnTo>
                    <a:pt x="1145" y="2079"/>
                  </a:lnTo>
                  <a:lnTo>
                    <a:pt x="1188" y="1952"/>
                  </a:lnTo>
                  <a:lnTo>
                    <a:pt x="1188" y="1824"/>
                  </a:lnTo>
                  <a:lnTo>
                    <a:pt x="1103" y="1740"/>
                  </a:lnTo>
                  <a:lnTo>
                    <a:pt x="1018" y="1612"/>
                  </a:lnTo>
                  <a:lnTo>
                    <a:pt x="848" y="1528"/>
                  </a:lnTo>
                  <a:lnTo>
                    <a:pt x="721" y="1400"/>
                  </a:lnTo>
                  <a:lnTo>
                    <a:pt x="636" y="1231"/>
                  </a:lnTo>
                  <a:lnTo>
                    <a:pt x="594" y="1103"/>
                  </a:lnTo>
                  <a:lnTo>
                    <a:pt x="552" y="934"/>
                  </a:lnTo>
                  <a:lnTo>
                    <a:pt x="552" y="764"/>
                  </a:lnTo>
                  <a:lnTo>
                    <a:pt x="594" y="594"/>
                  </a:lnTo>
                  <a:lnTo>
                    <a:pt x="721" y="425"/>
                  </a:lnTo>
                  <a:lnTo>
                    <a:pt x="764" y="340"/>
                  </a:lnTo>
                  <a:lnTo>
                    <a:pt x="764" y="212"/>
                  </a:lnTo>
                  <a:lnTo>
                    <a:pt x="721" y="128"/>
                  </a:lnTo>
                  <a:lnTo>
                    <a:pt x="679" y="85"/>
                  </a:lnTo>
                  <a:lnTo>
                    <a:pt x="5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4"/>
            <p:cNvSpPr/>
            <p:nvPr/>
          </p:nvSpPr>
          <p:spPr>
            <a:xfrm>
              <a:off x="6644800" y="1616125"/>
              <a:ext cx="57275" cy="45625"/>
            </a:xfrm>
            <a:custGeom>
              <a:rect b="b" l="l" r="r" t="t"/>
              <a:pathLst>
                <a:path extrusionOk="0" h="1825" w="2291">
                  <a:moveTo>
                    <a:pt x="721" y="1"/>
                  </a:moveTo>
                  <a:lnTo>
                    <a:pt x="552" y="43"/>
                  </a:lnTo>
                  <a:lnTo>
                    <a:pt x="340" y="85"/>
                  </a:lnTo>
                  <a:lnTo>
                    <a:pt x="170" y="128"/>
                  </a:lnTo>
                  <a:lnTo>
                    <a:pt x="85" y="213"/>
                  </a:lnTo>
                  <a:lnTo>
                    <a:pt x="0" y="340"/>
                  </a:lnTo>
                  <a:lnTo>
                    <a:pt x="0" y="425"/>
                  </a:lnTo>
                  <a:lnTo>
                    <a:pt x="0" y="552"/>
                  </a:lnTo>
                  <a:lnTo>
                    <a:pt x="85" y="637"/>
                  </a:lnTo>
                  <a:lnTo>
                    <a:pt x="170" y="679"/>
                  </a:lnTo>
                  <a:lnTo>
                    <a:pt x="255" y="722"/>
                  </a:lnTo>
                  <a:lnTo>
                    <a:pt x="382" y="722"/>
                  </a:lnTo>
                  <a:lnTo>
                    <a:pt x="594" y="679"/>
                  </a:lnTo>
                  <a:lnTo>
                    <a:pt x="806" y="722"/>
                  </a:lnTo>
                  <a:lnTo>
                    <a:pt x="1018" y="764"/>
                  </a:lnTo>
                  <a:lnTo>
                    <a:pt x="1188" y="891"/>
                  </a:lnTo>
                  <a:lnTo>
                    <a:pt x="1358" y="1061"/>
                  </a:lnTo>
                  <a:lnTo>
                    <a:pt x="1443" y="1231"/>
                  </a:lnTo>
                  <a:lnTo>
                    <a:pt x="1485" y="1400"/>
                  </a:lnTo>
                  <a:lnTo>
                    <a:pt x="1570" y="1613"/>
                  </a:lnTo>
                  <a:lnTo>
                    <a:pt x="1655" y="1697"/>
                  </a:lnTo>
                  <a:lnTo>
                    <a:pt x="1739" y="1782"/>
                  </a:lnTo>
                  <a:lnTo>
                    <a:pt x="1909" y="1825"/>
                  </a:lnTo>
                  <a:lnTo>
                    <a:pt x="2036" y="1825"/>
                  </a:lnTo>
                  <a:lnTo>
                    <a:pt x="2121" y="1782"/>
                  </a:lnTo>
                  <a:lnTo>
                    <a:pt x="2206" y="1740"/>
                  </a:lnTo>
                  <a:lnTo>
                    <a:pt x="2249" y="1613"/>
                  </a:lnTo>
                  <a:lnTo>
                    <a:pt x="2291" y="1443"/>
                  </a:lnTo>
                  <a:lnTo>
                    <a:pt x="2291" y="1231"/>
                  </a:lnTo>
                  <a:lnTo>
                    <a:pt x="2249" y="1061"/>
                  </a:lnTo>
                  <a:lnTo>
                    <a:pt x="2164" y="891"/>
                  </a:lnTo>
                  <a:lnTo>
                    <a:pt x="2036" y="722"/>
                  </a:lnTo>
                  <a:lnTo>
                    <a:pt x="1909" y="552"/>
                  </a:lnTo>
                  <a:lnTo>
                    <a:pt x="1612" y="297"/>
                  </a:lnTo>
                  <a:lnTo>
                    <a:pt x="1273" y="128"/>
                  </a:lnTo>
                  <a:lnTo>
                    <a:pt x="933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4"/>
            <p:cNvSpPr/>
            <p:nvPr/>
          </p:nvSpPr>
          <p:spPr>
            <a:xfrm>
              <a:off x="6736000" y="1592800"/>
              <a:ext cx="40325" cy="51975"/>
            </a:xfrm>
            <a:custGeom>
              <a:rect b="b" l="l" r="r" t="t"/>
              <a:pathLst>
                <a:path extrusionOk="0" h="2079" w="1613">
                  <a:moveTo>
                    <a:pt x="213" y="0"/>
                  </a:moveTo>
                  <a:lnTo>
                    <a:pt x="128" y="43"/>
                  </a:lnTo>
                  <a:lnTo>
                    <a:pt x="85" y="128"/>
                  </a:lnTo>
                  <a:lnTo>
                    <a:pt x="0" y="467"/>
                  </a:lnTo>
                  <a:lnTo>
                    <a:pt x="43" y="806"/>
                  </a:lnTo>
                  <a:lnTo>
                    <a:pt x="85" y="1146"/>
                  </a:lnTo>
                  <a:lnTo>
                    <a:pt x="255" y="1443"/>
                  </a:lnTo>
                  <a:lnTo>
                    <a:pt x="467" y="1697"/>
                  </a:lnTo>
                  <a:lnTo>
                    <a:pt x="722" y="1909"/>
                  </a:lnTo>
                  <a:lnTo>
                    <a:pt x="1019" y="2037"/>
                  </a:lnTo>
                  <a:lnTo>
                    <a:pt x="1188" y="2079"/>
                  </a:lnTo>
                  <a:lnTo>
                    <a:pt x="1358" y="2079"/>
                  </a:lnTo>
                  <a:lnTo>
                    <a:pt x="1443" y="2037"/>
                  </a:lnTo>
                  <a:lnTo>
                    <a:pt x="1528" y="1994"/>
                  </a:lnTo>
                  <a:lnTo>
                    <a:pt x="1570" y="1909"/>
                  </a:lnTo>
                  <a:lnTo>
                    <a:pt x="1612" y="1824"/>
                  </a:lnTo>
                  <a:lnTo>
                    <a:pt x="1612" y="1740"/>
                  </a:lnTo>
                  <a:lnTo>
                    <a:pt x="1570" y="1655"/>
                  </a:lnTo>
                  <a:lnTo>
                    <a:pt x="1528" y="1570"/>
                  </a:lnTo>
                  <a:lnTo>
                    <a:pt x="1443" y="1527"/>
                  </a:lnTo>
                  <a:lnTo>
                    <a:pt x="1061" y="1400"/>
                  </a:lnTo>
                  <a:lnTo>
                    <a:pt x="891" y="1273"/>
                  </a:lnTo>
                  <a:lnTo>
                    <a:pt x="722" y="1103"/>
                  </a:lnTo>
                  <a:lnTo>
                    <a:pt x="637" y="934"/>
                  </a:lnTo>
                  <a:lnTo>
                    <a:pt x="552" y="721"/>
                  </a:lnTo>
                  <a:lnTo>
                    <a:pt x="552" y="509"/>
                  </a:lnTo>
                  <a:lnTo>
                    <a:pt x="594" y="297"/>
                  </a:lnTo>
                  <a:lnTo>
                    <a:pt x="594" y="212"/>
                  </a:lnTo>
                  <a:lnTo>
                    <a:pt x="552" y="128"/>
                  </a:lnTo>
                  <a:lnTo>
                    <a:pt x="467" y="43"/>
                  </a:lnTo>
                  <a:lnTo>
                    <a:pt x="382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4"/>
            <p:cNvSpPr/>
            <p:nvPr/>
          </p:nvSpPr>
          <p:spPr>
            <a:xfrm>
              <a:off x="6868575" y="1656425"/>
              <a:ext cx="36075" cy="26550"/>
            </a:xfrm>
            <a:custGeom>
              <a:rect b="b" l="l" r="r" t="t"/>
              <a:pathLst>
                <a:path extrusionOk="0" h="1062" w="1443">
                  <a:moveTo>
                    <a:pt x="764" y="1"/>
                  </a:moveTo>
                  <a:lnTo>
                    <a:pt x="297" y="43"/>
                  </a:lnTo>
                  <a:lnTo>
                    <a:pt x="212" y="85"/>
                  </a:lnTo>
                  <a:lnTo>
                    <a:pt x="127" y="128"/>
                  </a:lnTo>
                  <a:lnTo>
                    <a:pt x="85" y="213"/>
                  </a:lnTo>
                  <a:lnTo>
                    <a:pt x="43" y="298"/>
                  </a:lnTo>
                  <a:lnTo>
                    <a:pt x="0" y="807"/>
                  </a:lnTo>
                  <a:lnTo>
                    <a:pt x="0" y="891"/>
                  </a:lnTo>
                  <a:lnTo>
                    <a:pt x="43" y="976"/>
                  </a:lnTo>
                  <a:lnTo>
                    <a:pt x="85" y="1019"/>
                  </a:lnTo>
                  <a:lnTo>
                    <a:pt x="170" y="1061"/>
                  </a:lnTo>
                  <a:lnTo>
                    <a:pt x="255" y="1061"/>
                  </a:lnTo>
                  <a:lnTo>
                    <a:pt x="339" y="1019"/>
                  </a:lnTo>
                  <a:lnTo>
                    <a:pt x="382" y="976"/>
                  </a:lnTo>
                  <a:lnTo>
                    <a:pt x="424" y="891"/>
                  </a:lnTo>
                  <a:lnTo>
                    <a:pt x="509" y="594"/>
                  </a:lnTo>
                  <a:lnTo>
                    <a:pt x="891" y="552"/>
                  </a:lnTo>
                  <a:lnTo>
                    <a:pt x="1230" y="510"/>
                  </a:lnTo>
                  <a:lnTo>
                    <a:pt x="1315" y="467"/>
                  </a:lnTo>
                  <a:lnTo>
                    <a:pt x="1400" y="425"/>
                  </a:lnTo>
                  <a:lnTo>
                    <a:pt x="1442" y="340"/>
                  </a:lnTo>
                  <a:lnTo>
                    <a:pt x="1442" y="255"/>
                  </a:lnTo>
                  <a:lnTo>
                    <a:pt x="1442" y="170"/>
                  </a:lnTo>
                  <a:lnTo>
                    <a:pt x="1400" y="85"/>
                  </a:lnTo>
                  <a:lnTo>
                    <a:pt x="1358" y="43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34"/>
            <p:cNvSpPr/>
            <p:nvPr/>
          </p:nvSpPr>
          <p:spPr>
            <a:xfrm>
              <a:off x="6266175" y="1541900"/>
              <a:ext cx="45625" cy="36075"/>
            </a:xfrm>
            <a:custGeom>
              <a:rect b="b" l="l" r="r" t="t"/>
              <a:pathLst>
                <a:path extrusionOk="0" h="1443" w="1825">
                  <a:moveTo>
                    <a:pt x="213" y="0"/>
                  </a:moveTo>
                  <a:lnTo>
                    <a:pt x="128" y="42"/>
                  </a:lnTo>
                  <a:lnTo>
                    <a:pt x="86" y="85"/>
                  </a:lnTo>
                  <a:lnTo>
                    <a:pt x="43" y="170"/>
                  </a:lnTo>
                  <a:lnTo>
                    <a:pt x="1" y="212"/>
                  </a:lnTo>
                  <a:lnTo>
                    <a:pt x="43" y="339"/>
                  </a:lnTo>
                  <a:lnTo>
                    <a:pt x="128" y="552"/>
                  </a:lnTo>
                  <a:lnTo>
                    <a:pt x="255" y="721"/>
                  </a:lnTo>
                  <a:lnTo>
                    <a:pt x="425" y="933"/>
                  </a:lnTo>
                  <a:lnTo>
                    <a:pt x="595" y="1061"/>
                  </a:lnTo>
                  <a:lnTo>
                    <a:pt x="807" y="1188"/>
                  </a:lnTo>
                  <a:lnTo>
                    <a:pt x="1019" y="1315"/>
                  </a:lnTo>
                  <a:lnTo>
                    <a:pt x="1231" y="1358"/>
                  </a:lnTo>
                  <a:lnTo>
                    <a:pt x="1443" y="1442"/>
                  </a:lnTo>
                  <a:lnTo>
                    <a:pt x="1613" y="1442"/>
                  </a:lnTo>
                  <a:lnTo>
                    <a:pt x="1698" y="1358"/>
                  </a:lnTo>
                  <a:lnTo>
                    <a:pt x="1782" y="1273"/>
                  </a:lnTo>
                  <a:lnTo>
                    <a:pt x="1825" y="1188"/>
                  </a:lnTo>
                  <a:lnTo>
                    <a:pt x="1825" y="1061"/>
                  </a:lnTo>
                  <a:lnTo>
                    <a:pt x="1782" y="933"/>
                  </a:lnTo>
                  <a:lnTo>
                    <a:pt x="1698" y="848"/>
                  </a:lnTo>
                  <a:lnTo>
                    <a:pt x="1570" y="806"/>
                  </a:lnTo>
                  <a:lnTo>
                    <a:pt x="1231" y="721"/>
                  </a:lnTo>
                  <a:lnTo>
                    <a:pt x="934" y="552"/>
                  </a:lnTo>
                  <a:lnTo>
                    <a:pt x="680" y="339"/>
                  </a:lnTo>
                  <a:lnTo>
                    <a:pt x="467" y="85"/>
                  </a:lnTo>
                  <a:lnTo>
                    <a:pt x="383" y="4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34"/>
            <p:cNvSpPr/>
            <p:nvPr/>
          </p:nvSpPr>
          <p:spPr>
            <a:xfrm>
              <a:off x="6305425" y="1525975"/>
              <a:ext cx="43500" cy="36100"/>
            </a:xfrm>
            <a:custGeom>
              <a:rect b="b" l="l" r="r" t="t"/>
              <a:pathLst>
                <a:path extrusionOk="0" h="1444" w="1740">
                  <a:moveTo>
                    <a:pt x="382" y="1"/>
                  </a:moveTo>
                  <a:lnTo>
                    <a:pt x="128" y="43"/>
                  </a:lnTo>
                  <a:lnTo>
                    <a:pt x="43" y="86"/>
                  </a:lnTo>
                  <a:lnTo>
                    <a:pt x="0" y="128"/>
                  </a:lnTo>
                  <a:lnTo>
                    <a:pt x="0" y="298"/>
                  </a:lnTo>
                  <a:lnTo>
                    <a:pt x="85" y="383"/>
                  </a:lnTo>
                  <a:lnTo>
                    <a:pt x="128" y="425"/>
                  </a:lnTo>
                  <a:lnTo>
                    <a:pt x="382" y="425"/>
                  </a:lnTo>
                  <a:lnTo>
                    <a:pt x="552" y="467"/>
                  </a:lnTo>
                  <a:lnTo>
                    <a:pt x="679" y="510"/>
                  </a:lnTo>
                  <a:lnTo>
                    <a:pt x="806" y="595"/>
                  </a:lnTo>
                  <a:lnTo>
                    <a:pt x="934" y="722"/>
                  </a:lnTo>
                  <a:lnTo>
                    <a:pt x="1018" y="849"/>
                  </a:lnTo>
                  <a:lnTo>
                    <a:pt x="1061" y="976"/>
                  </a:lnTo>
                  <a:lnTo>
                    <a:pt x="1103" y="1146"/>
                  </a:lnTo>
                  <a:lnTo>
                    <a:pt x="1146" y="1316"/>
                  </a:lnTo>
                  <a:lnTo>
                    <a:pt x="1231" y="1401"/>
                  </a:lnTo>
                  <a:lnTo>
                    <a:pt x="1315" y="1443"/>
                  </a:lnTo>
                  <a:lnTo>
                    <a:pt x="1443" y="1443"/>
                  </a:lnTo>
                  <a:lnTo>
                    <a:pt x="1570" y="1401"/>
                  </a:lnTo>
                  <a:lnTo>
                    <a:pt x="1655" y="1316"/>
                  </a:lnTo>
                  <a:lnTo>
                    <a:pt x="1740" y="1231"/>
                  </a:lnTo>
                  <a:lnTo>
                    <a:pt x="1740" y="1104"/>
                  </a:lnTo>
                  <a:lnTo>
                    <a:pt x="1697" y="807"/>
                  </a:lnTo>
                  <a:lnTo>
                    <a:pt x="1570" y="552"/>
                  </a:lnTo>
                  <a:lnTo>
                    <a:pt x="1400" y="340"/>
                  </a:lnTo>
                  <a:lnTo>
                    <a:pt x="1188" y="170"/>
                  </a:lnTo>
                  <a:lnTo>
                    <a:pt x="934" y="86"/>
                  </a:lnTo>
                  <a:lnTo>
                    <a:pt x="67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4"/>
            <p:cNvSpPr/>
            <p:nvPr/>
          </p:nvSpPr>
          <p:spPr>
            <a:xfrm>
              <a:off x="5965000" y="1541900"/>
              <a:ext cx="1060550" cy="188800"/>
            </a:xfrm>
            <a:custGeom>
              <a:rect b="b" l="l" r="r" t="t"/>
              <a:pathLst>
                <a:path extrusionOk="0" h="7552" w="42422">
                  <a:moveTo>
                    <a:pt x="85" y="0"/>
                  </a:moveTo>
                  <a:lnTo>
                    <a:pt x="0" y="42"/>
                  </a:lnTo>
                  <a:lnTo>
                    <a:pt x="0" y="170"/>
                  </a:lnTo>
                  <a:lnTo>
                    <a:pt x="85" y="255"/>
                  </a:lnTo>
                  <a:lnTo>
                    <a:pt x="1273" y="933"/>
                  </a:lnTo>
                  <a:lnTo>
                    <a:pt x="2503" y="1527"/>
                  </a:lnTo>
                  <a:lnTo>
                    <a:pt x="3776" y="2121"/>
                  </a:lnTo>
                  <a:lnTo>
                    <a:pt x="5048" y="2630"/>
                  </a:lnTo>
                  <a:lnTo>
                    <a:pt x="6363" y="3097"/>
                  </a:lnTo>
                  <a:lnTo>
                    <a:pt x="7721" y="3521"/>
                  </a:lnTo>
                  <a:lnTo>
                    <a:pt x="9078" y="3945"/>
                  </a:lnTo>
                  <a:lnTo>
                    <a:pt x="10436" y="4285"/>
                  </a:lnTo>
                  <a:lnTo>
                    <a:pt x="11793" y="4624"/>
                  </a:lnTo>
                  <a:lnTo>
                    <a:pt x="13193" y="4921"/>
                  </a:lnTo>
                  <a:lnTo>
                    <a:pt x="14551" y="5218"/>
                  </a:lnTo>
                  <a:lnTo>
                    <a:pt x="15951" y="5472"/>
                  </a:lnTo>
                  <a:lnTo>
                    <a:pt x="18708" y="5897"/>
                  </a:lnTo>
                  <a:lnTo>
                    <a:pt x="21423" y="6236"/>
                  </a:lnTo>
                  <a:lnTo>
                    <a:pt x="24180" y="6575"/>
                  </a:lnTo>
                  <a:lnTo>
                    <a:pt x="26980" y="6872"/>
                  </a:lnTo>
                  <a:lnTo>
                    <a:pt x="29780" y="7084"/>
                  </a:lnTo>
                  <a:lnTo>
                    <a:pt x="32580" y="7339"/>
                  </a:lnTo>
                  <a:lnTo>
                    <a:pt x="34998" y="7509"/>
                  </a:lnTo>
                  <a:lnTo>
                    <a:pt x="36228" y="7551"/>
                  </a:lnTo>
                  <a:lnTo>
                    <a:pt x="37458" y="7509"/>
                  </a:lnTo>
                  <a:lnTo>
                    <a:pt x="38646" y="7466"/>
                  </a:lnTo>
                  <a:lnTo>
                    <a:pt x="39876" y="7297"/>
                  </a:lnTo>
                  <a:lnTo>
                    <a:pt x="40470" y="7169"/>
                  </a:lnTo>
                  <a:lnTo>
                    <a:pt x="41064" y="7000"/>
                  </a:lnTo>
                  <a:lnTo>
                    <a:pt x="41658" y="6830"/>
                  </a:lnTo>
                  <a:lnTo>
                    <a:pt x="42209" y="6618"/>
                  </a:lnTo>
                  <a:lnTo>
                    <a:pt x="42337" y="6533"/>
                  </a:lnTo>
                  <a:lnTo>
                    <a:pt x="42379" y="6448"/>
                  </a:lnTo>
                  <a:lnTo>
                    <a:pt x="42421" y="6363"/>
                  </a:lnTo>
                  <a:lnTo>
                    <a:pt x="42379" y="6236"/>
                  </a:lnTo>
                  <a:lnTo>
                    <a:pt x="42337" y="6151"/>
                  </a:lnTo>
                  <a:lnTo>
                    <a:pt x="42252" y="6066"/>
                  </a:lnTo>
                  <a:lnTo>
                    <a:pt x="42125" y="6024"/>
                  </a:lnTo>
                  <a:lnTo>
                    <a:pt x="41997" y="6066"/>
                  </a:lnTo>
                  <a:lnTo>
                    <a:pt x="41361" y="6278"/>
                  </a:lnTo>
                  <a:lnTo>
                    <a:pt x="40682" y="6491"/>
                  </a:lnTo>
                  <a:lnTo>
                    <a:pt x="40003" y="6660"/>
                  </a:lnTo>
                  <a:lnTo>
                    <a:pt x="39325" y="6787"/>
                  </a:lnTo>
                  <a:lnTo>
                    <a:pt x="38646" y="6872"/>
                  </a:lnTo>
                  <a:lnTo>
                    <a:pt x="37967" y="6915"/>
                  </a:lnTo>
                  <a:lnTo>
                    <a:pt x="36610" y="6957"/>
                  </a:lnTo>
                  <a:lnTo>
                    <a:pt x="35210" y="6915"/>
                  </a:lnTo>
                  <a:lnTo>
                    <a:pt x="33810" y="6830"/>
                  </a:lnTo>
                  <a:lnTo>
                    <a:pt x="31053" y="6618"/>
                  </a:lnTo>
                  <a:lnTo>
                    <a:pt x="28465" y="6406"/>
                  </a:lnTo>
                  <a:lnTo>
                    <a:pt x="25877" y="6194"/>
                  </a:lnTo>
                  <a:lnTo>
                    <a:pt x="23289" y="5939"/>
                  </a:lnTo>
                  <a:lnTo>
                    <a:pt x="20702" y="5600"/>
                  </a:lnTo>
                  <a:lnTo>
                    <a:pt x="18029" y="5218"/>
                  </a:lnTo>
                  <a:lnTo>
                    <a:pt x="15399" y="4709"/>
                  </a:lnTo>
                  <a:lnTo>
                    <a:pt x="12811" y="4115"/>
                  </a:lnTo>
                  <a:lnTo>
                    <a:pt x="10266" y="3479"/>
                  </a:lnTo>
                  <a:lnTo>
                    <a:pt x="7721" y="2715"/>
                  </a:lnTo>
                  <a:lnTo>
                    <a:pt x="5218" y="1909"/>
                  </a:lnTo>
                  <a:lnTo>
                    <a:pt x="2715" y="976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4"/>
            <p:cNvSpPr/>
            <p:nvPr/>
          </p:nvSpPr>
          <p:spPr>
            <a:xfrm>
              <a:off x="5916200" y="1492050"/>
              <a:ext cx="1171925" cy="460300"/>
            </a:xfrm>
            <a:custGeom>
              <a:rect b="b" l="l" r="r" t="t"/>
              <a:pathLst>
                <a:path extrusionOk="0" h="18412" w="46877">
                  <a:moveTo>
                    <a:pt x="2970" y="0"/>
                  </a:moveTo>
                  <a:lnTo>
                    <a:pt x="2207" y="85"/>
                  </a:lnTo>
                  <a:lnTo>
                    <a:pt x="1867" y="170"/>
                  </a:lnTo>
                  <a:lnTo>
                    <a:pt x="1528" y="255"/>
                  </a:lnTo>
                  <a:lnTo>
                    <a:pt x="1189" y="382"/>
                  </a:lnTo>
                  <a:lnTo>
                    <a:pt x="892" y="552"/>
                  </a:lnTo>
                  <a:lnTo>
                    <a:pt x="637" y="721"/>
                  </a:lnTo>
                  <a:lnTo>
                    <a:pt x="383" y="934"/>
                  </a:lnTo>
                  <a:lnTo>
                    <a:pt x="213" y="1188"/>
                  </a:lnTo>
                  <a:lnTo>
                    <a:pt x="86" y="1400"/>
                  </a:lnTo>
                  <a:lnTo>
                    <a:pt x="43" y="1612"/>
                  </a:lnTo>
                  <a:lnTo>
                    <a:pt x="1" y="1824"/>
                  </a:lnTo>
                  <a:lnTo>
                    <a:pt x="43" y="2036"/>
                  </a:lnTo>
                  <a:lnTo>
                    <a:pt x="128" y="2249"/>
                  </a:lnTo>
                  <a:lnTo>
                    <a:pt x="255" y="2418"/>
                  </a:lnTo>
                  <a:lnTo>
                    <a:pt x="383" y="2588"/>
                  </a:lnTo>
                  <a:lnTo>
                    <a:pt x="679" y="4158"/>
                  </a:lnTo>
                  <a:lnTo>
                    <a:pt x="1019" y="5770"/>
                  </a:lnTo>
                  <a:lnTo>
                    <a:pt x="1189" y="6576"/>
                  </a:lnTo>
                  <a:lnTo>
                    <a:pt x="1401" y="7339"/>
                  </a:lnTo>
                  <a:lnTo>
                    <a:pt x="1655" y="8145"/>
                  </a:lnTo>
                  <a:lnTo>
                    <a:pt x="1910" y="8866"/>
                  </a:lnTo>
                  <a:lnTo>
                    <a:pt x="2249" y="9630"/>
                  </a:lnTo>
                  <a:lnTo>
                    <a:pt x="2588" y="10309"/>
                  </a:lnTo>
                  <a:lnTo>
                    <a:pt x="3013" y="10945"/>
                  </a:lnTo>
                  <a:lnTo>
                    <a:pt x="3479" y="11581"/>
                  </a:lnTo>
                  <a:lnTo>
                    <a:pt x="3988" y="12133"/>
                  </a:lnTo>
                  <a:lnTo>
                    <a:pt x="4582" y="12642"/>
                  </a:lnTo>
                  <a:lnTo>
                    <a:pt x="5261" y="13066"/>
                  </a:lnTo>
                  <a:lnTo>
                    <a:pt x="5600" y="13236"/>
                  </a:lnTo>
                  <a:lnTo>
                    <a:pt x="5982" y="13405"/>
                  </a:lnTo>
                  <a:lnTo>
                    <a:pt x="6958" y="13830"/>
                  </a:lnTo>
                  <a:lnTo>
                    <a:pt x="7976" y="14211"/>
                  </a:lnTo>
                  <a:lnTo>
                    <a:pt x="10012" y="14890"/>
                  </a:lnTo>
                  <a:lnTo>
                    <a:pt x="12133" y="15484"/>
                  </a:lnTo>
                  <a:lnTo>
                    <a:pt x="14254" y="15993"/>
                  </a:lnTo>
                  <a:lnTo>
                    <a:pt x="16375" y="16460"/>
                  </a:lnTo>
                  <a:lnTo>
                    <a:pt x="18539" y="16841"/>
                  </a:lnTo>
                  <a:lnTo>
                    <a:pt x="20660" y="17181"/>
                  </a:lnTo>
                  <a:lnTo>
                    <a:pt x="22781" y="17478"/>
                  </a:lnTo>
                  <a:lnTo>
                    <a:pt x="26599" y="17987"/>
                  </a:lnTo>
                  <a:lnTo>
                    <a:pt x="28593" y="18199"/>
                  </a:lnTo>
                  <a:lnTo>
                    <a:pt x="30629" y="18369"/>
                  </a:lnTo>
                  <a:lnTo>
                    <a:pt x="31605" y="18411"/>
                  </a:lnTo>
                  <a:lnTo>
                    <a:pt x="33641" y="18411"/>
                  </a:lnTo>
                  <a:lnTo>
                    <a:pt x="34617" y="18369"/>
                  </a:lnTo>
                  <a:lnTo>
                    <a:pt x="35592" y="18284"/>
                  </a:lnTo>
                  <a:lnTo>
                    <a:pt x="36568" y="18199"/>
                  </a:lnTo>
                  <a:lnTo>
                    <a:pt x="37501" y="18029"/>
                  </a:lnTo>
                  <a:lnTo>
                    <a:pt x="38434" y="17817"/>
                  </a:lnTo>
                  <a:lnTo>
                    <a:pt x="39198" y="17605"/>
                  </a:lnTo>
                  <a:lnTo>
                    <a:pt x="39962" y="17308"/>
                  </a:lnTo>
                  <a:lnTo>
                    <a:pt x="40640" y="16969"/>
                  </a:lnTo>
                  <a:lnTo>
                    <a:pt x="41277" y="16587"/>
                  </a:lnTo>
                  <a:lnTo>
                    <a:pt x="41871" y="16120"/>
                  </a:lnTo>
                  <a:lnTo>
                    <a:pt x="42464" y="15611"/>
                  </a:lnTo>
                  <a:lnTo>
                    <a:pt x="42974" y="15102"/>
                  </a:lnTo>
                  <a:lnTo>
                    <a:pt x="43440" y="14508"/>
                  </a:lnTo>
                  <a:lnTo>
                    <a:pt x="43907" y="13914"/>
                  </a:lnTo>
                  <a:lnTo>
                    <a:pt x="44331" y="13278"/>
                  </a:lnTo>
                  <a:lnTo>
                    <a:pt x="44713" y="12599"/>
                  </a:lnTo>
                  <a:lnTo>
                    <a:pt x="45095" y="11921"/>
                  </a:lnTo>
                  <a:lnTo>
                    <a:pt x="45434" y="11242"/>
                  </a:lnTo>
                  <a:lnTo>
                    <a:pt x="45731" y="10521"/>
                  </a:lnTo>
                  <a:lnTo>
                    <a:pt x="46325" y="9078"/>
                  </a:lnTo>
                  <a:lnTo>
                    <a:pt x="46367" y="8909"/>
                  </a:lnTo>
                  <a:lnTo>
                    <a:pt x="46282" y="8824"/>
                  </a:lnTo>
                  <a:lnTo>
                    <a:pt x="46537" y="8442"/>
                  </a:lnTo>
                  <a:lnTo>
                    <a:pt x="46749" y="7975"/>
                  </a:lnTo>
                  <a:lnTo>
                    <a:pt x="46834" y="7466"/>
                  </a:lnTo>
                  <a:lnTo>
                    <a:pt x="46876" y="6873"/>
                  </a:lnTo>
                  <a:lnTo>
                    <a:pt x="46834" y="6788"/>
                  </a:lnTo>
                  <a:lnTo>
                    <a:pt x="46834" y="6745"/>
                  </a:lnTo>
                  <a:lnTo>
                    <a:pt x="46791" y="6660"/>
                  </a:lnTo>
                  <a:lnTo>
                    <a:pt x="46749" y="6576"/>
                  </a:lnTo>
                  <a:lnTo>
                    <a:pt x="46240" y="6236"/>
                  </a:lnTo>
                  <a:lnTo>
                    <a:pt x="45689" y="5897"/>
                  </a:lnTo>
                  <a:lnTo>
                    <a:pt x="45095" y="5600"/>
                  </a:lnTo>
                  <a:lnTo>
                    <a:pt x="44501" y="5388"/>
                  </a:lnTo>
                  <a:lnTo>
                    <a:pt x="43907" y="5218"/>
                  </a:lnTo>
                  <a:lnTo>
                    <a:pt x="43270" y="5133"/>
                  </a:lnTo>
                  <a:lnTo>
                    <a:pt x="42634" y="5091"/>
                  </a:lnTo>
                  <a:lnTo>
                    <a:pt x="41998" y="5133"/>
                  </a:lnTo>
                  <a:lnTo>
                    <a:pt x="41955" y="5176"/>
                  </a:lnTo>
                  <a:lnTo>
                    <a:pt x="41913" y="5260"/>
                  </a:lnTo>
                  <a:lnTo>
                    <a:pt x="41955" y="5303"/>
                  </a:lnTo>
                  <a:lnTo>
                    <a:pt x="41998" y="5345"/>
                  </a:lnTo>
                  <a:lnTo>
                    <a:pt x="42634" y="5430"/>
                  </a:lnTo>
                  <a:lnTo>
                    <a:pt x="43228" y="5515"/>
                  </a:lnTo>
                  <a:lnTo>
                    <a:pt x="43780" y="5642"/>
                  </a:lnTo>
                  <a:lnTo>
                    <a:pt x="44331" y="5770"/>
                  </a:lnTo>
                  <a:lnTo>
                    <a:pt x="44883" y="5982"/>
                  </a:lnTo>
                  <a:lnTo>
                    <a:pt x="45434" y="6194"/>
                  </a:lnTo>
                  <a:lnTo>
                    <a:pt x="45943" y="6491"/>
                  </a:lnTo>
                  <a:lnTo>
                    <a:pt x="46452" y="6830"/>
                  </a:lnTo>
                  <a:lnTo>
                    <a:pt x="46452" y="6915"/>
                  </a:lnTo>
                  <a:lnTo>
                    <a:pt x="46452" y="7297"/>
                  </a:lnTo>
                  <a:lnTo>
                    <a:pt x="46367" y="7636"/>
                  </a:lnTo>
                  <a:lnTo>
                    <a:pt x="46240" y="7975"/>
                  </a:lnTo>
                  <a:lnTo>
                    <a:pt x="46070" y="8272"/>
                  </a:lnTo>
                  <a:lnTo>
                    <a:pt x="45858" y="8527"/>
                  </a:lnTo>
                  <a:lnTo>
                    <a:pt x="45604" y="8781"/>
                  </a:lnTo>
                  <a:lnTo>
                    <a:pt x="45307" y="8994"/>
                  </a:lnTo>
                  <a:lnTo>
                    <a:pt x="44967" y="9163"/>
                  </a:lnTo>
                  <a:lnTo>
                    <a:pt x="44586" y="9333"/>
                  </a:lnTo>
                  <a:lnTo>
                    <a:pt x="44204" y="9503"/>
                  </a:lnTo>
                  <a:lnTo>
                    <a:pt x="43355" y="9715"/>
                  </a:lnTo>
                  <a:lnTo>
                    <a:pt x="42380" y="9884"/>
                  </a:lnTo>
                  <a:lnTo>
                    <a:pt x="41362" y="10012"/>
                  </a:lnTo>
                  <a:lnTo>
                    <a:pt x="40343" y="10054"/>
                  </a:lnTo>
                  <a:lnTo>
                    <a:pt x="38265" y="10054"/>
                  </a:lnTo>
                  <a:lnTo>
                    <a:pt x="37332" y="10012"/>
                  </a:lnTo>
                  <a:lnTo>
                    <a:pt x="34404" y="9842"/>
                  </a:lnTo>
                  <a:lnTo>
                    <a:pt x="31817" y="9715"/>
                  </a:lnTo>
                  <a:lnTo>
                    <a:pt x="29271" y="9503"/>
                  </a:lnTo>
                  <a:lnTo>
                    <a:pt x="26684" y="9291"/>
                  </a:lnTo>
                  <a:lnTo>
                    <a:pt x="24138" y="8951"/>
                  </a:lnTo>
                  <a:lnTo>
                    <a:pt x="21508" y="8569"/>
                  </a:lnTo>
                  <a:lnTo>
                    <a:pt x="18878" y="8103"/>
                  </a:lnTo>
                  <a:lnTo>
                    <a:pt x="16248" y="7594"/>
                  </a:lnTo>
                  <a:lnTo>
                    <a:pt x="13660" y="7000"/>
                  </a:lnTo>
                  <a:lnTo>
                    <a:pt x="11073" y="6363"/>
                  </a:lnTo>
                  <a:lnTo>
                    <a:pt x="8527" y="5642"/>
                  </a:lnTo>
                  <a:lnTo>
                    <a:pt x="5940" y="4921"/>
                  </a:lnTo>
                  <a:lnTo>
                    <a:pt x="3394" y="4158"/>
                  </a:lnTo>
                  <a:lnTo>
                    <a:pt x="3310" y="4158"/>
                  </a:lnTo>
                  <a:lnTo>
                    <a:pt x="3267" y="4200"/>
                  </a:lnTo>
                  <a:lnTo>
                    <a:pt x="3267" y="4285"/>
                  </a:lnTo>
                  <a:lnTo>
                    <a:pt x="3310" y="4327"/>
                  </a:lnTo>
                  <a:lnTo>
                    <a:pt x="4837" y="4921"/>
                  </a:lnTo>
                  <a:lnTo>
                    <a:pt x="6406" y="5430"/>
                  </a:lnTo>
                  <a:lnTo>
                    <a:pt x="7976" y="5939"/>
                  </a:lnTo>
                  <a:lnTo>
                    <a:pt x="9546" y="6406"/>
                  </a:lnTo>
                  <a:lnTo>
                    <a:pt x="11158" y="6830"/>
                  </a:lnTo>
                  <a:lnTo>
                    <a:pt x="12727" y="7254"/>
                  </a:lnTo>
                  <a:lnTo>
                    <a:pt x="14339" y="7636"/>
                  </a:lnTo>
                  <a:lnTo>
                    <a:pt x="15951" y="8018"/>
                  </a:lnTo>
                  <a:lnTo>
                    <a:pt x="17563" y="8315"/>
                  </a:lnTo>
                  <a:lnTo>
                    <a:pt x="19218" y="8654"/>
                  </a:lnTo>
                  <a:lnTo>
                    <a:pt x="20830" y="8909"/>
                  </a:lnTo>
                  <a:lnTo>
                    <a:pt x="22442" y="9163"/>
                  </a:lnTo>
                  <a:lnTo>
                    <a:pt x="25708" y="9587"/>
                  </a:lnTo>
                  <a:lnTo>
                    <a:pt x="28975" y="9927"/>
                  </a:lnTo>
                  <a:lnTo>
                    <a:pt x="32071" y="10181"/>
                  </a:lnTo>
                  <a:lnTo>
                    <a:pt x="35168" y="10309"/>
                  </a:lnTo>
                  <a:lnTo>
                    <a:pt x="38265" y="10351"/>
                  </a:lnTo>
                  <a:lnTo>
                    <a:pt x="41362" y="10309"/>
                  </a:lnTo>
                  <a:lnTo>
                    <a:pt x="42464" y="10224"/>
                  </a:lnTo>
                  <a:lnTo>
                    <a:pt x="43058" y="10181"/>
                  </a:lnTo>
                  <a:lnTo>
                    <a:pt x="43610" y="10097"/>
                  </a:lnTo>
                  <a:lnTo>
                    <a:pt x="44204" y="9969"/>
                  </a:lnTo>
                  <a:lnTo>
                    <a:pt x="44713" y="9842"/>
                  </a:lnTo>
                  <a:lnTo>
                    <a:pt x="45222" y="9630"/>
                  </a:lnTo>
                  <a:lnTo>
                    <a:pt x="45689" y="9375"/>
                  </a:lnTo>
                  <a:lnTo>
                    <a:pt x="44967" y="10818"/>
                  </a:lnTo>
                  <a:lnTo>
                    <a:pt x="44586" y="11539"/>
                  </a:lnTo>
                  <a:lnTo>
                    <a:pt x="44204" y="12218"/>
                  </a:lnTo>
                  <a:lnTo>
                    <a:pt x="43822" y="12896"/>
                  </a:lnTo>
                  <a:lnTo>
                    <a:pt x="43355" y="13533"/>
                  </a:lnTo>
                  <a:lnTo>
                    <a:pt x="42931" y="14127"/>
                  </a:lnTo>
                  <a:lnTo>
                    <a:pt x="42422" y="14678"/>
                  </a:lnTo>
                  <a:lnTo>
                    <a:pt x="41913" y="15187"/>
                  </a:lnTo>
                  <a:lnTo>
                    <a:pt x="41362" y="15696"/>
                  </a:lnTo>
                  <a:lnTo>
                    <a:pt x="40768" y="16120"/>
                  </a:lnTo>
                  <a:lnTo>
                    <a:pt x="40089" y="16502"/>
                  </a:lnTo>
                  <a:lnTo>
                    <a:pt x="39410" y="16841"/>
                  </a:lnTo>
                  <a:lnTo>
                    <a:pt x="38647" y="17138"/>
                  </a:lnTo>
                  <a:lnTo>
                    <a:pt x="37841" y="17351"/>
                  </a:lnTo>
                  <a:lnTo>
                    <a:pt x="36992" y="17520"/>
                  </a:lnTo>
                  <a:lnTo>
                    <a:pt x="36101" y="17605"/>
                  </a:lnTo>
                  <a:lnTo>
                    <a:pt x="35210" y="17690"/>
                  </a:lnTo>
                  <a:lnTo>
                    <a:pt x="34277" y="17732"/>
                  </a:lnTo>
                  <a:lnTo>
                    <a:pt x="33386" y="17775"/>
                  </a:lnTo>
                  <a:lnTo>
                    <a:pt x="31562" y="17775"/>
                  </a:lnTo>
                  <a:lnTo>
                    <a:pt x="29696" y="17647"/>
                  </a:lnTo>
                  <a:lnTo>
                    <a:pt x="27872" y="17520"/>
                  </a:lnTo>
                  <a:lnTo>
                    <a:pt x="26047" y="17308"/>
                  </a:lnTo>
                  <a:lnTo>
                    <a:pt x="22442" y="16841"/>
                  </a:lnTo>
                  <a:lnTo>
                    <a:pt x="20618" y="16587"/>
                  </a:lnTo>
                  <a:lnTo>
                    <a:pt x="18751" y="16248"/>
                  </a:lnTo>
                  <a:lnTo>
                    <a:pt x="16927" y="15908"/>
                  </a:lnTo>
                  <a:lnTo>
                    <a:pt x="15103" y="15484"/>
                  </a:lnTo>
                  <a:lnTo>
                    <a:pt x="13279" y="15060"/>
                  </a:lnTo>
                  <a:lnTo>
                    <a:pt x="11455" y="14593"/>
                  </a:lnTo>
                  <a:lnTo>
                    <a:pt x="9630" y="14084"/>
                  </a:lnTo>
                  <a:lnTo>
                    <a:pt x="7849" y="13533"/>
                  </a:lnTo>
                  <a:lnTo>
                    <a:pt x="6915" y="13193"/>
                  </a:lnTo>
                  <a:lnTo>
                    <a:pt x="6067" y="12811"/>
                  </a:lnTo>
                  <a:lnTo>
                    <a:pt x="5261" y="12387"/>
                  </a:lnTo>
                  <a:lnTo>
                    <a:pt x="4922" y="12133"/>
                  </a:lnTo>
                  <a:lnTo>
                    <a:pt x="4582" y="11878"/>
                  </a:lnTo>
                  <a:lnTo>
                    <a:pt x="4243" y="11581"/>
                  </a:lnTo>
                  <a:lnTo>
                    <a:pt x="3904" y="11284"/>
                  </a:lnTo>
                  <a:lnTo>
                    <a:pt x="3607" y="10945"/>
                  </a:lnTo>
                  <a:lnTo>
                    <a:pt x="3352" y="10606"/>
                  </a:lnTo>
                  <a:lnTo>
                    <a:pt x="3098" y="10181"/>
                  </a:lnTo>
                  <a:lnTo>
                    <a:pt x="2885" y="9800"/>
                  </a:lnTo>
                  <a:lnTo>
                    <a:pt x="2673" y="9333"/>
                  </a:lnTo>
                  <a:lnTo>
                    <a:pt x="2504" y="8866"/>
                  </a:lnTo>
                  <a:lnTo>
                    <a:pt x="2037" y="7382"/>
                  </a:lnTo>
                  <a:lnTo>
                    <a:pt x="1570" y="5854"/>
                  </a:lnTo>
                  <a:lnTo>
                    <a:pt x="1146" y="4370"/>
                  </a:lnTo>
                  <a:lnTo>
                    <a:pt x="722" y="2885"/>
                  </a:lnTo>
                  <a:lnTo>
                    <a:pt x="722" y="2885"/>
                  </a:lnTo>
                  <a:lnTo>
                    <a:pt x="1104" y="3139"/>
                  </a:lnTo>
                  <a:lnTo>
                    <a:pt x="1570" y="3352"/>
                  </a:lnTo>
                  <a:lnTo>
                    <a:pt x="1995" y="3479"/>
                  </a:lnTo>
                  <a:lnTo>
                    <a:pt x="2419" y="3564"/>
                  </a:lnTo>
                  <a:lnTo>
                    <a:pt x="2504" y="3521"/>
                  </a:lnTo>
                  <a:lnTo>
                    <a:pt x="2546" y="3479"/>
                  </a:lnTo>
                  <a:lnTo>
                    <a:pt x="2546" y="3352"/>
                  </a:lnTo>
                  <a:lnTo>
                    <a:pt x="2461" y="3309"/>
                  </a:lnTo>
                  <a:lnTo>
                    <a:pt x="1485" y="3012"/>
                  </a:lnTo>
                  <a:lnTo>
                    <a:pt x="1231" y="2885"/>
                  </a:lnTo>
                  <a:lnTo>
                    <a:pt x="976" y="2758"/>
                  </a:lnTo>
                  <a:lnTo>
                    <a:pt x="849" y="2546"/>
                  </a:lnTo>
                  <a:lnTo>
                    <a:pt x="722" y="2333"/>
                  </a:lnTo>
                  <a:lnTo>
                    <a:pt x="679" y="2079"/>
                  </a:lnTo>
                  <a:lnTo>
                    <a:pt x="679" y="1782"/>
                  </a:lnTo>
                  <a:lnTo>
                    <a:pt x="764" y="1443"/>
                  </a:lnTo>
                  <a:lnTo>
                    <a:pt x="892" y="1103"/>
                  </a:lnTo>
                  <a:lnTo>
                    <a:pt x="1061" y="976"/>
                  </a:lnTo>
                  <a:lnTo>
                    <a:pt x="1273" y="849"/>
                  </a:lnTo>
                  <a:lnTo>
                    <a:pt x="1698" y="679"/>
                  </a:lnTo>
                  <a:lnTo>
                    <a:pt x="2207" y="594"/>
                  </a:lnTo>
                  <a:lnTo>
                    <a:pt x="2631" y="509"/>
                  </a:lnTo>
                  <a:lnTo>
                    <a:pt x="3013" y="467"/>
                  </a:lnTo>
                  <a:lnTo>
                    <a:pt x="3394" y="467"/>
                  </a:lnTo>
                  <a:lnTo>
                    <a:pt x="4116" y="509"/>
                  </a:lnTo>
                  <a:lnTo>
                    <a:pt x="4879" y="637"/>
                  </a:lnTo>
                  <a:lnTo>
                    <a:pt x="5600" y="764"/>
                  </a:lnTo>
                  <a:lnTo>
                    <a:pt x="5685" y="764"/>
                  </a:lnTo>
                  <a:lnTo>
                    <a:pt x="5728" y="679"/>
                  </a:lnTo>
                  <a:lnTo>
                    <a:pt x="5728" y="594"/>
                  </a:lnTo>
                  <a:lnTo>
                    <a:pt x="5685" y="552"/>
                  </a:lnTo>
                  <a:lnTo>
                    <a:pt x="5091" y="297"/>
                  </a:lnTo>
                  <a:lnTo>
                    <a:pt x="4455" y="128"/>
                  </a:lnTo>
                  <a:lnTo>
                    <a:pt x="3734" y="43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4"/>
            <p:cNvSpPr/>
            <p:nvPr/>
          </p:nvSpPr>
          <p:spPr>
            <a:xfrm>
              <a:off x="6008475" y="1741275"/>
              <a:ext cx="48800" cy="50925"/>
            </a:xfrm>
            <a:custGeom>
              <a:rect b="b" l="l" r="r" t="t"/>
              <a:pathLst>
                <a:path extrusionOk="0" h="2037" w="1952">
                  <a:moveTo>
                    <a:pt x="43" y="0"/>
                  </a:moveTo>
                  <a:lnTo>
                    <a:pt x="0" y="43"/>
                  </a:lnTo>
                  <a:lnTo>
                    <a:pt x="0" y="85"/>
                  </a:lnTo>
                  <a:lnTo>
                    <a:pt x="128" y="382"/>
                  </a:lnTo>
                  <a:lnTo>
                    <a:pt x="255" y="721"/>
                  </a:lnTo>
                  <a:lnTo>
                    <a:pt x="467" y="1018"/>
                  </a:lnTo>
                  <a:lnTo>
                    <a:pt x="679" y="1315"/>
                  </a:lnTo>
                  <a:lnTo>
                    <a:pt x="934" y="1570"/>
                  </a:lnTo>
                  <a:lnTo>
                    <a:pt x="1231" y="1782"/>
                  </a:lnTo>
                  <a:lnTo>
                    <a:pt x="1528" y="1952"/>
                  </a:lnTo>
                  <a:lnTo>
                    <a:pt x="1867" y="2036"/>
                  </a:lnTo>
                  <a:lnTo>
                    <a:pt x="1909" y="2036"/>
                  </a:lnTo>
                  <a:lnTo>
                    <a:pt x="1952" y="1994"/>
                  </a:lnTo>
                  <a:lnTo>
                    <a:pt x="1952" y="1952"/>
                  </a:lnTo>
                  <a:lnTo>
                    <a:pt x="1909" y="1909"/>
                  </a:lnTo>
                  <a:lnTo>
                    <a:pt x="1358" y="1570"/>
                  </a:lnTo>
                  <a:lnTo>
                    <a:pt x="1061" y="1358"/>
                  </a:lnTo>
                  <a:lnTo>
                    <a:pt x="849" y="1146"/>
                  </a:lnTo>
                  <a:lnTo>
                    <a:pt x="594" y="891"/>
                  </a:lnTo>
                  <a:lnTo>
                    <a:pt x="425" y="637"/>
                  </a:lnTo>
                  <a:lnTo>
                    <a:pt x="255" y="340"/>
                  </a:lnTo>
                  <a:lnTo>
                    <a:pt x="85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34"/>
            <p:cNvSpPr/>
            <p:nvPr/>
          </p:nvSpPr>
          <p:spPr>
            <a:xfrm>
              <a:off x="6041350" y="1755050"/>
              <a:ext cx="61525" cy="43500"/>
            </a:xfrm>
            <a:custGeom>
              <a:rect b="b" l="l" r="r" t="t"/>
              <a:pathLst>
                <a:path extrusionOk="0" h="1740" w="2461">
                  <a:moveTo>
                    <a:pt x="85" y="1"/>
                  </a:moveTo>
                  <a:lnTo>
                    <a:pt x="43" y="43"/>
                  </a:lnTo>
                  <a:lnTo>
                    <a:pt x="0" y="43"/>
                  </a:lnTo>
                  <a:lnTo>
                    <a:pt x="0" y="86"/>
                  </a:lnTo>
                  <a:lnTo>
                    <a:pt x="510" y="637"/>
                  </a:lnTo>
                  <a:lnTo>
                    <a:pt x="1019" y="1104"/>
                  </a:lnTo>
                  <a:lnTo>
                    <a:pt x="1316" y="1273"/>
                  </a:lnTo>
                  <a:lnTo>
                    <a:pt x="1612" y="1443"/>
                  </a:lnTo>
                  <a:lnTo>
                    <a:pt x="1952" y="1613"/>
                  </a:lnTo>
                  <a:lnTo>
                    <a:pt x="2291" y="1740"/>
                  </a:lnTo>
                  <a:lnTo>
                    <a:pt x="2376" y="1740"/>
                  </a:lnTo>
                  <a:lnTo>
                    <a:pt x="2418" y="1655"/>
                  </a:lnTo>
                  <a:lnTo>
                    <a:pt x="2461" y="1570"/>
                  </a:lnTo>
                  <a:lnTo>
                    <a:pt x="2376" y="1528"/>
                  </a:lnTo>
                  <a:lnTo>
                    <a:pt x="1740" y="1231"/>
                  </a:lnTo>
                  <a:lnTo>
                    <a:pt x="1146" y="934"/>
                  </a:lnTo>
                  <a:lnTo>
                    <a:pt x="594" y="510"/>
                  </a:lnTo>
                  <a:lnTo>
                    <a:pt x="128" y="43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4"/>
            <p:cNvSpPr/>
            <p:nvPr/>
          </p:nvSpPr>
          <p:spPr>
            <a:xfrm>
              <a:off x="6852650" y="1763550"/>
              <a:ext cx="85925" cy="14850"/>
            </a:xfrm>
            <a:custGeom>
              <a:rect b="b" l="l" r="r" t="t"/>
              <a:pathLst>
                <a:path extrusionOk="0" h="594" w="3437">
                  <a:moveTo>
                    <a:pt x="3267" y="0"/>
                  </a:moveTo>
                  <a:lnTo>
                    <a:pt x="2461" y="170"/>
                  </a:lnTo>
                  <a:lnTo>
                    <a:pt x="1698" y="297"/>
                  </a:lnTo>
                  <a:lnTo>
                    <a:pt x="934" y="339"/>
                  </a:lnTo>
                  <a:lnTo>
                    <a:pt x="86" y="255"/>
                  </a:lnTo>
                  <a:lnTo>
                    <a:pt x="43" y="255"/>
                  </a:lnTo>
                  <a:lnTo>
                    <a:pt x="1" y="339"/>
                  </a:lnTo>
                  <a:lnTo>
                    <a:pt x="1" y="424"/>
                  </a:lnTo>
                  <a:lnTo>
                    <a:pt x="86" y="467"/>
                  </a:lnTo>
                  <a:lnTo>
                    <a:pt x="467" y="509"/>
                  </a:lnTo>
                  <a:lnTo>
                    <a:pt x="892" y="552"/>
                  </a:lnTo>
                  <a:lnTo>
                    <a:pt x="1316" y="594"/>
                  </a:lnTo>
                  <a:lnTo>
                    <a:pt x="1740" y="594"/>
                  </a:lnTo>
                  <a:lnTo>
                    <a:pt x="2164" y="552"/>
                  </a:lnTo>
                  <a:lnTo>
                    <a:pt x="2588" y="509"/>
                  </a:lnTo>
                  <a:lnTo>
                    <a:pt x="2970" y="382"/>
                  </a:lnTo>
                  <a:lnTo>
                    <a:pt x="3394" y="255"/>
                  </a:lnTo>
                  <a:lnTo>
                    <a:pt x="3437" y="255"/>
                  </a:lnTo>
                  <a:lnTo>
                    <a:pt x="3437" y="212"/>
                  </a:lnTo>
                  <a:lnTo>
                    <a:pt x="3437" y="85"/>
                  </a:lnTo>
                  <a:lnTo>
                    <a:pt x="3394" y="43"/>
                  </a:lnTo>
                  <a:lnTo>
                    <a:pt x="326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4"/>
            <p:cNvSpPr/>
            <p:nvPr/>
          </p:nvSpPr>
          <p:spPr>
            <a:xfrm>
              <a:off x="6873875" y="1785800"/>
              <a:ext cx="71075" cy="18075"/>
            </a:xfrm>
            <a:custGeom>
              <a:rect b="b" l="l" r="r" t="t"/>
              <a:pathLst>
                <a:path extrusionOk="0" h="723" w="2843">
                  <a:moveTo>
                    <a:pt x="2673" y="1"/>
                  </a:moveTo>
                  <a:lnTo>
                    <a:pt x="2079" y="171"/>
                  </a:lnTo>
                  <a:lnTo>
                    <a:pt x="1782" y="255"/>
                  </a:lnTo>
                  <a:lnTo>
                    <a:pt x="1485" y="298"/>
                  </a:lnTo>
                  <a:lnTo>
                    <a:pt x="849" y="383"/>
                  </a:lnTo>
                  <a:lnTo>
                    <a:pt x="170" y="383"/>
                  </a:lnTo>
                  <a:lnTo>
                    <a:pt x="43" y="425"/>
                  </a:lnTo>
                  <a:lnTo>
                    <a:pt x="0" y="510"/>
                  </a:lnTo>
                  <a:lnTo>
                    <a:pt x="43" y="595"/>
                  </a:lnTo>
                  <a:lnTo>
                    <a:pt x="127" y="637"/>
                  </a:lnTo>
                  <a:lnTo>
                    <a:pt x="764" y="722"/>
                  </a:lnTo>
                  <a:lnTo>
                    <a:pt x="1146" y="722"/>
                  </a:lnTo>
                  <a:lnTo>
                    <a:pt x="1485" y="680"/>
                  </a:lnTo>
                  <a:lnTo>
                    <a:pt x="1824" y="637"/>
                  </a:lnTo>
                  <a:lnTo>
                    <a:pt x="2164" y="552"/>
                  </a:lnTo>
                  <a:lnTo>
                    <a:pt x="2503" y="468"/>
                  </a:lnTo>
                  <a:lnTo>
                    <a:pt x="2800" y="298"/>
                  </a:lnTo>
                  <a:lnTo>
                    <a:pt x="2842" y="213"/>
                  </a:lnTo>
                  <a:lnTo>
                    <a:pt x="2842" y="128"/>
                  </a:lnTo>
                  <a:lnTo>
                    <a:pt x="2758" y="43"/>
                  </a:lnTo>
                  <a:lnTo>
                    <a:pt x="2673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493" name="Google Shape;1493;p34" title="Mactha_Making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025" y="726425"/>
            <a:ext cx="4742375" cy="392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35"/>
          <p:cNvSpPr txBox="1"/>
          <p:nvPr>
            <p:ph type="title"/>
          </p:nvPr>
        </p:nvSpPr>
        <p:spPr>
          <a:xfrm>
            <a:off x="733275" y="45650"/>
            <a:ext cx="7584300" cy="5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8408"/>
                </a:solidFill>
                <a:latin typeface="Outfit"/>
                <a:ea typeface="Outfit"/>
                <a:cs typeface="Outfit"/>
                <a:sym typeface="Outfit"/>
              </a:rPr>
              <a:t>Configurations and setup for Robo Matcha</a:t>
            </a:r>
            <a:endParaRPr>
              <a:solidFill>
                <a:srgbClr val="5A8408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A8408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9" name="Google Shape;1499;p35" title="IMG_497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850" y="940550"/>
            <a:ext cx="4331574" cy="35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0" name="Google Shape;1500;p35" title="IMG_497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4912724" y="747700"/>
            <a:ext cx="3551002" cy="393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36"/>
          <p:cNvSpPr txBox="1"/>
          <p:nvPr>
            <p:ph type="title"/>
          </p:nvPr>
        </p:nvSpPr>
        <p:spPr>
          <a:xfrm>
            <a:off x="1162050" y="0"/>
            <a:ext cx="65853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Table of Contents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06" name="Google Shape;1506;p36"/>
          <p:cNvSpPr/>
          <p:nvPr/>
        </p:nvSpPr>
        <p:spPr>
          <a:xfrm>
            <a:off x="381714" y="1887239"/>
            <a:ext cx="211019" cy="217298"/>
          </a:xfrm>
          <a:custGeom>
            <a:rect b="b" l="l" r="r" t="t"/>
            <a:pathLst>
              <a:path extrusionOk="0" fill="none" h="59903" w="58172">
                <a:moveTo>
                  <a:pt x="53640" y="372"/>
                </a:moveTo>
                <a:lnTo>
                  <a:pt x="53640" y="372"/>
                </a:lnTo>
                <a:lnTo>
                  <a:pt x="52816" y="825"/>
                </a:lnTo>
                <a:lnTo>
                  <a:pt x="51910" y="1319"/>
                </a:lnTo>
                <a:lnTo>
                  <a:pt x="50138" y="2473"/>
                </a:lnTo>
                <a:lnTo>
                  <a:pt x="48326" y="3709"/>
                </a:lnTo>
                <a:lnTo>
                  <a:pt x="46472" y="5110"/>
                </a:lnTo>
                <a:lnTo>
                  <a:pt x="46472" y="5110"/>
                </a:lnTo>
                <a:lnTo>
                  <a:pt x="46637" y="5522"/>
                </a:lnTo>
                <a:lnTo>
                  <a:pt x="46801" y="5975"/>
                </a:lnTo>
                <a:lnTo>
                  <a:pt x="46843" y="6469"/>
                </a:lnTo>
                <a:lnTo>
                  <a:pt x="46884" y="6922"/>
                </a:lnTo>
                <a:lnTo>
                  <a:pt x="46801" y="7417"/>
                </a:lnTo>
                <a:lnTo>
                  <a:pt x="46678" y="7911"/>
                </a:lnTo>
                <a:lnTo>
                  <a:pt x="46472" y="8405"/>
                </a:lnTo>
                <a:lnTo>
                  <a:pt x="46183" y="8859"/>
                </a:lnTo>
                <a:lnTo>
                  <a:pt x="46183" y="8859"/>
                </a:lnTo>
                <a:lnTo>
                  <a:pt x="43505" y="12814"/>
                </a:lnTo>
                <a:lnTo>
                  <a:pt x="42146" y="14750"/>
                </a:lnTo>
                <a:lnTo>
                  <a:pt x="40704" y="16686"/>
                </a:lnTo>
                <a:lnTo>
                  <a:pt x="39262" y="18581"/>
                </a:lnTo>
                <a:lnTo>
                  <a:pt x="37779" y="20435"/>
                </a:lnTo>
                <a:lnTo>
                  <a:pt x="36255" y="22248"/>
                </a:lnTo>
                <a:lnTo>
                  <a:pt x="34607" y="24019"/>
                </a:lnTo>
                <a:lnTo>
                  <a:pt x="34607" y="24019"/>
                </a:lnTo>
                <a:lnTo>
                  <a:pt x="33000" y="25791"/>
                </a:lnTo>
                <a:lnTo>
                  <a:pt x="31434" y="27562"/>
                </a:lnTo>
                <a:lnTo>
                  <a:pt x="28345" y="31147"/>
                </a:lnTo>
                <a:lnTo>
                  <a:pt x="26779" y="32918"/>
                </a:lnTo>
                <a:lnTo>
                  <a:pt x="25214" y="34690"/>
                </a:lnTo>
                <a:lnTo>
                  <a:pt x="23607" y="36461"/>
                </a:lnTo>
                <a:lnTo>
                  <a:pt x="21959" y="38192"/>
                </a:lnTo>
                <a:lnTo>
                  <a:pt x="21959" y="38192"/>
                </a:lnTo>
                <a:lnTo>
                  <a:pt x="20352" y="39839"/>
                </a:lnTo>
                <a:lnTo>
                  <a:pt x="18663" y="41446"/>
                </a:lnTo>
                <a:lnTo>
                  <a:pt x="17015" y="43053"/>
                </a:lnTo>
                <a:lnTo>
                  <a:pt x="15285" y="44618"/>
                </a:lnTo>
                <a:lnTo>
                  <a:pt x="13513" y="46102"/>
                </a:lnTo>
                <a:lnTo>
                  <a:pt x="11701" y="47543"/>
                </a:lnTo>
                <a:lnTo>
                  <a:pt x="10753" y="48244"/>
                </a:lnTo>
                <a:lnTo>
                  <a:pt x="9805" y="48903"/>
                </a:lnTo>
                <a:lnTo>
                  <a:pt x="8858" y="49562"/>
                </a:lnTo>
                <a:lnTo>
                  <a:pt x="7869" y="50180"/>
                </a:lnTo>
                <a:lnTo>
                  <a:pt x="7869" y="50180"/>
                </a:lnTo>
                <a:lnTo>
                  <a:pt x="5933" y="51334"/>
                </a:lnTo>
                <a:lnTo>
                  <a:pt x="3955" y="52405"/>
                </a:lnTo>
                <a:lnTo>
                  <a:pt x="3955" y="52405"/>
                </a:lnTo>
                <a:lnTo>
                  <a:pt x="1030" y="56401"/>
                </a:lnTo>
                <a:lnTo>
                  <a:pt x="0" y="57843"/>
                </a:lnTo>
                <a:lnTo>
                  <a:pt x="1772" y="59903"/>
                </a:lnTo>
                <a:lnTo>
                  <a:pt x="1772" y="59903"/>
                </a:lnTo>
                <a:lnTo>
                  <a:pt x="5315" y="57060"/>
                </a:lnTo>
                <a:lnTo>
                  <a:pt x="8693" y="54341"/>
                </a:lnTo>
                <a:lnTo>
                  <a:pt x="11907" y="51663"/>
                </a:lnTo>
                <a:lnTo>
                  <a:pt x="15038" y="49068"/>
                </a:lnTo>
                <a:lnTo>
                  <a:pt x="18004" y="46555"/>
                </a:lnTo>
                <a:lnTo>
                  <a:pt x="20805" y="44124"/>
                </a:lnTo>
                <a:lnTo>
                  <a:pt x="23524" y="41735"/>
                </a:lnTo>
                <a:lnTo>
                  <a:pt x="26079" y="39469"/>
                </a:lnTo>
                <a:lnTo>
                  <a:pt x="28551" y="37244"/>
                </a:lnTo>
                <a:lnTo>
                  <a:pt x="30858" y="35102"/>
                </a:lnTo>
                <a:lnTo>
                  <a:pt x="33082" y="33042"/>
                </a:lnTo>
                <a:lnTo>
                  <a:pt x="35183" y="31064"/>
                </a:lnTo>
                <a:lnTo>
                  <a:pt x="37161" y="29128"/>
                </a:lnTo>
                <a:lnTo>
                  <a:pt x="39056" y="27274"/>
                </a:lnTo>
                <a:lnTo>
                  <a:pt x="40828" y="25503"/>
                </a:lnTo>
                <a:lnTo>
                  <a:pt x="42476" y="23772"/>
                </a:lnTo>
                <a:lnTo>
                  <a:pt x="44041" y="22124"/>
                </a:lnTo>
                <a:lnTo>
                  <a:pt x="45524" y="20518"/>
                </a:lnTo>
                <a:lnTo>
                  <a:pt x="46925" y="18993"/>
                </a:lnTo>
                <a:lnTo>
                  <a:pt x="48202" y="17551"/>
                </a:lnTo>
                <a:lnTo>
                  <a:pt x="49397" y="16151"/>
                </a:lnTo>
                <a:lnTo>
                  <a:pt x="50550" y="14832"/>
                </a:lnTo>
                <a:lnTo>
                  <a:pt x="52528" y="12319"/>
                </a:lnTo>
                <a:lnTo>
                  <a:pt x="54217" y="10053"/>
                </a:lnTo>
                <a:lnTo>
                  <a:pt x="55659" y="8035"/>
                </a:lnTo>
                <a:lnTo>
                  <a:pt x="56812" y="6222"/>
                </a:lnTo>
                <a:lnTo>
                  <a:pt x="57760" y="4574"/>
                </a:lnTo>
                <a:lnTo>
                  <a:pt x="57760" y="4574"/>
                </a:lnTo>
                <a:lnTo>
                  <a:pt x="58007" y="4080"/>
                </a:lnTo>
                <a:lnTo>
                  <a:pt x="58131" y="3585"/>
                </a:lnTo>
                <a:lnTo>
                  <a:pt x="58172" y="3091"/>
                </a:lnTo>
                <a:lnTo>
                  <a:pt x="58131" y="2596"/>
                </a:lnTo>
                <a:lnTo>
                  <a:pt x="58007" y="2143"/>
                </a:lnTo>
                <a:lnTo>
                  <a:pt x="57842" y="1690"/>
                </a:lnTo>
                <a:lnTo>
                  <a:pt x="57595" y="1319"/>
                </a:lnTo>
                <a:lnTo>
                  <a:pt x="57266" y="949"/>
                </a:lnTo>
                <a:lnTo>
                  <a:pt x="56936" y="619"/>
                </a:lnTo>
                <a:lnTo>
                  <a:pt x="56524" y="372"/>
                </a:lnTo>
                <a:lnTo>
                  <a:pt x="56112" y="166"/>
                </a:lnTo>
                <a:lnTo>
                  <a:pt x="55659" y="42"/>
                </a:lnTo>
                <a:lnTo>
                  <a:pt x="55165" y="1"/>
                </a:lnTo>
                <a:lnTo>
                  <a:pt x="54670" y="1"/>
                </a:lnTo>
                <a:lnTo>
                  <a:pt x="54176" y="125"/>
                </a:lnTo>
                <a:lnTo>
                  <a:pt x="53640" y="372"/>
                </a:lnTo>
              </a:path>
            </a:pathLst>
          </a:custGeom>
          <a:noFill/>
          <a:ln>
            <a:noFill/>
          </a:ln>
        </p:spPr>
        <p:txBody>
          <a:bodyPr anchorCtr="0" anchor="ctr" bIns="25350" lIns="25350" spcFirstLastPara="1" rIns="25350" wrap="square" tIns="2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36"/>
          <p:cNvSpPr txBox="1"/>
          <p:nvPr/>
        </p:nvSpPr>
        <p:spPr>
          <a:xfrm>
            <a:off x="226875" y="609600"/>
            <a:ext cx="8551200" cy="3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Introduction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Matcha Making 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Universal robot UR10e 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Literature Survey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System Engineering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MBSE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Axiomatic Design &amp; Fishbone Analysis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Fault Tree Analysis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Optimized Linear Program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LTV and CAC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FMEA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Reliability, Maintainability and Queueing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Integrated Results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Conclusion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Char char="❏"/>
            </a:pPr>
            <a:r>
              <a:rPr lang="en"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Future Work</a:t>
            </a:r>
            <a:endParaRPr sz="1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508" name="Google Shape;1508;p36" title="Screenshot 2025-12-04 at 1.09.5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9025" y="1440750"/>
            <a:ext cx="1895625" cy="22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37"/>
          <p:cNvSpPr txBox="1"/>
          <p:nvPr>
            <p:ph type="title"/>
          </p:nvPr>
        </p:nvSpPr>
        <p:spPr>
          <a:xfrm>
            <a:off x="813587" y="0"/>
            <a:ext cx="65679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Universal robot UR10e 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14" name="Google Shape;1514;p37"/>
          <p:cNvSpPr txBox="1"/>
          <p:nvPr/>
        </p:nvSpPr>
        <p:spPr>
          <a:xfrm>
            <a:off x="561975" y="637200"/>
            <a:ext cx="80016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1000"/>
              <a:buFont typeface="Outfit"/>
              <a:buAutoNum type="arabicPeriod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Reach &amp; Payload for Café Tasks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UR10e’s 1300 mm reach and 12.5 kg payload let it handle bowls, kettles, and tools in a                                                larger café workspace without repositioning the robot.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000"/>
              <a:buFont typeface="Outfit"/>
              <a:buAutoNum type="arabicPeriod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High Precision for Consistent Matcha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With 6 DoF and ±0.05 mm repeatability, the arm can follow the same whisk path, angle, and depth every time which is critical for foam, texture, and no-lump consistency.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000"/>
              <a:buFont typeface="Outfit"/>
              <a:buAutoNum type="arabicPeriod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Collaborative &amp; Compact in Front-of-House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As a collaborative cobot with built-in safety functions and a small footprint, UR10e can work near customers and baristas at the counter, instead of being locked in a cage.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000"/>
              <a:buFont typeface="Outfit"/>
              <a:buAutoNum type="arabicPeriod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Fast Setup of Recipes &amp; Motions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The touchscreen, drag-and-drop programming and UR+ accessories make it easy to teach whisk motions, dosing positions, and future drink recipes without heavy coding.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000"/>
              <a:buFont typeface="Outfit"/>
              <a:buAutoNum type="arabicPeriod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Operational Efficiency for LTV/CAC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Low power usage, easy redeployment, and reliable operation reduce running costs and downtime supports a better LTV/CAC ratio when we compare robot barista vs human barista.</a:t>
            </a:r>
            <a:endParaRPr sz="1000">
              <a:solidFill>
                <a:srgbClr val="274E1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515" name="Google Shape;151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6600" y="-33975"/>
            <a:ext cx="2223498" cy="221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38"/>
          <p:cNvSpPr txBox="1"/>
          <p:nvPr>
            <p:ph type="title"/>
          </p:nvPr>
        </p:nvSpPr>
        <p:spPr>
          <a:xfrm>
            <a:off x="257475" y="79075"/>
            <a:ext cx="85206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LITERATURE SURVEY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1521" name="Google Shape;1521;p38"/>
          <p:cNvGraphicFramePr/>
          <p:nvPr/>
        </p:nvGraphicFramePr>
        <p:xfrm>
          <a:off x="1115250" y="62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{028A516D-68E9-41D4-B891-90AD83227573}</a:tableStyleId>
              </a:tblPr>
              <a:tblGrid>
                <a:gridCol w="382850"/>
                <a:gridCol w="525325"/>
                <a:gridCol w="1079050"/>
                <a:gridCol w="2431975"/>
                <a:gridCol w="2494275"/>
              </a:tblGrid>
              <a:tr h="493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No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Year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Paper 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Key Focus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Project Summary</a:t>
                      </a:r>
                      <a:endParaRPr b="1"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76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2011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Learning to Pour with a Robot Arm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Robot learns liquid pouring using goal + shape learning (DMPs) to get stable, repeatable trajectories.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Supports our robot motion design for whisking matcha with consistent trajectories instead of “random” arm paths.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76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2020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Stir to Pour: Calibration of Liquid Properties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Robot first stirs to infer liquid properties, then adjusts pouring to reduce spillage and error.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Inspires using whisking as a sensing step (viscosity proxy) before final pour, to tune recipes and reduce failures (lumps).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76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2005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Japanese Green Tea Robot “T-Bartender”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Early tea-serving robot that automates Japanese green tea preparation while preserving ceremony.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Shows prior work on tea robots, we extend this idea with matcha and add data-driven quality metrics (consistency labels).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76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4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2025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Robotic Optimization of Powdered Beverages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Uses computer vision + Bayesian optimization to maximize foam/texture quality of powdered drinks.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Directly motivates our matcha quality optimization (perfect consistency) using sensor feedback and experimental design.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71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5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2023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Human Factor in Coffee Reproducibility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Quantifies how barista technique affects reproducibility across coffee brewing methods.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Provides baseline that humans introduce variability, we use it to argue why a robot can reduce variability in matcha prep.</a:t>
                      </a:r>
                      <a:endParaRPr sz="10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39"/>
          <p:cNvSpPr txBox="1"/>
          <p:nvPr/>
        </p:nvSpPr>
        <p:spPr>
          <a:xfrm>
            <a:off x="697200" y="1829500"/>
            <a:ext cx="77496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Systems Engineering and MBSE</a:t>
            </a:r>
            <a:endParaRPr sz="3000">
              <a:solidFill>
                <a:srgbClr val="38761D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40"/>
          <p:cNvSpPr txBox="1"/>
          <p:nvPr>
            <p:ph type="title"/>
          </p:nvPr>
        </p:nvSpPr>
        <p:spPr>
          <a:xfrm>
            <a:off x="623400" y="74550"/>
            <a:ext cx="693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SYSTEM ENGINEERING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32" name="Google Shape;1532;p40"/>
          <p:cNvSpPr txBox="1"/>
          <p:nvPr/>
        </p:nvSpPr>
        <p:spPr>
          <a:xfrm>
            <a:off x="253300" y="594775"/>
            <a:ext cx="8064300" cy="44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System-of-interest &amp; Goal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System: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Semi-Automated Matcha Preparation System with UR10e Robot Arm</a:t>
            </a:r>
            <a:endParaRPr i="1"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Prepares a bowl of matcha with manual powder dosing and bowl placement, followed by automated  water dispensing and whisking using UR10e collaborative robot.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Stakeholders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Customer / drinker: taste, texture, appearance consistency.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Barista / Operator: Easy operation, minimal training, intuitive interface, quick cycle time.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Café Owner: Throughput, cost efficiency, reliability, maintenance requirements, space utilization.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Maintenance Technician: Accessibility for cleaning, diagnostic capabilities, spare parts availability, simple troubleshooting.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Safety / Regulator: Hygiene standards (food safety), electrical safety, collaborative robot safety (ISO/TS 15066), operational safety protocols.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System Boundary &amp; Context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Inside the system: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Water dosing module 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Matcha powder input point (manual funnel/guide with alignment markers)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Whisk module (UR10e robot arm )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Bowl handling fixture (manual placement holder with centering mechanism)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Controller (UR10e control cabinet subsystem coordination)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HMI (start/stop buttons + emergency stop + status display / touch screen)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Power supply and electrical distribution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Safety system (emergency stop circuit, force limiting, safety zones)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Outside the system: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	</a:t>
            </a: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Human operator (manually adds measured matcha powder, places bowl in fixture, presses "Start" button, removes finished        matcha)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Utilities (water supply, electrical power 230V AC, drainage)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Ambient conditions (room temperature 18-25°C, humidity, lighting for vision system)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Consumables (matcha powder supply, cleaning supplies)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Maintenance tools (cleaning equipment, calibration tools, spare parts)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41"/>
          <p:cNvSpPr txBox="1"/>
          <p:nvPr>
            <p:ph type="title"/>
          </p:nvPr>
        </p:nvSpPr>
        <p:spPr>
          <a:xfrm>
            <a:off x="623400" y="74550"/>
            <a:ext cx="693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SYSTEM ENGINEERING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38" name="Google Shape;1538;p41"/>
          <p:cNvSpPr txBox="1"/>
          <p:nvPr/>
        </p:nvSpPr>
        <p:spPr>
          <a:xfrm>
            <a:off x="253300" y="594775"/>
            <a:ext cx="8064300" cy="44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Key SE Point:</a:t>
            </a:r>
            <a:endParaRPr b="1"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7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Human-in-the-loop semi-automated operation: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-292100" lvl="0" marL="647700" rtl="0" algn="l">
              <a:lnSpc>
                <a:spcPct val="175000"/>
              </a:lnSpc>
              <a:spcBef>
                <a:spcPts val="900"/>
              </a:spcBef>
              <a:spcAft>
                <a:spcPts val="0"/>
              </a:spcAft>
              <a:buClr>
                <a:srgbClr val="232425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Operator manually adds matcha powder (2-4tsp) to designated input point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-292100" lvl="0" marL="6477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Operator places bowl  in fixture with alignment guides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-292100" lvl="0" marL="6477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Operator initiates cycle via start button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-292100" lvl="0" marL="6477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System automatically executes: water dispensing → UR10e whisking sequence → Home Position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-292100" lvl="0" marL="6477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Operator removes finished matcha and cleans bowl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-292100" lvl="0" marL="6477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Critical interfaces: manual powder adding point, bowl placement fixture, and start/stop controls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7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32425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Automation boundary:  water dispensing, robotic whisking motion, are fully automated. Material handling (matcha, bowl) remains manual for flexibility and simplicity.</a:t>
            </a:r>
            <a:endParaRPr sz="1000">
              <a:solidFill>
                <a:srgbClr val="232425"/>
              </a:solidFill>
              <a:highlight>
                <a:srgbClr val="FFFF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42"/>
          <p:cNvSpPr txBox="1"/>
          <p:nvPr>
            <p:ph type="title"/>
          </p:nvPr>
        </p:nvSpPr>
        <p:spPr>
          <a:xfrm>
            <a:off x="623400" y="74550"/>
            <a:ext cx="693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Use Cases &amp; Requirements Tree</a:t>
            </a:r>
            <a:endParaRPr/>
          </a:p>
        </p:txBody>
      </p:sp>
      <p:sp>
        <p:nvSpPr>
          <p:cNvPr id="1544" name="Google Shape;1544;p42"/>
          <p:cNvSpPr txBox="1"/>
          <p:nvPr/>
        </p:nvSpPr>
        <p:spPr>
          <a:xfrm>
            <a:off x="253300" y="594775"/>
            <a:ext cx="8064300" cy="44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Main Operational Scenarios (Use Cases, what the system does)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UC-1: Prepare Standard Matcha – Operator places bowl → presses </a:t>
            </a:r>
            <a:r>
              <a:rPr i="1" lang="en" sz="1000">
                <a:latin typeface="Outfit"/>
                <a:ea typeface="Outfit"/>
                <a:cs typeface="Outfit"/>
                <a:sym typeface="Outfit"/>
              </a:rPr>
              <a:t>Start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→ robot adds 30 ml water + 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Operator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adds 2 tsp matcha → robot whisks in  50 cycles → robot goes to home position.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UC-2: Clean / Maintenance – Operator does cleaning cycle for whisk and bowl area.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Key Requirements (from data)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R-Q1: Failure rate - pfail​ ≤ 1% for standard recipe (30 ml, 2 tsp, 50 whisks).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R-Q2: Dosing accuracy – water ±1 0ml, matcha ±1 tsp, whisk count ±10 cycles.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R-T1: Total prep time ≤ 1:30 per bowl.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R-H1: Operator never doses or whisks manually — robot does it.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R-L1: System logs recipe + sensor data for every cup.</a:t>
            </a:r>
            <a:br>
              <a:rPr lang="en" sz="1100"/>
            </a:b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43"/>
          <p:cNvSpPr/>
          <p:nvPr/>
        </p:nvSpPr>
        <p:spPr>
          <a:xfrm>
            <a:off x="4327238" y="1510250"/>
            <a:ext cx="2816781" cy="2541494"/>
          </a:xfrm>
          <a:custGeom>
            <a:rect b="b" l="l" r="r" t="t"/>
            <a:pathLst>
              <a:path extrusionOk="0" h="160195" w="285750">
                <a:moveTo>
                  <a:pt x="121555" y="0"/>
                </a:moveTo>
                <a:lnTo>
                  <a:pt x="121555" y="0"/>
                </a:lnTo>
                <a:lnTo>
                  <a:pt x="117894" y="225"/>
                </a:lnTo>
                <a:lnTo>
                  <a:pt x="114120" y="507"/>
                </a:lnTo>
                <a:lnTo>
                  <a:pt x="110289" y="1014"/>
                </a:lnTo>
                <a:lnTo>
                  <a:pt x="106403" y="1577"/>
                </a:lnTo>
                <a:lnTo>
                  <a:pt x="102404" y="2309"/>
                </a:lnTo>
                <a:lnTo>
                  <a:pt x="98404" y="3154"/>
                </a:lnTo>
                <a:lnTo>
                  <a:pt x="94292" y="4112"/>
                </a:lnTo>
                <a:lnTo>
                  <a:pt x="90237" y="5182"/>
                </a:lnTo>
                <a:lnTo>
                  <a:pt x="86069" y="6365"/>
                </a:lnTo>
                <a:lnTo>
                  <a:pt x="81957" y="7661"/>
                </a:lnTo>
                <a:lnTo>
                  <a:pt x="77788" y="9125"/>
                </a:lnTo>
                <a:lnTo>
                  <a:pt x="73677" y="10646"/>
                </a:lnTo>
                <a:lnTo>
                  <a:pt x="69508" y="12279"/>
                </a:lnTo>
                <a:lnTo>
                  <a:pt x="65396" y="14026"/>
                </a:lnTo>
                <a:lnTo>
                  <a:pt x="61341" y="15828"/>
                </a:lnTo>
                <a:lnTo>
                  <a:pt x="57342" y="17799"/>
                </a:lnTo>
                <a:lnTo>
                  <a:pt x="53342" y="19827"/>
                </a:lnTo>
                <a:lnTo>
                  <a:pt x="49456" y="21968"/>
                </a:lnTo>
                <a:lnTo>
                  <a:pt x="45625" y="24164"/>
                </a:lnTo>
                <a:lnTo>
                  <a:pt x="41851" y="26530"/>
                </a:lnTo>
                <a:lnTo>
                  <a:pt x="38190" y="28896"/>
                </a:lnTo>
                <a:lnTo>
                  <a:pt x="34641" y="31374"/>
                </a:lnTo>
                <a:lnTo>
                  <a:pt x="31206" y="33965"/>
                </a:lnTo>
                <a:lnTo>
                  <a:pt x="29516" y="35261"/>
                </a:lnTo>
                <a:lnTo>
                  <a:pt x="27882" y="36613"/>
                </a:lnTo>
                <a:lnTo>
                  <a:pt x="26249" y="37965"/>
                </a:lnTo>
                <a:lnTo>
                  <a:pt x="24671" y="39316"/>
                </a:lnTo>
                <a:lnTo>
                  <a:pt x="23094" y="40725"/>
                </a:lnTo>
                <a:lnTo>
                  <a:pt x="21630" y="42133"/>
                </a:lnTo>
                <a:lnTo>
                  <a:pt x="20109" y="43597"/>
                </a:lnTo>
                <a:lnTo>
                  <a:pt x="18701" y="45006"/>
                </a:lnTo>
                <a:lnTo>
                  <a:pt x="17293" y="46470"/>
                </a:lnTo>
                <a:lnTo>
                  <a:pt x="15941" y="47991"/>
                </a:lnTo>
                <a:lnTo>
                  <a:pt x="14645" y="49455"/>
                </a:lnTo>
                <a:lnTo>
                  <a:pt x="13406" y="50976"/>
                </a:lnTo>
                <a:lnTo>
                  <a:pt x="12167" y="52497"/>
                </a:lnTo>
                <a:lnTo>
                  <a:pt x="10984" y="54074"/>
                </a:lnTo>
                <a:lnTo>
                  <a:pt x="9857" y="55595"/>
                </a:lnTo>
                <a:lnTo>
                  <a:pt x="8787" y="57172"/>
                </a:lnTo>
                <a:lnTo>
                  <a:pt x="7717" y="58806"/>
                </a:lnTo>
                <a:lnTo>
                  <a:pt x="6759" y="60383"/>
                </a:lnTo>
                <a:lnTo>
                  <a:pt x="6759" y="60383"/>
                </a:lnTo>
                <a:lnTo>
                  <a:pt x="5802" y="62129"/>
                </a:lnTo>
                <a:lnTo>
                  <a:pt x="4901" y="63819"/>
                </a:lnTo>
                <a:lnTo>
                  <a:pt x="4056" y="65509"/>
                </a:lnTo>
                <a:lnTo>
                  <a:pt x="3323" y="67199"/>
                </a:lnTo>
                <a:lnTo>
                  <a:pt x="2704" y="68888"/>
                </a:lnTo>
                <a:lnTo>
                  <a:pt x="2084" y="70578"/>
                </a:lnTo>
                <a:lnTo>
                  <a:pt x="1577" y="72268"/>
                </a:lnTo>
                <a:lnTo>
                  <a:pt x="1127" y="73901"/>
                </a:lnTo>
                <a:lnTo>
                  <a:pt x="789" y="75535"/>
                </a:lnTo>
                <a:lnTo>
                  <a:pt x="507" y="77168"/>
                </a:lnTo>
                <a:lnTo>
                  <a:pt x="282" y="78802"/>
                </a:lnTo>
                <a:lnTo>
                  <a:pt x="113" y="80379"/>
                </a:lnTo>
                <a:lnTo>
                  <a:pt x="56" y="82013"/>
                </a:lnTo>
                <a:lnTo>
                  <a:pt x="0" y="83590"/>
                </a:lnTo>
                <a:lnTo>
                  <a:pt x="56" y="85167"/>
                </a:lnTo>
                <a:lnTo>
                  <a:pt x="169" y="86688"/>
                </a:lnTo>
                <a:lnTo>
                  <a:pt x="338" y="88265"/>
                </a:lnTo>
                <a:lnTo>
                  <a:pt x="563" y="89786"/>
                </a:lnTo>
                <a:lnTo>
                  <a:pt x="845" y="91307"/>
                </a:lnTo>
                <a:lnTo>
                  <a:pt x="1183" y="92827"/>
                </a:lnTo>
                <a:lnTo>
                  <a:pt x="1577" y="94292"/>
                </a:lnTo>
                <a:lnTo>
                  <a:pt x="2028" y="95757"/>
                </a:lnTo>
                <a:lnTo>
                  <a:pt x="2535" y="97221"/>
                </a:lnTo>
                <a:lnTo>
                  <a:pt x="3098" y="98686"/>
                </a:lnTo>
                <a:lnTo>
                  <a:pt x="3718" y="100094"/>
                </a:lnTo>
                <a:lnTo>
                  <a:pt x="4394" y="101502"/>
                </a:lnTo>
                <a:lnTo>
                  <a:pt x="5069" y="102910"/>
                </a:lnTo>
                <a:lnTo>
                  <a:pt x="5858" y="104318"/>
                </a:lnTo>
                <a:lnTo>
                  <a:pt x="6647" y="105670"/>
                </a:lnTo>
                <a:lnTo>
                  <a:pt x="7492" y="107022"/>
                </a:lnTo>
                <a:lnTo>
                  <a:pt x="8393" y="108374"/>
                </a:lnTo>
                <a:lnTo>
                  <a:pt x="9294" y="109669"/>
                </a:lnTo>
                <a:lnTo>
                  <a:pt x="10252" y="110965"/>
                </a:lnTo>
                <a:lnTo>
                  <a:pt x="11266" y="112260"/>
                </a:lnTo>
                <a:lnTo>
                  <a:pt x="12279" y="113500"/>
                </a:lnTo>
                <a:lnTo>
                  <a:pt x="13350" y="114739"/>
                </a:lnTo>
                <a:lnTo>
                  <a:pt x="14476" y="115978"/>
                </a:lnTo>
                <a:lnTo>
                  <a:pt x="15603" y="117161"/>
                </a:lnTo>
                <a:lnTo>
                  <a:pt x="16786" y="118344"/>
                </a:lnTo>
                <a:lnTo>
                  <a:pt x="17969" y="119527"/>
                </a:lnTo>
                <a:lnTo>
                  <a:pt x="20447" y="121780"/>
                </a:lnTo>
                <a:lnTo>
                  <a:pt x="23038" y="123977"/>
                </a:lnTo>
                <a:lnTo>
                  <a:pt x="25742" y="126117"/>
                </a:lnTo>
                <a:lnTo>
                  <a:pt x="28502" y="128145"/>
                </a:lnTo>
                <a:lnTo>
                  <a:pt x="31318" y="130060"/>
                </a:lnTo>
                <a:lnTo>
                  <a:pt x="34247" y="131919"/>
                </a:lnTo>
                <a:lnTo>
                  <a:pt x="37176" y="133665"/>
                </a:lnTo>
                <a:lnTo>
                  <a:pt x="40162" y="135355"/>
                </a:lnTo>
                <a:lnTo>
                  <a:pt x="43147" y="136875"/>
                </a:lnTo>
                <a:lnTo>
                  <a:pt x="46132" y="138340"/>
                </a:lnTo>
                <a:lnTo>
                  <a:pt x="49174" y="139748"/>
                </a:lnTo>
                <a:lnTo>
                  <a:pt x="52216" y="140987"/>
                </a:lnTo>
                <a:lnTo>
                  <a:pt x="52216" y="140987"/>
                </a:lnTo>
                <a:lnTo>
                  <a:pt x="56666" y="142734"/>
                </a:lnTo>
                <a:lnTo>
                  <a:pt x="61284" y="144423"/>
                </a:lnTo>
                <a:lnTo>
                  <a:pt x="65903" y="146057"/>
                </a:lnTo>
                <a:lnTo>
                  <a:pt x="70635" y="147578"/>
                </a:lnTo>
                <a:lnTo>
                  <a:pt x="75366" y="149042"/>
                </a:lnTo>
                <a:lnTo>
                  <a:pt x="80211" y="150450"/>
                </a:lnTo>
                <a:lnTo>
                  <a:pt x="85111" y="151746"/>
                </a:lnTo>
                <a:lnTo>
                  <a:pt x="90068" y="152929"/>
                </a:lnTo>
                <a:lnTo>
                  <a:pt x="95025" y="154112"/>
                </a:lnTo>
                <a:lnTo>
                  <a:pt x="100038" y="155126"/>
                </a:lnTo>
                <a:lnTo>
                  <a:pt x="105107" y="156083"/>
                </a:lnTo>
                <a:lnTo>
                  <a:pt x="110177" y="156928"/>
                </a:lnTo>
                <a:lnTo>
                  <a:pt x="115246" y="157717"/>
                </a:lnTo>
                <a:lnTo>
                  <a:pt x="120372" y="158393"/>
                </a:lnTo>
                <a:lnTo>
                  <a:pt x="125498" y="158956"/>
                </a:lnTo>
                <a:lnTo>
                  <a:pt x="130680" y="159406"/>
                </a:lnTo>
                <a:lnTo>
                  <a:pt x="135806" y="159744"/>
                </a:lnTo>
                <a:lnTo>
                  <a:pt x="140932" y="160026"/>
                </a:lnTo>
                <a:lnTo>
                  <a:pt x="146114" y="160139"/>
                </a:lnTo>
                <a:lnTo>
                  <a:pt x="151240" y="160195"/>
                </a:lnTo>
                <a:lnTo>
                  <a:pt x="156365" y="160082"/>
                </a:lnTo>
                <a:lnTo>
                  <a:pt x="161435" y="159913"/>
                </a:lnTo>
                <a:lnTo>
                  <a:pt x="166504" y="159575"/>
                </a:lnTo>
                <a:lnTo>
                  <a:pt x="171574" y="159181"/>
                </a:lnTo>
                <a:lnTo>
                  <a:pt x="176587" y="158618"/>
                </a:lnTo>
                <a:lnTo>
                  <a:pt x="181544" y="157886"/>
                </a:lnTo>
                <a:lnTo>
                  <a:pt x="184022" y="157491"/>
                </a:lnTo>
                <a:lnTo>
                  <a:pt x="186501" y="157097"/>
                </a:lnTo>
                <a:lnTo>
                  <a:pt x="188923" y="156646"/>
                </a:lnTo>
                <a:lnTo>
                  <a:pt x="191345" y="156139"/>
                </a:lnTo>
                <a:lnTo>
                  <a:pt x="193767" y="155632"/>
                </a:lnTo>
                <a:lnTo>
                  <a:pt x="196189" y="155069"/>
                </a:lnTo>
                <a:lnTo>
                  <a:pt x="198555" y="154506"/>
                </a:lnTo>
                <a:lnTo>
                  <a:pt x="200977" y="153830"/>
                </a:lnTo>
                <a:lnTo>
                  <a:pt x="203343" y="153210"/>
                </a:lnTo>
                <a:lnTo>
                  <a:pt x="205652" y="152478"/>
                </a:lnTo>
                <a:lnTo>
                  <a:pt x="208018" y="151802"/>
                </a:lnTo>
                <a:lnTo>
                  <a:pt x="210327" y="151014"/>
                </a:lnTo>
                <a:lnTo>
                  <a:pt x="210327" y="151014"/>
                </a:lnTo>
                <a:lnTo>
                  <a:pt x="213651" y="149831"/>
                </a:lnTo>
                <a:lnTo>
                  <a:pt x="217143" y="148592"/>
                </a:lnTo>
                <a:lnTo>
                  <a:pt x="220748" y="147296"/>
                </a:lnTo>
                <a:lnTo>
                  <a:pt x="224409" y="145888"/>
                </a:lnTo>
                <a:lnTo>
                  <a:pt x="228127" y="144423"/>
                </a:lnTo>
                <a:lnTo>
                  <a:pt x="231844" y="142903"/>
                </a:lnTo>
                <a:lnTo>
                  <a:pt x="235618" y="141269"/>
                </a:lnTo>
                <a:lnTo>
                  <a:pt x="239392" y="139523"/>
                </a:lnTo>
                <a:lnTo>
                  <a:pt x="243110" y="137720"/>
                </a:lnTo>
                <a:lnTo>
                  <a:pt x="246828" y="135862"/>
                </a:lnTo>
                <a:lnTo>
                  <a:pt x="250489" y="133890"/>
                </a:lnTo>
                <a:lnTo>
                  <a:pt x="254038" y="131806"/>
                </a:lnTo>
                <a:lnTo>
                  <a:pt x="257530" y="129666"/>
                </a:lnTo>
                <a:lnTo>
                  <a:pt x="259220" y="128539"/>
                </a:lnTo>
                <a:lnTo>
                  <a:pt x="260853" y="127412"/>
                </a:lnTo>
                <a:lnTo>
                  <a:pt x="262487" y="126230"/>
                </a:lnTo>
                <a:lnTo>
                  <a:pt x="264120" y="125047"/>
                </a:lnTo>
                <a:lnTo>
                  <a:pt x="265641" y="123864"/>
                </a:lnTo>
                <a:lnTo>
                  <a:pt x="267162" y="122625"/>
                </a:lnTo>
                <a:lnTo>
                  <a:pt x="268683" y="121385"/>
                </a:lnTo>
                <a:lnTo>
                  <a:pt x="270091" y="120090"/>
                </a:lnTo>
                <a:lnTo>
                  <a:pt x="271499" y="118794"/>
                </a:lnTo>
                <a:lnTo>
                  <a:pt x="272795" y="117443"/>
                </a:lnTo>
                <a:lnTo>
                  <a:pt x="274090" y="116091"/>
                </a:lnTo>
                <a:lnTo>
                  <a:pt x="275329" y="114739"/>
                </a:lnTo>
                <a:lnTo>
                  <a:pt x="276512" y="113331"/>
                </a:lnTo>
                <a:lnTo>
                  <a:pt x="277639" y="111866"/>
                </a:lnTo>
                <a:lnTo>
                  <a:pt x="278653" y="110402"/>
                </a:lnTo>
                <a:lnTo>
                  <a:pt x="279667" y="108937"/>
                </a:lnTo>
                <a:lnTo>
                  <a:pt x="280624" y="107416"/>
                </a:lnTo>
                <a:lnTo>
                  <a:pt x="281469" y="105895"/>
                </a:lnTo>
                <a:lnTo>
                  <a:pt x="282258" y="104318"/>
                </a:lnTo>
                <a:lnTo>
                  <a:pt x="282934" y="102741"/>
                </a:lnTo>
                <a:lnTo>
                  <a:pt x="283610" y="101164"/>
                </a:lnTo>
                <a:lnTo>
                  <a:pt x="284173" y="99474"/>
                </a:lnTo>
                <a:lnTo>
                  <a:pt x="284623" y="97841"/>
                </a:lnTo>
                <a:lnTo>
                  <a:pt x="285018" y="96151"/>
                </a:lnTo>
                <a:lnTo>
                  <a:pt x="285356" y="94405"/>
                </a:lnTo>
                <a:lnTo>
                  <a:pt x="285581" y="92659"/>
                </a:lnTo>
                <a:lnTo>
                  <a:pt x="285750" y="90856"/>
                </a:lnTo>
                <a:lnTo>
                  <a:pt x="285750" y="89054"/>
                </a:lnTo>
                <a:lnTo>
                  <a:pt x="285750" y="87251"/>
                </a:lnTo>
                <a:lnTo>
                  <a:pt x="285581" y="85392"/>
                </a:lnTo>
                <a:lnTo>
                  <a:pt x="285356" y="83477"/>
                </a:lnTo>
                <a:lnTo>
                  <a:pt x="285018" y="81562"/>
                </a:lnTo>
                <a:lnTo>
                  <a:pt x="284567" y="79591"/>
                </a:lnTo>
                <a:lnTo>
                  <a:pt x="284004" y="77619"/>
                </a:lnTo>
                <a:lnTo>
                  <a:pt x="283384" y="75648"/>
                </a:lnTo>
                <a:lnTo>
                  <a:pt x="282596" y="73620"/>
                </a:lnTo>
                <a:lnTo>
                  <a:pt x="281751" y="71536"/>
                </a:lnTo>
                <a:lnTo>
                  <a:pt x="280737" y="69452"/>
                </a:lnTo>
                <a:lnTo>
                  <a:pt x="280737" y="69452"/>
                </a:lnTo>
                <a:lnTo>
                  <a:pt x="279554" y="67142"/>
                </a:lnTo>
                <a:lnTo>
                  <a:pt x="278258" y="64889"/>
                </a:lnTo>
                <a:lnTo>
                  <a:pt x="276907" y="62692"/>
                </a:lnTo>
                <a:lnTo>
                  <a:pt x="275442" y="60496"/>
                </a:lnTo>
                <a:lnTo>
                  <a:pt x="273921" y="58355"/>
                </a:lnTo>
                <a:lnTo>
                  <a:pt x="272288" y="56271"/>
                </a:lnTo>
                <a:lnTo>
                  <a:pt x="270654" y="54243"/>
                </a:lnTo>
                <a:lnTo>
                  <a:pt x="268908" y="52215"/>
                </a:lnTo>
                <a:lnTo>
                  <a:pt x="267049" y="50244"/>
                </a:lnTo>
                <a:lnTo>
                  <a:pt x="265190" y="48329"/>
                </a:lnTo>
                <a:lnTo>
                  <a:pt x="263219" y="46470"/>
                </a:lnTo>
                <a:lnTo>
                  <a:pt x="261191" y="44611"/>
                </a:lnTo>
                <a:lnTo>
                  <a:pt x="259107" y="42809"/>
                </a:lnTo>
                <a:lnTo>
                  <a:pt x="256967" y="41063"/>
                </a:lnTo>
                <a:lnTo>
                  <a:pt x="254770" y="39316"/>
                </a:lnTo>
                <a:lnTo>
                  <a:pt x="252517" y="37627"/>
                </a:lnTo>
                <a:lnTo>
                  <a:pt x="250207" y="35993"/>
                </a:lnTo>
                <a:lnTo>
                  <a:pt x="247842" y="34416"/>
                </a:lnTo>
                <a:lnTo>
                  <a:pt x="245476" y="32839"/>
                </a:lnTo>
                <a:lnTo>
                  <a:pt x="242997" y="31318"/>
                </a:lnTo>
                <a:lnTo>
                  <a:pt x="240519" y="29797"/>
                </a:lnTo>
                <a:lnTo>
                  <a:pt x="237984" y="28389"/>
                </a:lnTo>
                <a:lnTo>
                  <a:pt x="235393" y="26981"/>
                </a:lnTo>
                <a:lnTo>
                  <a:pt x="232746" y="25573"/>
                </a:lnTo>
                <a:lnTo>
                  <a:pt x="230098" y="24221"/>
                </a:lnTo>
                <a:lnTo>
                  <a:pt x="227395" y="22925"/>
                </a:lnTo>
                <a:lnTo>
                  <a:pt x="224691" y="21686"/>
                </a:lnTo>
                <a:lnTo>
                  <a:pt x="221931" y="20447"/>
                </a:lnTo>
                <a:lnTo>
                  <a:pt x="219171" y="19264"/>
                </a:lnTo>
                <a:lnTo>
                  <a:pt x="216354" y="18137"/>
                </a:lnTo>
                <a:lnTo>
                  <a:pt x="213538" y="17011"/>
                </a:lnTo>
                <a:lnTo>
                  <a:pt x="210722" y="15941"/>
                </a:lnTo>
                <a:lnTo>
                  <a:pt x="207849" y="14927"/>
                </a:lnTo>
                <a:lnTo>
                  <a:pt x="204920" y="13913"/>
                </a:lnTo>
                <a:lnTo>
                  <a:pt x="202047" y="12955"/>
                </a:lnTo>
                <a:lnTo>
                  <a:pt x="199118" y="11998"/>
                </a:lnTo>
                <a:lnTo>
                  <a:pt x="196245" y="11096"/>
                </a:lnTo>
                <a:lnTo>
                  <a:pt x="193316" y="10252"/>
                </a:lnTo>
                <a:lnTo>
                  <a:pt x="190387" y="9463"/>
                </a:lnTo>
                <a:lnTo>
                  <a:pt x="187458" y="8674"/>
                </a:lnTo>
                <a:lnTo>
                  <a:pt x="184473" y="7886"/>
                </a:lnTo>
                <a:lnTo>
                  <a:pt x="181544" y="7210"/>
                </a:lnTo>
                <a:lnTo>
                  <a:pt x="175686" y="5858"/>
                </a:lnTo>
                <a:lnTo>
                  <a:pt x="169884" y="4675"/>
                </a:lnTo>
                <a:lnTo>
                  <a:pt x="164082" y="3605"/>
                </a:lnTo>
                <a:lnTo>
                  <a:pt x="158393" y="2704"/>
                </a:lnTo>
                <a:lnTo>
                  <a:pt x="152704" y="1915"/>
                </a:lnTo>
                <a:lnTo>
                  <a:pt x="147184" y="1296"/>
                </a:lnTo>
                <a:lnTo>
                  <a:pt x="141777" y="789"/>
                </a:lnTo>
                <a:lnTo>
                  <a:pt x="136482" y="394"/>
                </a:lnTo>
                <a:lnTo>
                  <a:pt x="131300" y="113"/>
                </a:lnTo>
                <a:lnTo>
                  <a:pt x="126343" y="0"/>
                </a:lnTo>
                <a:lnTo>
                  <a:pt x="121555" y="0"/>
                </a:lnTo>
                <a:lnTo>
                  <a:pt x="1215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43"/>
          <p:cNvSpPr txBox="1"/>
          <p:nvPr>
            <p:ph type="title"/>
          </p:nvPr>
        </p:nvSpPr>
        <p:spPr>
          <a:xfrm>
            <a:off x="685825" y="200700"/>
            <a:ext cx="6458100" cy="29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MBSE in the Matcha Robot Project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551" name="Google Shape;1551;p43"/>
          <p:cNvGrpSpPr/>
          <p:nvPr/>
        </p:nvGrpSpPr>
        <p:grpSpPr>
          <a:xfrm rot="-1672317">
            <a:off x="8329146" y="1893769"/>
            <a:ext cx="999056" cy="1268408"/>
            <a:chOff x="2965800" y="1494175"/>
            <a:chExt cx="999050" cy="1268400"/>
          </a:xfrm>
        </p:grpSpPr>
        <p:sp>
          <p:nvSpPr>
            <p:cNvPr id="1552" name="Google Shape;1552;p43"/>
            <p:cNvSpPr/>
            <p:nvPr/>
          </p:nvSpPr>
          <p:spPr>
            <a:xfrm>
              <a:off x="2965800" y="1494175"/>
              <a:ext cx="999050" cy="1268400"/>
            </a:xfrm>
            <a:custGeom>
              <a:rect b="b" l="l" r="r" t="t"/>
              <a:pathLst>
                <a:path extrusionOk="0" h="50736" w="39962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50"/>
                  </a:lnTo>
                  <a:lnTo>
                    <a:pt x="18199" y="20956"/>
                  </a:lnTo>
                  <a:lnTo>
                    <a:pt x="18963" y="20320"/>
                  </a:lnTo>
                  <a:lnTo>
                    <a:pt x="19684" y="19641"/>
                  </a:lnTo>
                  <a:lnTo>
                    <a:pt x="20405" y="18920"/>
                  </a:lnTo>
                  <a:lnTo>
                    <a:pt x="21042" y="18156"/>
                  </a:lnTo>
                  <a:lnTo>
                    <a:pt x="21593" y="17350"/>
                  </a:lnTo>
                  <a:lnTo>
                    <a:pt x="21848" y="16926"/>
                  </a:lnTo>
                  <a:lnTo>
                    <a:pt x="22060" y="16502"/>
                  </a:lnTo>
                  <a:lnTo>
                    <a:pt x="22272" y="16035"/>
                  </a:lnTo>
                  <a:lnTo>
                    <a:pt x="22442" y="15569"/>
                  </a:lnTo>
                  <a:lnTo>
                    <a:pt x="22569" y="15017"/>
                  </a:lnTo>
                  <a:lnTo>
                    <a:pt x="22696" y="14466"/>
                  </a:lnTo>
                  <a:lnTo>
                    <a:pt x="22738" y="13914"/>
                  </a:lnTo>
                  <a:lnTo>
                    <a:pt x="22781" y="13363"/>
                  </a:lnTo>
                  <a:lnTo>
                    <a:pt x="22781" y="12769"/>
                  </a:lnTo>
                  <a:lnTo>
                    <a:pt x="22738" y="12175"/>
                  </a:lnTo>
                  <a:lnTo>
                    <a:pt x="22611" y="11030"/>
                  </a:lnTo>
                  <a:lnTo>
                    <a:pt x="22442" y="9842"/>
                  </a:lnTo>
                  <a:lnTo>
                    <a:pt x="22229" y="8696"/>
                  </a:lnTo>
                  <a:lnTo>
                    <a:pt x="21975" y="7594"/>
                  </a:lnTo>
                  <a:lnTo>
                    <a:pt x="21805" y="6491"/>
                  </a:lnTo>
                  <a:lnTo>
                    <a:pt x="21720" y="6321"/>
                  </a:lnTo>
                  <a:lnTo>
                    <a:pt x="21636" y="6194"/>
                  </a:lnTo>
                  <a:lnTo>
                    <a:pt x="21508" y="6109"/>
                  </a:lnTo>
                  <a:lnTo>
                    <a:pt x="21339" y="6024"/>
                  </a:lnTo>
                  <a:lnTo>
                    <a:pt x="21211" y="6024"/>
                  </a:lnTo>
                  <a:lnTo>
                    <a:pt x="21042" y="6066"/>
                  </a:lnTo>
                  <a:lnTo>
                    <a:pt x="20872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273" y="32622"/>
                  </a:lnTo>
                  <a:lnTo>
                    <a:pt x="8824" y="31943"/>
                  </a:lnTo>
                  <a:lnTo>
                    <a:pt x="9333" y="31222"/>
                  </a:lnTo>
                  <a:lnTo>
                    <a:pt x="9800" y="30543"/>
                  </a:lnTo>
                  <a:lnTo>
                    <a:pt x="10224" y="29780"/>
                  </a:lnTo>
                  <a:lnTo>
                    <a:pt x="10564" y="29016"/>
                  </a:lnTo>
                  <a:lnTo>
                    <a:pt x="10818" y="28253"/>
                  </a:lnTo>
                  <a:lnTo>
                    <a:pt x="10988" y="27404"/>
                  </a:lnTo>
                  <a:lnTo>
                    <a:pt x="11073" y="26938"/>
                  </a:lnTo>
                  <a:lnTo>
                    <a:pt x="11073" y="26513"/>
                  </a:lnTo>
                  <a:lnTo>
                    <a:pt x="11073" y="26004"/>
                  </a:lnTo>
                  <a:lnTo>
                    <a:pt x="11073" y="25495"/>
                  </a:lnTo>
                  <a:lnTo>
                    <a:pt x="10945" y="24520"/>
                  </a:lnTo>
                  <a:lnTo>
                    <a:pt x="10733" y="23544"/>
                  </a:lnTo>
                  <a:lnTo>
                    <a:pt x="10436" y="22568"/>
                  </a:lnTo>
                  <a:lnTo>
                    <a:pt x="10097" y="21635"/>
                  </a:lnTo>
                  <a:lnTo>
                    <a:pt x="9715" y="20702"/>
                  </a:lnTo>
                  <a:lnTo>
                    <a:pt x="8909" y="18878"/>
                  </a:lnTo>
                  <a:lnTo>
                    <a:pt x="8824" y="18750"/>
                  </a:lnTo>
                  <a:lnTo>
                    <a:pt x="8655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46" y="18665"/>
                  </a:lnTo>
                  <a:lnTo>
                    <a:pt x="7976" y="18750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982" y="38434"/>
                  </a:lnTo>
                  <a:lnTo>
                    <a:pt x="13533" y="38773"/>
                  </a:lnTo>
                  <a:lnTo>
                    <a:pt x="14085" y="39028"/>
                  </a:lnTo>
                  <a:lnTo>
                    <a:pt x="14636" y="39240"/>
                  </a:lnTo>
                  <a:lnTo>
                    <a:pt x="15187" y="39409"/>
                  </a:lnTo>
                  <a:lnTo>
                    <a:pt x="15739" y="39537"/>
                  </a:lnTo>
                  <a:lnTo>
                    <a:pt x="16290" y="39664"/>
                  </a:lnTo>
                  <a:lnTo>
                    <a:pt x="16842" y="39706"/>
                  </a:lnTo>
                  <a:lnTo>
                    <a:pt x="17436" y="39749"/>
                  </a:lnTo>
                  <a:lnTo>
                    <a:pt x="17987" y="39749"/>
                  </a:lnTo>
                  <a:lnTo>
                    <a:pt x="18539" y="39706"/>
                  </a:lnTo>
                  <a:lnTo>
                    <a:pt x="19090" y="39664"/>
                  </a:lnTo>
                  <a:lnTo>
                    <a:pt x="19642" y="39579"/>
                  </a:lnTo>
                  <a:lnTo>
                    <a:pt x="20193" y="39452"/>
                  </a:lnTo>
                  <a:lnTo>
                    <a:pt x="20745" y="39282"/>
                  </a:lnTo>
                  <a:lnTo>
                    <a:pt x="21296" y="39112"/>
                  </a:lnTo>
                  <a:lnTo>
                    <a:pt x="22357" y="38688"/>
                  </a:lnTo>
                  <a:lnTo>
                    <a:pt x="23417" y="38179"/>
                  </a:lnTo>
                  <a:lnTo>
                    <a:pt x="24435" y="37585"/>
                  </a:lnTo>
                  <a:lnTo>
                    <a:pt x="25411" y="36907"/>
                  </a:lnTo>
                  <a:lnTo>
                    <a:pt x="26344" y="36185"/>
                  </a:lnTo>
                  <a:lnTo>
                    <a:pt x="27235" y="35422"/>
                  </a:lnTo>
                  <a:lnTo>
                    <a:pt x="28084" y="34616"/>
                  </a:lnTo>
                  <a:lnTo>
                    <a:pt x="28847" y="33767"/>
                  </a:lnTo>
                  <a:lnTo>
                    <a:pt x="28974" y="33598"/>
                  </a:lnTo>
                  <a:lnTo>
                    <a:pt x="29017" y="33386"/>
                  </a:lnTo>
                  <a:lnTo>
                    <a:pt x="29017" y="33216"/>
                  </a:lnTo>
                  <a:lnTo>
                    <a:pt x="28974" y="33046"/>
                  </a:lnTo>
                  <a:lnTo>
                    <a:pt x="28890" y="32877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926" y="25707"/>
                  </a:lnTo>
                  <a:lnTo>
                    <a:pt x="24520" y="25919"/>
                  </a:lnTo>
                  <a:lnTo>
                    <a:pt x="25114" y="26089"/>
                  </a:lnTo>
                  <a:lnTo>
                    <a:pt x="25708" y="26216"/>
                  </a:lnTo>
                  <a:lnTo>
                    <a:pt x="26302" y="26344"/>
                  </a:lnTo>
                  <a:lnTo>
                    <a:pt x="26896" y="26428"/>
                  </a:lnTo>
                  <a:lnTo>
                    <a:pt x="27490" y="26471"/>
                  </a:lnTo>
                  <a:lnTo>
                    <a:pt x="28041" y="26513"/>
                  </a:lnTo>
                  <a:lnTo>
                    <a:pt x="29229" y="26513"/>
                  </a:lnTo>
                  <a:lnTo>
                    <a:pt x="29823" y="26471"/>
                  </a:lnTo>
                  <a:lnTo>
                    <a:pt x="30374" y="26386"/>
                  </a:lnTo>
                  <a:lnTo>
                    <a:pt x="30968" y="26301"/>
                  </a:lnTo>
                  <a:lnTo>
                    <a:pt x="31520" y="26174"/>
                  </a:lnTo>
                  <a:lnTo>
                    <a:pt x="32071" y="26004"/>
                  </a:lnTo>
                  <a:lnTo>
                    <a:pt x="32623" y="25835"/>
                  </a:lnTo>
                  <a:lnTo>
                    <a:pt x="33174" y="25665"/>
                  </a:lnTo>
                  <a:lnTo>
                    <a:pt x="33726" y="25410"/>
                  </a:lnTo>
                  <a:lnTo>
                    <a:pt x="34235" y="25198"/>
                  </a:lnTo>
                  <a:lnTo>
                    <a:pt x="34744" y="24901"/>
                  </a:lnTo>
                  <a:lnTo>
                    <a:pt x="35253" y="24604"/>
                  </a:lnTo>
                  <a:lnTo>
                    <a:pt x="35762" y="24307"/>
                  </a:lnTo>
                  <a:lnTo>
                    <a:pt x="36228" y="23968"/>
                  </a:lnTo>
                  <a:lnTo>
                    <a:pt x="36695" y="23629"/>
                  </a:lnTo>
                  <a:lnTo>
                    <a:pt x="37162" y="23247"/>
                  </a:lnTo>
                  <a:lnTo>
                    <a:pt x="37586" y="22823"/>
                  </a:lnTo>
                  <a:lnTo>
                    <a:pt x="38010" y="22398"/>
                  </a:lnTo>
                  <a:lnTo>
                    <a:pt x="38434" y="21974"/>
                  </a:lnTo>
                  <a:lnTo>
                    <a:pt x="38816" y="21508"/>
                  </a:lnTo>
                  <a:lnTo>
                    <a:pt x="39198" y="20999"/>
                  </a:lnTo>
                  <a:lnTo>
                    <a:pt x="39537" y="20490"/>
                  </a:lnTo>
                  <a:lnTo>
                    <a:pt x="39877" y="19980"/>
                  </a:lnTo>
                  <a:lnTo>
                    <a:pt x="39962" y="19811"/>
                  </a:lnTo>
                  <a:lnTo>
                    <a:pt x="39962" y="19641"/>
                  </a:lnTo>
                  <a:lnTo>
                    <a:pt x="39962" y="19471"/>
                  </a:lnTo>
                  <a:lnTo>
                    <a:pt x="39877" y="19302"/>
                  </a:lnTo>
                  <a:lnTo>
                    <a:pt x="39792" y="19174"/>
                  </a:lnTo>
                  <a:lnTo>
                    <a:pt x="39665" y="19047"/>
                  </a:lnTo>
                  <a:lnTo>
                    <a:pt x="39495" y="19005"/>
                  </a:lnTo>
                  <a:lnTo>
                    <a:pt x="39325" y="18962"/>
                  </a:lnTo>
                  <a:lnTo>
                    <a:pt x="38731" y="19005"/>
                  </a:lnTo>
                  <a:lnTo>
                    <a:pt x="38137" y="19005"/>
                  </a:lnTo>
                  <a:lnTo>
                    <a:pt x="36907" y="18920"/>
                  </a:lnTo>
                  <a:lnTo>
                    <a:pt x="34447" y="18708"/>
                  </a:lnTo>
                  <a:lnTo>
                    <a:pt x="33217" y="18665"/>
                  </a:lnTo>
                  <a:lnTo>
                    <a:pt x="32623" y="18623"/>
                  </a:lnTo>
                  <a:lnTo>
                    <a:pt x="32029" y="18665"/>
                  </a:lnTo>
                  <a:lnTo>
                    <a:pt x="31435" y="18708"/>
                  </a:lnTo>
                  <a:lnTo>
                    <a:pt x="30841" y="18793"/>
                  </a:lnTo>
                  <a:lnTo>
                    <a:pt x="30247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956" y="13193"/>
                  </a:lnTo>
                  <a:lnTo>
                    <a:pt x="28593" y="13363"/>
                  </a:lnTo>
                  <a:lnTo>
                    <a:pt x="29229" y="13448"/>
                  </a:lnTo>
                  <a:lnTo>
                    <a:pt x="29865" y="13532"/>
                  </a:lnTo>
                  <a:lnTo>
                    <a:pt x="30502" y="13532"/>
                  </a:lnTo>
                  <a:lnTo>
                    <a:pt x="31138" y="13490"/>
                  </a:lnTo>
                  <a:lnTo>
                    <a:pt x="31774" y="13405"/>
                  </a:lnTo>
                  <a:lnTo>
                    <a:pt x="32368" y="13278"/>
                  </a:lnTo>
                  <a:lnTo>
                    <a:pt x="33004" y="13108"/>
                  </a:lnTo>
                  <a:lnTo>
                    <a:pt x="33598" y="12896"/>
                  </a:lnTo>
                  <a:lnTo>
                    <a:pt x="34192" y="12684"/>
                  </a:lnTo>
                  <a:lnTo>
                    <a:pt x="34786" y="12387"/>
                  </a:lnTo>
                  <a:lnTo>
                    <a:pt x="35338" y="12048"/>
                  </a:lnTo>
                  <a:lnTo>
                    <a:pt x="35889" y="11708"/>
                  </a:lnTo>
                  <a:lnTo>
                    <a:pt x="36398" y="11327"/>
                  </a:lnTo>
                  <a:lnTo>
                    <a:pt x="36907" y="10902"/>
                  </a:lnTo>
                  <a:lnTo>
                    <a:pt x="37416" y="10393"/>
                  </a:lnTo>
                  <a:lnTo>
                    <a:pt x="37883" y="9842"/>
                  </a:lnTo>
                  <a:lnTo>
                    <a:pt x="38265" y="9290"/>
                  </a:lnTo>
                  <a:lnTo>
                    <a:pt x="38604" y="8696"/>
                  </a:lnTo>
                  <a:lnTo>
                    <a:pt x="38901" y="8060"/>
                  </a:lnTo>
                  <a:lnTo>
                    <a:pt x="39113" y="7424"/>
                  </a:lnTo>
                  <a:lnTo>
                    <a:pt x="39283" y="6788"/>
                  </a:lnTo>
                  <a:lnTo>
                    <a:pt x="39410" y="6109"/>
                  </a:lnTo>
                  <a:lnTo>
                    <a:pt x="39495" y="5472"/>
                  </a:lnTo>
                  <a:lnTo>
                    <a:pt x="39537" y="4794"/>
                  </a:lnTo>
                  <a:lnTo>
                    <a:pt x="39580" y="4073"/>
                  </a:lnTo>
                  <a:lnTo>
                    <a:pt x="39537" y="3394"/>
                  </a:lnTo>
                  <a:lnTo>
                    <a:pt x="39452" y="1994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3"/>
            <p:cNvSpPr/>
            <p:nvPr/>
          </p:nvSpPr>
          <p:spPr>
            <a:xfrm>
              <a:off x="2965800" y="1494175"/>
              <a:ext cx="985275" cy="1268400"/>
            </a:xfrm>
            <a:custGeom>
              <a:rect b="b" l="l" r="r" t="t"/>
              <a:pathLst>
                <a:path extrusionOk="0" h="50736" w="39411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92"/>
                  </a:lnTo>
                  <a:lnTo>
                    <a:pt x="16884" y="21296"/>
                  </a:lnTo>
                  <a:lnTo>
                    <a:pt x="16418" y="20999"/>
                  </a:lnTo>
                  <a:lnTo>
                    <a:pt x="16036" y="20659"/>
                  </a:lnTo>
                  <a:lnTo>
                    <a:pt x="15697" y="20277"/>
                  </a:lnTo>
                  <a:lnTo>
                    <a:pt x="15442" y="19853"/>
                  </a:lnTo>
                  <a:lnTo>
                    <a:pt x="15230" y="19471"/>
                  </a:lnTo>
                  <a:lnTo>
                    <a:pt x="15103" y="19005"/>
                  </a:lnTo>
                  <a:lnTo>
                    <a:pt x="14975" y="18538"/>
                  </a:lnTo>
                  <a:lnTo>
                    <a:pt x="14933" y="18072"/>
                  </a:lnTo>
                  <a:lnTo>
                    <a:pt x="14933" y="17562"/>
                  </a:lnTo>
                  <a:lnTo>
                    <a:pt x="14975" y="17053"/>
                  </a:lnTo>
                  <a:lnTo>
                    <a:pt x="15060" y="16544"/>
                  </a:lnTo>
                  <a:lnTo>
                    <a:pt x="15187" y="15993"/>
                  </a:lnTo>
                  <a:lnTo>
                    <a:pt x="15357" y="15441"/>
                  </a:lnTo>
                  <a:lnTo>
                    <a:pt x="15527" y="14890"/>
                  </a:lnTo>
                  <a:lnTo>
                    <a:pt x="15739" y="14338"/>
                  </a:lnTo>
                  <a:lnTo>
                    <a:pt x="16290" y="13193"/>
                  </a:lnTo>
                  <a:lnTo>
                    <a:pt x="16927" y="12090"/>
                  </a:lnTo>
                  <a:lnTo>
                    <a:pt x="17605" y="10987"/>
                  </a:lnTo>
                  <a:lnTo>
                    <a:pt x="18369" y="9884"/>
                  </a:lnTo>
                  <a:lnTo>
                    <a:pt x="19175" y="8824"/>
                  </a:lnTo>
                  <a:lnTo>
                    <a:pt x="19981" y="7848"/>
                  </a:lnTo>
                  <a:lnTo>
                    <a:pt x="20745" y="6915"/>
                  </a:lnTo>
                  <a:lnTo>
                    <a:pt x="21508" y="6066"/>
                  </a:lnTo>
                  <a:lnTo>
                    <a:pt x="21296" y="6024"/>
                  </a:lnTo>
                  <a:lnTo>
                    <a:pt x="21084" y="6024"/>
                  </a:lnTo>
                  <a:lnTo>
                    <a:pt x="20914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188" y="32664"/>
                  </a:lnTo>
                  <a:lnTo>
                    <a:pt x="8061" y="32622"/>
                  </a:lnTo>
                  <a:lnTo>
                    <a:pt x="7933" y="32537"/>
                  </a:lnTo>
                  <a:lnTo>
                    <a:pt x="7849" y="32452"/>
                  </a:lnTo>
                  <a:lnTo>
                    <a:pt x="7721" y="32325"/>
                  </a:lnTo>
                  <a:lnTo>
                    <a:pt x="7212" y="31477"/>
                  </a:lnTo>
                  <a:lnTo>
                    <a:pt x="6788" y="30586"/>
                  </a:lnTo>
                  <a:lnTo>
                    <a:pt x="6449" y="29695"/>
                  </a:lnTo>
                  <a:lnTo>
                    <a:pt x="6194" y="28847"/>
                  </a:lnTo>
                  <a:lnTo>
                    <a:pt x="6067" y="27998"/>
                  </a:lnTo>
                  <a:lnTo>
                    <a:pt x="6024" y="27107"/>
                  </a:lnTo>
                  <a:lnTo>
                    <a:pt x="6024" y="26259"/>
                  </a:lnTo>
                  <a:lnTo>
                    <a:pt x="6109" y="25410"/>
                  </a:lnTo>
                  <a:lnTo>
                    <a:pt x="6279" y="24562"/>
                  </a:lnTo>
                  <a:lnTo>
                    <a:pt x="6491" y="23714"/>
                  </a:lnTo>
                  <a:lnTo>
                    <a:pt x="6788" y="22908"/>
                  </a:lnTo>
                  <a:lnTo>
                    <a:pt x="7085" y="22059"/>
                  </a:lnTo>
                  <a:lnTo>
                    <a:pt x="7467" y="21211"/>
                  </a:lnTo>
                  <a:lnTo>
                    <a:pt x="7849" y="20362"/>
                  </a:lnTo>
                  <a:lnTo>
                    <a:pt x="8739" y="18708"/>
                  </a:lnTo>
                  <a:lnTo>
                    <a:pt x="8612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88" y="18623"/>
                  </a:lnTo>
                  <a:lnTo>
                    <a:pt x="8061" y="18708"/>
                  </a:lnTo>
                  <a:lnTo>
                    <a:pt x="7933" y="18793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685" y="38264"/>
                  </a:lnTo>
                  <a:lnTo>
                    <a:pt x="12939" y="37797"/>
                  </a:lnTo>
                  <a:lnTo>
                    <a:pt x="13236" y="37373"/>
                  </a:lnTo>
                  <a:lnTo>
                    <a:pt x="13533" y="36949"/>
                  </a:lnTo>
                  <a:lnTo>
                    <a:pt x="13872" y="36567"/>
                  </a:lnTo>
                  <a:lnTo>
                    <a:pt x="14254" y="36185"/>
                  </a:lnTo>
                  <a:lnTo>
                    <a:pt x="14636" y="35846"/>
                  </a:lnTo>
                  <a:lnTo>
                    <a:pt x="15018" y="35507"/>
                  </a:lnTo>
                  <a:lnTo>
                    <a:pt x="15442" y="35210"/>
                  </a:lnTo>
                  <a:lnTo>
                    <a:pt x="15909" y="34913"/>
                  </a:lnTo>
                  <a:lnTo>
                    <a:pt x="16333" y="34658"/>
                  </a:lnTo>
                  <a:lnTo>
                    <a:pt x="17309" y="34149"/>
                  </a:lnTo>
                  <a:lnTo>
                    <a:pt x="18369" y="33767"/>
                  </a:lnTo>
                  <a:lnTo>
                    <a:pt x="19430" y="33428"/>
                  </a:lnTo>
                  <a:lnTo>
                    <a:pt x="20533" y="33173"/>
                  </a:lnTo>
                  <a:lnTo>
                    <a:pt x="21678" y="32961"/>
                  </a:lnTo>
                  <a:lnTo>
                    <a:pt x="22866" y="32792"/>
                  </a:lnTo>
                  <a:lnTo>
                    <a:pt x="24054" y="32707"/>
                  </a:lnTo>
                  <a:lnTo>
                    <a:pt x="25241" y="32664"/>
                  </a:lnTo>
                  <a:lnTo>
                    <a:pt x="27617" y="32664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502" y="25538"/>
                  </a:lnTo>
                  <a:lnTo>
                    <a:pt x="23629" y="25071"/>
                  </a:lnTo>
                  <a:lnTo>
                    <a:pt x="23841" y="24647"/>
                  </a:lnTo>
                  <a:lnTo>
                    <a:pt x="24096" y="24180"/>
                  </a:lnTo>
                  <a:lnTo>
                    <a:pt x="24393" y="23798"/>
                  </a:lnTo>
                  <a:lnTo>
                    <a:pt x="24732" y="23374"/>
                  </a:lnTo>
                  <a:lnTo>
                    <a:pt x="25156" y="23035"/>
                  </a:lnTo>
                  <a:lnTo>
                    <a:pt x="25581" y="22695"/>
                  </a:lnTo>
                  <a:lnTo>
                    <a:pt x="26005" y="22356"/>
                  </a:lnTo>
                  <a:lnTo>
                    <a:pt x="26472" y="22059"/>
                  </a:lnTo>
                  <a:lnTo>
                    <a:pt x="26981" y="21762"/>
                  </a:lnTo>
                  <a:lnTo>
                    <a:pt x="27956" y="21253"/>
                  </a:lnTo>
                  <a:lnTo>
                    <a:pt x="28932" y="20829"/>
                  </a:lnTo>
                  <a:lnTo>
                    <a:pt x="29780" y="20490"/>
                  </a:lnTo>
                  <a:lnTo>
                    <a:pt x="30756" y="20193"/>
                  </a:lnTo>
                  <a:lnTo>
                    <a:pt x="31774" y="19896"/>
                  </a:lnTo>
                  <a:lnTo>
                    <a:pt x="32750" y="19641"/>
                  </a:lnTo>
                  <a:lnTo>
                    <a:pt x="33768" y="19429"/>
                  </a:lnTo>
                  <a:lnTo>
                    <a:pt x="34786" y="19259"/>
                  </a:lnTo>
                  <a:lnTo>
                    <a:pt x="35804" y="19132"/>
                  </a:lnTo>
                  <a:lnTo>
                    <a:pt x="36822" y="19047"/>
                  </a:lnTo>
                  <a:lnTo>
                    <a:pt x="37883" y="18962"/>
                  </a:lnTo>
                  <a:lnTo>
                    <a:pt x="36822" y="18920"/>
                  </a:lnTo>
                  <a:lnTo>
                    <a:pt x="35804" y="18835"/>
                  </a:lnTo>
                  <a:lnTo>
                    <a:pt x="34744" y="18750"/>
                  </a:lnTo>
                  <a:lnTo>
                    <a:pt x="33726" y="18665"/>
                  </a:lnTo>
                  <a:lnTo>
                    <a:pt x="32665" y="18623"/>
                  </a:lnTo>
                  <a:lnTo>
                    <a:pt x="31647" y="18665"/>
                  </a:lnTo>
                  <a:lnTo>
                    <a:pt x="31180" y="18750"/>
                  </a:lnTo>
                  <a:lnTo>
                    <a:pt x="30671" y="18835"/>
                  </a:lnTo>
                  <a:lnTo>
                    <a:pt x="30162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787" y="13108"/>
                  </a:lnTo>
                  <a:lnTo>
                    <a:pt x="27871" y="12599"/>
                  </a:lnTo>
                  <a:lnTo>
                    <a:pt x="28041" y="12090"/>
                  </a:lnTo>
                  <a:lnTo>
                    <a:pt x="28211" y="11581"/>
                  </a:lnTo>
                  <a:lnTo>
                    <a:pt x="28465" y="11114"/>
                  </a:lnTo>
                  <a:lnTo>
                    <a:pt x="28720" y="10648"/>
                  </a:lnTo>
                  <a:lnTo>
                    <a:pt x="28974" y="10224"/>
                  </a:lnTo>
                  <a:lnTo>
                    <a:pt x="29314" y="9799"/>
                  </a:lnTo>
                  <a:lnTo>
                    <a:pt x="29653" y="9375"/>
                  </a:lnTo>
                  <a:lnTo>
                    <a:pt x="30417" y="8612"/>
                  </a:lnTo>
                  <a:lnTo>
                    <a:pt x="31223" y="7890"/>
                  </a:lnTo>
                  <a:lnTo>
                    <a:pt x="32114" y="7212"/>
                  </a:lnTo>
                  <a:lnTo>
                    <a:pt x="33004" y="6533"/>
                  </a:lnTo>
                  <a:lnTo>
                    <a:pt x="34786" y="5303"/>
                  </a:lnTo>
                  <a:lnTo>
                    <a:pt x="35635" y="4709"/>
                  </a:lnTo>
                  <a:lnTo>
                    <a:pt x="36483" y="4073"/>
                  </a:lnTo>
                  <a:lnTo>
                    <a:pt x="37247" y="3436"/>
                  </a:lnTo>
                  <a:lnTo>
                    <a:pt x="38010" y="2757"/>
                  </a:lnTo>
                  <a:lnTo>
                    <a:pt x="38731" y="2036"/>
                  </a:lnTo>
                  <a:lnTo>
                    <a:pt x="39410" y="1273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43"/>
            <p:cNvSpPr/>
            <p:nvPr/>
          </p:nvSpPr>
          <p:spPr>
            <a:xfrm>
              <a:off x="3325325" y="1662800"/>
              <a:ext cx="194100" cy="353175"/>
            </a:xfrm>
            <a:custGeom>
              <a:rect b="b" l="l" r="r" t="t"/>
              <a:pathLst>
                <a:path extrusionOk="0" h="14127" w="7764">
                  <a:moveTo>
                    <a:pt x="6661" y="0"/>
                  </a:moveTo>
                  <a:lnTo>
                    <a:pt x="6576" y="85"/>
                  </a:lnTo>
                  <a:lnTo>
                    <a:pt x="6067" y="933"/>
                  </a:lnTo>
                  <a:lnTo>
                    <a:pt x="5600" y="1867"/>
                  </a:lnTo>
                  <a:lnTo>
                    <a:pt x="5176" y="2800"/>
                  </a:lnTo>
                  <a:lnTo>
                    <a:pt x="4794" y="3776"/>
                  </a:lnTo>
                  <a:lnTo>
                    <a:pt x="3691" y="2333"/>
                  </a:lnTo>
                  <a:lnTo>
                    <a:pt x="3649" y="2291"/>
                  </a:lnTo>
                  <a:lnTo>
                    <a:pt x="3564" y="2291"/>
                  </a:lnTo>
                  <a:lnTo>
                    <a:pt x="3479" y="2333"/>
                  </a:lnTo>
                  <a:lnTo>
                    <a:pt x="3437" y="2418"/>
                  </a:lnTo>
                  <a:lnTo>
                    <a:pt x="3437" y="2461"/>
                  </a:lnTo>
                  <a:lnTo>
                    <a:pt x="3437" y="2503"/>
                  </a:lnTo>
                  <a:lnTo>
                    <a:pt x="4624" y="4285"/>
                  </a:lnTo>
                  <a:lnTo>
                    <a:pt x="4115" y="5769"/>
                  </a:lnTo>
                  <a:lnTo>
                    <a:pt x="3691" y="7254"/>
                  </a:lnTo>
                  <a:lnTo>
                    <a:pt x="3224" y="6491"/>
                  </a:lnTo>
                  <a:lnTo>
                    <a:pt x="2631" y="5854"/>
                  </a:lnTo>
                  <a:lnTo>
                    <a:pt x="1994" y="5218"/>
                  </a:lnTo>
                  <a:lnTo>
                    <a:pt x="1273" y="4666"/>
                  </a:lnTo>
                  <a:lnTo>
                    <a:pt x="1188" y="4624"/>
                  </a:lnTo>
                  <a:lnTo>
                    <a:pt x="1146" y="4666"/>
                  </a:lnTo>
                  <a:lnTo>
                    <a:pt x="1061" y="4709"/>
                  </a:lnTo>
                  <a:lnTo>
                    <a:pt x="1019" y="4836"/>
                  </a:lnTo>
                  <a:lnTo>
                    <a:pt x="1061" y="4921"/>
                  </a:lnTo>
                  <a:lnTo>
                    <a:pt x="1103" y="4963"/>
                  </a:lnTo>
                  <a:lnTo>
                    <a:pt x="1485" y="5260"/>
                  </a:lnTo>
                  <a:lnTo>
                    <a:pt x="1867" y="5600"/>
                  </a:lnTo>
                  <a:lnTo>
                    <a:pt x="2206" y="5939"/>
                  </a:lnTo>
                  <a:lnTo>
                    <a:pt x="2503" y="6321"/>
                  </a:lnTo>
                  <a:lnTo>
                    <a:pt x="2800" y="6703"/>
                  </a:lnTo>
                  <a:lnTo>
                    <a:pt x="3055" y="7084"/>
                  </a:lnTo>
                  <a:lnTo>
                    <a:pt x="3309" y="7509"/>
                  </a:lnTo>
                  <a:lnTo>
                    <a:pt x="3521" y="7975"/>
                  </a:lnTo>
                  <a:lnTo>
                    <a:pt x="3097" y="9884"/>
                  </a:lnTo>
                  <a:lnTo>
                    <a:pt x="2800" y="11836"/>
                  </a:lnTo>
                  <a:lnTo>
                    <a:pt x="2249" y="10987"/>
                  </a:lnTo>
                  <a:lnTo>
                    <a:pt x="1697" y="10181"/>
                  </a:lnTo>
                  <a:lnTo>
                    <a:pt x="1019" y="9460"/>
                  </a:lnTo>
                  <a:lnTo>
                    <a:pt x="679" y="9078"/>
                  </a:lnTo>
                  <a:lnTo>
                    <a:pt x="255" y="8739"/>
                  </a:lnTo>
                  <a:lnTo>
                    <a:pt x="213" y="8696"/>
                  </a:lnTo>
                  <a:lnTo>
                    <a:pt x="170" y="8696"/>
                  </a:lnTo>
                  <a:lnTo>
                    <a:pt x="43" y="8739"/>
                  </a:lnTo>
                  <a:lnTo>
                    <a:pt x="0" y="8824"/>
                  </a:lnTo>
                  <a:lnTo>
                    <a:pt x="0" y="8909"/>
                  </a:lnTo>
                  <a:lnTo>
                    <a:pt x="43" y="8951"/>
                  </a:lnTo>
                  <a:lnTo>
                    <a:pt x="849" y="9799"/>
                  </a:lnTo>
                  <a:lnTo>
                    <a:pt x="1231" y="10224"/>
                  </a:lnTo>
                  <a:lnTo>
                    <a:pt x="1570" y="10690"/>
                  </a:lnTo>
                  <a:lnTo>
                    <a:pt x="1909" y="11157"/>
                  </a:lnTo>
                  <a:lnTo>
                    <a:pt x="2206" y="11666"/>
                  </a:lnTo>
                  <a:lnTo>
                    <a:pt x="2461" y="12175"/>
                  </a:lnTo>
                  <a:lnTo>
                    <a:pt x="2673" y="12684"/>
                  </a:lnTo>
                  <a:lnTo>
                    <a:pt x="2546" y="13787"/>
                  </a:lnTo>
                  <a:lnTo>
                    <a:pt x="2546" y="13914"/>
                  </a:lnTo>
                  <a:lnTo>
                    <a:pt x="2631" y="14041"/>
                  </a:lnTo>
                  <a:lnTo>
                    <a:pt x="2715" y="14084"/>
                  </a:lnTo>
                  <a:lnTo>
                    <a:pt x="2843" y="14126"/>
                  </a:lnTo>
                  <a:lnTo>
                    <a:pt x="2970" y="14126"/>
                  </a:lnTo>
                  <a:lnTo>
                    <a:pt x="3055" y="14084"/>
                  </a:lnTo>
                  <a:lnTo>
                    <a:pt x="3140" y="13999"/>
                  </a:lnTo>
                  <a:lnTo>
                    <a:pt x="3182" y="13914"/>
                  </a:lnTo>
                  <a:lnTo>
                    <a:pt x="3352" y="12769"/>
                  </a:lnTo>
                  <a:lnTo>
                    <a:pt x="4073" y="12048"/>
                  </a:lnTo>
                  <a:lnTo>
                    <a:pt x="4794" y="11411"/>
                  </a:lnTo>
                  <a:lnTo>
                    <a:pt x="5600" y="10775"/>
                  </a:lnTo>
                  <a:lnTo>
                    <a:pt x="6406" y="10224"/>
                  </a:lnTo>
                  <a:lnTo>
                    <a:pt x="6533" y="10096"/>
                  </a:lnTo>
                  <a:lnTo>
                    <a:pt x="6576" y="10011"/>
                  </a:lnTo>
                  <a:lnTo>
                    <a:pt x="6576" y="9884"/>
                  </a:lnTo>
                  <a:lnTo>
                    <a:pt x="6533" y="9757"/>
                  </a:lnTo>
                  <a:lnTo>
                    <a:pt x="6449" y="9672"/>
                  </a:lnTo>
                  <a:lnTo>
                    <a:pt x="6364" y="9630"/>
                  </a:lnTo>
                  <a:lnTo>
                    <a:pt x="6236" y="9630"/>
                  </a:lnTo>
                  <a:lnTo>
                    <a:pt x="6109" y="9672"/>
                  </a:lnTo>
                  <a:lnTo>
                    <a:pt x="5430" y="10096"/>
                  </a:lnTo>
                  <a:lnTo>
                    <a:pt x="4752" y="10563"/>
                  </a:lnTo>
                  <a:lnTo>
                    <a:pt x="4115" y="11072"/>
                  </a:lnTo>
                  <a:lnTo>
                    <a:pt x="3564" y="11666"/>
                  </a:lnTo>
                  <a:lnTo>
                    <a:pt x="3861" y="9884"/>
                  </a:lnTo>
                  <a:lnTo>
                    <a:pt x="4243" y="8103"/>
                  </a:lnTo>
                  <a:lnTo>
                    <a:pt x="5091" y="7551"/>
                  </a:lnTo>
                  <a:lnTo>
                    <a:pt x="5897" y="7084"/>
                  </a:lnTo>
                  <a:lnTo>
                    <a:pt x="6788" y="6618"/>
                  </a:lnTo>
                  <a:lnTo>
                    <a:pt x="7636" y="6151"/>
                  </a:lnTo>
                  <a:lnTo>
                    <a:pt x="7721" y="6109"/>
                  </a:lnTo>
                  <a:lnTo>
                    <a:pt x="7764" y="6024"/>
                  </a:lnTo>
                  <a:lnTo>
                    <a:pt x="7764" y="5939"/>
                  </a:lnTo>
                  <a:lnTo>
                    <a:pt x="7721" y="5854"/>
                  </a:lnTo>
                  <a:lnTo>
                    <a:pt x="7679" y="5769"/>
                  </a:lnTo>
                  <a:lnTo>
                    <a:pt x="7636" y="5727"/>
                  </a:lnTo>
                  <a:lnTo>
                    <a:pt x="7551" y="5685"/>
                  </a:lnTo>
                  <a:lnTo>
                    <a:pt x="7467" y="5685"/>
                  </a:lnTo>
                  <a:lnTo>
                    <a:pt x="6661" y="6024"/>
                  </a:lnTo>
                  <a:lnTo>
                    <a:pt x="5897" y="6448"/>
                  </a:lnTo>
                  <a:lnTo>
                    <a:pt x="5176" y="6872"/>
                  </a:lnTo>
                  <a:lnTo>
                    <a:pt x="4455" y="7339"/>
                  </a:lnTo>
                  <a:lnTo>
                    <a:pt x="4455" y="7339"/>
                  </a:lnTo>
                  <a:lnTo>
                    <a:pt x="4540" y="6915"/>
                  </a:lnTo>
                  <a:lnTo>
                    <a:pt x="4921" y="5685"/>
                  </a:lnTo>
                  <a:lnTo>
                    <a:pt x="5303" y="4497"/>
                  </a:lnTo>
                  <a:lnTo>
                    <a:pt x="5855" y="4200"/>
                  </a:lnTo>
                  <a:lnTo>
                    <a:pt x="6406" y="3945"/>
                  </a:lnTo>
                  <a:lnTo>
                    <a:pt x="7000" y="3733"/>
                  </a:lnTo>
                  <a:lnTo>
                    <a:pt x="7551" y="3521"/>
                  </a:lnTo>
                  <a:lnTo>
                    <a:pt x="7636" y="3479"/>
                  </a:lnTo>
                  <a:lnTo>
                    <a:pt x="7721" y="3394"/>
                  </a:lnTo>
                  <a:lnTo>
                    <a:pt x="7721" y="3351"/>
                  </a:lnTo>
                  <a:lnTo>
                    <a:pt x="7721" y="3267"/>
                  </a:lnTo>
                  <a:lnTo>
                    <a:pt x="7679" y="3182"/>
                  </a:lnTo>
                  <a:lnTo>
                    <a:pt x="7636" y="3139"/>
                  </a:lnTo>
                  <a:lnTo>
                    <a:pt x="7551" y="3097"/>
                  </a:lnTo>
                  <a:lnTo>
                    <a:pt x="7467" y="3097"/>
                  </a:lnTo>
                  <a:lnTo>
                    <a:pt x="6958" y="3224"/>
                  </a:lnTo>
                  <a:lnTo>
                    <a:pt x="6491" y="3394"/>
                  </a:lnTo>
                  <a:lnTo>
                    <a:pt x="5982" y="3606"/>
                  </a:lnTo>
                  <a:lnTo>
                    <a:pt x="5558" y="3818"/>
                  </a:lnTo>
                  <a:lnTo>
                    <a:pt x="6194" y="1994"/>
                  </a:lnTo>
                  <a:lnTo>
                    <a:pt x="6830" y="170"/>
                  </a:lnTo>
                  <a:lnTo>
                    <a:pt x="6830" y="85"/>
                  </a:lnTo>
                  <a:lnTo>
                    <a:pt x="6745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43"/>
            <p:cNvSpPr/>
            <p:nvPr/>
          </p:nvSpPr>
          <p:spPr>
            <a:xfrm>
              <a:off x="3667875" y="1550375"/>
              <a:ext cx="267275" cy="261975"/>
            </a:xfrm>
            <a:custGeom>
              <a:rect b="b" l="l" r="r" t="t"/>
              <a:pathLst>
                <a:path extrusionOk="0" h="10479" w="10691">
                  <a:moveTo>
                    <a:pt x="8061" y="0"/>
                  </a:moveTo>
                  <a:lnTo>
                    <a:pt x="7933" y="43"/>
                  </a:lnTo>
                  <a:lnTo>
                    <a:pt x="7848" y="85"/>
                  </a:lnTo>
                  <a:lnTo>
                    <a:pt x="7848" y="170"/>
                  </a:lnTo>
                  <a:lnTo>
                    <a:pt x="7721" y="679"/>
                  </a:lnTo>
                  <a:lnTo>
                    <a:pt x="7594" y="1231"/>
                  </a:lnTo>
                  <a:lnTo>
                    <a:pt x="7467" y="2291"/>
                  </a:lnTo>
                  <a:lnTo>
                    <a:pt x="6364" y="3224"/>
                  </a:lnTo>
                  <a:lnTo>
                    <a:pt x="5261" y="4200"/>
                  </a:lnTo>
                  <a:lnTo>
                    <a:pt x="5091" y="2121"/>
                  </a:lnTo>
                  <a:lnTo>
                    <a:pt x="5091" y="2079"/>
                  </a:lnTo>
                  <a:lnTo>
                    <a:pt x="5006" y="2079"/>
                  </a:lnTo>
                  <a:lnTo>
                    <a:pt x="4964" y="2121"/>
                  </a:lnTo>
                  <a:lnTo>
                    <a:pt x="4837" y="4582"/>
                  </a:lnTo>
                  <a:lnTo>
                    <a:pt x="3606" y="5812"/>
                  </a:lnTo>
                  <a:lnTo>
                    <a:pt x="2419" y="7085"/>
                  </a:lnTo>
                  <a:lnTo>
                    <a:pt x="2334" y="6364"/>
                  </a:lnTo>
                  <a:lnTo>
                    <a:pt x="2249" y="5642"/>
                  </a:lnTo>
                  <a:lnTo>
                    <a:pt x="2122" y="4921"/>
                  </a:lnTo>
                  <a:lnTo>
                    <a:pt x="1952" y="4243"/>
                  </a:lnTo>
                  <a:lnTo>
                    <a:pt x="1910" y="4158"/>
                  </a:lnTo>
                  <a:lnTo>
                    <a:pt x="1867" y="4115"/>
                  </a:lnTo>
                  <a:lnTo>
                    <a:pt x="1782" y="4115"/>
                  </a:lnTo>
                  <a:lnTo>
                    <a:pt x="1655" y="4200"/>
                  </a:lnTo>
                  <a:lnTo>
                    <a:pt x="1655" y="4243"/>
                  </a:lnTo>
                  <a:lnTo>
                    <a:pt x="1655" y="4327"/>
                  </a:lnTo>
                  <a:lnTo>
                    <a:pt x="1782" y="5133"/>
                  </a:lnTo>
                  <a:lnTo>
                    <a:pt x="1910" y="5939"/>
                  </a:lnTo>
                  <a:lnTo>
                    <a:pt x="1994" y="6745"/>
                  </a:lnTo>
                  <a:lnTo>
                    <a:pt x="2037" y="7551"/>
                  </a:lnTo>
                  <a:lnTo>
                    <a:pt x="1485" y="8230"/>
                  </a:lnTo>
                  <a:lnTo>
                    <a:pt x="976" y="8909"/>
                  </a:lnTo>
                  <a:lnTo>
                    <a:pt x="467" y="9630"/>
                  </a:lnTo>
                  <a:lnTo>
                    <a:pt x="1" y="10309"/>
                  </a:lnTo>
                  <a:lnTo>
                    <a:pt x="1" y="10394"/>
                  </a:lnTo>
                  <a:lnTo>
                    <a:pt x="43" y="10436"/>
                  </a:lnTo>
                  <a:lnTo>
                    <a:pt x="85" y="10478"/>
                  </a:lnTo>
                  <a:lnTo>
                    <a:pt x="170" y="10436"/>
                  </a:lnTo>
                  <a:lnTo>
                    <a:pt x="2291" y="8273"/>
                  </a:lnTo>
                  <a:lnTo>
                    <a:pt x="2843" y="8230"/>
                  </a:lnTo>
                  <a:lnTo>
                    <a:pt x="3394" y="8188"/>
                  </a:lnTo>
                  <a:lnTo>
                    <a:pt x="4455" y="8188"/>
                  </a:lnTo>
                  <a:lnTo>
                    <a:pt x="5515" y="8273"/>
                  </a:lnTo>
                  <a:lnTo>
                    <a:pt x="6618" y="8357"/>
                  </a:lnTo>
                  <a:lnTo>
                    <a:pt x="6703" y="8357"/>
                  </a:lnTo>
                  <a:lnTo>
                    <a:pt x="6746" y="8315"/>
                  </a:lnTo>
                  <a:lnTo>
                    <a:pt x="6788" y="8230"/>
                  </a:lnTo>
                  <a:lnTo>
                    <a:pt x="6788" y="8103"/>
                  </a:lnTo>
                  <a:lnTo>
                    <a:pt x="6746" y="8018"/>
                  </a:lnTo>
                  <a:lnTo>
                    <a:pt x="6661" y="8018"/>
                  </a:lnTo>
                  <a:lnTo>
                    <a:pt x="6194" y="7891"/>
                  </a:lnTo>
                  <a:lnTo>
                    <a:pt x="5727" y="7806"/>
                  </a:lnTo>
                  <a:lnTo>
                    <a:pt x="5261" y="7721"/>
                  </a:lnTo>
                  <a:lnTo>
                    <a:pt x="4752" y="7679"/>
                  </a:lnTo>
                  <a:lnTo>
                    <a:pt x="3776" y="7679"/>
                  </a:lnTo>
                  <a:lnTo>
                    <a:pt x="2800" y="7764"/>
                  </a:lnTo>
                  <a:lnTo>
                    <a:pt x="5049" y="5473"/>
                  </a:lnTo>
                  <a:lnTo>
                    <a:pt x="6194" y="5430"/>
                  </a:lnTo>
                  <a:lnTo>
                    <a:pt x="7339" y="5388"/>
                  </a:lnTo>
                  <a:lnTo>
                    <a:pt x="9630" y="5346"/>
                  </a:lnTo>
                  <a:lnTo>
                    <a:pt x="9715" y="5346"/>
                  </a:lnTo>
                  <a:lnTo>
                    <a:pt x="9757" y="5303"/>
                  </a:lnTo>
                  <a:lnTo>
                    <a:pt x="9800" y="5218"/>
                  </a:lnTo>
                  <a:lnTo>
                    <a:pt x="9842" y="5133"/>
                  </a:lnTo>
                  <a:lnTo>
                    <a:pt x="9800" y="5091"/>
                  </a:lnTo>
                  <a:lnTo>
                    <a:pt x="9757" y="5006"/>
                  </a:lnTo>
                  <a:lnTo>
                    <a:pt x="9715" y="4964"/>
                  </a:lnTo>
                  <a:lnTo>
                    <a:pt x="9630" y="4921"/>
                  </a:lnTo>
                  <a:lnTo>
                    <a:pt x="8612" y="4879"/>
                  </a:lnTo>
                  <a:lnTo>
                    <a:pt x="7594" y="4836"/>
                  </a:lnTo>
                  <a:lnTo>
                    <a:pt x="6576" y="4879"/>
                  </a:lnTo>
                  <a:lnTo>
                    <a:pt x="5600" y="4964"/>
                  </a:lnTo>
                  <a:lnTo>
                    <a:pt x="6533" y="4030"/>
                  </a:lnTo>
                  <a:lnTo>
                    <a:pt x="7552" y="3097"/>
                  </a:lnTo>
                  <a:lnTo>
                    <a:pt x="7679" y="3140"/>
                  </a:lnTo>
                  <a:lnTo>
                    <a:pt x="8994" y="3097"/>
                  </a:lnTo>
                  <a:lnTo>
                    <a:pt x="10309" y="3055"/>
                  </a:lnTo>
                  <a:lnTo>
                    <a:pt x="10394" y="3012"/>
                  </a:lnTo>
                  <a:lnTo>
                    <a:pt x="10479" y="2970"/>
                  </a:lnTo>
                  <a:lnTo>
                    <a:pt x="10521" y="2885"/>
                  </a:lnTo>
                  <a:lnTo>
                    <a:pt x="10521" y="2843"/>
                  </a:lnTo>
                  <a:lnTo>
                    <a:pt x="10521" y="2758"/>
                  </a:lnTo>
                  <a:lnTo>
                    <a:pt x="10479" y="2673"/>
                  </a:lnTo>
                  <a:lnTo>
                    <a:pt x="10394" y="2631"/>
                  </a:lnTo>
                  <a:lnTo>
                    <a:pt x="10309" y="2631"/>
                  </a:lnTo>
                  <a:lnTo>
                    <a:pt x="8103" y="2588"/>
                  </a:lnTo>
                  <a:lnTo>
                    <a:pt x="9333" y="1570"/>
                  </a:lnTo>
                  <a:lnTo>
                    <a:pt x="10606" y="552"/>
                  </a:lnTo>
                  <a:lnTo>
                    <a:pt x="10691" y="467"/>
                  </a:lnTo>
                  <a:lnTo>
                    <a:pt x="10691" y="382"/>
                  </a:lnTo>
                  <a:lnTo>
                    <a:pt x="10691" y="297"/>
                  </a:lnTo>
                  <a:lnTo>
                    <a:pt x="10648" y="170"/>
                  </a:lnTo>
                  <a:lnTo>
                    <a:pt x="10606" y="128"/>
                  </a:lnTo>
                  <a:lnTo>
                    <a:pt x="10521" y="85"/>
                  </a:lnTo>
                  <a:lnTo>
                    <a:pt x="10436" y="85"/>
                  </a:lnTo>
                  <a:lnTo>
                    <a:pt x="10351" y="128"/>
                  </a:lnTo>
                  <a:lnTo>
                    <a:pt x="9206" y="934"/>
                  </a:lnTo>
                  <a:lnTo>
                    <a:pt x="8103" y="1825"/>
                  </a:lnTo>
                  <a:lnTo>
                    <a:pt x="8188" y="1019"/>
                  </a:lnTo>
                  <a:lnTo>
                    <a:pt x="8230" y="594"/>
                  </a:lnTo>
                  <a:lnTo>
                    <a:pt x="8188" y="213"/>
                  </a:lnTo>
                  <a:lnTo>
                    <a:pt x="8188" y="128"/>
                  </a:lnTo>
                  <a:lnTo>
                    <a:pt x="8145" y="85"/>
                  </a:lnTo>
                  <a:lnTo>
                    <a:pt x="8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43"/>
            <p:cNvSpPr/>
            <p:nvPr/>
          </p:nvSpPr>
          <p:spPr>
            <a:xfrm>
              <a:off x="3569250" y="1983075"/>
              <a:ext cx="362725" cy="167575"/>
            </a:xfrm>
            <a:custGeom>
              <a:rect b="b" l="l" r="r" t="t"/>
              <a:pathLst>
                <a:path extrusionOk="0" h="6703" w="14509">
                  <a:moveTo>
                    <a:pt x="11327" y="0"/>
                  </a:moveTo>
                  <a:lnTo>
                    <a:pt x="11284" y="43"/>
                  </a:lnTo>
                  <a:lnTo>
                    <a:pt x="11200" y="85"/>
                  </a:lnTo>
                  <a:lnTo>
                    <a:pt x="10521" y="1061"/>
                  </a:lnTo>
                  <a:lnTo>
                    <a:pt x="9842" y="1994"/>
                  </a:lnTo>
                  <a:lnTo>
                    <a:pt x="6448" y="3055"/>
                  </a:lnTo>
                  <a:lnTo>
                    <a:pt x="6745" y="2418"/>
                  </a:lnTo>
                  <a:lnTo>
                    <a:pt x="7000" y="1740"/>
                  </a:lnTo>
                  <a:lnTo>
                    <a:pt x="7170" y="1018"/>
                  </a:lnTo>
                  <a:lnTo>
                    <a:pt x="7297" y="297"/>
                  </a:lnTo>
                  <a:lnTo>
                    <a:pt x="7297" y="255"/>
                  </a:lnTo>
                  <a:lnTo>
                    <a:pt x="7254" y="212"/>
                  </a:lnTo>
                  <a:lnTo>
                    <a:pt x="7170" y="170"/>
                  </a:lnTo>
                  <a:lnTo>
                    <a:pt x="7042" y="170"/>
                  </a:lnTo>
                  <a:lnTo>
                    <a:pt x="6957" y="255"/>
                  </a:lnTo>
                  <a:lnTo>
                    <a:pt x="6703" y="1061"/>
                  </a:lnTo>
                  <a:lnTo>
                    <a:pt x="6448" y="1824"/>
                  </a:lnTo>
                  <a:lnTo>
                    <a:pt x="6151" y="2546"/>
                  </a:lnTo>
                  <a:lnTo>
                    <a:pt x="5770" y="3267"/>
                  </a:lnTo>
                  <a:lnTo>
                    <a:pt x="3055" y="4158"/>
                  </a:lnTo>
                  <a:lnTo>
                    <a:pt x="3479" y="3436"/>
                  </a:lnTo>
                  <a:lnTo>
                    <a:pt x="3776" y="2715"/>
                  </a:lnTo>
                  <a:lnTo>
                    <a:pt x="4030" y="1952"/>
                  </a:lnTo>
                  <a:lnTo>
                    <a:pt x="4115" y="1570"/>
                  </a:lnTo>
                  <a:lnTo>
                    <a:pt x="4200" y="1188"/>
                  </a:lnTo>
                  <a:lnTo>
                    <a:pt x="4200" y="1103"/>
                  </a:lnTo>
                  <a:lnTo>
                    <a:pt x="4158" y="1061"/>
                  </a:lnTo>
                  <a:lnTo>
                    <a:pt x="4073" y="1018"/>
                  </a:lnTo>
                  <a:lnTo>
                    <a:pt x="3946" y="1018"/>
                  </a:lnTo>
                  <a:lnTo>
                    <a:pt x="3861" y="1146"/>
                  </a:lnTo>
                  <a:lnTo>
                    <a:pt x="3521" y="1994"/>
                  </a:lnTo>
                  <a:lnTo>
                    <a:pt x="3182" y="2800"/>
                  </a:lnTo>
                  <a:lnTo>
                    <a:pt x="2758" y="3606"/>
                  </a:lnTo>
                  <a:lnTo>
                    <a:pt x="2249" y="4370"/>
                  </a:lnTo>
                  <a:lnTo>
                    <a:pt x="2206" y="4412"/>
                  </a:lnTo>
                  <a:lnTo>
                    <a:pt x="128" y="5133"/>
                  </a:lnTo>
                  <a:lnTo>
                    <a:pt x="43" y="5176"/>
                  </a:lnTo>
                  <a:lnTo>
                    <a:pt x="0" y="5218"/>
                  </a:lnTo>
                  <a:lnTo>
                    <a:pt x="0" y="5388"/>
                  </a:lnTo>
                  <a:lnTo>
                    <a:pt x="85" y="5473"/>
                  </a:lnTo>
                  <a:lnTo>
                    <a:pt x="170" y="5515"/>
                  </a:lnTo>
                  <a:lnTo>
                    <a:pt x="212" y="5515"/>
                  </a:lnTo>
                  <a:lnTo>
                    <a:pt x="2673" y="4879"/>
                  </a:lnTo>
                  <a:lnTo>
                    <a:pt x="3606" y="5260"/>
                  </a:lnTo>
                  <a:lnTo>
                    <a:pt x="4497" y="5685"/>
                  </a:lnTo>
                  <a:lnTo>
                    <a:pt x="5388" y="6151"/>
                  </a:lnTo>
                  <a:lnTo>
                    <a:pt x="6236" y="6660"/>
                  </a:lnTo>
                  <a:lnTo>
                    <a:pt x="6364" y="6703"/>
                  </a:lnTo>
                  <a:lnTo>
                    <a:pt x="6491" y="6703"/>
                  </a:lnTo>
                  <a:lnTo>
                    <a:pt x="6576" y="6618"/>
                  </a:lnTo>
                  <a:lnTo>
                    <a:pt x="6618" y="6533"/>
                  </a:lnTo>
                  <a:lnTo>
                    <a:pt x="6661" y="6448"/>
                  </a:lnTo>
                  <a:lnTo>
                    <a:pt x="6661" y="6321"/>
                  </a:lnTo>
                  <a:lnTo>
                    <a:pt x="6618" y="6236"/>
                  </a:lnTo>
                  <a:lnTo>
                    <a:pt x="6533" y="6151"/>
                  </a:lnTo>
                  <a:lnTo>
                    <a:pt x="5812" y="5727"/>
                  </a:lnTo>
                  <a:lnTo>
                    <a:pt x="5091" y="5303"/>
                  </a:lnTo>
                  <a:lnTo>
                    <a:pt x="4370" y="4964"/>
                  </a:lnTo>
                  <a:lnTo>
                    <a:pt x="3606" y="4624"/>
                  </a:lnTo>
                  <a:lnTo>
                    <a:pt x="6109" y="3861"/>
                  </a:lnTo>
                  <a:lnTo>
                    <a:pt x="6576" y="3945"/>
                  </a:lnTo>
                  <a:lnTo>
                    <a:pt x="7000" y="4073"/>
                  </a:lnTo>
                  <a:lnTo>
                    <a:pt x="7891" y="4327"/>
                  </a:lnTo>
                  <a:lnTo>
                    <a:pt x="8739" y="4667"/>
                  </a:lnTo>
                  <a:lnTo>
                    <a:pt x="9588" y="5091"/>
                  </a:lnTo>
                  <a:lnTo>
                    <a:pt x="9757" y="5091"/>
                  </a:lnTo>
                  <a:lnTo>
                    <a:pt x="9885" y="5006"/>
                  </a:lnTo>
                  <a:lnTo>
                    <a:pt x="9927" y="4921"/>
                  </a:lnTo>
                  <a:lnTo>
                    <a:pt x="9927" y="4879"/>
                  </a:lnTo>
                  <a:lnTo>
                    <a:pt x="9927" y="4794"/>
                  </a:lnTo>
                  <a:lnTo>
                    <a:pt x="9842" y="4709"/>
                  </a:lnTo>
                  <a:lnTo>
                    <a:pt x="9248" y="4327"/>
                  </a:lnTo>
                  <a:lnTo>
                    <a:pt x="8612" y="3988"/>
                  </a:lnTo>
                  <a:lnTo>
                    <a:pt x="7933" y="3733"/>
                  </a:lnTo>
                  <a:lnTo>
                    <a:pt x="7212" y="3521"/>
                  </a:lnTo>
                  <a:lnTo>
                    <a:pt x="9588" y="2800"/>
                  </a:lnTo>
                  <a:lnTo>
                    <a:pt x="9630" y="2842"/>
                  </a:lnTo>
                  <a:lnTo>
                    <a:pt x="9715" y="2842"/>
                  </a:lnTo>
                  <a:lnTo>
                    <a:pt x="10309" y="2885"/>
                  </a:lnTo>
                  <a:lnTo>
                    <a:pt x="10860" y="3012"/>
                  </a:lnTo>
                  <a:lnTo>
                    <a:pt x="11369" y="3224"/>
                  </a:lnTo>
                  <a:lnTo>
                    <a:pt x="11836" y="3521"/>
                  </a:lnTo>
                  <a:lnTo>
                    <a:pt x="11963" y="3564"/>
                  </a:lnTo>
                  <a:lnTo>
                    <a:pt x="12048" y="3564"/>
                  </a:lnTo>
                  <a:lnTo>
                    <a:pt x="12133" y="3521"/>
                  </a:lnTo>
                  <a:lnTo>
                    <a:pt x="12175" y="3436"/>
                  </a:lnTo>
                  <a:lnTo>
                    <a:pt x="12218" y="3352"/>
                  </a:lnTo>
                  <a:lnTo>
                    <a:pt x="12218" y="3267"/>
                  </a:lnTo>
                  <a:lnTo>
                    <a:pt x="12175" y="3139"/>
                  </a:lnTo>
                  <a:lnTo>
                    <a:pt x="12090" y="3055"/>
                  </a:lnTo>
                  <a:lnTo>
                    <a:pt x="11793" y="2842"/>
                  </a:lnTo>
                  <a:lnTo>
                    <a:pt x="11412" y="2673"/>
                  </a:lnTo>
                  <a:lnTo>
                    <a:pt x="11072" y="2503"/>
                  </a:lnTo>
                  <a:lnTo>
                    <a:pt x="10691" y="2418"/>
                  </a:lnTo>
                  <a:lnTo>
                    <a:pt x="14339" y="1188"/>
                  </a:lnTo>
                  <a:lnTo>
                    <a:pt x="14424" y="1146"/>
                  </a:lnTo>
                  <a:lnTo>
                    <a:pt x="14508" y="1061"/>
                  </a:lnTo>
                  <a:lnTo>
                    <a:pt x="14508" y="934"/>
                  </a:lnTo>
                  <a:lnTo>
                    <a:pt x="14508" y="849"/>
                  </a:lnTo>
                  <a:lnTo>
                    <a:pt x="14466" y="721"/>
                  </a:lnTo>
                  <a:lnTo>
                    <a:pt x="14381" y="679"/>
                  </a:lnTo>
                  <a:lnTo>
                    <a:pt x="14296" y="637"/>
                  </a:lnTo>
                  <a:lnTo>
                    <a:pt x="14169" y="637"/>
                  </a:lnTo>
                  <a:lnTo>
                    <a:pt x="10478" y="1824"/>
                  </a:lnTo>
                  <a:lnTo>
                    <a:pt x="11497" y="255"/>
                  </a:lnTo>
                  <a:lnTo>
                    <a:pt x="11539" y="212"/>
                  </a:lnTo>
                  <a:lnTo>
                    <a:pt x="11539" y="128"/>
                  </a:lnTo>
                  <a:lnTo>
                    <a:pt x="11454" y="43"/>
                  </a:lnTo>
                  <a:lnTo>
                    <a:pt x="1132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43"/>
            <p:cNvSpPr/>
            <p:nvPr/>
          </p:nvSpPr>
          <p:spPr>
            <a:xfrm>
              <a:off x="3065500" y="1990500"/>
              <a:ext cx="146375" cy="307575"/>
            </a:xfrm>
            <a:custGeom>
              <a:rect b="b" l="l" r="r" t="t"/>
              <a:pathLst>
                <a:path extrusionOk="0" h="12303" w="5855">
                  <a:moveTo>
                    <a:pt x="4115" y="0"/>
                  </a:moveTo>
                  <a:lnTo>
                    <a:pt x="3988" y="85"/>
                  </a:lnTo>
                  <a:lnTo>
                    <a:pt x="3903" y="212"/>
                  </a:lnTo>
                  <a:lnTo>
                    <a:pt x="3521" y="1188"/>
                  </a:lnTo>
                  <a:lnTo>
                    <a:pt x="3182" y="2249"/>
                  </a:lnTo>
                  <a:lnTo>
                    <a:pt x="2885" y="3267"/>
                  </a:lnTo>
                  <a:lnTo>
                    <a:pt x="2673" y="4327"/>
                  </a:lnTo>
                  <a:lnTo>
                    <a:pt x="2036" y="3818"/>
                  </a:lnTo>
                  <a:lnTo>
                    <a:pt x="1697" y="3648"/>
                  </a:lnTo>
                  <a:lnTo>
                    <a:pt x="1358" y="3479"/>
                  </a:lnTo>
                  <a:lnTo>
                    <a:pt x="1315" y="3479"/>
                  </a:lnTo>
                  <a:lnTo>
                    <a:pt x="1273" y="3521"/>
                  </a:lnTo>
                  <a:lnTo>
                    <a:pt x="1273" y="3606"/>
                  </a:lnTo>
                  <a:lnTo>
                    <a:pt x="1400" y="3776"/>
                  </a:lnTo>
                  <a:lnTo>
                    <a:pt x="1527" y="3945"/>
                  </a:lnTo>
                  <a:lnTo>
                    <a:pt x="1867" y="4285"/>
                  </a:lnTo>
                  <a:lnTo>
                    <a:pt x="2588" y="4879"/>
                  </a:lnTo>
                  <a:lnTo>
                    <a:pt x="2418" y="6109"/>
                  </a:lnTo>
                  <a:lnTo>
                    <a:pt x="2376" y="7381"/>
                  </a:lnTo>
                  <a:lnTo>
                    <a:pt x="1824" y="7042"/>
                  </a:lnTo>
                  <a:lnTo>
                    <a:pt x="1273" y="6745"/>
                  </a:lnTo>
                  <a:lnTo>
                    <a:pt x="721" y="6491"/>
                  </a:lnTo>
                  <a:lnTo>
                    <a:pt x="128" y="6279"/>
                  </a:lnTo>
                  <a:lnTo>
                    <a:pt x="85" y="6279"/>
                  </a:lnTo>
                  <a:lnTo>
                    <a:pt x="0" y="6363"/>
                  </a:lnTo>
                  <a:lnTo>
                    <a:pt x="0" y="6406"/>
                  </a:lnTo>
                  <a:lnTo>
                    <a:pt x="43" y="6491"/>
                  </a:lnTo>
                  <a:lnTo>
                    <a:pt x="1230" y="7169"/>
                  </a:lnTo>
                  <a:lnTo>
                    <a:pt x="1782" y="7551"/>
                  </a:lnTo>
                  <a:lnTo>
                    <a:pt x="2376" y="7933"/>
                  </a:lnTo>
                  <a:lnTo>
                    <a:pt x="2418" y="9078"/>
                  </a:lnTo>
                  <a:lnTo>
                    <a:pt x="2546" y="10181"/>
                  </a:lnTo>
                  <a:lnTo>
                    <a:pt x="1867" y="9757"/>
                  </a:lnTo>
                  <a:lnTo>
                    <a:pt x="467" y="8951"/>
                  </a:lnTo>
                  <a:lnTo>
                    <a:pt x="382" y="8909"/>
                  </a:lnTo>
                  <a:lnTo>
                    <a:pt x="340" y="8951"/>
                  </a:lnTo>
                  <a:lnTo>
                    <a:pt x="340" y="9036"/>
                  </a:lnTo>
                  <a:lnTo>
                    <a:pt x="382" y="9078"/>
                  </a:lnTo>
                  <a:lnTo>
                    <a:pt x="1358" y="9800"/>
                  </a:lnTo>
                  <a:lnTo>
                    <a:pt x="2376" y="10478"/>
                  </a:lnTo>
                  <a:lnTo>
                    <a:pt x="2673" y="10690"/>
                  </a:lnTo>
                  <a:lnTo>
                    <a:pt x="2842" y="11412"/>
                  </a:lnTo>
                  <a:lnTo>
                    <a:pt x="3055" y="12175"/>
                  </a:lnTo>
                  <a:lnTo>
                    <a:pt x="3055" y="12218"/>
                  </a:lnTo>
                  <a:lnTo>
                    <a:pt x="3139" y="12260"/>
                  </a:lnTo>
                  <a:lnTo>
                    <a:pt x="3267" y="12302"/>
                  </a:lnTo>
                  <a:lnTo>
                    <a:pt x="3352" y="12218"/>
                  </a:lnTo>
                  <a:lnTo>
                    <a:pt x="3394" y="12175"/>
                  </a:lnTo>
                  <a:lnTo>
                    <a:pt x="3394" y="12090"/>
                  </a:lnTo>
                  <a:lnTo>
                    <a:pt x="3267" y="10733"/>
                  </a:lnTo>
                  <a:lnTo>
                    <a:pt x="3521" y="10563"/>
                  </a:lnTo>
                  <a:lnTo>
                    <a:pt x="3733" y="10309"/>
                  </a:lnTo>
                  <a:lnTo>
                    <a:pt x="4158" y="9842"/>
                  </a:lnTo>
                  <a:lnTo>
                    <a:pt x="5770" y="8272"/>
                  </a:lnTo>
                  <a:lnTo>
                    <a:pt x="5812" y="8187"/>
                  </a:lnTo>
                  <a:lnTo>
                    <a:pt x="5854" y="8060"/>
                  </a:lnTo>
                  <a:lnTo>
                    <a:pt x="5812" y="7975"/>
                  </a:lnTo>
                  <a:lnTo>
                    <a:pt x="5770" y="7891"/>
                  </a:lnTo>
                  <a:lnTo>
                    <a:pt x="5685" y="7848"/>
                  </a:lnTo>
                  <a:lnTo>
                    <a:pt x="5600" y="7806"/>
                  </a:lnTo>
                  <a:lnTo>
                    <a:pt x="5473" y="7848"/>
                  </a:lnTo>
                  <a:lnTo>
                    <a:pt x="5388" y="7891"/>
                  </a:lnTo>
                  <a:lnTo>
                    <a:pt x="4370" y="8994"/>
                  </a:lnTo>
                  <a:lnTo>
                    <a:pt x="3861" y="9587"/>
                  </a:lnTo>
                  <a:lnTo>
                    <a:pt x="3606" y="9842"/>
                  </a:lnTo>
                  <a:lnTo>
                    <a:pt x="3309" y="10096"/>
                  </a:lnTo>
                  <a:lnTo>
                    <a:pt x="3224" y="10224"/>
                  </a:lnTo>
                  <a:lnTo>
                    <a:pt x="3139" y="8824"/>
                  </a:lnTo>
                  <a:lnTo>
                    <a:pt x="3139" y="7424"/>
                  </a:lnTo>
                  <a:lnTo>
                    <a:pt x="3521" y="6830"/>
                  </a:lnTo>
                  <a:lnTo>
                    <a:pt x="3945" y="6321"/>
                  </a:lnTo>
                  <a:lnTo>
                    <a:pt x="4412" y="5812"/>
                  </a:lnTo>
                  <a:lnTo>
                    <a:pt x="4921" y="5303"/>
                  </a:lnTo>
                  <a:lnTo>
                    <a:pt x="4964" y="5218"/>
                  </a:lnTo>
                  <a:lnTo>
                    <a:pt x="4964" y="5133"/>
                  </a:lnTo>
                  <a:lnTo>
                    <a:pt x="4964" y="5091"/>
                  </a:lnTo>
                  <a:lnTo>
                    <a:pt x="4921" y="5006"/>
                  </a:lnTo>
                  <a:lnTo>
                    <a:pt x="4836" y="4921"/>
                  </a:lnTo>
                  <a:lnTo>
                    <a:pt x="4624" y="4921"/>
                  </a:lnTo>
                  <a:lnTo>
                    <a:pt x="4200" y="5260"/>
                  </a:lnTo>
                  <a:lnTo>
                    <a:pt x="3861" y="5600"/>
                  </a:lnTo>
                  <a:lnTo>
                    <a:pt x="3479" y="5982"/>
                  </a:lnTo>
                  <a:lnTo>
                    <a:pt x="3182" y="6406"/>
                  </a:lnTo>
                  <a:lnTo>
                    <a:pt x="3267" y="5473"/>
                  </a:lnTo>
                  <a:lnTo>
                    <a:pt x="3394" y="4539"/>
                  </a:lnTo>
                  <a:lnTo>
                    <a:pt x="3818" y="4285"/>
                  </a:lnTo>
                  <a:lnTo>
                    <a:pt x="4242" y="4030"/>
                  </a:lnTo>
                  <a:lnTo>
                    <a:pt x="5133" y="3606"/>
                  </a:lnTo>
                  <a:lnTo>
                    <a:pt x="5218" y="3564"/>
                  </a:lnTo>
                  <a:lnTo>
                    <a:pt x="5260" y="3479"/>
                  </a:lnTo>
                  <a:lnTo>
                    <a:pt x="5303" y="3394"/>
                  </a:lnTo>
                  <a:lnTo>
                    <a:pt x="5303" y="3309"/>
                  </a:lnTo>
                  <a:lnTo>
                    <a:pt x="5260" y="3224"/>
                  </a:lnTo>
                  <a:lnTo>
                    <a:pt x="5218" y="3182"/>
                  </a:lnTo>
                  <a:lnTo>
                    <a:pt x="5133" y="3139"/>
                  </a:lnTo>
                  <a:lnTo>
                    <a:pt x="5006" y="3139"/>
                  </a:lnTo>
                  <a:lnTo>
                    <a:pt x="4624" y="3224"/>
                  </a:lnTo>
                  <a:lnTo>
                    <a:pt x="4242" y="3351"/>
                  </a:lnTo>
                  <a:lnTo>
                    <a:pt x="3903" y="3521"/>
                  </a:lnTo>
                  <a:lnTo>
                    <a:pt x="3521" y="3733"/>
                  </a:lnTo>
                  <a:lnTo>
                    <a:pt x="3733" y="2885"/>
                  </a:lnTo>
                  <a:lnTo>
                    <a:pt x="3945" y="2079"/>
                  </a:lnTo>
                  <a:lnTo>
                    <a:pt x="4242" y="1230"/>
                  </a:lnTo>
                  <a:lnTo>
                    <a:pt x="4582" y="382"/>
                  </a:lnTo>
                  <a:lnTo>
                    <a:pt x="4582" y="255"/>
                  </a:lnTo>
                  <a:lnTo>
                    <a:pt x="4539" y="127"/>
                  </a:lnTo>
                  <a:lnTo>
                    <a:pt x="4454" y="43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43"/>
            <p:cNvSpPr/>
            <p:nvPr/>
          </p:nvSpPr>
          <p:spPr>
            <a:xfrm>
              <a:off x="3286075" y="2309700"/>
              <a:ext cx="374400" cy="171850"/>
            </a:xfrm>
            <a:custGeom>
              <a:rect b="b" l="l" r="r" t="t"/>
              <a:pathLst>
                <a:path extrusionOk="0" h="6874" w="14976">
                  <a:moveTo>
                    <a:pt x="11836" y="1"/>
                  </a:moveTo>
                  <a:lnTo>
                    <a:pt x="11243" y="468"/>
                  </a:lnTo>
                  <a:lnTo>
                    <a:pt x="10733" y="1019"/>
                  </a:lnTo>
                  <a:lnTo>
                    <a:pt x="8782" y="1486"/>
                  </a:lnTo>
                  <a:lnTo>
                    <a:pt x="6873" y="2080"/>
                  </a:lnTo>
                  <a:lnTo>
                    <a:pt x="6873" y="2080"/>
                  </a:lnTo>
                  <a:lnTo>
                    <a:pt x="7552" y="1274"/>
                  </a:lnTo>
                  <a:lnTo>
                    <a:pt x="8231" y="425"/>
                  </a:lnTo>
                  <a:lnTo>
                    <a:pt x="8231" y="383"/>
                  </a:lnTo>
                  <a:lnTo>
                    <a:pt x="8273" y="298"/>
                  </a:lnTo>
                  <a:lnTo>
                    <a:pt x="8188" y="213"/>
                  </a:lnTo>
                  <a:lnTo>
                    <a:pt x="8103" y="171"/>
                  </a:lnTo>
                  <a:lnTo>
                    <a:pt x="8061" y="171"/>
                  </a:lnTo>
                  <a:lnTo>
                    <a:pt x="7976" y="213"/>
                  </a:lnTo>
                  <a:lnTo>
                    <a:pt x="6958" y="1274"/>
                  </a:lnTo>
                  <a:lnTo>
                    <a:pt x="5940" y="2334"/>
                  </a:lnTo>
                  <a:lnTo>
                    <a:pt x="5940" y="2377"/>
                  </a:lnTo>
                  <a:lnTo>
                    <a:pt x="2631" y="3480"/>
                  </a:lnTo>
                  <a:lnTo>
                    <a:pt x="2631" y="3480"/>
                  </a:lnTo>
                  <a:lnTo>
                    <a:pt x="3310" y="2377"/>
                  </a:lnTo>
                  <a:lnTo>
                    <a:pt x="3946" y="1231"/>
                  </a:lnTo>
                  <a:lnTo>
                    <a:pt x="3988" y="1146"/>
                  </a:lnTo>
                  <a:lnTo>
                    <a:pt x="3988" y="1062"/>
                  </a:lnTo>
                  <a:lnTo>
                    <a:pt x="3946" y="977"/>
                  </a:lnTo>
                  <a:lnTo>
                    <a:pt x="3861" y="934"/>
                  </a:lnTo>
                  <a:lnTo>
                    <a:pt x="3692" y="934"/>
                  </a:lnTo>
                  <a:lnTo>
                    <a:pt x="3607" y="1019"/>
                  </a:lnTo>
                  <a:lnTo>
                    <a:pt x="2673" y="2419"/>
                  </a:lnTo>
                  <a:lnTo>
                    <a:pt x="1698" y="3776"/>
                  </a:lnTo>
                  <a:lnTo>
                    <a:pt x="171" y="4286"/>
                  </a:lnTo>
                  <a:lnTo>
                    <a:pt x="86" y="4328"/>
                  </a:lnTo>
                  <a:lnTo>
                    <a:pt x="43" y="4413"/>
                  </a:lnTo>
                  <a:lnTo>
                    <a:pt x="1" y="4498"/>
                  </a:lnTo>
                  <a:lnTo>
                    <a:pt x="1" y="4582"/>
                  </a:lnTo>
                  <a:lnTo>
                    <a:pt x="43" y="4667"/>
                  </a:lnTo>
                  <a:lnTo>
                    <a:pt x="128" y="4710"/>
                  </a:lnTo>
                  <a:lnTo>
                    <a:pt x="213" y="4752"/>
                  </a:lnTo>
                  <a:lnTo>
                    <a:pt x="298" y="4752"/>
                  </a:lnTo>
                  <a:lnTo>
                    <a:pt x="1528" y="4370"/>
                  </a:lnTo>
                  <a:lnTo>
                    <a:pt x="1570" y="4455"/>
                  </a:lnTo>
                  <a:lnTo>
                    <a:pt x="1655" y="4498"/>
                  </a:lnTo>
                  <a:lnTo>
                    <a:pt x="2334" y="4667"/>
                  </a:lnTo>
                  <a:lnTo>
                    <a:pt x="3013" y="4922"/>
                  </a:lnTo>
                  <a:lnTo>
                    <a:pt x="3692" y="5176"/>
                  </a:lnTo>
                  <a:lnTo>
                    <a:pt x="4328" y="5473"/>
                  </a:lnTo>
                  <a:lnTo>
                    <a:pt x="5558" y="6110"/>
                  </a:lnTo>
                  <a:lnTo>
                    <a:pt x="6831" y="6831"/>
                  </a:lnTo>
                  <a:lnTo>
                    <a:pt x="6916" y="6873"/>
                  </a:lnTo>
                  <a:lnTo>
                    <a:pt x="7043" y="6873"/>
                  </a:lnTo>
                  <a:lnTo>
                    <a:pt x="7128" y="6831"/>
                  </a:lnTo>
                  <a:lnTo>
                    <a:pt x="7213" y="6746"/>
                  </a:lnTo>
                  <a:lnTo>
                    <a:pt x="7255" y="6619"/>
                  </a:lnTo>
                  <a:lnTo>
                    <a:pt x="7255" y="6534"/>
                  </a:lnTo>
                  <a:lnTo>
                    <a:pt x="7213" y="6407"/>
                  </a:lnTo>
                  <a:lnTo>
                    <a:pt x="7128" y="6322"/>
                  </a:lnTo>
                  <a:lnTo>
                    <a:pt x="6576" y="5940"/>
                  </a:lnTo>
                  <a:lnTo>
                    <a:pt x="6025" y="5601"/>
                  </a:lnTo>
                  <a:lnTo>
                    <a:pt x="5431" y="5304"/>
                  </a:lnTo>
                  <a:lnTo>
                    <a:pt x="4879" y="5007"/>
                  </a:lnTo>
                  <a:lnTo>
                    <a:pt x="4285" y="4752"/>
                  </a:lnTo>
                  <a:lnTo>
                    <a:pt x="3649" y="4498"/>
                  </a:lnTo>
                  <a:lnTo>
                    <a:pt x="2419" y="4073"/>
                  </a:lnTo>
                  <a:lnTo>
                    <a:pt x="6279" y="2886"/>
                  </a:lnTo>
                  <a:lnTo>
                    <a:pt x="7467" y="3310"/>
                  </a:lnTo>
                  <a:lnTo>
                    <a:pt x="8570" y="3861"/>
                  </a:lnTo>
                  <a:lnTo>
                    <a:pt x="9673" y="4455"/>
                  </a:lnTo>
                  <a:lnTo>
                    <a:pt x="10733" y="5134"/>
                  </a:lnTo>
                  <a:lnTo>
                    <a:pt x="10861" y="5176"/>
                  </a:lnTo>
                  <a:lnTo>
                    <a:pt x="10946" y="5176"/>
                  </a:lnTo>
                  <a:lnTo>
                    <a:pt x="11030" y="5134"/>
                  </a:lnTo>
                  <a:lnTo>
                    <a:pt x="11115" y="5049"/>
                  </a:lnTo>
                  <a:lnTo>
                    <a:pt x="11115" y="4964"/>
                  </a:lnTo>
                  <a:lnTo>
                    <a:pt x="11115" y="4879"/>
                  </a:lnTo>
                  <a:lnTo>
                    <a:pt x="11115" y="4752"/>
                  </a:lnTo>
                  <a:lnTo>
                    <a:pt x="11030" y="4667"/>
                  </a:lnTo>
                  <a:lnTo>
                    <a:pt x="10097" y="4073"/>
                  </a:lnTo>
                  <a:lnTo>
                    <a:pt x="9121" y="3522"/>
                  </a:lnTo>
                  <a:lnTo>
                    <a:pt x="8103" y="3055"/>
                  </a:lnTo>
                  <a:lnTo>
                    <a:pt x="7085" y="2631"/>
                  </a:lnTo>
                  <a:lnTo>
                    <a:pt x="8697" y="2164"/>
                  </a:lnTo>
                  <a:lnTo>
                    <a:pt x="10309" y="1740"/>
                  </a:lnTo>
                  <a:lnTo>
                    <a:pt x="10352" y="1825"/>
                  </a:lnTo>
                  <a:lnTo>
                    <a:pt x="10479" y="1868"/>
                  </a:lnTo>
                  <a:lnTo>
                    <a:pt x="10818" y="2037"/>
                  </a:lnTo>
                  <a:lnTo>
                    <a:pt x="11158" y="2207"/>
                  </a:lnTo>
                  <a:lnTo>
                    <a:pt x="11752" y="2631"/>
                  </a:lnTo>
                  <a:lnTo>
                    <a:pt x="12345" y="3098"/>
                  </a:lnTo>
                  <a:lnTo>
                    <a:pt x="12939" y="3607"/>
                  </a:lnTo>
                  <a:lnTo>
                    <a:pt x="13024" y="3649"/>
                  </a:lnTo>
                  <a:lnTo>
                    <a:pt x="13194" y="3649"/>
                  </a:lnTo>
                  <a:lnTo>
                    <a:pt x="13279" y="3607"/>
                  </a:lnTo>
                  <a:lnTo>
                    <a:pt x="13364" y="3522"/>
                  </a:lnTo>
                  <a:lnTo>
                    <a:pt x="13406" y="3437"/>
                  </a:lnTo>
                  <a:lnTo>
                    <a:pt x="13406" y="3352"/>
                  </a:lnTo>
                  <a:lnTo>
                    <a:pt x="13364" y="3267"/>
                  </a:lnTo>
                  <a:lnTo>
                    <a:pt x="13109" y="3013"/>
                  </a:lnTo>
                  <a:lnTo>
                    <a:pt x="12897" y="2716"/>
                  </a:lnTo>
                  <a:lnTo>
                    <a:pt x="12642" y="2504"/>
                  </a:lnTo>
                  <a:lnTo>
                    <a:pt x="12345" y="2292"/>
                  </a:lnTo>
                  <a:lnTo>
                    <a:pt x="11752" y="1868"/>
                  </a:lnTo>
                  <a:lnTo>
                    <a:pt x="11115" y="1571"/>
                  </a:lnTo>
                  <a:lnTo>
                    <a:pt x="12897" y="1231"/>
                  </a:lnTo>
                  <a:lnTo>
                    <a:pt x="13788" y="1062"/>
                  </a:lnTo>
                  <a:lnTo>
                    <a:pt x="14679" y="977"/>
                  </a:lnTo>
                  <a:lnTo>
                    <a:pt x="14806" y="934"/>
                  </a:lnTo>
                  <a:lnTo>
                    <a:pt x="14933" y="849"/>
                  </a:lnTo>
                  <a:lnTo>
                    <a:pt x="14976" y="765"/>
                  </a:lnTo>
                  <a:lnTo>
                    <a:pt x="14976" y="637"/>
                  </a:lnTo>
                  <a:lnTo>
                    <a:pt x="14976" y="510"/>
                  </a:lnTo>
                  <a:lnTo>
                    <a:pt x="14933" y="425"/>
                  </a:lnTo>
                  <a:lnTo>
                    <a:pt x="14806" y="383"/>
                  </a:lnTo>
                  <a:lnTo>
                    <a:pt x="14679" y="340"/>
                  </a:lnTo>
                  <a:lnTo>
                    <a:pt x="13873" y="425"/>
                  </a:lnTo>
                  <a:lnTo>
                    <a:pt x="13067" y="552"/>
                  </a:lnTo>
                  <a:lnTo>
                    <a:pt x="11497" y="849"/>
                  </a:lnTo>
                  <a:lnTo>
                    <a:pt x="11921" y="86"/>
                  </a:lnTo>
                  <a:lnTo>
                    <a:pt x="11964" y="43"/>
                  </a:lnTo>
                  <a:lnTo>
                    <a:pt x="11921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9" name="Google Shape;1559;p43"/>
          <p:cNvGrpSpPr/>
          <p:nvPr/>
        </p:nvGrpSpPr>
        <p:grpSpPr>
          <a:xfrm>
            <a:off x="8194925" y="3551825"/>
            <a:ext cx="1070100" cy="674525"/>
            <a:chOff x="4551300" y="1957625"/>
            <a:chExt cx="1070100" cy="674525"/>
          </a:xfrm>
        </p:grpSpPr>
        <p:sp>
          <p:nvSpPr>
            <p:cNvPr id="1560" name="Google Shape;1560;p43"/>
            <p:cNvSpPr/>
            <p:nvPr/>
          </p:nvSpPr>
          <p:spPr>
            <a:xfrm>
              <a:off x="5120800" y="2137900"/>
              <a:ext cx="448625" cy="434850"/>
            </a:xfrm>
            <a:custGeom>
              <a:rect b="b" l="l" r="r" t="t"/>
              <a:pathLst>
                <a:path extrusionOk="0" h="17394" w="17945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424" y="17309"/>
                  </a:lnTo>
                  <a:lnTo>
                    <a:pt x="7721" y="17224"/>
                  </a:lnTo>
                  <a:lnTo>
                    <a:pt x="8273" y="17054"/>
                  </a:lnTo>
                  <a:lnTo>
                    <a:pt x="8824" y="16757"/>
                  </a:lnTo>
                  <a:lnTo>
                    <a:pt x="9376" y="16418"/>
                  </a:lnTo>
                  <a:lnTo>
                    <a:pt x="9885" y="16036"/>
                  </a:lnTo>
                  <a:lnTo>
                    <a:pt x="10394" y="15654"/>
                  </a:lnTo>
                  <a:lnTo>
                    <a:pt x="11327" y="14848"/>
                  </a:lnTo>
                  <a:lnTo>
                    <a:pt x="11964" y="14297"/>
                  </a:lnTo>
                  <a:lnTo>
                    <a:pt x="12557" y="13745"/>
                  </a:lnTo>
                  <a:lnTo>
                    <a:pt x="13151" y="13151"/>
                  </a:lnTo>
                  <a:lnTo>
                    <a:pt x="13703" y="12515"/>
                  </a:lnTo>
                  <a:lnTo>
                    <a:pt x="14806" y="11242"/>
                  </a:lnTo>
                  <a:lnTo>
                    <a:pt x="15824" y="9885"/>
                  </a:lnTo>
                  <a:lnTo>
                    <a:pt x="16503" y="8952"/>
                  </a:lnTo>
                  <a:lnTo>
                    <a:pt x="16884" y="8443"/>
                  </a:lnTo>
                  <a:lnTo>
                    <a:pt x="17266" y="7891"/>
                  </a:lnTo>
                  <a:lnTo>
                    <a:pt x="17563" y="7297"/>
                  </a:lnTo>
                  <a:lnTo>
                    <a:pt x="17818" y="6703"/>
                  </a:lnTo>
                  <a:lnTo>
                    <a:pt x="17903" y="6406"/>
                  </a:lnTo>
                  <a:lnTo>
                    <a:pt x="17945" y="6109"/>
                  </a:lnTo>
                  <a:lnTo>
                    <a:pt x="17945" y="5855"/>
                  </a:lnTo>
                  <a:lnTo>
                    <a:pt x="17945" y="5558"/>
                  </a:lnTo>
                  <a:lnTo>
                    <a:pt x="17860" y="5303"/>
                  </a:lnTo>
                  <a:lnTo>
                    <a:pt x="17775" y="5006"/>
                  </a:lnTo>
                  <a:lnTo>
                    <a:pt x="17648" y="4752"/>
                  </a:lnTo>
                  <a:lnTo>
                    <a:pt x="17521" y="4497"/>
                  </a:lnTo>
                  <a:lnTo>
                    <a:pt x="17139" y="4031"/>
                  </a:lnTo>
                  <a:lnTo>
                    <a:pt x="16672" y="3564"/>
                  </a:lnTo>
                  <a:lnTo>
                    <a:pt x="16206" y="3140"/>
                  </a:lnTo>
                  <a:lnTo>
                    <a:pt x="15697" y="2758"/>
                  </a:lnTo>
                  <a:lnTo>
                    <a:pt x="14763" y="2122"/>
                  </a:lnTo>
                  <a:lnTo>
                    <a:pt x="13703" y="1401"/>
                  </a:lnTo>
                  <a:lnTo>
                    <a:pt x="13109" y="1019"/>
                  </a:lnTo>
                  <a:lnTo>
                    <a:pt x="12473" y="679"/>
                  </a:lnTo>
                  <a:lnTo>
                    <a:pt x="11794" y="383"/>
                  </a:lnTo>
                  <a:lnTo>
                    <a:pt x="11158" y="128"/>
                  </a:lnTo>
                  <a:lnTo>
                    <a:pt x="10818" y="43"/>
                  </a:lnTo>
                  <a:lnTo>
                    <a:pt x="1047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43"/>
            <p:cNvSpPr/>
            <p:nvPr/>
          </p:nvSpPr>
          <p:spPr>
            <a:xfrm>
              <a:off x="5120800" y="2137900"/>
              <a:ext cx="351075" cy="434850"/>
            </a:xfrm>
            <a:custGeom>
              <a:rect b="b" l="l" r="r" t="t"/>
              <a:pathLst>
                <a:path extrusionOk="0" h="17394" w="14043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679" y="17266"/>
                  </a:lnTo>
                  <a:lnTo>
                    <a:pt x="8230" y="17054"/>
                  </a:lnTo>
                  <a:lnTo>
                    <a:pt x="8782" y="16800"/>
                  </a:lnTo>
                  <a:lnTo>
                    <a:pt x="9291" y="16460"/>
                  </a:lnTo>
                  <a:lnTo>
                    <a:pt x="9800" y="16121"/>
                  </a:lnTo>
                  <a:lnTo>
                    <a:pt x="10309" y="15739"/>
                  </a:lnTo>
                  <a:lnTo>
                    <a:pt x="11200" y="14975"/>
                  </a:lnTo>
                  <a:lnTo>
                    <a:pt x="10564" y="14806"/>
                  </a:lnTo>
                  <a:lnTo>
                    <a:pt x="9970" y="14594"/>
                  </a:lnTo>
                  <a:lnTo>
                    <a:pt x="9376" y="14297"/>
                  </a:lnTo>
                  <a:lnTo>
                    <a:pt x="8824" y="14000"/>
                  </a:lnTo>
                  <a:lnTo>
                    <a:pt x="8315" y="13618"/>
                  </a:lnTo>
                  <a:lnTo>
                    <a:pt x="7849" y="13236"/>
                  </a:lnTo>
                  <a:lnTo>
                    <a:pt x="7424" y="12812"/>
                  </a:lnTo>
                  <a:lnTo>
                    <a:pt x="7043" y="12303"/>
                  </a:lnTo>
                  <a:lnTo>
                    <a:pt x="6703" y="11794"/>
                  </a:lnTo>
                  <a:lnTo>
                    <a:pt x="6449" y="11242"/>
                  </a:lnTo>
                  <a:lnTo>
                    <a:pt x="6279" y="10691"/>
                  </a:lnTo>
                  <a:lnTo>
                    <a:pt x="6152" y="10055"/>
                  </a:lnTo>
                  <a:lnTo>
                    <a:pt x="6109" y="9418"/>
                  </a:lnTo>
                  <a:lnTo>
                    <a:pt x="6152" y="8782"/>
                  </a:lnTo>
                  <a:lnTo>
                    <a:pt x="6322" y="8103"/>
                  </a:lnTo>
                  <a:lnTo>
                    <a:pt x="6534" y="7382"/>
                  </a:lnTo>
                  <a:lnTo>
                    <a:pt x="6788" y="6831"/>
                  </a:lnTo>
                  <a:lnTo>
                    <a:pt x="7043" y="6322"/>
                  </a:lnTo>
                  <a:lnTo>
                    <a:pt x="7382" y="5812"/>
                  </a:lnTo>
                  <a:lnTo>
                    <a:pt x="7721" y="5346"/>
                  </a:lnTo>
                  <a:lnTo>
                    <a:pt x="8103" y="4879"/>
                  </a:lnTo>
                  <a:lnTo>
                    <a:pt x="8570" y="4455"/>
                  </a:lnTo>
                  <a:lnTo>
                    <a:pt x="8994" y="4073"/>
                  </a:lnTo>
                  <a:lnTo>
                    <a:pt x="9503" y="3691"/>
                  </a:lnTo>
                  <a:lnTo>
                    <a:pt x="10012" y="3352"/>
                  </a:lnTo>
                  <a:lnTo>
                    <a:pt x="10521" y="3013"/>
                  </a:lnTo>
                  <a:lnTo>
                    <a:pt x="11073" y="2716"/>
                  </a:lnTo>
                  <a:lnTo>
                    <a:pt x="11667" y="2461"/>
                  </a:lnTo>
                  <a:lnTo>
                    <a:pt x="12261" y="2207"/>
                  </a:lnTo>
                  <a:lnTo>
                    <a:pt x="12854" y="1995"/>
                  </a:lnTo>
                  <a:lnTo>
                    <a:pt x="13448" y="1782"/>
                  </a:lnTo>
                  <a:lnTo>
                    <a:pt x="14042" y="1613"/>
                  </a:lnTo>
                  <a:lnTo>
                    <a:pt x="13067" y="1019"/>
                  </a:lnTo>
                  <a:lnTo>
                    <a:pt x="12557" y="722"/>
                  </a:lnTo>
                  <a:lnTo>
                    <a:pt x="12006" y="467"/>
                  </a:lnTo>
                  <a:lnTo>
                    <a:pt x="11455" y="255"/>
                  </a:lnTo>
                  <a:lnTo>
                    <a:pt x="10903" y="86"/>
                  </a:lnTo>
                  <a:lnTo>
                    <a:pt x="10352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43"/>
            <p:cNvSpPr/>
            <p:nvPr/>
          </p:nvSpPr>
          <p:spPr>
            <a:xfrm>
              <a:off x="5377450" y="2418950"/>
              <a:ext cx="53050" cy="25475"/>
            </a:xfrm>
            <a:custGeom>
              <a:rect b="b" l="l" r="r" t="t"/>
              <a:pathLst>
                <a:path extrusionOk="0" h="1019" w="2122">
                  <a:moveTo>
                    <a:pt x="1740" y="0"/>
                  </a:moveTo>
                  <a:lnTo>
                    <a:pt x="1655" y="43"/>
                  </a:lnTo>
                  <a:lnTo>
                    <a:pt x="1570" y="170"/>
                  </a:lnTo>
                  <a:lnTo>
                    <a:pt x="1443" y="297"/>
                  </a:lnTo>
                  <a:lnTo>
                    <a:pt x="1316" y="382"/>
                  </a:lnTo>
                  <a:lnTo>
                    <a:pt x="1146" y="467"/>
                  </a:lnTo>
                  <a:lnTo>
                    <a:pt x="637" y="467"/>
                  </a:lnTo>
                  <a:lnTo>
                    <a:pt x="510" y="382"/>
                  </a:lnTo>
                  <a:lnTo>
                    <a:pt x="340" y="297"/>
                  </a:lnTo>
                  <a:lnTo>
                    <a:pt x="298" y="255"/>
                  </a:lnTo>
                  <a:lnTo>
                    <a:pt x="86" y="255"/>
                  </a:lnTo>
                  <a:lnTo>
                    <a:pt x="1" y="382"/>
                  </a:lnTo>
                  <a:lnTo>
                    <a:pt x="1" y="425"/>
                  </a:lnTo>
                  <a:lnTo>
                    <a:pt x="43" y="509"/>
                  </a:lnTo>
                  <a:lnTo>
                    <a:pt x="255" y="764"/>
                  </a:lnTo>
                  <a:lnTo>
                    <a:pt x="510" y="934"/>
                  </a:lnTo>
                  <a:lnTo>
                    <a:pt x="764" y="1018"/>
                  </a:lnTo>
                  <a:lnTo>
                    <a:pt x="1061" y="1018"/>
                  </a:lnTo>
                  <a:lnTo>
                    <a:pt x="1358" y="976"/>
                  </a:lnTo>
                  <a:lnTo>
                    <a:pt x="1613" y="849"/>
                  </a:lnTo>
                  <a:lnTo>
                    <a:pt x="1867" y="679"/>
                  </a:lnTo>
                  <a:lnTo>
                    <a:pt x="2079" y="467"/>
                  </a:lnTo>
                  <a:lnTo>
                    <a:pt x="2122" y="340"/>
                  </a:lnTo>
                  <a:lnTo>
                    <a:pt x="2079" y="212"/>
                  </a:lnTo>
                  <a:lnTo>
                    <a:pt x="2037" y="128"/>
                  </a:lnTo>
                  <a:lnTo>
                    <a:pt x="1952" y="43"/>
                  </a:lnTo>
                  <a:lnTo>
                    <a:pt x="186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43"/>
            <p:cNvSpPr/>
            <p:nvPr/>
          </p:nvSpPr>
          <p:spPr>
            <a:xfrm>
              <a:off x="5401850" y="2365925"/>
              <a:ext cx="49875" cy="26525"/>
            </a:xfrm>
            <a:custGeom>
              <a:rect b="b" l="l" r="r" t="t"/>
              <a:pathLst>
                <a:path extrusionOk="0" h="1061" w="1995">
                  <a:moveTo>
                    <a:pt x="1061" y="0"/>
                  </a:moveTo>
                  <a:lnTo>
                    <a:pt x="764" y="43"/>
                  </a:lnTo>
                  <a:lnTo>
                    <a:pt x="509" y="170"/>
                  </a:lnTo>
                  <a:lnTo>
                    <a:pt x="255" y="340"/>
                  </a:lnTo>
                  <a:lnTo>
                    <a:pt x="85" y="594"/>
                  </a:lnTo>
                  <a:lnTo>
                    <a:pt x="0" y="891"/>
                  </a:lnTo>
                  <a:lnTo>
                    <a:pt x="0" y="1018"/>
                  </a:lnTo>
                  <a:lnTo>
                    <a:pt x="85" y="1061"/>
                  </a:lnTo>
                  <a:lnTo>
                    <a:pt x="213" y="1061"/>
                  </a:lnTo>
                  <a:lnTo>
                    <a:pt x="255" y="976"/>
                  </a:lnTo>
                  <a:lnTo>
                    <a:pt x="340" y="806"/>
                  </a:lnTo>
                  <a:lnTo>
                    <a:pt x="467" y="679"/>
                  </a:lnTo>
                  <a:lnTo>
                    <a:pt x="637" y="552"/>
                  </a:lnTo>
                  <a:lnTo>
                    <a:pt x="806" y="509"/>
                  </a:lnTo>
                  <a:lnTo>
                    <a:pt x="976" y="467"/>
                  </a:lnTo>
                  <a:lnTo>
                    <a:pt x="1146" y="467"/>
                  </a:lnTo>
                  <a:lnTo>
                    <a:pt x="1315" y="552"/>
                  </a:lnTo>
                  <a:lnTo>
                    <a:pt x="1485" y="679"/>
                  </a:lnTo>
                  <a:lnTo>
                    <a:pt x="1570" y="721"/>
                  </a:lnTo>
                  <a:lnTo>
                    <a:pt x="1697" y="764"/>
                  </a:lnTo>
                  <a:lnTo>
                    <a:pt x="1782" y="721"/>
                  </a:lnTo>
                  <a:lnTo>
                    <a:pt x="1867" y="637"/>
                  </a:lnTo>
                  <a:lnTo>
                    <a:pt x="1952" y="552"/>
                  </a:lnTo>
                  <a:lnTo>
                    <a:pt x="1994" y="467"/>
                  </a:lnTo>
                  <a:lnTo>
                    <a:pt x="1952" y="382"/>
                  </a:lnTo>
                  <a:lnTo>
                    <a:pt x="1909" y="255"/>
                  </a:lnTo>
                  <a:lnTo>
                    <a:pt x="1655" y="128"/>
                  </a:lnTo>
                  <a:lnTo>
                    <a:pt x="1358" y="43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43"/>
            <p:cNvSpPr/>
            <p:nvPr/>
          </p:nvSpPr>
          <p:spPr>
            <a:xfrm>
              <a:off x="5473975" y="2296975"/>
              <a:ext cx="26525" cy="54125"/>
            </a:xfrm>
            <a:custGeom>
              <a:rect b="b" l="l" r="r" t="t"/>
              <a:pathLst>
                <a:path extrusionOk="0" h="2165" w="1061">
                  <a:moveTo>
                    <a:pt x="297" y="1"/>
                  </a:moveTo>
                  <a:lnTo>
                    <a:pt x="170" y="43"/>
                  </a:lnTo>
                  <a:lnTo>
                    <a:pt x="85" y="128"/>
                  </a:lnTo>
                  <a:lnTo>
                    <a:pt x="42" y="213"/>
                  </a:lnTo>
                  <a:lnTo>
                    <a:pt x="0" y="298"/>
                  </a:lnTo>
                  <a:lnTo>
                    <a:pt x="42" y="425"/>
                  </a:lnTo>
                  <a:lnTo>
                    <a:pt x="127" y="510"/>
                  </a:lnTo>
                  <a:lnTo>
                    <a:pt x="255" y="680"/>
                  </a:lnTo>
                  <a:lnTo>
                    <a:pt x="339" y="807"/>
                  </a:lnTo>
                  <a:lnTo>
                    <a:pt x="424" y="977"/>
                  </a:lnTo>
                  <a:lnTo>
                    <a:pt x="467" y="1146"/>
                  </a:lnTo>
                  <a:lnTo>
                    <a:pt x="467" y="1274"/>
                  </a:lnTo>
                  <a:lnTo>
                    <a:pt x="424" y="1443"/>
                  </a:lnTo>
                  <a:lnTo>
                    <a:pt x="339" y="1613"/>
                  </a:lnTo>
                  <a:lnTo>
                    <a:pt x="255" y="1783"/>
                  </a:lnTo>
                  <a:lnTo>
                    <a:pt x="212" y="1867"/>
                  </a:lnTo>
                  <a:lnTo>
                    <a:pt x="212" y="1952"/>
                  </a:lnTo>
                  <a:lnTo>
                    <a:pt x="255" y="2080"/>
                  </a:lnTo>
                  <a:lnTo>
                    <a:pt x="382" y="2164"/>
                  </a:lnTo>
                  <a:lnTo>
                    <a:pt x="467" y="2164"/>
                  </a:lnTo>
                  <a:lnTo>
                    <a:pt x="552" y="2122"/>
                  </a:lnTo>
                  <a:lnTo>
                    <a:pt x="764" y="1910"/>
                  </a:lnTo>
                  <a:lnTo>
                    <a:pt x="933" y="1655"/>
                  </a:lnTo>
                  <a:lnTo>
                    <a:pt x="1018" y="1358"/>
                  </a:lnTo>
                  <a:lnTo>
                    <a:pt x="1061" y="1061"/>
                  </a:lnTo>
                  <a:lnTo>
                    <a:pt x="1018" y="765"/>
                  </a:lnTo>
                  <a:lnTo>
                    <a:pt x="933" y="468"/>
                  </a:lnTo>
                  <a:lnTo>
                    <a:pt x="764" y="21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43"/>
            <p:cNvSpPr/>
            <p:nvPr/>
          </p:nvSpPr>
          <p:spPr>
            <a:xfrm>
              <a:off x="5183375" y="2358500"/>
              <a:ext cx="56225" cy="50925"/>
            </a:xfrm>
            <a:custGeom>
              <a:rect b="b" l="l" r="r" t="t"/>
              <a:pathLst>
                <a:path extrusionOk="0" h="2037" w="2249">
                  <a:moveTo>
                    <a:pt x="1825" y="0"/>
                  </a:moveTo>
                  <a:lnTo>
                    <a:pt x="1740" y="85"/>
                  </a:lnTo>
                  <a:lnTo>
                    <a:pt x="1655" y="170"/>
                  </a:lnTo>
                  <a:lnTo>
                    <a:pt x="1401" y="594"/>
                  </a:lnTo>
                  <a:lnTo>
                    <a:pt x="1273" y="806"/>
                  </a:lnTo>
                  <a:lnTo>
                    <a:pt x="1146" y="976"/>
                  </a:lnTo>
                  <a:lnTo>
                    <a:pt x="976" y="1146"/>
                  </a:lnTo>
                  <a:lnTo>
                    <a:pt x="764" y="1273"/>
                  </a:lnTo>
                  <a:lnTo>
                    <a:pt x="510" y="1358"/>
                  </a:lnTo>
                  <a:lnTo>
                    <a:pt x="255" y="1400"/>
                  </a:lnTo>
                  <a:lnTo>
                    <a:pt x="128" y="1443"/>
                  </a:lnTo>
                  <a:lnTo>
                    <a:pt x="43" y="1528"/>
                  </a:lnTo>
                  <a:lnTo>
                    <a:pt x="1" y="1655"/>
                  </a:lnTo>
                  <a:lnTo>
                    <a:pt x="43" y="1740"/>
                  </a:lnTo>
                  <a:lnTo>
                    <a:pt x="85" y="1867"/>
                  </a:lnTo>
                  <a:lnTo>
                    <a:pt x="170" y="1952"/>
                  </a:lnTo>
                  <a:lnTo>
                    <a:pt x="255" y="1994"/>
                  </a:lnTo>
                  <a:lnTo>
                    <a:pt x="382" y="2037"/>
                  </a:lnTo>
                  <a:lnTo>
                    <a:pt x="722" y="1952"/>
                  </a:lnTo>
                  <a:lnTo>
                    <a:pt x="1019" y="1824"/>
                  </a:lnTo>
                  <a:lnTo>
                    <a:pt x="1316" y="1697"/>
                  </a:lnTo>
                  <a:lnTo>
                    <a:pt x="1613" y="1485"/>
                  </a:lnTo>
                  <a:lnTo>
                    <a:pt x="1867" y="1231"/>
                  </a:lnTo>
                  <a:lnTo>
                    <a:pt x="2037" y="934"/>
                  </a:lnTo>
                  <a:lnTo>
                    <a:pt x="2164" y="637"/>
                  </a:lnTo>
                  <a:lnTo>
                    <a:pt x="2249" y="297"/>
                  </a:lnTo>
                  <a:lnTo>
                    <a:pt x="2207" y="212"/>
                  </a:lnTo>
                  <a:lnTo>
                    <a:pt x="2164" y="128"/>
                  </a:lnTo>
                  <a:lnTo>
                    <a:pt x="2079" y="43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43"/>
            <p:cNvSpPr/>
            <p:nvPr/>
          </p:nvSpPr>
          <p:spPr>
            <a:xfrm>
              <a:off x="4551300" y="1957625"/>
              <a:ext cx="1070100" cy="674525"/>
            </a:xfrm>
            <a:custGeom>
              <a:rect b="b" l="l" r="r" t="t"/>
              <a:pathLst>
                <a:path extrusionOk="0" h="26981" w="42804">
                  <a:moveTo>
                    <a:pt x="25708" y="0"/>
                  </a:moveTo>
                  <a:lnTo>
                    <a:pt x="25496" y="43"/>
                  </a:lnTo>
                  <a:lnTo>
                    <a:pt x="25284" y="85"/>
                  </a:lnTo>
                  <a:lnTo>
                    <a:pt x="24817" y="212"/>
                  </a:lnTo>
                  <a:lnTo>
                    <a:pt x="24350" y="467"/>
                  </a:lnTo>
                  <a:lnTo>
                    <a:pt x="23841" y="849"/>
                  </a:lnTo>
                  <a:lnTo>
                    <a:pt x="23375" y="1230"/>
                  </a:lnTo>
                  <a:lnTo>
                    <a:pt x="22866" y="1697"/>
                  </a:lnTo>
                  <a:lnTo>
                    <a:pt x="21932" y="2588"/>
                  </a:lnTo>
                  <a:lnTo>
                    <a:pt x="21126" y="3394"/>
                  </a:lnTo>
                  <a:lnTo>
                    <a:pt x="20320" y="4157"/>
                  </a:lnTo>
                  <a:lnTo>
                    <a:pt x="19811" y="3733"/>
                  </a:lnTo>
                  <a:lnTo>
                    <a:pt x="19217" y="3394"/>
                  </a:lnTo>
                  <a:lnTo>
                    <a:pt x="18623" y="3139"/>
                  </a:lnTo>
                  <a:lnTo>
                    <a:pt x="17987" y="2927"/>
                  </a:lnTo>
                  <a:lnTo>
                    <a:pt x="17308" y="2842"/>
                  </a:lnTo>
                  <a:lnTo>
                    <a:pt x="16630" y="2800"/>
                  </a:lnTo>
                  <a:lnTo>
                    <a:pt x="15951" y="2842"/>
                  </a:lnTo>
                  <a:lnTo>
                    <a:pt x="15230" y="2970"/>
                  </a:lnTo>
                  <a:lnTo>
                    <a:pt x="14678" y="3139"/>
                  </a:lnTo>
                  <a:lnTo>
                    <a:pt x="14169" y="3351"/>
                  </a:lnTo>
                  <a:lnTo>
                    <a:pt x="13703" y="3648"/>
                  </a:lnTo>
                  <a:lnTo>
                    <a:pt x="13236" y="3945"/>
                  </a:lnTo>
                  <a:lnTo>
                    <a:pt x="12812" y="4285"/>
                  </a:lnTo>
                  <a:lnTo>
                    <a:pt x="12430" y="4709"/>
                  </a:lnTo>
                  <a:lnTo>
                    <a:pt x="12091" y="5133"/>
                  </a:lnTo>
                  <a:lnTo>
                    <a:pt x="11794" y="5600"/>
                  </a:lnTo>
                  <a:lnTo>
                    <a:pt x="11624" y="6066"/>
                  </a:lnTo>
                  <a:lnTo>
                    <a:pt x="11454" y="6660"/>
                  </a:lnTo>
                  <a:lnTo>
                    <a:pt x="11157" y="8018"/>
                  </a:lnTo>
                  <a:lnTo>
                    <a:pt x="10860" y="9502"/>
                  </a:lnTo>
                  <a:lnTo>
                    <a:pt x="10691" y="10266"/>
                  </a:lnTo>
                  <a:lnTo>
                    <a:pt x="10479" y="10987"/>
                  </a:lnTo>
                  <a:lnTo>
                    <a:pt x="10224" y="11666"/>
                  </a:lnTo>
                  <a:lnTo>
                    <a:pt x="9927" y="12302"/>
                  </a:lnTo>
                  <a:lnTo>
                    <a:pt x="9757" y="12557"/>
                  </a:lnTo>
                  <a:lnTo>
                    <a:pt x="9588" y="12811"/>
                  </a:lnTo>
                  <a:lnTo>
                    <a:pt x="9376" y="13023"/>
                  </a:lnTo>
                  <a:lnTo>
                    <a:pt x="9164" y="13193"/>
                  </a:lnTo>
                  <a:lnTo>
                    <a:pt x="8909" y="13320"/>
                  </a:lnTo>
                  <a:lnTo>
                    <a:pt x="8654" y="13448"/>
                  </a:lnTo>
                  <a:lnTo>
                    <a:pt x="8358" y="13533"/>
                  </a:lnTo>
                  <a:lnTo>
                    <a:pt x="7721" y="13533"/>
                  </a:lnTo>
                  <a:lnTo>
                    <a:pt x="7382" y="13448"/>
                  </a:lnTo>
                  <a:lnTo>
                    <a:pt x="7000" y="13363"/>
                  </a:lnTo>
                  <a:lnTo>
                    <a:pt x="6618" y="13151"/>
                  </a:lnTo>
                  <a:lnTo>
                    <a:pt x="6576" y="13151"/>
                  </a:lnTo>
                  <a:lnTo>
                    <a:pt x="6830" y="12769"/>
                  </a:lnTo>
                  <a:lnTo>
                    <a:pt x="7085" y="12345"/>
                  </a:lnTo>
                  <a:lnTo>
                    <a:pt x="7297" y="11921"/>
                  </a:lnTo>
                  <a:lnTo>
                    <a:pt x="7509" y="11496"/>
                  </a:lnTo>
                  <a:lnTo>
                    <a:pt x="7509" y="11411"/>
                  </a:lnTo>
                  <a:lnTo>
                    <a:pt x="7509" y="11327"/>
                  </a:lnTo>
                  <a:lnTo>
                    <a:pt x="7467" y="11242"/>
                  </a:lnTo>
                  <a:lnTo>
                    <a:pt x="7424" y="11157"/>
                  </a:lnTo>
                  <a:lnTo>
                    <a:pt x="6533" y="10436"/>
                  </a:lnTo>
                  <a:lnTo>
                    <a:pt x="5685" y="9715"/>
                  </a:lnTo>
                  <a:lnTo>
                    <a:pt x="4879" y="8909"/>
                  </a:lnTo>
                  <a:lnTo>
                    <a:pt x="4158" y="8060"/>
                  </a:lnTo>
                  <a:lnTo>
                    <a:pt x="4073" y="8018"/>
                  </a:lnTo>
                  <a:lnTo>
                    <a:pt x="3903" y="8018"/>
                  </a:lnTo>
                  <a:lnTo>
                    <a:pt x="3861" y="8060"/>
                  </a:lnTo>
                  <a:lnTo>
                    <a:pt x="1103" y="11242"/>
                  </a:lnTo>
                  <a:lnTo>
                    <a:pt x="764" y="11581"/>
                  </a:lnTo>
                  <a:lnTo>
                    <a:pt x="382" y="12048"/>
                  </a:lnTo>
                  <a:lnTo>
                    <a:pt x="213" y="12260"/>
                  </a:lnTo>
                  <a:lnTo>
                    <a:pt x="85" y="12514"/>
                  </a:lnTo>
                  <a:lnTo>
                    <a:pt x="1" y="12769"/>
                  </a:lnTo>
                  <a:lnTo>
                    <a:pt x="1" y="12981"/>
                  </a:lnTo>
                  <a:lnTo>
                    <a:pt x="85" y="13193"/>
                  </a:lnTo>
                  <a:lnTo>
                    <a:pt x="255" y="13405"/>
                  </a:lnTo>
                  <a:lnTo>
                    <a:pt x="467" y="13575"/>
                  </a:lnTo>
                  <a:lnTo>
                    <a:pt x="722" y="13702"/>
                  </a:lnTo>
                  <a:lnTo>
                    <a:pt x="1231" y="13914"/>
                  </a:lnTo>
                  <a:lnTo>
                    <a:pt x="1697" y="14084"/>
                  </a:lnTo>
                  <a:lnTo>
                    <a:pt x="2419" y="14381"/>
                  </a:lnTo>
                  <a:lnTo>
                    <a:pt x="3182" y="14635"/>
                  </a:lnTo>
                  <a:lnTo>
                    <a:pt x="3988" y="14805"/>
                  </a:lnTo>
                  <a:lnTo>
                    <a:pt x="4752" y="14932"/>
                  </a:lnTo>
                  <a:lnTo>
                    <a:pt x="4879" y="14890"/>
                  </a:lnTo>
                  <a:lnTo>
                    <a:pt x="4921" y="14805"/>
                  </a:lnTo>
                  <a:lnTo>
                    <a:pt x="4879" y="14720"/>
                  </a:lnTo>
                  <a:lnTo>
                    <a:pt x="4794" y="14635"/>
                  </a:lnTo>
                  <a:lnTo>
                    <a:pt x="3946" y="14423"/>
                  </a:lnTo>
                  <a:lnTo>
                    <a:pt x="3097" y="14211"/>
                  </a:lnTo>
                  <a:lnTo>
                    <a:pt x="2037" y="13872"/>
                  </a:lnTo>
                  <a:lnTo>
                    <a:pt x="1485" y="13660"/>
                  </a:lnTo>
                  <a:lnTo>
                    <a:pt x="1273" y="13533"/>
                  </a:lnTo>
                  <a:lnTo>
                    <a:pt x="1103" y="13363"/>
                  </a:lnTo>
                  <a:lnTo>
                    <a:pt x="849" y="13278"/>
                  </a:lnTo>
                  <a:lnTo>
                    <a:pt x="722" y="13236"/>
                  </a:lnTo>
                  <a:lnTo>
                    <a:pt x="679" y="13151"/>
                  </a:lnTo>
                  <a:lnTo>
                    <a:pt x="679" y="13023"/>
                  </a:lnTo>
                  <a:lnTo>
                    <a:pt x="679" y="12939"/>
                  </a:lnTo>
                  <a:lnTo>
                    <a:pt x="807" y="12642"/>
                  </a:lnTo>
                  <a:lnTo>
                    <a:pt x="849" y="12387"/>
                  </a:lnTo>
                  <a:lnTo>
                    <a:pt x="891" y="12133"/>
                  </a:lnTo>
                  <a:lnTo>
                    <a:pt x="1061" y="11921"/>
                  </a:lnTo>
                  <a:lnTo>
                    <a:pt x="1231" y="11751"/>
                  </a:lnTo>
                  <a:lnTo>
                    <a:pt x="1528" y="11369"/>
                  </a:lnTo>
                  <a:lnTo>
                    <a:pt x="1867" y="10987"/>
                  </a:lnTo>
                  <a:lnTo>
                    <a:pt x="2546" y="10266"/>
                  </a:lnTo>
                  <a:lnTo>
                    <a:pt x="3140" y="9418"/>
                  </a:lnTo>
                  <a:lnTo>
                    <a:pt x="3521" y="8951"/>
                  </a:lnTo>
                  <a:lnTo>
                    <a:pt x="3691" y="8824"/>
                  </a:lnTo>
                  <a:lnTo>
                    <a:pt x="3818" y="8739"/>
                  </a:lnTo>
                  <a:lnTo>
                    <a:pt x="3988" y="8739"/>
                  </a:lnTo>
                  <a:lnTo>
                    <a:pt x="4115" y="8781"/>
                  </a:lnTo>
                  <a:lnTo>
                    <a:pt x="4243" y="8824"/>
                  </a:lnTo>
                  <a:lnTo>
                    <a:pt x="4327" y="8909"/>
                  </a:lnTo>
                  <a:lnTo>
                    <a:pt x="4540" y="9121"/>
                  </a:lnTo>
                  <a:lnTo>
                    <a:pt x="4752" y="9375"/>
                  </a:lnTo>
                  <a:lnTo>
                    <a:pt x="5303" y="9927"/>
                  </a:lnTo>
                  <a:lnTo>
                    <a:pt x="5897" y="10436"/>
                  </a:lnTo>
                  <a:lnTo>
                    <a:pt x="6491" y="10945"/>
                  </a:lnTo>
                  <a:lnTo>
                    <a:pt x="7085" y="11411"/>
                  </a:lnTo>
                  <a:lnTo>
                    <a:pt x="6661" y="12260"/>
                  </a:lnTo>
                  <a:lnTo>
                    <a:pt x="6152" y="13066"/>
                  </a:lnTo>
                  <a:lnTo>
                    <a:pt x="5600" y="13872"/>
                  </a:lnTo>
                  <a:lnTo>
                    <a:pt x="4964" y="14593"/>
                  </a:lnTo>
                  <a:lnTo>
                    <a:pt x="4921" y="14678"/>
                  </a:lnTo>
                  <a:lnTo>
                    <a:pt x="4964" y="14763"/>
                  </a:lnTo>
                  <a:lnTo>
                    <a:pt x="5006" y="14805"/>
                  </a:lnTo>
                  <a:lnTo>
                    <a:pt x="5091" y="14763"/>
                  </a:lnTo>
                  <a:lnTo>
                    <a:pt x="5473" y="14423"/>
                  </a:lnTo>
                  <a:lnTo>
                    <a:pt x="5812" y="14084"/>
                  </a:lnTo>
                  <a:lnTo>
                    <a:pt x="6109" y="13745"/>
                  </a:lnTo>
                  <a:lnTo>
                    <a:pt x="6406" y="13363"/>
                  </a:lnTo>
                  <a:lnTo>
                    <a:pt x="6449" y="13405"/>
                  </a:lnTo>
                  <a:lnTo>
                    <a:pt x="6958" y="13660"/>
                  </a:lnTo>
                  <a:lnTo>
                    <a:pt x="7467" y="13787"/>
                  </a:lnTo>
                  <a:lnTo>
                    <a:pt x="7933" y="13787"/>
                  </a:lnTo>
                  <a:lnTo>
                    <a:pt x="8358" y="13745"/>
                  </a:lnTo>
                  <a:lnTo>
                    <a:pt x="8739" y="13617"/>
                  </a:lnTo>
                  <a:lnTo>
                    <a:pt x="9121" y="13405"/>
                  </a:lnTo>
                  <a:lnTo>
                    <a:pt x="9460" y="13108"/>
                  </a:lnTo>
                  <a:lnTo>
                    <a:pt x="9757" y="12769"/>
                  </a:lnTo>
                  <a:lnTo>
                    <a:pt x="10054" y="12387"/>
                  </a:lnTo>
                  <a:lnTo>
                    <a:pt x="10309" y="12005"/>
                  </a:lnTo>
                  <a:lnTo>
                    <a:pt x="10563" y="11581"/>
                  </a:lnTo>
                  <a:lnTo>
                    <a:pt x="10733" y="11115"/>
                  </a:lnTo>
                  <a:lnTo>
                    <a:pt x="10903" y="10648"/>
                  </a:lnTo>
                  <a:lnTo>
                    <a:pt x="11072" y="10181"/>
                  </a:lnTo>
                  <a:lnTo>
                    <a:pt x="11242" y="9290"/>
                  </a:lnTo>
                  <a:lnTo>
                    <a:pt x="11454" y="8272"/>
                  </a:lnTo>
                  <a:lnTo>
                    <a:pt x="11709" y="7297"/>
                  </a:lnTo>
                  <a:lnTo>
                    <a:pt x="11836" y="6788"/>
                  </a:lnTo>
                  <a:lnTo>
                    <a:pt x="12006" y="6363"/>
                  </a:lnTo>
                  <a:lnTo>
                    <a:pt x="12218" y="5897"/>
                  </a:lnTo>
                  <a:lnTo>
                    <a:pt x="12430" y="5472"/>
                  </a:lnTo>
                  <a:lnTo>
                    <a:pt x="12684" y="5091"/>
                  </a:lnTo>
                  <a:lnTo>
                    <a:pt x="12939" y="4709"/>
                  </a:lnTo>
                  <a:lnTo>
                    <a:pt x="13278" y="4370"/>
                  </a:lnTo>
                  <a:lnTo>
                    <a:pt x="13618" y="4073"/>
                  </a:lnTo>
                  <a:lnTo>
                    <a:pt x="14042" y="3818"/>
                  </a:lnTo>
                  <a:lnTo>
                    <a:pt x="14509" y="3564"/>
                  </a:lnTo>
                  <a:lnTo>
                    <a:pt x="15018" y="3351"/>
                  </a:lnTo>
                  <a:lnTo>
                    <a:pt x="15569" y="3224"/>
                  </a:lnTo>
                  <a:lnTo>
                    <a:pt x="16205" y="3097"/>
                  </a:lnTo>
                  <a:lnTo>
                    <a:pt x="16842" y="3097"/>
                  </a:lnTo>
                  <a:lnTo>
                    <a:pt x="17436" y="3139"/>
                  </a:lnTo>
                  <a:lnTo>
                    <a:pt x="18030" y="3267"/>
                  </a:lnTo>
                  <a:lnTo>
                    <a:pt x="18581" y="3436"/>
                  </a:lnTo>
                  <a:lnTo>
                    <a:pt x="19133" y="3691"/>
                  </a:lnTo>
                  <a:lnTo>
                    <a:pt x="19642" y="3988"/>
                  </a:lnTo>
                  <a:lnTo>
                    <a:pt x="20151" y="4327"/>
                  </a:lnTo>
                  <a:lnTo>
                    <a:pt x="18199" y="6236"/>
                  </a:lnTo>
                  <a:lnTo>
                    <a:pt x="16290" y="8145"/>
                  </a:lnTo>
                  <a:lnTo>
                    <a:pt x="16248" y="8230"/>
                  </a:lnTo>
                  <a:lnTo>
                    <a:pt x="16248" y="8315"/>
                  </a:lnTo>
                  <a:lnTo>
                    <a:pt x="16248" y="8400"/>
                  </a:lnTo>
                  <a:lnTo>
                    <a:pt x="16290" y="8484"/>
                  </a:lnTo>
                  <a:lnTo>
                    <a:pt x="16375" y="8527"/>
                  </a:lnTo>
                  <a:lnTo>
                    <a:pt x="16502" y="8527"/>
                  </a:lnTo>
                  <a:lnTo>
                    <a:pt x="16587" y="8484"/>
                  </a:lnTo>
                  <a:lnTo>
                    <a:pt x="18539" y="6533"/>
                  </a:lnTo>
                  <a:lnTo>
                    <a:pt x="20490" y="4624"/>
                  </a:lnTo>
                  <a:lnTo>
                    <a:pt x="20872" y="4963"/>
                  </a:lnTo>
                  <a:lnTo>
                    <a:pt x="21169" y="5303"/>
                  </a:lnTo>
                  <a:lnTo>
                    <a:pt x="21466" y="5685"/>
                  </a:lnTo>
                  <a:lnTo>
                    <a:pt x="21763" y="6066"/>
                  </a:lnTo>
                  <a:lnTo>
                    <a:pt x="21678" y="6151"/>
                  </a:lnTo>
                  <a:lnTo>
                    <a:pt x="21169" y="6618"/>
                  </a:lnTo>
                  <a:lnTo>
                    <a:pt x="20617" y="7042"/>
                  </a:lnTo>
                  <a:lnTo>
                    <a:pt x="20278" y="7297"/>
                  </a:lnTo>
                  <a:lnTo>
                    <a:pt x="20151" y="7339"/>
                  </a:lnTo>
                  <a:lnTo>
                    <a:pt x="19939" y="7339"/>
                  </a:lnTo>
                  <a:lnTo>
                    <a:pt x="19811" y="7254"/>
                  </a:lnTo>
                  <a:lnTo>
                    <a:pt x="19514" y="6957"/>
                  </a:lnTo>
                  <a:lnTo>
                    <a:pt x="19429" y="6957"/>
                  </a:lnTo>
                  <a:lnTo>
                    <a:pt x="19387" y="6915"/>
                  </a:lnTo>
                  <a:lnTo>
                    <a:pt x="19302" y="6957"/>
                  </a:lnTo>
                  <a:lnTo>
                    <a:pt x="19260" y="7084"/>
                  </a:lnTo>
                  <a:lnTo>
                    <a:pt x="19260" y="7127"/>
                  </a:lnTo>
                  <a:lnTo>
                    <a:pt x="19302" y="7169"/>
                  </a:lnTo>
                  <a:lnTo>
                    <a:pt x="19939" y="7933"/>
                  </a:lnTo>
                  <a:lnTo>
                    <a:pt x="20023" y="7975"/>
                  </a:lnTo>
                  <a:lnTo>
                    <a:pt x="20151" y="7975"/>
                  </a:lnTo>
                  <a:lnTo>
                    <a:pt x="20235" y="7933"/>
                  </a:lnTo>
                  <a:lnTo>
                    <a:pt x="21975" y="6448"/>
                  </a:lnTo>
                  <a:lnTo>
                    <a:pt x="22314" y="7042"/>
                  </a:lnTo>
                  <a:lnTo>
                    <a:pt x="22569" y="7636"/>
                  </a:lnTo>
                  <a:lnTo>
                    <a:pt x="22611" y="7678"/>
                  </a:lnTo>
                  <a:lnTo>
                    <a:pt x="22653" y="7678"/>
                  </a:lnTo>
                  <a:lnTo>
                    <a:pt x="22696" y="7636"/>
                  </a:lnTo>
                  <a:lnTo>
                    <a:pt x="22696" y="7594"/>
                  </a:lnTo>
                  <a:lnTo>
                    <a:pt x="22441" y="6915"/>
                  </a:lnTo>
                  <a:lnTo>
                    <a:pt x="22144" y="6321"/>
                  </a:lnTo>
                  <a:lnTo>
                    <a:pt x="22653" y="5897"/>
                  </a:lnTo>
                  <a:lnTo>
                    <a:pt x="23587" y="5176"/>
                  </a:lnTo>
                  <a:lnTo>
                    <a:pt x="23799" y="4963"/>
                  </a:lnTo>
                  <a:lnTo>
                    <a:pt x="24011" y="4751"/>
                  </a:lnTo>
                  <a:lnTo>
                    <a:pt x="24181" y="4497"/>
                  </a:lnTo>
                  <a:lnTo>
                    <a:pt x="24308" y="4285"/>
                  </a:lnTo>
                  <a:lnTo>
                    <a:pt x="24393" y="4030"/>
                  </a:lnTo>
                  <a:lnTo>
                    <a:pt x="24393" y="3776"/>
                  </a:lnTo>
                  <a:lnTo>
                    <a:pt x="24350" y="3564"/>
                  </a:lnTo>
                  <a:lnTo>
                    <a:pt x="24266" y="3351"/>
                  </a:lnTo>
                  <a:lnTo>
                    <a:pt x="24096" y="3224"/>
                  </a:lnTo>
                  <a:lnTo>
                    <a:pt x="23926" y="3097"/>
                  </a:lnTo>
                  <a:lnTo>
                    <a:pt x="23714" y="3054"/>
                  </a:lnTo>
                  <a:lnTo>
                    <a:pt x="23459" y="3097"/>
                  </a:lnTo>
                  <a:lnTo>
                    <a:pt x="23375" y="3139"/>
                  </a:lnTo>
                  <a:lnTo>
                    <a:pt x="23332" y="3182"/>
                  </a:lnTo>
                  <a:lnTo>
                    <a:pt x="23290" y="3267"/>
                  </a:lnTo>
                  <a:lnTo>
                    <a:pt x="23290" y="3351"/>
                  </a:lnTo>
                  <a:lnTo>
                    <a:pt x="23332" y="3394"/>
                  </a:lnTo>
                  <a:lnTo>
                    <a:pt x="23375" y="3479"/>
                  </a:lnTo>
                  <a:lnTo>
                    <a:pt x="23544" y="3479"/>
                  </a:lnTo>
                  <a:lnTo>
                    <a:pt x="23714" y="3860"/>
                  </a:lnTo>
                  <a:lnTo>
                    <a:pt x="23714" y="4030"/>
                  </a:lnTo>
                  <a:lnTo>
                    <a:pt x="23714" y="4200"/>
                  </a:lnTo>
                  <a:lnTo>
                    <a:pt x="23672" y="4327"/>
                  </a:lnTo>
                  <a:lnTo>
                    <a:pt x="23629" y="4454"/>
                  </a:lnTo>
                  <a:lnTo>
                    <a:pt x="23502" y="4582"/>
                  </a:lnTo>
                  <a:lnTo>
                    <a:pt x="23375" y="4666"/>
                  </a:lnTo>
                  <a:lnTo>
                    <a:pt x="22696" y="5260"/>
                  </a:lnTo>
                  <a:lnTo>
                    <a:pt x="21932" y="5939"/>
                  </a:lnTo>
                  <a:lnTo>
                    <a:pt x="21635" y="5515"/>
                  </a:lnTo>
                  <a:lnTo>
                    <a:pt x="21338" y="5133"/>
                  </a:lnTo>
                  <a:lnTo>
                    <a:pt x="21041" y="4794"/>
                  </a:lnTo>
                  <a:lnTo>
                    <a:pt x="20702" y="4454"/>
                  </a:lnTo>
                  <a:lnTo>
                    <a:pt x="22738" y="2630"/>
                  </a:lnTo>
                  <a:lnTo>
                    <a:pt x="23672" y="1739"/>
                  </a:lnTo>
                  <a:lnTo>
                    <a:pt x="24181" y="1273"/>
                  </a:lnTo>
                  <a:lnTo>
                    <a:pt x="24435" y="1103"/>
                  </a:lnTo>
                  <a:lnTo>
                    <a:pt x="24647" y="976"/>
                  </a:lnTo>
                  <a:lnTo>
                    <a:pt x="25029" y="891"/>
                  </a:lnTo>
                  <a:lnTo>
                    <a:pt x="25368" y="849"/>
                  </a:lnTo>
                  <a:lnTo>
                    <a:pt x="26090" y="849"/>
                  </a:lnTo>
                  <a:lnTo>
                    <a:pt x="26471" y="933"/>
                  </a:lnTo>
                  <a:lnTo>
                    <a:pt x="26811" y="1018"/>
                  </a:lnTo>
                  <a:lnTo>
                    <a:pt x="27447" y="1315"/>
                  </a:lnTo>
                  <a:lnTo>
                    <a:pt x="27914" y="1527"/>
                  </a:lnTo>
                  <a:lnTo>
                    <a:pt x="28380" y="1782"/>
                  </a:lnTo>
                  <a:lnTo>
                    <a:pt x="29271" y="2291"/>
                  </a:lnTo>
                  <a:lnTo>
                    <a:pt x="30968" y="3436"/>
                  </a:lnTo>
                  <a:lnTo>
                    <a:pt x="32707" y="4539"/>
                  </a:lnTo>
                  <a:lnTo>
                    <a:pt x="34447" y="5685"/>
                  </a:lnTo>
                  <a:lnTo>
                    <a:pt x="36143" y="6872"/>
                  </a:lnTo>
                  <a:lnTo>
                    <a:pt x="37798" y="8060"/>
                  </a:lnTo>
                  <a:lnTo>
                    <a:pt x="38731" y="8696"/>
                  </a:lnTo>
                  <a:lnTo>
                    <a:pt x="39792" y="9418"/>
                  </a:lnTo>
                  <a:lnTo>
                    <a:pt x="40301" y="9757"/>
                  </a:lnTo>
                  <a:lnTo>
                    <a:pt x="40767" y="10139"/>
                  </a:lnTo>
                  <a:lnTo>
                    <a:pt x="41192" y="10521"/>
                  </a:lnTo>
                  <a:lnTo>
                    <a:pt x="41573" y="10945"/>
                  </a:lnTo>
                  <a:lnTo>
                    <a:pt x="41828" y="11369"/>
                  </a:lnTo>
                  <a:lnTo>
                    <a:pt x="41998" y="11751"/>
                  </a:lnTo>
                  <a:lnTo>
                    <a:pt x="42082" y="12175"/>
                  </a:lnTo>
                  <a:lnTo>
                    <a:pt x="42125" y="12557"/>
                  </a:lnTo>
                  <a:lnTo>
                    <a:pt x="42125" y="12981"/>
                  </a:lnTo>
                  <a:lnTo>
                    <a:pt x="42040" y="13363"/>
                  </a:lnTo>
                  <a:lnTo>
                    <a:pt x="41913" y="13787"/>
                  </a:lnTo>
                  <a:lnTo>
                    <a:pt x="41743" y="14169"/>
                  </a:lnTo>
                  <a:lnTo>
                    <a:pt x="41573" y="14551"/>
                  </a:lnTo>
                  <a:lnTo>
                    <a:pt x="41361" y="14890"/>
                  </a:lnTo>
                  <a:lnTo>
                    <a:pt x="40852" y="15611"/>
                  </a:lnTo>
                  <a:lnTo>
                    <a:pt x="39877" y="16926"/>
                  </a:lnTo>
                  <a:lnTo>
                    <a:pt x="39198" y="17775"/>
                  </a:lnTo>
                  <a:lnTo>
                    <a:pt x="38519" y="18623"/>
                  </a:lnTo>
                  <a:lnTo>
                    <a:pt x="37798" y="19429"/>
                  </a:lnTo>
                  <a:lnTo>
                    <a:pt x="37077" y="20235"/>
                  </a:lnTo>
                  <a:lnTo>
                    <a:pt x="36313" y="20999"/>
                  </a:lnTo>
                  <a:lnTo>
                    <a:pt x="35550" y="21762"/>
                  </a:lnTo>
                  <a:lnTo>
                    <a:pt x="34744" y="22483"/>
                  </a:lnTo>
                  <a:lnTo>
                    <a:pt x="33895" y="23205"/>
                  </a:lnTo>
                  <a:lnTo>
                    <a:pt x="33089" y="23883"/>
                  </a:lnTo>
                  <a:lnTo>
                    <a:pt x="32241" y="24562"/>
                  </a:lnTo>
                  <a:lnTo>
                    <a:pt x="31350" y="25241"/>
                  </a:lnTo>
                  <a:lnTo>
                    <a:pt x="30926" y="25495"/>
                  </a:lnTo>
                  <a:lnTo>
                    <a:pt x="30459" y="25792"/>
                  </a:lnTo>
                  <a:lnTo>
                    <a:pt x="29992" y="26047"/>
                  </a:lnTo>
                  <a:lnTo>
                    <a:pt x="29441" y="26301"/>
                  </a:lnTo>
                  <a:lnTo>
                    <a:pt x="29186" y="26386"/>
                  </a:lnTo>
                  <a:lnTo>
                    <a:pt x="28889" y="26471"/>
                  </a:lnTo>
                  <a:lnTo>
                    <a:pt x="28635" y="26513"/>
                  </a:lnTo>
                  <a:lnTo>
                    <a:pt x="28380" y="26471"/>
                  </a:lnTo>
                  <a:lnTo>
                    <a:pt x="28168" y="26429"/>
                  </a:lnTo>
                  <a:lnTo>
                    <a:pt x="27956" y="26344"/>
                  </a:lnTo>
                  <a:lnTo>
                    <a:pt x="27490" y="26089"/>
                  </a:lnTo>
                  <a:lnTo>
                    <a:pt x="27065" y="25707"/>
                  </a:lnTo>
                  <a:lnTo>
                    <a:pt x="26684" y="25326"/>
                  </a:lnTo>
                  <a:lnTo>
                    <a:pt x="26302" y="24901"/>
                  </a:lnTo>
                  <a:lnTo>
                    <a:pt x="25920" y="24435"/>
                  </a:lnTo>
                  <a:lnTo>
                    <a:pt x="25368" y="23629"/>
                  </a:lnTo>
                  <a:lnTo>
                    <a:pt x="24266" y="21762"/>
                  </a:lnTo>
                  <a:lnTo>
                    <a:pt x="23163" y="19896"/>
                  </a:lnTo>
                  <a:lnTo>
                    <a:pt x="20999" y="16120"/>
                  </a:lnTo>
                  <a:lnTo>
                    <a:pt x="18836" y="12345"/>
                  </a:lnTo>
                  <a:lnTo>
                    <a:pt x="16587" y="8612"/>
                  </a:lnTo>
                  <a:lnTo>
                    <a:pt x="16545" y="8569"/>
                  </a:lnTo>
                  <a:lnTo>
                    <a:pt x="16502" y="8527"/>
                  </a:lnTo>
                  <a:lnTo>
                    <a:pt x="16418" y="8569"/>
                  </a:lnTo>
                  <a:lnTo>
                    <a:pt x="16333" y="8654"/>
                  </a:lnTo>
                  <a:lnTo>
                    <a:pt x="16333" y="8696"/>
                  </a:lnTo>
                  <a:lnTo>
                    <a:pt x="16333" y="8781"/>
                  </a:lnTo>
                  <a:lnTo>
                    <a:pt x="17054" y="10181"/>
                  </a:lnTo>
                  <a:lnTo>
                    <a:pt x="17817" y="11581"/>
                  </a:lnTo>
                  <a:lnTo>
                    <a:pt x="19345" y="14339"/>
                  </a:lnTo>
                  <a:lnTo>
                    <a:pt x="20957" y="17096"/>
                  </a:lnTo>
                  <a:lnTo>
                    <a:pt x="22569" y="19853"/>
                  </a:lnTo>
                  <a:lnTo>
                    <a:pt x="24096" y="22399"/>
                  </a:lnTo>
                  <a:lnTo>
                    <a:pt x="24859" y="23671"/>
                  </a:lnTo>
                  <a:lnTo>
                    <a:pt x="25623" y="24901"/>
                  </a:lnTo>
                  <a:lnTo>
                    <a:pt x="26090" y="25580"/>
                  </a:lnTo>
                  <a:lnTo>
                    <a:pt x="26302" y="25877"/>
                  </a:lnTo>
                  <a:lnTo>
                    <a:pt x="26556" y="26174"/>
                  </a:lnTo>
                  <a:lnTo>
                    <a:pt x="26853" y="26429"/>
                  </a:lnTo>
                  <a:lnTo>
                    <a:pt x="27150" y="26641"/>
                  </a:lnTo>
                  <a:lnTo>
                    <a:pt x="27490" y="26810"/>
                  </a:lnTo>
                  <a:lnTo>
                    <a:pt x="27871" y="26895"/>
                  </a:lnTo>
                  <a:lnTo>
                    <a:pt x="28296" y="26980"/>
                  </a:lnTo>
                  <a:lnTo>
                    <a:pt x="28720" y="26980"/>
                  </a:lnTo>
                  <a:lnTo>
                    <a:pt x="29144" y="26895"/>
                  </a:lnTo>
                  <a:lnTo>
                    <a:pt x="29526" y="26810"/>
                  </a:lnTo>
                  <a:lnTo>
                    <a:pt x="29950" y="26641"/>
                  </a:lnTo>
                  <a:lnTo>
                    <a:pt x="30374" y="26471"/>
                  </a:lnTo>
                  <a:lnTo>
                    <a:pt x="30756" y="26259"/>
                  </a:lnTo>
                  <a:lnTo>
                    <a:pt x="31180" y="26004"/>
                  </a:lnTo>
                  <a:lnTo>
                    <a:pt x="31944" y="25495"/>
                  </a:lnTo>
                  <a:lnTo>
                    <a:pt x="32665" y="24901"/>
                  </a:lnTo>
                  <a:lnTo>
                    <a:pt x="33938" y="23841"/>
                  </a:lnTo>
                  <a:lnTo>
                    <a:pt x="34998" y="22908"/>
                  </a:lnTo>
                  <a:lnTo>
                    <a:pt x="36059" y="21974"/>
                  </a:lnTo>
                  <a:lnTo>
                    <a:pt x="37034" y="20956"/>
                  </a:lnTo>
                  <a:lnTo>
                    <a:pt x="38010" y="19938"/>
                  </a:lnTo>
                  <a:lnTo>
                    <a:pt x="38901" y="18920"/>
                  </a:lnTo>
                  <a:lnTo>
                    <a:pt x="39792" y="17817"/>
                  </a:lnTo>
                  <a:lnTo>
                    <a:pt x="40640" y="16714"/>
                  </a:lnTo>
                  <a:lnTo>
                    <a:pt x="41446" y="15569"/>
                  </a:lnTo>
                  <a:lnTo>
                    <a:pt x="41955" y="14763"/>
                  </a:lnTo>
                  <a:lnTo>
                    <a:pt x="42379" y="14042"/>
                  </a:lnTo>
                  <a:lnTo>
                    <a:pt x="42549" y="13702"/>
                  </a:lnTo>
                  <a:lnTo>
                    <a:pt x="42676" y="13363"/>
                  </a:lnTo>
                  <a:lnTo>
                    <a:pt x="42761" y="13066"/>
                  </a:lnTo>
                  <a:lnTo>
                    <a:pt x="42804" y="12727"/>
                  </a:lnTo>
                  <a:lnTo>
                    <a:pt x="42804" y="12430"/>
                  </a:lnTo>
                  <a:lnTo>
                    <a:pt x="42761" y="12090"/>
                  </a:lnTo>
                  <a:lnTo>
                    <a:pt x="42676" y="11793"/>
                  </a:lnTo>
                  <a:lnTo>
                    <a:pt x="42507" y="11454"/>
                  </a:lnTo>
                  <a:lnTo>
                    <a:pt x="42295" y="11157"/>
                  </a:lnTo>
                  <a:lnTo>
                    <a:pt x="42040" y="10818"/>
                  </a:lnTo>
                  <a:lnTo>
                    <a:pt x="41743" y="10478"/>
                  </a:lnTo>
                  <a:lnTo>
                    <a:pt x="41361" y="10139"/>
                  </a:lnTo>
                  <a:lnTo>
                    <a:pt x="40216" y="9206"/>
                  </a:lnTo>
                  <a:lnTo>
                    <a:pt x="39113" y="8357"/>
                  </a:lnTo>
                  <a:lnTo>
                    <a:pt x="37925" y="7466"/>
                  </a:lnTo>
                  <a:lnTo>
                    <a:pt x="36737" y="6660"/>
                  </a:lnTo>
                  <a:lnTo>
                    <a:pt x="34362" y="5048"/>
                  </a:lnTo>
                  <a:lnTo>
                    <a:pt x="31944" y="3479"/>
                  </a:lnTo>
                  <a:lnTo>
                    <a:pt x="30671" y="2588"/>
                  </a:lnTo>
                  <a:lnTo>
                    <a:pt x="29314" y="1697"/>
                  </a:lnTo>
                  <a:lnTo>
                    <a:pt x="28635" y="1273"/>
                  </a:lnTo>
                  <a:lnTo>
                    <a:pt x="27956" y="849"/>
                  </a:lnTo>
                  <a:lnTo>
                    <a:pt x="27277" y="509"/>
                  </a:lnTo>
                  <a:lnTo>
                    <a:pt x="26556" y="212"/>
                  </a:lnTo>
                  <a:lnTo>
                    <a:pt x="26090" y="85"/>
                  </a:lnTo>
                  <a:lnTo>
                    <a:pt x="25708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43"/>
            <p:cNvSpPr/>
            <p:nvPr/>
          </p:nvSpPr>
          <p:spPr>
            <a:xfrm>
              <a:off x="4597975" y="2280025"/>
              <a:ext cx="57275" cy="22300"/>
            </a:xfrm>
            <a:custGeom>
              <a:rect b="b" l="l" r="r" t="t"/>
              <a:pathLst>
                <a:path extrusionOk="0" h="892" w="2291">
                  <a:moveTo>
                    <a:pt x="85" y="0"/>
                  </a:moveTo>
                  <a:lnTo>
                    <a:pt x="0" y="43"/>
                  </a:lnTo>
                  <a:lnTo>
                    <a:pt x="0" y="127"/>
                  </a:lnTo>
                  <a:lnTo>
                    <a:pt x="42" y="170"/>
                  </a:lnTo>
                  <a:lnTo>
                    <a:pt x="509" y="509"/>
                  </a:lnTo>
                  <a:lnTo>
                    <a:pt x="764" y="637"/>
                  </a:lnTo>
                  <a:lnTo>
                    <a:pt x="1061" y="764"/>
                  </a:lnTo>
                  <a:lnTo>
                    <a:pt x="1358" y="849"/>
                  </a:lnTo>
                  <a:lnTo>
                    <a:pt x="1612" y="891"/>
                  </a:lnTo>
                  <a:lnTo>
                    <a:pt x="1909" y="891"/>
                  </a:lnTo>
                  <a:lnTo>
                    <a:pt x="2206" y="849"/>
                  </a:lnTo>
                  <a:lnTo>
                    <a:pt x="2291" y="849"/>
                  </a:lnTo>
                  <a:lnTo>
                    <a:pt x="2291" y="764"/>
                  </a:lnTo>
                  <a:lnTo>
                    <a:pt x="2248" y="721"/>
                  </a:lnTo>
                  <a:lnTo>
                    <a:pt x="2206" y="679"/>
                  </a:lnTo>
                  <a:lnTo>
                    <a:pt x="1654" y="594"/>
                  </a:lnTo>
                  <a:lnTo>
                    <a:pt x="1103" y="509"/>
                  </a:lnTo>
                  <a:lnTo>
                    <a:pt x="636" y="297"/>
                  </a:lnTo>
                  <a:lnTo>
                    <a:pt x="382" y="17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43"/>
            <p:cNvSpPr/>
            <p:nvPr/>
          </p:nvSpPr>
          <p:spPr>
            <a:xfrm>
              <a:off x="4623425" y="2269400"/>
              <a:ext cx="39250" cy="14875"/>
            </a:xfrm>
            <a:custGeom>
              <a:rect b="b" l="l" r="r" t="t"/>
              <a:pathLst>
                <a:path extrusionOk="0" h="595" w="1570">
                  <a:moveTo>
                    <a:pt x="0" y="1"/>
                  </a:moveTo>
                  <a:lnTo>
                    <a:pt x="0" y="43"/>
                  </a:lnTo>
                  <a:lnTo>
                    <a:pt x="43" y="128"/>
                  </a:lnTo>
                  <a:lnTo>
                    <a:pt x="340" y="340"/>
                  </a:lnTo>
                  <a:lnTo>
                    <a:pt x="679" y="510"/>
                  </a:lnTo>
                  <a:lnTo>
                    <a:pt x="1061" y="595"/>
                  </a:lnTo>
                  <a:lnTo>
                    <a:pt x="1442" y="595"/>
                  </a:lnTo>
                  <a:lnTo>
                    <a:pt x="1527" y="552"/>
                  </a:lnTo>
                  <a:lnTo>
                    <a:pt x="1570" y="468"/>
                  </a:lnTo>
                  <a:lnTo>
                    <a:pt x="1527" y="383"/>
                  </a:lnTo>
                  <a:lnTo>
                    <a:pt x="1442" y="340"/>
                  </a:lnTo>
                  <a:lnTo>
                    <a:pt x="1103" y="298"/>
                  </a:lnTo>
                  <a:lnTo>
                    <a:pt x="764" y="256"/>
                  </a:lnTo>
                  <a:lnTo>
                    <a:pt x="424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43"/>
            <p:cNvSpPr/>
            <p:nvPr/>
          </p:nvSpPr>
          <p:spPr>
            <a:xfrm>
              <a:off x="5298975" y="2109275"/>
              <a:ext cx="46700" cy="19100"/>
            </a:xfrm>
            <a:custGeom>
              <a:rect b="b" l="l" r="r" t="t"/>
              <a:pathLst>
                <a:path extrusionOk="0" h="764" w="1868">
                  <a:moveTo>
                    <a:pt x="1316" y="0"/>
                  </a:moveTo>
                  <a:lnTo>
                    <a:pt x="1061" y="43"/>
                  </a:lnTo>
                  <a:lnTo>
                    <a:pt x="849" y="85"/>
                  </a:lnTo>
                  <a:lnTo>
                    <a:pt x="594" y="170"/>
                  </a:lnTo>
                  <a:lnTo>
                    <a:pt x="382" y="297"/>
                  </a:lnTo>
                  <a:lnTo>
                    <a:pt x="213" y="467"/>
                  </a:lnTo>
                  <a:lnTo>
                    <a:pt x="43" y="594"/>
                  </a:lnTo>
                  <a:lnTo>
                    <a:pt x="1" y="679"/>
                  </a:lnTo>
                  <a:lnTo>
                    <a:pt x="43" y="722"/>
                  </a:lnTo>
                  <a:lnTo>
                    <a:pt x="85" y="764"/>
                  </a:lnTo>
                  <a:lnTo>
                    <a:pt x="128" y="722"/>
                  </a:lnTo>
                  <a:lnTo>
                    <a:pt x="297" y="594"/>
                  </a:lnTo>
                  <a:lnTo>
                    <a:pt x="467" y="467"/>
                  </a:lnTo>
                  <a:lnTo>
                    <a:pt x="679" y="382"/>
                  </a:lnTo>
                  <a:lnTo>
                    <a:pt x="849" y="340"/>
                  </a:lnTo>
                  <a:lnTo>
                    <a:pt x="1273" y="340"/>
                  </a:lnTo>
                  <a:lnTo>
                    <a:pt x="1655" y="382"/>
                  </a:lnTo>
                  <a:lnTo>
                    <a:pt x="1782" y="382"/>
                  </a:lnTo>
                  <a:lnTo>
                    <a:pt x="1867" y="297"/>
                  </a:lnTo>
                  <a:lnTo>
                    <a:pt x="1867" y="212"/>
                  </a:lnTo>
                  <a:lnTo>
                    <a:pt x="1782" y="128"/>
                  </a:lnTo>
                  <a:lnTo>
                    <a:pt x="1570" y="43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43"/>
            <p:cNvSpPr/>
            <p:nvPr/>
          </p:nvSpPr>
          <p:spPr>
            <a:xfrm>
              <a:off x="5304275" y="2080650"/>
              <a:ext cx="41400" cy="16975"/>
            </a:xfrm>
            <a:custGeom>
              <a:rect b="b" l="l" r="r" t="t"/>
              <a:pathLst>
                <a:path extrusionOk="0" h="679" w="1656">
                  <a:moveTo>
                    <a:pt x="1146" y="0"/>
                  </a:moveTo>
                  <a:lnTo>
                    <a:pt x="934" y="42"/>
                  </a:lnTo>
                  <a:lnTo>
                    <a:pt x="722" y="42"/>
                  </a:lnTo>
                  <a:lnTo>
                    <a:pt x="552" y="127"/>
                  </a:lnTo>
                  <a:lnTo>
                    <a:pt x="340" y="212"/>
                  </a:lnTo>
                  <a:lnTo>
                    <a:pt x="170" y="339"/>
                  </a:lnTo>
                  <a:lnTo>
                    <a:pt x="43" y="467"/>
                  </a:lnTo>
                  <a:lnTo>
                    <a:pt x="1" y="551"/>
                  </a:lnTo>
                  <a:lnTo>
                    <a:pt x="43" y="636"/>
                  </a:lnTo>
                  <a:lnTo>
                    <a:pt x="128" y="679"/>
                  </a:lnTo>
                  <a:lnTo>
                    <a:pt x="213" y="636"/>
                  </a:lnTo>
                  <a:lnTo>
                    <a:pt x="510" y="467"/>
                  </a:lnTo>
                  <a:lnTo>
                    <a:pt x="807" y="339"/>
                  </a:lnTo>
                  <a:lnTo>
                    <a:pt x="1104" y="339"/>
                  </a:lnTo>
                  <a:lnTo>
                    <a:pt x="1443" y="382"/>
                  </a:lnTo>
                  <a:lnTo>
                    <a:pt x="1570" y="382"/>
                  </a:lnTo>
                  <a:lnTo>
                    <a:pt x="1655" y="297"/>
                  </a:lnTo>
                  <a:lnTo>
                    <a:pt x="1613" y="170"/>
                  </a:lnTo>
                  <a:lnTo>
                    <a:pt x="1613" y="127"/>
                  </a:lnTo>
                  <a:lnTo>
                    <a:pt x="1528" y="85"/>
                  </a:lnTo>
                  <a:lnTo>
                    <a:pt x="1358" y="42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1" name="Google Shape;1571;p43"/>
          <p:cNvGrpSpPr/>
          <p:nvPr/>
        </p:nvGrpSpPr>
        <p:grpSpPr>
          <a:xfrm>
            <a:off x="8392314" y="781704"/>
            <a:ext cx="872701" cy="1072552"/>
            <a:chOff x="4926821" y="213384"/>
            <a:chExt cx="3430430" cy="4216007"/>
          </a:xfrm>
        </p:grpSpPr>
        <p:sp>
          <p:nvSpPr>
            <p:cNvPr id="1572" name="Google Shape;1572;p43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h="173568" w="163829">
                  <a:moveTo>
                    <a:pt x="163829" y="1"/>
                  </a:moveTo>
                  <a:lnTo>
                    <a:pt x="159942" y="586"/>
                  </a:lnTo>
                  <a:lnTo>
                    <a:pt x="156097" y="1213"/>
                  </a:lnTo>
                  <a:lnTo>
                    <a:pt x="152336" y="1881"/>
                  </a:lnTo>
                  <a:lnTo>
                    <a:pt x="148616" y="2592"/>
                  </a:lnTo>
                  <a:lnTo>
                    <a:pt x="144980" y="3344"/>
                  </a:lnTo>
                  <a:lnTo>
                    <a:pt x="141386" y="4138"/>
                  </a:lnTo>
                  <a:lnTo>
                    <a:pt x="137834" y="4974"/>
                  </a:lnTo>
                  <a:lnTo>
                    <a:pt x="134407" y="5852"/>
                  </a:lnTo>
                  <a:lnTo>
                    <a:pt x="130980" y="6771"/>
                  </a:lnTo>
                  <a:lnTo>
                    <a:pt x="127636" y="7732"/>
                  </a:lnTo>
                  <a:lnTo>
                    <a:pt x="124335" y="8735"/>
                  </a:lnTo>
                  <a:lnTo>
                    <a:pt x="121075" y="9780"/>
                  </a:lnTo>
                  <a:lnTo>
                    <a:pt x="117899" y="10825"/>
                  </a:lnTo>
                  <a:lnTo>
                    <a:pt x="114806" y="11954"/>
                  </a:lnTo>
                  <a:lnTo>
                    <a:pt x="111713" y="13082"/>
                  </a:lnTo>
                  <a:lnTo>
                    <a:pt x="108704" y="14252"/>
                  </a:lnTo>
                  <a:lnTo>
                    <a:pt x="105737" y="15464"/>
                  </a:lnTo>
                  <a:lnTo>
                    <a:pt x="102853" y="16718"/>
                  </a:lnTo>
                  <a:lnTo>
                    <a:pt x="100011" y="17972"/>
                  </a:lnTo>
                  <a:lnTo>
                    <a:pt x="97211" y="19309"/>
                  </a:lnTo>
                  <a:lnTo>
                    <a:pt x="94453" y="20646"/>
                  </a:lnTo>
                  <a:lnTo>
                    <a:pt x="91778" y="21984"/>
                  </a:lnTo>
                  <a:lnTo>
                    <a:pt x="89103" y="23405"/>
                  </a:lnTo>
                  <a:lnTo>
                    <a:pt x="86512" y="24826"/>
                  </a:lnTo>
                  <a:lnTo>
                    <a:pt x="84005" y="26247"/>
                  </a:lnTo>
                  <a:lnTo>
                    <a:pt x="81497" y="27751"/>
                  </a:lnTo>
                  <a:lnTo>
                    <a:pt x="79073" y="29256"/>
                  </a:lnTo>
                  <a:lnTo>
                    <a:pt x="76691" y="30760"/>
                  </a:lnTo>
                  <a:lnTo>
                    <a:pt x="74350" y="32307"/>
                  </a:lnTo>
                  <a:lnTo>
                    <a:pt x="72052" y="33895"/>
                  </a:lnTo>
                  <a:lnTo>
                    <a:pt x="69795" y="35483"/>
                  </a:lnTo>
                  <a:lnTo>
                    <a:pt x="67580" y="37113"/>
                  </a:lnTo>
                  <a:lnTo>
                    <a:pt x="65449" y="38743"/>
                  </a:lnTo>
                  <a:lnTo>
                    <a:pt x="63317" y="40415"/>
                  </a:lnTo>
                  <a:lnTo>
                    <a:pt x="61269" y="42086"/>
                  </a:lnTo>
                  <a:lnTo>
                    <a:pt x="59263" y="43800"/>
                  </a:lnTo>
                  <a:lnTo>
                    <a:pt x="57299" y="45513"/>
                  </a:lnTo>
                  <a:lnTo>
                    <a:pt x="55377" y="47227"/>
                  </a:lnTo>
                  <a:lnTo>
                    <a:pt x="53496" y="48982"/>
                  </a:lnTo>
                  <a:lnTo>
                    <a:pt x="51657" y="50737"/>
                  </a:lnTo>
                  <a:lnTo>
                    <a:pt x="49860" y="52535"/>
                  </a:lnTo>
                  <a:lnTo>
                    <a:pt x="48105" y="54332"/>
                  </a:lnTo>
                  <a:lnTo>
                    <a:pt x="46391" y="56129"/>
                  </a:lnTo>
                  <a:lnTo>
                    <a:pt x="44719" y="57926"/>
                  </a:lnTo>
                  <a:lnTo>
                    <a:pt x="43048" y="59765"/>
                  </a:lnTo>
                  <a:lnTo>
                    <a:pt x="41460" y="61604"/>
                  </a:lnTo>
                  <a:lnTo>
                    <a:pt x="39913" y="63443"/>
                  </a:lnTo>
                  <a:lnTo>
                    <a:pt x="38409" y="65323"/>
                  </a:lnTo>
                  <a:lnTo>
                    <a:pt x="36946" y="67204"/>
                  </a:lnTo>
                  <a:lnTo>
                    <a:pt x="35483" y="69043"/>
                  </a:lnTo>
                  <a:lnTo>
                    <a:pt x="34104" y="70965"/>
                  </a:lnTo>
                  <a:lnTo>
                    <a:pt x="32725" y="72846"/>
                  </a:lnTo>
                  <a:lnTo>
                    <a:pt x="31429" y="74727"/>
                  </a:lnTo>
                  <a:lnTo>
                    <a:pt x="30134" y="76607"/>
                  </a:lnTo>
                  <a:lnTo>
                    <a:pt x="28880" y="78530"/>
                  </a:lnTo>
                  <a:lnTo>
                    <a:pt x="27668" y="80410"/>
                  </a:lnTo>
                  <a:lnTo>
                    <a:pt x="26498" y="82333"/>
                  </a:lnTo>
                  <a:lnTo>
                    <a:pt x="25327" y="84255"/>
                  </a:lnTo>
                  <a:lnTo>
                    <a:pt x="24199" y="86136"/>
                  </a:lnTo>
                  <a:lnTo>
                    <a:pt x="23154" y="88059"/>
                  </a:lnTo>
                  <a:lnTo>
                    <a:pt x="22068" y="89939"/>
                  </a:lnTo>
                  <a:lnTo>
                    <a:pt x="21065" y="91862"/>
                  </a:lnTo>
                  <a:lnTo>
                    <a:pt x="20062" y="93742"/>
                  </a:lnTo>
                  <a:lnTo>
                    <a:pt x="19142" y="95665"/>
                  </a:lnTo>
                  <a:lnTo>
                    <a:pt x="18223" y="97546"/>
                  </a:lnTo>
                  <a:lnTo>
                    <a:pt x="17303" y="99426"/>
                  </a:lnTo>
                  <a:lnTo>
                    <a:pt x="15632" y="103188"/>
                  </a:lnTo>
                  <a:lnTo>
                    <a:pt x="14043" y="106907"/>
                  </a:lnTo>
                  <a:lnTo>
                    <a:pt x="12539" y="110627"/>
                  </a:lnTo>
                  <a:lnTo>
                    <a:pt x="11201" y="114263"/>
                  </a:lnTo>
                  <a:lnTo>
                    <a:pt x="9906" y="117857"/>
                  </a:lnTo>
                  <a:lnTo>
                    <a:pt x="8777" y="121409"/>
                  </a:lnTo>
                  <a:lnTo>
                    <a:pt x="7691" y="124878"/>
                  </a:lnTo>
                  <a:lnTo>
                    <a:pt x="6730" y="128305"/>
                  </a:lnTo>
                  <a:lnTo>
                    <a:pt x="5810" y="131649"/>
                  </a:lnTo>
                  <a:lnTo>
                    <a:pt x="5016" y="134909"/>
                  </a:lnTo>
                  <a:lnTo>
                    <a:pt x="4264" y="138085"/>
                  </a:lnTo>
                  <a:lnTo>
                    <a:pt x="3637" y="141177"/>
                  </a:lnTo>
                  <a:lnTo>
                    <a:pt x="3052" y="144145"/>
                  </a:lnTo>
                  <a:lnTo>
                    <a:pt x="2509" y="147028"/>
                  </a:lnTo>
                  <a:lnTo>
                    <a:pt x="2049" y="149787"/>
                  </a:lnTo>
                  <a:lnTo>
                    <a:pt x="1673" y="152420"/>
                  </a:lnTo>
                  <a:lnTo>
                    <a:pt x="1297" y="154927"/>
                  </a:lnTo>
                  <a:lnTo>
                    <a:pt x="1004" y="157310"/>
                  </a:lnTo>
                  <a:lnTo>
                    <a:pt x="753" y="159566"/>
                  </a:lnTo>
                  <a:lnTo>
                    <a:pt x="586" y="161698"/>
                  </a:lnTo>
                  <a:lnTo>
                    <a:pt x="419" y="163662"/>
                  </a:lnTo>
                  <a:lnTo>
                    <a:pt x="168" y="167089"/>
                  </a:lnTo>
                  <a:lnTo>
                    <a:pt x="43" y="169847"/>
                  </a:lnTo>
                  <a:lnTo>
                    <a:pt x="1" y="171895"/>
                  </a:lnTo>
                  <a:lnTo>
                    <a:pt x="1" y="173567"/>
                  </a:lnTo>
                  <a:lnTo>
                    <a:pt x="3553" y="173107"/>
                  </a:lnTo>
                  <a:lnTo>
                    <a:pt x="7106" y="172606"/>
                  </a:lnTo>
                  <a:lnTo>
                    <a:pt x="10575" y="172062"/>
                  </a:lnTo>
                  <a:lnTo>
                    <a:pt x="13960" y="171477"/>
                  </a:lnTo>
                  <a:lnTo>
                    <a:pt x="17345" y="170850"/>
                  </a:lnTo>
                  <a:lnTo>
                    <a:pt x="20647" y="170182"/>
                  </a:lnTo>
                  <a:lnTo>
                    <a:pt x="23907" y="169430"/>
                  </a:lnTo>
                  <a:lnTo>
                    <a:pt x="27125" y="168677"/>
                  </a:lnTo>
                  <a:lnTo>
                    <a:pt x="30301" y="167841"/>
                  </a:lnTo>
                  <a:lnTo>
                    <a:pt x="33393" y="166964"/>
                  </a:lnTo>
                  <a:lnTo>
                    <a:pt x="36486" y="166086"/>
                  </a:lnTo>
                  <a:lnTo>
                    <a:pt x="39495" y="165125"/>
                  </a:lnTo>
                  <a:lnTo>
                    <a:pt x="42463" y="164164"/>
                  </a:lnTo>
                  <a:lnTo>
                    <a:pt x="45388" y="163119"/>
                  </a:lnTo>
                  <a:lnTo>
                    <a:pt x="48272" y="162074"/>
                  </a:lnTo>
                  <a:lnTo>
                    <a:pt x="51072" y="160946"/>
                  </a:lnTo>
                  <a:lnTo>
                    <a:pt x="53872" y="159817"/>
                  </a:lnTo>
                  <a:lnTo>
                    <a:pt x="56589" y="158647"/>
                  </a:lnTo>
                  <a:lnTo>
                    <a:pt x="59305" y="157435"/>
                  </a:lnTo>
                  <a:lnTo>
                    <a:pt x="61938" y="156181"/>
                  </a:lnTo>
                  <a:lnTo>
                    <a:pt x="64529" y="154927"/>
                  </a:lnTo>
                  <a:lnTo>
                    <a:pt x="67120" y="153590"/>
                  </a:lnTo>
                  <a:lnTo>
                    <a:pt x="69628" y="152253"/>
                  </a:lnTo>
                  <a:lnTo>
                    <a:pt x="72094" y="150873"/>
                  </a:lnTo>
                  <a:lnTo>
                    <a:pt x="74518" y="149494"/>
                  </a:lnTo>
                  <a:lnTo>
                    <a:pt x="76900" y="148031"/>
                  </a:lnTo>
                  <a:lnTo>
                    <a:pt x="79240" y="146569"/>
                  </a:lnTo>
                  <a:lnTo>
                    <a:pt x="81539" y="145106"/>
                  </a:lnTo>
                  <a:lnTo>
                    <a:pt x="83796" y="143560"/>
                  </a:lnTo>
                  <a:lnTo>
                    <a:pt x="86011" y="142055"/>
                  </a:lnTo>
                  <a:lnTo>
                    <a:pt x="88184" y="140467"/>
                  </a:lnTo>
                  <a:lnTo>
                    <a:pt x="90315" y="138879"/>
                  </a:lnTo>
                  <a:lnTo>
                    <a:pt x="92405" y="137249"/>
                  </a:lnTo>
                  <a:lnTo>
                    <a:pt x="94453" y="135619"/>
                  </a:lnTo>
                  <a:lnTo>
                    <a:pt x="96501" y="133947"/>
                  </a:lnTo>
                  <a:lnTo>
                    <a:pt x="98465" y="132276"/>
                  </a:lnTo>
                  <a:lnTo>
                    <a:pt x="100387" y="130562"/>
                  </a:lnTo>
                  <a:lnTo>
                    <a:pt x="102310" y="128849"/>
                  </a:lnTo>
                  <a:lnTo>
                    <a:pt x="104149" y="127135"/>
                  </a:lnTo>
                  <a:lnTo>
                    <a:pt x="105988" y="125380"/>
                  </a:lnTo>
                  <a:lnTo>
                    <a:pt x="107743" y="123583"/>
                  </a:lnTo>
                  <a:lnTo>
                    <a:pt x="109498" y="121786"/>
                  </a:lnTo>
                  <a:lnTo>
                    <a:pt x="111212" y="119988"/>
                  </a:lnTo>
                  <a:lnTo>
                    <a:pt x="112884" y="118150"/>
                  </a:lnTo>
                  <a:lnTo>
                    <a:pt x="114555" y="116352"/>
                  </a:lnTo>
                  <a:lnTo>
                    <a:pt x="116143" y="114472"/>
                  </a:lnTo>
                  <a:lnTo>
                    <a:pt x="117731" y="112633"/>
                  </a:lnTo>
                  <a:lnTo>
                    <a:pt x="119236" y="110752"/>
                  </a:lnTo>
                  <a:lnTo>
                    <a:pt x="120741" y="108871"/>
                  </a:lnTo>
                  <a:lnTo>
                    <a:pt x="122203" y="106991"/>
                  </a:lnTo>
                  <a:lnTo>
                    <a:pt x="123666" y="105110"/>
                  </a:lnTo>
                  <a:lnTo>
                    <a:pt x="125045" y="103188"/>
                  </a:lnTo>
                  <a:lnTo>
                    <a:pt x="126424" y="101307"/>
                  </a:lnTo>
                  <a:lnTo>
                    <a:pt x="127762" y="99384"/>
                  </a:lnTo>
                  <a:lnTo>
                    <a:pt x="129057" y="97462"/>
                  </a:lnTo>
                  <a:lnTo>
                    <a:pt x="130353" y="95540"/>
                  </a:lnTo>
                  <a:lnTo>
                    <a:pt x="131565" y="93575"/>
                  </a:lnTo>
                  <a:lnTo>
                    <a:pt x="132777" y="91653"/>
                  </a:lnTo>
                  <a:lnTo>
                    <a:pt x="133989" y="89730"/>
                  </a:lnTo>
                  <a:lnTo>
                    <a:pt x="135117" y="87808"/>
                  </a:lnTo>
                  <a:lnTo>
                    <a:pt x="136246" y="85844"/>
                  </a:lnTo>
                  <a:lnTo>
                    <a:pt x="137332" y="83921"/>
                  </a:lnTo>
                  <a:lnTo>
                    <a:pt x="139422" y="80076"/>
                  </a:lnTo>
                  <a:lnTo>
                    <a:pt x="141428" y="76189"/>
                  </a:lnTo>
                  <a:lnTo>
                    <a:pt x="143309" y="72386"/>
                  </a:lnTo>
                  <a:lnTo>
                    <a:pt x="145064" y="68583"/>
                  </a:lnTo>
                  <a:lnTo>
                    <a:pt x="146736" y="64822"/>
                  </a:lnTo>
                  <a:lnTo>
                    <a:pt x="148324" y="61060"/>
                  </a:lnTo>
                  <a:lnTo>
                    <a:pt x="149787" y="57383"/>
                  </a:lnTo>
                  <a:lnTo>
                    <a:pt x="151166" y="53747"/>
                  </a:lnTo>
                  <a:lnTo>
                    <a:pt x="152420" y="50194"/>
                  </a:lnTo>
                  <a:lnTo>
                    <a:pt x="153632" y="46684"/>
                  </a:lnTo>
                  <a:lnTo>
                    <a:pt x="154760" y="43256"/>
                  </a:lnTo>
                  <a:lnTo>
                    <a:pt x="155763" y="39913"/>
                  </a:lnTo>
                  <a:lnTo>
                    <a:pt x="156724" y="36653"/>
                  </a:lnTo>
                  <a:lnTo>
                    <a:pt x="157602" y="33477"/>
                  </a:lnTo>
                  <a:lnTo>
                    <a:pt x="158396" y="30426"/>
                  </a:lnTo>
                  <a:lnTo>
                    <a:pt x="159148" y="27459"/>
                  </a:lnTo>
                  <a:lnTo>
                    <a:pt x="159775" y="24617"/>
                  </a:lnTo>
                  <a:lnTo>
                    <a:pt x="160402" y="21900"/>
                  </a:lnTo>
                  <a:lnTo>
                    <a:pt x="160945" y="19267"/>
                  </a:lnTo>
                  <a:lnTo>
                    <a:pt x="161405" y="16802"/>
                  </a:lnTo>
                  <a:lnTo>
                    <a:pt x="161823" y="14503"/>
                  </a:lnTo>
                  <a:lnTo>
                    <a:pt x="162533" y="10282"/>
                  </a:lnTo>
                  <a:lnTo>
                    <a:pt x="163077" y="6729"/>
                  </a:lnTo>
                  <a:lnTo>
                    <a:pt x="163411" y="3888"/>
                  </a:lnTo>
                  <a:lnTo>
                    <a:pt x="163662" y="1756"/>
                  </a:lnTo>
                  <a:lnTo>
                    <a:pt x="16382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43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fill="none" h="173568" w="163829">
                  <a:moveTo>
                    <a:pt x="163829" y="1"/>
                  </a:moveTo>
                  <a:lnTo>
                    <a:pt x="163829" y="1"/>
                  </a:lnTo>
                  <a:lnTo>
                    <a:pt x="163662" y="1756"/>
                  </a:lnTo>
                  <a:lnTo>
                    <a:pt x="163411" y="3888"/>
                  </a:lnTo>
                  <a:lnTo>
                    <a:pt x="163077" y="6729"/>
                  </a:lnTo>
                  <a:lnTo>
                    <a:pt x="162533" y="10282"/>
                  </a:lnTo>
                  <a:lnTo>
                    <a:pt x="161823" y="14503"/>
                  </a:lnTo>
                  <a:lnTo>
                    <a:pt x="161405" y="16802"/>
                  </a:lnTo>
                  <a:lnTo>
                    <a:pt x="160945" y="19267"/>
                  </a:lnTo>
                  <a:lnTo>
                    <a:pt x="160402" y="21900"/>
                  </a:lnTo>
                  <a:lnTo>
                    <a:pt x="159775" y="24617"/>
                  </a:lnTo>
                  <a:lnTo>
                    <a:pt x="159148" y="27459"/>
                  </a:lnTo>
                  <a:lnTo>
                    <a:pt x="158396" y="30426"/>
                  </a:lnTo>
                  <a:lnTo>
                    <a:pt x="157602" y="33477"/>
                  </a:lnTo>
                  <a:lnTo>
                    <a:pt x="156724" y="36653"/>
                  </a:lnTo>
                  <a:lnTo>
                    <a:pt x="155763" y="39913"/>
                  </a:lnTo>
                  <a:lnTo>
                    <a:pt x="154760" y="43256"/>
                  </a:lnTo>
                  <a:lnTo>
                    <a:pt x="153632" y="46684"/>
                  </a:lnTo>
                  <a:lnTo>
                    <a:pt x="152420" y="50194"/>
                  </a:lnTo>
                  <a:lnTo>
                    <a:pt x="151166" y="53747"/>
                  </a:lnTo>
                  <a:lnTo>
                    <a:pt x="149787" y="57383"/>
                  </a:lnTo>
                  <a:lnTo>
                    <a:pt x="148324" y="61060"/>
                  </a:lnTo>
                  <a:lnTo>
                    <a:pt x="146736" y="64822"/>
                  </a:lnTo>
                  <a:lnTo>
                    <a:pt x="145064" y="68583"/>
                  </a:lnTo>
                  <a:lnTo>
                    <a:pt x="143309" y="72386"/>
                  </a:lnTo>
                  <a:lnTo>
                    <a:pt x="141428" y="76189"/>
                  </a:lnTo>
                  <a:lnTo>
                    <a:pt x="139422" y="80076"/>
                  </a:lnTo>
                  <a:lnTo>
                    <a:pt x="137332" y="83921"/>
                  </a:lnTo>
                  <a:lnTo>
                    <a:pt x="136246" y="85844"/>
                  </a:lnTo>
                  <a:lnTo>
                    <a:pt x="135117" y="87808"/>
                  </a:lnTo>
                  <a:lnTo>
                    <a:pt x="133989" y="89730"/>
                  </a:lnTo>
                  <a:lnTo>
                    <a:pt x="132777" y="91653"/>
                  </a:lnTo>
                  <a:lnTo>
                    <a:pt x="131565" y="93575"/>
                  </a:lnTo>
                  <a:lnTo>
                    <a:pt x="130353" y="95540"/>
                  </a:lnTo>
                  <a:lnTo>
                    <a:pt x="129057" y="97462"/>
                  </a:lnTo>
                  <a:lnTo>
                    <a:pt x="127762" y="99384"/>
                  </a:lnTo>
                  <a:lnTo>
                    <a:pt x="126424" y="101307"/>
                  </a:lnTo>
                  <a:lnTo>
                    <a:pt x="125045" y="103188"/>
                  </a:lnTo>
                  <a:lnTo>
                    <a:pt x="123666" y="105110"/>
                  </a:lnTo>
                  <a:lnTo>
                    <a:pt x="122203" y="106991"/>
                  </a:lnTo>
                  <a:lnTo>
                    <a:pt x="120741" y="108871"/>
                  </a:lnTo>
                  <a:lnTo>
                    <a:pt x="119236" y="110752"/>
                  </a:lnTo>
                  <a:lnTo>
                    <a:pt x="117731" y="112633"/>
                  </a:lnTo>
                  <a:lnTo>
                    <a:pt x="116143" y="114472"/>
                  </a:lnTo>
                  <a:lnTo>
                    <a:pt x="114555" y="116352"/>
                  </a:lnTo>
                  <a:lnTo>
                    <a:pt x="112884" y="118150"/>
                  </a:lnTo>
                  <a:lnTo>
                    <a:pt x="111212" y="119988"/>
                  </a:lnTo>
                  <a:lnTo>
                    <a:pt x="109498" y="121786"/>
                  </a:lnTo>
                  <a:lnTo>
                    <a:pt x="107743" y="123583"/>
                  </a:lnTo>
                  <a:lnTo>
                    <a:pt x="105988" y="125380"/>
                  </a:lnTo>
                  <a:lnTo>
                    <a:pt x="104149" y="127135"/>
                  </a:lnTo>
                  <a:lnTo>
                    <a:pt x="102310" y="128849"/>
                  </a:lnTo>
                  <a:lnTo>
                    <a:pt x="100387" y="130562"/>
                  </a:lnTo>
                  <a:lnTo>
                    <a:pt x="98465" y="132276"/>
                  </a:lnTo>
                  <a:lnTo>
                    <a:pt x="96501" y="133947"/>
                  </a:lnTo>
                  <a:lnTo>
                    <a:pt x="94453" y="135619"/>
                  </a:lnTo>
                  <a:lnTo>
                    <a:pt x="92405" y="137249"/>
                  </a:lnTo>
                  <a:lnTo>
                    <a:pt x="90315" y="138879"/>
                  </a:lnTo>
                  <a:lnTo>
                    <a:pt x="88184" y="140467"/>
                  </a:lnTo>
                  <a:lnTo>
                    <a:pt x="86011" y="142055"/>
                  </a:lnTo>
                  <a:lnTo>
                    <a:pt x="83796" y="143560"/>
                  </a:lnTo>
                  <a:lnTo>
                    <a:pt x="81539" y="145106"/>
                  </a:lnTo>
                  <a:lnTo>
                    <a:pt x="79240" y="146569"/>
                  </a:lnTo>
                  <a:lnTo>
                    <a:pt x="76900" y="148031"/>
                  </a:lnTo>
                  <a:lnTo>
                    <a:pt x="74518" y="149494"/>
                  </a:lnTo>
                  <a:lnTo>
                    <a:pt x="72094" y="150873"/>
                  </a:lnTo>
                  <a:lnTo>
                    <a:pt x="69628" y="152253"/>
                  </a:lnTo>
                  <a:lnTo>
                    <a:pt x="67120" y="153590"/>
                  </a:lnTo>
                  <a:lnTo>
                    <a:pt x="64529" y="154927"/>
                  </a:lnTo>
                  <a:lnTo>
                    <a:pt x="61938" y="156181"/>
                  </a:lnTo>
                  <a:lnTo>
                    <a:pt x="59305" y="157435"/>
                  </a:lnTo>
                  <a:lnTo>
                    <a:pt x="56589" y="158647"/>
                  </a:lnTo>
                  <a:lnTo>
                    <a:pt x="53872" y="159817"/>
                  </a:lnTo>
                  <a:lnTo>
                    <a:pt x="51072" y="160946"/>
                  </a:lnTo>
                  <a:lnTo>
                    <a:pt x="48272" y="162074"/>
                  </a:lnTo>
                  <a:lnTo>
                    <a:pt x="45388" y="163119"/>
                  </a:lnTo>
                  <a:lnTo>
                    <a:pt x="42463" y="164164"/>
                  </a:lnTo>
                  <a:lnTo>
                    <a:pt x="39495" y="165125"/>
                  </a:lnTo>
                  <a:lnTo>
                    <a:pt x="36486" y="166086"/>
                  </a:lnTo>
                  <a:lnTo>
                    <a:pt x="33393" y="166964"/>
                  </a:lnTo>
                  <a:lnTo>
                    <a:pt x="30301" y="167841"/>
                  </a:lnTo>
                  <a:lnTo>
                    <a:pt x="27125" y="168677"/>
                  </a:lnTo>
                  <a:lnTo>
                    <a:pt x="23907" y="169430"/>
                  </a:lnTo>
                  <a:lnTo>
                    <a:pt x="20647" y="170182"/>
                  </a:lnTo>
                  <a:lnTo>
                    <a:pt x="17345" y="170850"/>
                  </a:lnTo>
                  <a:lnTo>
                    <a:pt x="13960" y="171477"/>
                  </a:lnTo>
                  <a:lnTo>
                    <a:pt x="10575" y="172062"/>
                  </a:lnTo>
                  <a:lnTo>
                    <a:pt x="7106" y="172606"/>
                  </a:lnTo>
                  <a:lnTo>
                    <a:pt x="3553" y="173107"/>
                  </a:lnTo>
                  <a:lnTo>
                    <a:pt x="1" y="173567"/>
                  </a:lnTo>
                  <a:lnTo>
                    <a:pt x="1" y="173567"/>
                  </a:lnTo>
                  <a:lnTo>
                    <a:pt x="1" y="171895"/>
                  </a:lnTo>
                  <a:lnTo>
                    <a:pt x="43" y="169847"/>
                  </a:lnTo>
                  <a:lnTo>
                    <a:pt x="168" y="167089"/>
                  </a:lnTo>
                  <a:lnTo>
                    <a:pt x="419" y="163662"/>
                  </a:lnTo>
                  <a:lnTo>
                    <a:pt x="586" y="161698"/>
                  </a:lnTo>
                  <a:lnTo>
                    <a:pt x="753" y="159566"/>
                  </a:lnTo>
                  <a:lnTo>
                    <a:pt x="1004" y="157310"/>
                  </a:lnTo>
                  <a:lnTo>
                    <a:pt x="1297" y="154927"/>
                  </a:lnTo>
                  <a:lnTo>
                    <a:pt x="1673" y="152420"/>
                  </a:lnTo>
                  <a:lnTo>
                    <a:pt x="2049" y="149787"/>
                  </a:lnTo>
                  <a:lnTo>
                    <a:pt x="2509" y="147028"/>
                  </a:lnTo>
                  <a:lnTo>
                    <a:pt x="3052" y="144145"/>
                  </a:lnTo>
                  <a:lnTo>
                    <a:pt x="3637" y="141177"/>
                  </a:lnTo>
                  <a:lnTo>
                    <a:pt x="4264" y="138085"/>
                  </a:lnTo>
                  <a:lnTo>
                    <a:pt x="5016" y="134909"/>
                  </a:lnTo>
                  <a:lnTo>
                    <a:pt x="5810" y="131649"/>
                  </a:lnTo>
                  <a:lnTo>
                    <a:pt x="6730" y="128305"/>
                  </a:lnTo>
                  <a:lnTo>
                    <a:pt x="7691" y="124878"/>
                  </a:lnTo>
                  <a:lnTo>
                    <a:pt x="8777" y="121409"/>
                  </a:lnTo>
                  <a:lnTo>
                    <a:pt x="9906" y="117857"/>
                  </a:lnTo>
                  <a:lnTo>
                    <a:pt x="11201" y="114263"/>
                  </a:lnTo>
                  <a:lnTo>
                    <a:pt x="12539" y="110627"/>
                  </a:lnTo>
                  <a:lnTo>
                    <a:pt x="14043" y="106907"/>
                  </a:lnTo>
                  <a:lnTo>
                    <a:pt x="15632" y="103188"/>
                  </a:lnTo>
                  <a:lnTo>
                    <a:pt x="17303" y="99426"/>
                  </a:lnTo>
                  <a:lnTo>
                    <a:pt x="18223" y="97546"/>
                  </a:lnTo>
                  <a:lnTo>
                    <a:pt x="19142" y="95665"/>
                  </a:lnTo>
                  <a:lnTo>
                    <a:pt x="20062" y="93742"/>
                  </a:lnTo>
                  <a:lnTo>
                    <a:pt x="21065" y="91862"/>
                  </a:lnTo>
                  <a:lnTo>
                    <a:pt x="22068" y="89939"/>
                  </a:lnTo>
                  <a:lnTo>
                    <a:pt x="23154" y="88059"/>
                  </a:lnTo>
                  <a:lnTo>
                    <a:pt x="24199" y="86136"/>
                  </a:lnTo>
                  <a:lnTo>
                    <a:pt x="25327" y="84255"/>
                  </a:lnTo>
                  <a:lnTo>
                    <a:pt x="26498" y="82333"/>
                  </a:lnTo>
                  <a:lnTo>
                    <a:pt x="27668" y="80410"/>
                  </a:lnTo>
                  <a:lnTo>
                    <a:pt x="28880" y="78530"/>
                  </a:lnTo>
                  <a:lnTo>
                    <a:pt x="30134" y="76607"/>
                  </a:lnTo>
                  <a:lnTo>
                    <a:pt x="31429" y="74727"/>
                  </a:lnTo>
                  <a:lnTo>
                    <a:pt x="32725" y="72846"/>
                  </a:lnTo>
                  <a:lnTo>
                    <a:pt x="34104" y="70965"/>
                  </a:lnTo>
                  <a:lnTo>
                    <a:pt x="35483" y="69043"/>
                  </a:lnTo>
                  <a:lnTo>
                    <a:pt x="36946" y="67204"/>
                  </a:lnTo>
                  <a:lnTo>
                    <a:pt x="38409" y="65323"/>
                  </a:lnTo>
                  <a:lnTo>
                    <a:pt x="39913" y="63443"/>
                  </a:lnTo>
                  <a:lnTo>
                    <a:pt x="41460" y="61604"/>
                  </a:lnTo>
                  <a:lnTo>
                    <a:pt x="43048" y="59765"/>
                  </a:lnTo>
                  <a:lnTo>
                    <a:pt x="44719" y="57926"/>
                  </a:lnTo>
                  <a:lnTo>
                    <a:pt x="46391" y="56129"/>
                  </a:lnTo>
                  <a:lnTo>
                    <a:pt x="48105" y="54332"/>
                  </a:lnTo>
                  <a:lnTo>
                    <a:pt x="49860" y="52535"/>
                  </a:lnTo>
                  <a:lnTo>
                    <a:pt x="51657" y="50737"/>
                  </a:lnTo>
                  <a:lnTo>
                    <a:pt x="53496" y="48982"/>
                  </a:lnTo>
                  <a:lnTo>
                    <a:pt x="55377" y="47227"/>
                  </a:lnTo>
                  <a:lnTo>
                    <a:pt x="57299" y="45513"/>
                  </a:lnTo>
                  <a:lnTo>
                    <a:pt x="59263" y="43800"/>
                  </a:lnTo>
                  <a:lnTo>
                    <a:pt x="61269" y="42086"/>
                  </a:lnTo>
                  <a:lnTo>
                    <a:pt x="63317" y="40415"/>
                  </a:lnTo>
                  <a:lnTo>
                    <a:pt x="65449" y="38743"/>
                  </a:lnTo>
                  <a:lnTo>
                    <a:pt x="67580" y="37113"/>
                  </a:lnTo>
                  <a:lnTo>
                    <a:pt x="69795" y="35483"/>
                  </a:lnTo>
                  <a:lnTo>
                    <a:pt x="72052" y="33895"/>
                  </a:lnTo>
                  <a:lnTo>
                    <a:pt x="74350" y="32307"/>
                  </a:lnTo>
                  <a:lnTo>
                    <a:pt x="76691" y="30760"/>
                  </a:lnTo>
                  <a:lnTo>
                    <a:pt x="79073" y="29256"/>
                  </a:lnTo>
                  <a:lnTo>
                    <a:pt x="81497" y="27751"/>
                  </a:lnTo>
                  <a:lnTo>
                    <a:pt x="84005" y="26247"/>
                  </a:lnTo>
                  <a:lnTo>
                    <a:pt x="86512" y="24826"/>
                  </a:lnTo>
                  <a:lnTo>
                    <a:pt x="89103" y="23405"/>
                  </a:lnTo>
                  <a:lnTo>
                    <a:pt x="91778" y="21984"/>
                  </a:lnTo>
                  <a:lnTo>
                    <a:pt x="94453" y="20646"/>
                  </a:lnTo>
                  <a:lnTo>
                    <a:pt x="97211" y="19309"/>
                  </a:lnTo>
                  <a:lnTo>
                    <a:pt x="100011" y="17972"/>
                  </a:lnTo>
                  <a:lnTo>
                    <a:pt x="102853" y="16718"/>
                  </a:lnTo>
                  <a:lnTo>
                    <a:pt x="105737" y="15464"/>
                  </a:lnTo>
                  <a:lnTo>
                    <a:pt x="108704" y="14252"/>
                  </a:lnTo>
                  <a:lnTo>
                    <a:pt x="111713" y="13082"/>
                  </a:lnTo>
                  <a:lnTo>
                    <a:pt x="114806" y="11954"/>
                  </a:lnTo>
                  <a:lnTo>
                    <a:pt x="117899" y="10825"/>
                  </a:lnTo>
                  <a:lnTo>
                    <a:pt x="121075" y="9780"/>
                  </a:lnTo>
                  <a:lnTo>
                    <a:pt x="124335" y="8735"/>
                  </a:lnTo>
                  <a:lnTo>
                    <a:pt x="127636" y="7732"/>
                  </a:lnTo>
                  <a:lnTo>
                    <a:pt x="130980" y="6771"/>
                  </a:lnTo>
                  <a:lnTo>
                    <a:pt x="134407" y="5852"/>
                  </a:lnTo>
                  <a:lnTo>
                    <a:pt x="137834" y="4974"/>
                  </a:lnTo>
                  <a:lnTo>
                    <a:pt x="141386" y="4138"/>
                  </a:lnTo>
                  <a:lnTo>
                    <a:pt x="144980" y="3344"/>
                  </a:lnTo>
                  <a:lnTo>
                    <a:pt x="148616" y="2592"/>
                  </a:lnTo>
                  <a:lnTo>
                    <a:pt x="152336" y="1881"/>
                  </a:lnTo>
                  <a:lnTo>
                    <a:pt x="156097" y="1213"/>
                  </a:lnTo>
                  <a:lnTo>
                    <a:pt x="159942" y="586"/>
                  </a:lnTo>
                  <a:lnTo>
                    <a:pt x="16382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43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h="148575" w="143475">
                  <a:moveTo>
                    <a:pt x="141427" y="1"/>
                  </a:move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43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fill="none" h="148575" w="143475">
                  <a:moveTo>
                    <a:pt x="141427" y="1"/>
                  </a:moveTo>
                  <a:lnTo>
                    <a:pt x="141427" y="1"/>
                  </a:ln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lnTo>
                    <a:pt x="14142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43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43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43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43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0" name="Google Shape;1580;p43"/>
          <p:cNvSpPr txBox="1"/>
          <p:nvPr/>
        </p:nvSpPr>
        <p:spPr>
          <a:xfrm>
            <a:off x="47500" y="613350"/>
            <a:ext cx="3810000" cy="43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Outfit"/>
                <a:ea typeface="Outfit"/>
                <a:cs typeface="Outfit"/>
                <a:sym typeface="Outfit"/>
              </a:rPr>
              <a:t>MBSE</a:t>
            </a:r>
            <a:r>
              <a:rPr lang="en" sz="1100">
                <a:latin typeface="Outfit"/>
                <a:ea typeface="Outfit"/>
                <a:cs typeface="Outfit"/>
                <a:sym typeface="Outfit"/>
              </a:rPr>
              <a:t> = Model-Based Systems Engineering</a:t>
            </a:r>
            <a:br>
              <a:rPr lang="en" sz="11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This SysML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Block Definition Diagram (BDD)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breaks down the </a:t>
            </a:r>
            <a:r>
              <a:rPr i="1" lang="en" sz="1000">
                <a:latin typeface="Outfit"/>
                <a:ea typeface="Outfit"/>
                <a:cs typeface="Outfit"/>
                <a:sym typeface="Outfit"/>
              </a:rPr>
              <a:t>Semi-Automated Matcha Preparation Robot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into its major subsystems. It provides a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structured architectural view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of the entire system, showing how the robot is organized and how responsibilities are allocated across subsystems.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Human Interaction Subsystem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– Human adds matcha, places the bowl, and checks final quality.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Whisking &amp; Mixing Subsystem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– UR10e robot arm with whisk end-effector mixes the matcha consistently.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Control &amp; Sensing Subsystem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– Main controller runs the recipe (30 ml water, 50 whisks) and monitors sensors such as bowl presence and flow.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Cup Handling &amp; Cleaning Subsystem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– Human cleans the bowl , bowl placement area and cleaning routines.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Together, these subsystems create a clear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MBSE structural model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showing how the robot and human roles integrate to produce reliable, consistent matcha.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581" name="Google Shape;158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7600" y="781700"/>
            <a:ext cx="4154624" cy="3311449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44"/>
          <p:cNvSpPr txBox="1"/>
          <p:nvPr>
            <p:ph type="title"/>
          </p:nvPr>
        </p:nvSpPr>
        <p:spPr>
          <a:xfrm>
            <a:off x="685825" y="200700"/>
            <a:ext cx="7509000" cy="29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MBSE: </a:t>
            </a:r>
            <a:r>
              <a:rPr lang="en" sz="3000">
                <a:solidFill>
                  <a:srgbClr val="38761D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Design Structure Matrix Analysis</a:t>
            </a:r>
            <a:endParaRPr sz="48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587" name="Google Shape;1587;p44"/>
          <p:cNvGrpSpPr/>
          <p:nvPr/>
        </p:nvGrpSpPr>
        <p:grpSpPr>
          <a:xfrm rot="-1672317">
            <a:off x="8329146" y="1893769"/>
            <a:ext cx="999056" cy="1268408"/>
            <a:chOff x="2965800" y="1494175"/>
            <a:chExt cx="999050" cy="1268400"/>
          </a:xfrm>
        </p:grpSpPr>
        <p:sp>
          <p:nvSpPr>
            <p:cNvPr id="1588" name="Google Shape;1588;p44"/>
            <p:cNvSpPr/>
            <p:nvPr/>
          </p:nvSpPr>
          <p:spPr>
            <a:xfrm>
              <a:off x="2965800" y="1494175"/>
              <a:ext cx="999050" cy="1268400"/>
            </a:xfrm>
            <a:custGeom>
              <a:rect b="b" l="l" r="r" t="t"/>
              <a:pathLst>
                <a:path extrusionOk="0" h="50736" w="39962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50"/>
                  </a:lnTo>
                  <a:lnTo>
                    <a:pt x="18199" y="20956"/>
                  </a:lnTo>
                  <a:lnTo>
                    <a:pt x="18963" y="20320"/>
                  </a:lnTo>
                  <a:lnTo>
                    <a:pt x="19684" y="19641"/>
                  </a:lnTo>
                  <a:lnTo>
                    <a:pt x="20405" y="18920"/>
                  </a:lnTo>
                  <a:lnTo>
                    <a:pt x="21042" y="18156"/>
                  </a:lnTo>
                  <a:lnTo>
                    <a:pt x="21593" y="17350"/>
                  </a:lnTo>
                  <a:lnTo>
                    <a:pt x="21848" y="16926"/>
                  </a:lnTo>
                  <a:lnTo>
                    <a:pt x="22060" y="16502"/>
                  </a:lnTo>
                  <a:lnTo>
                    <a:pt x="22272" y="16035"/>
                  </a:lnTo>
                  <a:lnTo>
                    <a:pt x="22442" y="15569"/>
                  </a:lnTo>
                  <a:lnTo>
                    <a:pt x="22569" y="15017"/>
                  </a:lnTo>
                  <a:lnTo>
                    <a:pt x="22696" y="14466"/>
                  </a:lnTo>
                  <a:lnTo>
                    <a:pt x="22738" y="13914"/>
                  </a:lnTo>
                  <a:lnTo>
                    <a:pt x="22781" y="13363"/>
                  </a:lnTo>
                  <a:lnTo>
                    <a:pt x="22781" y="12769"/>
                  </a:lnTo>
                  <a:lnTo>
                    <a:pt x="22738" y="12175"/>
                  </a:lnTo>
                  <a:lnTo>
                    <a:pt x="22611" y="11030"/>
                  </a:lnTo>
                  <a:lnTo>
                    <a:pt x="22442" y="9842"/>
                  </a:lnTo>
                  <a:lnTo>
                    <a:pt x="22229" y="8696"/>
                  </a:lnTo>
                  <a:lnTo>
                    <a:pt x="21975" y="7594"/>
                  </a:lnTo>
                  <a:lnTo>
                    <a:pt x="21805" y="6491"/>
                  </a:lnTo>
                  <a:lnTo>
                    <a:pt x="21720" y="6321"/>
                  </a:lnTo>
                  <a:lnTo>
                    <a:pt x="21636" y="6194"/>
                  </a:lnTo>
                  <a:lnTo>
                    <a:pt x="21508" y="6109"/>
                  </a:lnTo>
                  <a:lnTo>
                    <a:pt x="21339" y="6024"/>
                  </a:lnTo>
                  <a:lnTo>
                    <a:pt x="21211" y="6024"/>
                  </a:lnTo>
                  <a:lnTo>
                    <a:pt x="21042" y="6066"/>
                  </a:lnTo>
                  <a:lnTo>
                    <a:pt x="20872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273" y="32622"/>
                  </a:lnTo>
                  <a:lnTo>
                    <a:pt x="8824" y="31943"/>
                  </a:lnTo>
                  <a:lnTo>
                    <a:pt x="9333" y="31222"/>
                  </a:lnTo>
                  <a:lnTo>
                    <a:pt x="9800" y="30543"/>
                  </a:lnTo>
                  <a:lnTo>
                    <a:pt x="10224" y="29780"/>
                  </a:lnTo>
                  <a:lnTo>
                    <a:pt x="10564" y="29016"/>
                  </a:lnTo>
                  <a:lnTo>
                    <a:pt x="10818" y="28253"/>
                  </a:lnTo>
                  <a:lnTo>
                    <a:pt x="10988" y="27404"/>
                  </a:lnTo>
                  <a:lnTo>
                    <a:pt x="11073" y="26938"/>
                  </a:lnTo>
                  <a:lnTo>
                    <a:pt x="11073" y="26513"/>
                  </a:lnTo>
                  <a:lnTo>
                    <a:pt x="11073" y="26004"/>
                  </a:lnTo>
                  <a:lnTo>
                    <a:pt x="11073" y="25495"/>
                  </a:lnTo>
                  <a:lnTo>
                    <a:pt x="10945" y="24520"/>
                  </a:lnTo>
                  <a:lnTo>
                    <a:pt x="10733" y="23544"/>
                  </a:lnTo>
                  <a:lnTo>
                    <a:pt x="10436" y="22568"/>
                  </a:lnTo>
                  <a:lnTo>
                    <a:pt x="10097" y="21635"/>
                  </a:lnTo>
                  <a:lnTo>
                    <a:pt x="9715" y="20702"/>
                  </a:lnTo>
                  <a:lnTo>
                    <a:pt x="8909" y="18878"/>
                  </a:lnTo>
                  <a:lnTo>
                    <a:pt x="8824" y="18750"/>
                  </a:lnTo>
                  <a:lnTo>
                    <a:pt x="8655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46" y="18665"/>
                  </a:lnTo>
                  <a:lnTo>
                    <a:pt x="7976" y="18750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982" y="38434"/>
                  </a:lnTo>
                  <a:lnTo>
                    <a:pt x="13533" y="38773"/>
                  </a:lnTo>
                  <a:lnTo>
                    <a:pt x="14085" y="39028"/>
                  </a:lnTo>
                  <a:lnTo>
                    <a:pt x="14636" y="39240"/>
                  </a:lnTo>
                  <a:lnTo>
                    <a:pt x="15187" y="39409"/>
                  </a:lnTo>
                  <a:lnTo>
                    <a:pt x="15739" y="39537"/>
                  </a:lnTo>
                  <a:lnTo>
                    <a:pt x="16290" y="39664"/>
                  </a:lnTo>
                  <a:lnTo>
                    <a:pt x="16842" y="39706"/>
                  </a:lnTo>
                  <a:lnTo>
                    <a:pt x="17436" y="39749"/>
                  </a:lnTo>
                  <a:lnTo>
                    <a:pt x="17987" y="39749"/>
                  </a:lnTo>
                  <a:lnTo>
                    <a:pt x="18539" y="39706"/>
                  </a:lnTo>
                  <a:lnTo>
                    <a:pt x="19090" y="39664"/>
                  </a:lnTo>
                  <a:lnTo>
                    <a:pt x="19642" y="39579"/>
                  </a:lnTo>
                  <a:lnTo>
                    <a:pt x="20193" y="39452"/>
                  </a:lnTo>
                  <a:lnTo>
                    <a:pt x="20745" y="39282"/>
                  </a:lnTo>
                  <a:lnTo>
                    <a:pt x="21296" y="39112"/>
                  </a:lnTo>
                  <a:lnTo>
                    <a:pt x="22357" y="38688"/>
                  </a:lnTo>
                  <a:lnTo>
                    <a:pt x="23417" y="38179"/>
                  </a:lnTo>
                  <a:lnTo>
                    <a:pt x="24435" y="37585"/>
                  </a:lnTo>
                  <a:lnTo>
                    <a:pt x="25411" y="36907"/>
                  </a:lnTo>
                  <a:lnTo>
                    <a:pt x="26344" y="36185"/>
                  </a:lnTo>
                  <a:lnTo>
                    <a:pt x="27235" y="35422"/>
                  </a:lnTo>
                  <a:lnTo>
                    <a:pt x="28084" y="34616"/>
                  </a:lnTo>
                  <a:lnTo>
                    <a:pt x="28847" y="33767"/>
                  </a:lnTo>
                  <a:lnTo>
                    <a:pt x="28974" y="33598"/>
                  </a:lnTo>
                  <a:lnTo>
                    <a:pt x="29017" y="33386"/>
                  </a:lnTo>
                  <a:lnTo>
                    <a:pt x="29017" y="33216"/>
                  </a:lnTo>
                  <a:lnTo>
                    <a:pt x="28974" y="33046"/>
                  </a:lnTo>
                  <a:lnTo>
                    <a:pt x="28890" y="32877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926" y="25707"/>
                  </a:lnTo>
                  <a:lnTo>
                    <a:pt x="24520" y="25919"/>
                  </a:lnTo>
                  <a:lnTo>
                    <a:pt x="25114" y="26089"/>
                  </a:lnTo>
                  <a:lnTo>
                    <a:pt x="25708" y="26216"/>
                  </a:lnTo>
                  <a:lnTo>
                    <a:pt x="26302" y="26344"/>
                  </a:lnTo>
                  <a:lnTo>
                    <a:pt x="26896" y="26428"/>
                  </a:lnTo>
                  <a:lnTo>
                    <a:pt x="27490" y="26471"/>
                  </a:lnTo>
                  <a:lnTo>
                    <a:pt x="28041" y="26513"/>
                  </a:lnTo>
                  <a:lnTo>
                    <a:pt x="29229" y="26513"/>
                  </a:lnTo>
                  <a:lnTo>
                    <a:pt x="29823" y="26471"/>
                  </a:lnTo>
                  <a:lnTo>
                    <a:pt x="30374" y="26386"/>
                  </a:lnTo>
                  <a:lnTo>
                    <a:pt x="30968" y="26301"/>
                  </a:lnTo>
                  <a:lnTo>
                    <a:pt x="31520" y="26174"/>
                  </a:lnTo>
                  <a:lnTo>
                    <a:pt x="32071" y="26004"/>
                  </a:lnTo>
                  <a:lnTo>
                    <a:pt x="32623" y="25835"/>
                  </a:lnTo>
                  <a:lnTo>
                    <a:pt x="33174" y="25665"/>
                  </a:lnTo>
                  <a:lnTo>
                    <a:pt x="33726" y="25410"/>
                  </a:lnTo>
                  <a:lnTo>
                    <a:pt x="34235" y="25198"/>
                  </a:lnTo>
                  <a:lnTo>
                    <a:pt x="34744" y="24901"/>
                  </a:lnTo>
                  <a:lnTo>
                    <a:pt x="35253" y="24604"/>
                  </a:lnTo>
                  <a:lnTo>
                    <a:pt x="35762" y="24307"/>
                  </a:lnTo>
                  <a:lnTo>
                    <a:pt x="36228" y="23968"/>
                  </a:lnTo>
                  <a:lnTo>
                    <a:pt x="36695" y="23629"/>
                  </a:lnTo>
                  <a:lnTo>
                    <a:pt x="37162" y="23247"/>
                  </a:lnTo>
                  <a:lnTo>
                    <a:pt x="37586" y="22823"/>
                  </a:lnTo>
                  <a:lnTo>
                    <a:pt x="38010" y="22398"/>
                  </a:lnTo>
                  <a:lnTo>
                    <a:pt x="38434" y="21974"/>
                  </a:lnTo>
                  <a:lnTo>
                    <a:pt x="38816" y="21508"/>
                  </a:lnTo>
                  <a:lnTo>
                    <a:pt x="39198" y="20999"/>
                  </a:lnTo>
                  <a:lnTo>
                    <a:pt x="39537" y="20490"/>
                  </a:lnTo>
                  <a:lnTo>
                    <a:pt x="39877" y="19980"/>
                  </a:lnTo>
                  <a:lnTo>
                    <a:pt x="39962" y="19811"/>
                  </a:lnTo>
                  <a:lnTo>
                    <a:pt x="39962" y="19641"/>
                  </a:lnTo>
                  <a:lnTo>
                    <a:pt x="39962" y="19471"/>
                  </a:lnTo>
                  <a:lnTo>
                    <a:pt x="39877" y="19302"/>
                  </a:lnTo>
                  <a:lnTo>
                    <a:pt x="39792" y="19174"/>
                  </a:lnTo>
                  <a:lnTo>
                    <a:pt x="39665" y="19047"/>
                  </a:lnTo>
                  <a:lnTo>
                    <a:pt x="39495" y="19005"/>
                  </a:lnTo>
                  <a:lnTo>
                    <a:pt x="39325" y="18962"/>
                  </a:lnTo>
                  <a:lnTo>
                    <a:pt x="38731" y="19005"/>
                  </a:lnTo>
                  <a:lnTo>
                    <a:pt x="38137" y="19005"/>
                  </a:lnTo>
                  <a:lnTo>
                    <a:pt x="36907" y="18920"/>
                  </a:lnTo>
                  <a:lnTo>
                    <a:pt x="34447" y="18708"/>
                  </a:lnTo>
                  <a:lnTo>
                    <a:pt x="33217" y="18665"/>
                  </a:lnTo>
                  <a:lnTo>
                    <a:pt x="32623" y="18623"/>
                  </a:lnTo>
                  <a:lnTo>
                    <a:pt x="32029" y="18665"/>
                  </a:lnTo>
                  <a:lnTo>
                    <a:pt x="31435" y="18708"/>
                  </a:lnTo>
                  <a:lnTo>
                    <a:pt x="30841" y="18793"/>
                  </a:lnTo>
                  <a:lnTo>
                    <a:pt x="30247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956" y="13193"/>
                  </a:lnTo>
                  <a:lnTo>
                    <a:pt x="28593" y="13363"/>
                  </a:lnTo>
                  <a:lnTo>
                    <a:pt x="29229" y="13448"/>
                  </a:lnTo>
                  <a:lnTo>
                    <a:pt x="29865" y="13532"/>
                  </a:lnTo>
                  <a:lnTo>
                    <a:pt x="30502" y="13532"/>
                  </a:lnTo>
                  <a:lnTo>
                    <a:pt x="31138" y="13490"/>
                  </a:lnTo>
                  <a:lnTo>
                    <a:pt x="31774" y="13405"/>
                  </a:lnTo>
                  <a:lnTo>
                    <a:pt x="32368" y="13278"/>
                  </a:lnTo>
                  <a:lnTo>
                    <a:pt x="33004" y="13108"/>
                  </a:lnTo>
                  <a:lnTo>
                    <a:pt x="33598" y="12896"/>
                  </a:lnTo>
                  <a:lnTo>
                    <a:pt x="34192" y="12684"/>
                  </a:lnTo>
                  <a:lnTo>
                    <a:pt x="34786" y="12387"/>
                  </a:lnTo>
                  <a:lnTo>
                    <a:pt x="35338" y="12048"/>
                  </a:lnTo>
                  <a:lnTo>
                    <a:pt x="35889" y="11708"/>
                  </a:lnTo>
                  <a:lnTo>
                    <a:pt x="36398" y="11327"/>
                  </a:lnTo>
                  <a:lnTo>
                    <a:pt x="36907" y="10902"/>
                  </a:lnTo>
                  <a:lnTo>
                    <a:pt x="37416" y="10393"/>
                  </a:lnTo>
                  <a:lnTo>
                    <a:pt x="37883" y="9842"/>
                  </a:lnTo>
                  <a:lnTo>
                    <a:pt x="38265" y="9290"/>
                  </a:lnTo>
                  <a:lnTo>
                    <a:pt x="38604" y="8696"/>
                  </a:lnTo>
                  <a:lnTo>
                    <a:pt x="38901" y="8060"/>
                  </a:lnTo>
                  <a:lnTo>
                    <a:pt x="39113" y="7424"/>
                  </a:lnTo>
                  <a:lnTo>
                    <a:pt x="39283" y="6788"/>
                  </a:lnTo>
                  <a:lnTo>
                    <a:pt x="39410" y="6109"/>
                  </a:lnTo>
                  <a:lnTo>
                    <a:pt x="39495" y="5472"/>
                  </a:lnTo>
                  <a:lnTo>
                    <a:pt x="39537" y="4794"/>
                  </a:lnTo>
                  <a:lnTo>
                    <a:pt x="39580" y="4073"/>
                  </a:lnTo>
                  <a:lnTo>
                    <a:pt x="39537" y="3394"/>
                  </a:lnTo>
                  <a:lnTo>
                    <a:pt x="39452" y="1994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44"/>
            <p:cNvSpPr/>
            <p:nvPr/>
          </p:nvSpPr>
          <p:spPr>
            <a:xfrm>
              <a:off x="2965800" y="1494175"/>
              <a:ext cx="985275" cy="1268400"/>
            </a:xfrm>
            <a:custGeom>
              <a:rect b="b" l="l" r="r" t="t"/>
              <a:pathLst>
                <a:path extrusionOk="0" h="50736" w="39411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92"/>
                  </a:lnTo>
                  <a:lnTo>
                    <a:pt x="16884" y="21296"/>
                  </a:lnTo>
                  <a:lnTo>
                    <a:pt x="16418" y="20999"/>
                  </a:lnTo>
                  <a:lnTo>
                    <a:pt x="16036" y="20659"/>
                  </a:lnTo>
                  <a:lnTo>
                    <a:pt x="15697" y="20277"/>
                  </a:lnTo>
                  <a:lnTo>
                    <a:pt x="15442" y="19853"/>
                  </a:lnTo>
                  <a:lnTo>
                    <a:pt x="15230" y="19471"/>
                  </a:lnTo>
                  <a:lnTo>
                    <a:pt x="15103" y="19005"/>
                  </a:lnTo>
                  <a:lnTo>
                    <a:pt x="14975" y="18538"/>
                  </a:lnTo>
                  <a:lnTo>
                    <a:pt x="14933" y="18072"/>
                  </a:lnTo>
                  <a:lnTo>
                    <a:pt x="14933" y="17562"/>
                  </a:lnTo>
                  <a:lnTo>
                    <a:pt x="14975" y="17053"/>
                  </a:lnTo>
                  <a:lnTo>
                    <a:pt x="15060" y="16544"/>
                  </a:lnTo>
                  <a:lnTo>
                    <a:pt x="15187" y="15993"/>
                  </a:lnTo>
                  <a:lnTo>
                    <a:pt x="15357" y="15441"/>
                  </a:lnTo>
                  <a:lnTo>
                    <a:pt x="15527" y="14890"/>
                  </a:lnTo>
                  <a:lnTo>
                    <a:pt x="15739" y="14338"/>
                  </a:lnTo>
                  <a:lnTo>
                    <a:pt x="16290" y="13193"/>
                  </a:lnTo>
                  <a:lnTo>
                    <a:pt x="16927" y="12090"/>
                  </a:lnTo>
                  <a:lnTo>
                    <a:pt x="17605" y="10987"/>
                  </a:lnTo>
                  <a:lnTo>
                    <a:pt x="18369" y="9884"/>
                  </a:lnTo>
                  <a:lnTo>
                    <a:pt x="19175" y="8824"/>
                  </a:lnTo>
                  <a:lnTo>
                    <a:pt x="19981" y="7848"/>
                  </a:lnTo>
                  <a:lnTo>
                    <a:pt x="20745" y="6915"/>
                  </a:lnTo>
                  <a:lnTo>
                    <a:pt x="21508" y="6066"/>
                  </a:lnTo>
                  <a:lnTo>
                    <a:pt x="21296" y="6024"/>
                  </a:lnTo>
                  <a:lnTo>
                    <a:pt x="21084" y="6024"/>
                  </a:lnTo>
                  <a:lnTo>
                    <a:pt x="20914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188" y="32664"/>
                  </a:lnTo>
                  <a:lnTo>
                    <a:pt x="8061" y="32622"/>
                  </a:lnTo>
                  <a:lnTo>
                    <a:pt x="7933" y="32537"/>
                  </a:lnTo>
                  <a:lnTo>
                    <a:pt x="7849" y="32452"/>
                  </a:lnTo>
                  <a:lnTo>
                    <a:pt x="7721" y="32325"/>
                  </a:lnTo>
                  <a:lnTo>
                    <a:pt x="7212" y="31477"/>
                  </a:lnTo>
                  <a:lnTo>
                    <a:pt x="6788" y="30586"/>
                  </a:lnTo>
                  <a:lnTo>
                    <a:pt x="6449" y="29695"/>
                  </a:lnTo>
                  <a:lnTo>
                    <a:pt x="6194" y="28847"/>
                  </a:lnTo>
                  <a:lnTo>
                    <a:pt x="6067" y="27998"/>
                  </a:lnTo>
                  <a:lnTo>
                    <a:pt x="6024" y="27107"/>
                  </a:lnTo>
                  <a:lnTo>
                    <a:pt x="6024" y="26259"/>
                  </a:lnTo>
                  <a:lnTo>
                    <a:pt x="6109" y="25410"/>
                  </a:lnTo>
                  <a:lnTo>
                    <a:pt x="6279" y="24562"/>
                  </a:lnTo>
                  <a:lnTo>
                    <a:pt x="6491" y="23714"/>
                  </a:lnTo>
                  <a:lnTo>
                    <a:pt x="6788" y="22908"/>
                  </a:lnTo>
                  <a:lnTo>
                    <a:pt x="7085" y="22059"/>
                  </a:lnTo>
                  <a:lnTo>
                    <a:pt x="7467" y="21211"/>
                  </a:lnTo>
                  <a:lnTo>
                    <a:pt x="7849" y="20362"/>
                  </a:lnTo>
                  <a:lnTo>
                    <a:pt x="8739" y="18708"/>
                  </a:lnTo>
                  <a:lnTo>
                    <a:pt x="8612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88" y="18623"/>
                  </a:lnTo>
                  <a:lnTo>
                    <a:pt x="8061" y="18708"/>
                  </a:lnTo>
                  <a:lnTo>
                    <a:pt x="7933" y="18793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685" y="38264"/>
                  </a:lnTo>
                  <a:lnTo>
                    <a:pt x="12939" y="37797"/>
                  </a:lnTo>
                  <a:lnTo>
                    <a:pt x="13236" y="37373"/>
                  </a:lnTo>
                  <a:lnTo>
                    <a:pt x="13533" y="36949"/>
                  </a:lnTo>
                  <a:lnTo>
                    <a:pt x="13872" y="36567"/>
                  </a:lnTo>
                  <a:lnTo>
                    <a:pt x="14254" y="36185"/>
                  </a:lnTo>
                  <a:lnTo>
                    <a:pt x="14636" y="35846"/>
                  </a:lnTo>
                  <a:lnTo>
                    <a:pt x="15018" y="35507"/>
                  </a:lnTo>
                  <a:lnTo>
                    <a:pt x="15442" y="35210"/>
                  </a:lnTo>
                  <a:lnTo>
                    <a:pt x="15909" y="34913"/>
                  </a:lnTo>
                  <a:lnTo>
                    <a:pt x="16333" y="34658"/>
                  </a:lnTo>
                  <a:lnTo>
                    <a:pt x="17309" y="34149"/>
                  </a:lnTo>
                  <a:lnTo>
                    <a:pt x="18369" y="33767"/>
                  </a:lnTo>
                  <a:lnTo>
                    <a:pt x="19430" y="33428"/>
                  </a:lnTo>
                  <a:lnTo>
                    <a:pt x="20533" y="33173"/>
                  </a:lnTo>
                  <a:lnTo>
                    <a:pt x="21678" y="32961"/>
                  </a:lnTo>
                  <a:lnTo>
                    <a:pt x="22866" y="32792"/>
                  </a:lnTo>
                  <a:lnTo>
                    <a:pt x="24054" y="32707"/>
                  </a:lnTo>
                  <a:lnTo>
                    <a:pt x="25241" y="32664"/>
                  </a:lnTo>
                  <a:lnTo>
                    <a:pt x="27617" y="32664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502" y="25538"/>
                  </a:lnTo>
                  <a:lnTo>
                    <a:pt x="23629" y="25071"/>
                  </a:lnTo>
                  <a:lnTo>
                    <a:pt x="23841" y="24647"/>
                  </a:lnTo>
                  <a:lnTo>
                    <a:pt x="24096" y="24180"/>
                  </a:lnTo>
                  <a:lnTo>
                    <a:pt x="24393" y="23798"/>
                  </a:lnTo>
                  <a:lnTo>
                    <a:pt x="24732" y="23374"/>
                  </a:lnTo>
                  <a:lnTo>
                    <a:pt x="25156" y="23035"/>
                  </a:lnTo>
                  <a:lnTo>
                    <a:pt x="25581" y="22695"/>
                  </a:lnTo>
                  <a:lnTo>
                    <a:pt x="26005" y="22356"/>
                  </a:lnTo>
                  <a:lnTo>
                    <a:pt x="26472" y="22059"/>
                  </a:lnTo>
                  <a:lnTo>
                    <a:pt x="26981" y="21762"/>
                  </a:lnTo>
                  <a:lnTo>
                    <a:pt x="27956" y="21253"/>
                  </a:lnTo>
                  <a:lnTo>
                    <a:pt x="28932" y="20829"/>
                  </a:lnTo>
                  <a:lnTo>
                    <a:pt x="29780" y="20490"/>
                  </a:lnTo>
                  <a:lnTo>
                    <a:pt x="30756" y="20193"/>
                  </a:lnTo>
                  <a:lnTo>
                    <a:pt x="31774" y="19896"/>
                  </a:lnTo>
                  <a:lnTo>
                    <a:pt x="32750" y="19641"/>
                  </a:lnTo>
                  <a:lnTo>
                    <a:pt x="33768" y="19429"/>
                  </a:lnTo>
                  <a:lnTo>
                    <a:pt x="34786" y="19259"/>
                  </a:lnTo>
                  <a:lnTo>
                    <a:pt x="35804" y="19132"/>
                  </a:lnTo>
                  <a:lnTo>
                    <a:pt x="36822" y="19047"/>
                  </a:lnTo>
                  <a:lnTo>
                    <a:pt x="37883" y="18962"/>
                  </a:lnTo>
                  <a:lnTo>
                    <a:pt x="36822" y="18920"/>
                  </a:lnTo>
                  <a:lnTo>
                    <a:pt x="35804" y="18835"/>
                  </a:lnTo>
                  <a:lnTo>
                    <a:pt x="34744" y="18750"/>
                  </a:lnTo>
                  <a:lnTo>
                    <a:pt x="33726" y="18665"/>
                  </a:lnTo>
                  <a:lnTo>
                    <a:pt x="32665" y="18623"/>
                  </a:lnTo>
                  <a:lnTo>
                    <a:pt x="31647" y="18665"/>
                  </a:lnTo>
                  <a:lnTo>
                    <a:pt x="31180" y="18750"/>
                  </a:lnTo>
                  <a:lnTo>
                    <a:pt x="30671" y="18835"/>
                  </a:lnTo>
                  <a:lnTo>
                    <a:pt x="30162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787" y="13108"/>
                  </a:lnTo>
                  <a:lnTo>
                    <a:pt x="27871" y="12599"/>
                  </a:lnTo>
                  <a:lnTo>
                    <a:pt x="28041" y="12090"/>
                  </a:lnTo>
                  <a:lnTo>
                    <a:pt x="28211" y="11581"/>
                  </a:lnTo>
                  <a:lnTo>
                    <a:pt x="28465" y="11114"/>
                  </a:lnTo>
                  <a:lnTo>
                    <a:pt x="28720" y="10648"/>
                  </a:lnTo>
                  <a:lnTo>
                    <a:pt x="28974" y="10224"/>
                  </a:lnTo>
                  <a:lnTo>
                    <a:pt x="29314" y="9799"/>
                  </a:lnTo>
                  <a:lnTo>
                    <a:pt x="29653" y="9375"/>
                  </a:lnTo>
                  <a:lnTo>
                    <a:pt x="30417" y="8612"/>
                  </a:lnTo>
                  <a:lnTo>
                    <a:pt x="31223" y="7890"/>
                  </a:lnTo>
                  <a:lnTo>
                    <a:pt x="32114" y="7212"/>
                  </a:lnTo>
                  <a:lnTo>
                    <a:pt x="33004" y="6533"/>
                  </a:lnTo>
                  <a:lnTo>
                    <a:pt x="34786" y="5303"/>
                  </a:lnTo>
                  <a:lnTo>
                    <a:pt x="35635" y="4709"/>
                  </a:lnTo>
                  <a:lnTo>
                    <a:pt x="36483" y="4073"/>
                  </a:lnTo>
                  <a:lnTo>
                    <a:pt x="37247" y="3436"/>
                  </a:lnTo>
                  <a:lnTo>
                    <a:pt x="38010" y="2757"/>
                  </a:lnTo>
                  <a:lnTo>
                    <a:pt x="38731" y="2036"/>
                  </a:lnTo>
                  <a:lnTo>
                    <a:pt x="39410" y="1273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44"/>
            <p:cNvSpPr/>
            <p:nvPr/>
          </p:nvSpPr>
          <p:spPr>
            <a:xfrm>
              <a:off x="3325325" y="1662800"/>
              <a:ext cx="194100" cy="353175"/>
            </a:xfrm>
            <a:custGeom>
              <a:rect b="b" l="l" r="r" t="t"/>
              <a:pathLst>
                <a:path extrusionOk="0" h="14127" w="7764">
                  <a:moveTo>
                    <a:pt x="6661" y="0"/>
                  </a:moveTo>
                  <a:lnTo>
                    <a:pt x="6576" y="85"/>
                  </a:lnTo>
                  <a:lnTo>
                    <a:pt x="6067" y="933"/>
                  </a:lnTo>
                  <a:lnTo>
                    <a:pt x="5600" y="1867"/>
                  </a:lnTo>
                  <a:lnTo>
                    <a:pt x="5176" y="2800"/>
                  </a:lnTo>
                  <a:lnTo>
                    <a:pt x="4794" y="3776"/>
                  </a:lnTo>
                  <a:lnTo>
                    <a:pt x="3691" y="2333"/>
                  </a:lnTo>
                  <a:lnTo>
                    <a:pt x="3649" y="2291"/>
                  </a:lnTo>
                  <a:lnTo>
                    <a:pt x="3564" y="2291"/>
                  </a:lnTo>
                  <a:lnTo>
                    <a:pt x="3479" y="2333"/>
                  </a:lnTo>
                  <a:lnTo>
                    <a:pt x="3437" y="2418"/>
                  </a:lnTo>
                  <a:lnTo>
                    <a:pt x="3437" y="2461"/>
                  </a:lnTo>
                  <a:lnTo>
                    <a:pt x="3437" y="2503"/>
                  </a:lnTo>
                  <a:lnTo>
                    <a:pt x="4624" y="4285"/>
                  </a:lnTo>
                  <a:lnTo>
                    <a:pt x="4115" y="5769"/>
                  </a:lnTo>
                  <a:lnTo>
                    <a:pt x="3691" y="7254"/>
                  </a:lnTo>
                  <a:lnTo>
                    <a:pt x="3224" y="6491"/>
                  </a:lnTo>
                  <a:lnTo>
                    <a:pt x="2631" y="5854"/>
                  </a:lnTo>
                  <a:lnTo>
                    <a:pt x="1994" y="5218"/>
                  </a:lnTo>
                  <a:lnTo>
                    <a:pt x="1273" y="4666"/>
                  </a:lnTo>
                  <a:lnTo>
                    <a:pt x="1188" y="4624"/>
                  </a:lnTo>
                  <a:lnTo>
                    <a:pt x="1146" y="4666"/>
                  </a:lnTo>
                  <a:lnTo>
                    <a:pt x="1061" y="4709"/>
                  </a:lnTo>
                  <a:lnTo>
                    <a:pt x="1019" y="4836"/>
                  </a:lnTo>
                  <a:lnTo>
                    <a:pt x="1061" y="4921"/>
                  </a:lnTo>
                  <a:lnTo>
                    <a:pt x="1103" y="4963"/>
                  </a:lnTo>
                  <a:lnTo>
                    <a:pt x="1485" y="5260"/>
                  </a:lnTo>
                  <a:lnTo>
                    <a:pt x="1867" y="5600"/>
                  </a:lnTo>
                  <a:lnTo>
                    <a:pt x="2206" y="5939"/>
                  </a:lnTo>
                  <a:lnTo>
                    <a:pt x="2503" y="6321"/>
                  </a:lnTo>
                  <a:lnTo>
                    <a:pt x="2800" y="6703"/>
                  </a:lnTo>
                  <a:lnTo>
                    <a:pt x="3055" y="7084"/>
                  </a:lnTo>
                  <a:lnTo>
                    <a:pt x="3309" y="7509"/>
                  </a:lnTo>
                  <a:lnTo>
                    <a:pt x="3521" y="7975"/>
                  </a:lnTo>
                  <a:lnTo>
                    <a:pt x="3097" y="9884"/>
                  </a:lnTo>
                  <a:lnTo>
                    <a:pt x="2800" y="11836"/>
                  </a:lnTo>
                  <a:lnTo>
                    <a:pt x="2249" y="10987"/>
                  </a:lnTo>
                  <a:lnTo>
                    <a:pt x="1697" y="10181"/>
                  </a:lnTo>
                  <a:lnTo>
                    <a:pt x="1019" y="9460"/>
                  </a:lnTo>
                  <a:lnTo>
                    <a:pt x="679" y="9078"/>
                  </a:lnTo>
                  <a:lnTo>
                    <a:pt x="255" y="8739"/>
                  </a:lnTo>
                  <a:lnTo>
                    <a:pt x="213" y="8696"/>
                  </a:lnTo>
                  <a:lnTo>
                    <a:pt x="170" y="8696"/>
                  </a:lnTo>
                  <a:lnTo>
                    <a:pt x="43" y="8739"/>
                  </a:lnTo>
                  <a:lnTo>
                    <a:pt x="0" y="8824"/>
                  </a:lnTo>
                  <a:lnTo>
                    <a:pt x="0" y="8909"/>
                  </a:lnTo>
                  <a:lnTo>
                    <a:pt x="43" y="8951"/>
                  </a:lnTo>
                  <a:lnTo>
                    <a:pt x="849" y="9799"/>
                  </a:lnTo>
                  <a:lnTo>
                    <a:pt x="1231" y="10224"/>
                  </a:lnTo>
                  <a:lnTo>
                    <a:pt x="1570" y="10690"/>
                  </a:lnTo>
                  <a:lnTo>
                    <a:pt x="1909" y="11157"/>
                  </a:lnTo>
                  <a:lnTo>
                    <a:pt x="2206" y="11666"/>
                  </a:lnTo>
                  <a:lnTo>
                    <a:pt x="2461" y="12175"/>
                  </a:lnTo>
                  <a:lnTo>
                    <a:pt x="2673" y="12684"/>
                  </a:lnTo>
                  <a:lnTo>
                    <a:pt x="2546" y="13787"/>
                  </a:lnTo>
                  <a:lnTo>
                    <a:pt x="2546" y="13914"/>
                  </a:lnTo>
                  <a:lnTo>
                    <a:pt x="2631" y="14041"/>
                  </a:lnTo>
                  <a:lnTo>
                    <a:pt x="2715" y="14084"/>
                  </a:lnTo>
                  <a:lnTo>
                    <a:pt x="2843" y="14126"/>
                  </a:lnTo>
                  <a:lnTo>
                    <a:pt x="2970" y="14126"/>
                  </a:lnTo>
                  <a:lnTo>
                    <a:pt x="3055" y="14084"/>
                  </a:lnTo>
                  <a:lnTo>
                    <a:pt x="3140" y="13999"/>
                  </a:lnTo>
                  <a:lnTo>
                    <a:pt x="3182" y="13914"/>
                  </a:lnTo>
                  <a:lnTo>
                    <a:pt x="3352" y="12769"/>
                  </a:lnTo>
                  <a:lnTo>
                    <a:pt x="4073" y="12048"/>
                  </a:lnTo>
                  <a:lnTo>
                    <a:pt x="4794" y="11411"/>
                  </a:lnTo>
                  <a:lnTo>
                    <a:pt x="5600" y="10775"/>
                  </a:lnTo>
                  <a:lnTo>
                    <a:pt x="6406" y="10224"/>
                  </a:lnTo>
                  <a:lnTo>
                    <a:pt x="6533" y="10096"/>
                  </a:lnTo>
                  <a:lnTo>
                    <a:pt x="6576" y="10011"/>
                  </a:lnTo>
                  <a:lnTo>
                    <a:pt x="6576" y="9884"/>
                  </a:lnTo>
                  <a:lnTo>
                    <a:pt x="6533" y="9757"/>
                  </a:lnTo>
                  <a:lnTo>
                    <a:pt x="6449" y="9672"/>
                  </a:lnTo>
                  <a:lnTo>
                    <a:pt x="6364" y="9630"/>
                  </a:lnTo>
                  <a:lnTo>
                    <a:pt x="6236" y="9630"/>
                  </a:lnTo>
                  <a:lnTo>
                    <a:pt x="6109" y="9672"/>
                  </a:lnTo>
                  <a:lnTo>
                    <a:pt x="5430" y="10096"/>
                  </a:lnTo>
                  <a:lnTo>
                    <a:pt x="4752" y="10563"/>
                  </a:lnTo>
                  <a:lnTo>
                    <a:pt x="4115" y="11072"/>
                  </a:lnTo>
                  <a:lnTo>
                    <a:pt x="3564" y="11666"/>
                  </a:lnTo>
                  <a:lnTo>
                    <a:pt x="3861" y="9884"/>
                  </a:lnTo>
                  <a:lnTo>
                    <a:pt x="4243" y="8103"/>
                  </a:lnTo>
                  <a:lnTo>
                    <a:pt x="5091" y="7551"/>
                  </a:lnTo>
                  <a:lnTo>
                    <a:pt x="5897" y="7084"/>
                  </a:lnTo>
                  <a:lnTo>
                    <a:pt x="6788" y="6618"/>
                  </a:lnTo>
                  <a:lnTo>
                    <a:pt x="7636" y="6151"/>
                  </a:lnTo>
                  <a:lnTo>
                    <a:pt x="7721" y="6109"/>
                  </a:lnTo>
                  <a:lnTo>
                    <a:pt x="7764" y="6024"/>
                  </a:lnTo>
                  <a:lnTo>
                    <a:pt x="7764" y="5939"/>
                  </a:lnTo>
                  <a:lnTo>
                    <a:pt x="7721" y="5854"/>
                  </a:lnTo>
                  <a:lnTo>
                    <a:pt x="7679" y="5769"/>
                  </a:lnTo>
                  <a:lnTo>
                    <a:pt x="7636" y="5727"/>
                  </a:lnTo>
                  <a:lnTo>
                    <a:pt x="7551" y="5685"/>
                  </a:lnTo>
                  <a:lnTo>
                    <a:pt x="7467" y="5685"/>
                  </a:lnTo>
                  <a:lnTo>
                    <a:pt x="6661" y="6024"/>
                  </a:lnTo>
                  <a:lnTo>
                    <a:pt x="5897" y="6448"/>
                  </a:lnTo>
                  <a:lnTo>
                    <a:pt x="5176" y="6872"/>
                  </a:lnTo>
                  <a:lnTo>
                    <a:pt x="4455" y="7339"/>
                  </a:lnTo>
                  <a:lnTo>
                    <a:pt x="4455" y="7339"/>
                  </a:lnTo>
                  <a:lnTo>
                    <a:pt x="4540" y="6915"/>
                  </a:lnTo>
                  <a:lnTo>
                    <a:pt x="4921" y="5685"/>
                  </a:lnTo>
                  <a:lnTo>
                    <a:pt x="5303" y="4497"/>
                  </a:lnTo>
                  <a:lnTo>
                    <a:pt x="5855" y="4200"/>
                  </a:lnTo>
                  <a:lnTo>
                    <a:pt x="6406" y="3945"/>
                  </a:lnTo>
                  <a:lnTo>
                    <a:pt x="7000" y="3733"/>
                  </a:lnTo>
                  <a:lnTo>
                    <a:pt x="7551" y="3521"/>
                  </a:lnTo>
                  <a:lnTo>
                    <a:pt x="7636" y="3479"/>
                  </a:lnTo>
                  <a:lnTo>
                    <a:pt x="7721" y="3394"/>
                  </a:lnTo>
                  <a:lnTo>
                    <a:pt x="7721" y="3351"/>
                  </a:lnTo>
                  <a:lnTo>
                    <a:pt x="7721" y="3267"/>
                  </a:lnTo>
                  <a:lnTo>
                    <a:pt x="7679" y="3182"/>
                  </a:lnTo>
                  <a:lnTo>
                    <a:pt x="7636" y="3139"/>
                  </a:lnTo>
                  <a:lnTo>
                    <a:pt x="7551" y="3097"/>
                  </a:lnTo>
                  <a:lnTo>
                    <a:pt x="7467" y="3097"/>
                  </a:lnTo>
                  <a:lnTo>
                    <a:pt x="6958" y="3224"/>
                  </a:lnTo>
                  <a:lnTo>
                    <a:pt x="6491" y="3394"/>
                  </a:lnTo>
                  <a:lnTo>
                    <a:pt x="5982" y="3606"/>
                  </a:lnTo>
                  <a:lnTo>
                    <a:pt x="5558" y="3818"/>
                  </a:lnTo>
                  <a:lnTo>
                    <a:pt x="6194" y="1994"/>
                  </a:lnTo>
                  <a:lnTo>
                    <a:pt x="6830" y="170"/>
                  </a:lnTo>
                  <a:lnTo>
                    <a:pt x="6830" y="85"/>
                  </a:lnTo>
                  <a:lnTo>
                    <a:pt x="6745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44"/>
            <p:cNvSpPr/>
            <p:nvPr/>
          </p:nvSpPr>
          <p:spPr>
            <a:xfrm>
              <a:off x="3667875" y="1550375"/>
              <a:ext cx="267275" cy="261975"/>
            </a:xfrm>
            <a:custGeom>
              <a:rect b="b" l="l" r="r" t="t"/>
              <a:pathLst>
                <a:path extrusionOk="0" h="10479" w="10691">
                  <a:moveTo>
                    <a:pt x="8061" y="0"/>
                  </a:moveTo>
                  <a:lnTo>
                    <a:pt x="7933" y="43"/>
                  </a:lnTo>
                  <a:lnTo>
                    <a:pt x="7848" y="85"/>
                  </a:lnTo>
                  <a:lnTo>
                    <a:pt x="7848" y="170"/>
                  </a:lnTo>
                  <a:lnTo>
                    <a:pt x="7721" y="679"/>
                  </a:lnTo>
                  <a:lnTo>
                    <a:pt x="7594" y="1231"/>
                  </a:lnTo>
                  <a:lnTo>
                    <a:pt x="7467" y="2291"/>
                  </a:lnTo>
                  <a:lnTo>
                    <a:pt x="6364" y="3224"/>
                  </a:lnTo>
                  <a:lnTo>
                    <a:pt x="5261" y="4200"/>
                  </a:lnTo>
                  <a:lnTo>
                    <a:pt x="5091" y="2121"/>
                  </a:lnTo>
                  <a:lnTo>
                    <a:pt x="5091" y="2079"/>
                  </a:lnTo>
                  <a:lnTo>
                    <a:pt x="5006" y="2079"/>
                  </a:lnTo>
                  <a:lnTo>
                    <a:pt x="4964" y="2121"/>
                  </a:lnTo>
                  <a:lnTo>
                    <a:pt x="4837" y="4582"/>
                  </a:lnTo>
                  <a:lnTo>
                    <a:pt x="3606" y="5812"/>
                  </a:lnTo>
                  <a:lnTo>
                    <a:pt x="2419" y="7085"/>
                  </a:lnTo>
                  <a:lnTo>
                    <a:pt x="2334" y="6364"/>
                  </a:lnTo>
                  <a:lnTo>
                    <a:pt x="2249" y="5642"/>
                  </a:lnTo>
                  <a:lnTo>
                    <a:pt x="2122" y="4921"/>
                  </a:lnTo>
                  <a:lnTo>
                    <a:pt x="1952" y="4243"/>
                  </a:lnTo>
                  <a:lnTo>
                    <a:pt x="1910" y="4158"/>
                  </a:lnTo>
                  <a:lnTo>
                    <a:pt x="1867" y="4115"/>
                  </a:lnTo>
                  <a:lnTo>
                    <a:pt x="1782" y="4115"/>
                  </a:lnTo>
                  <a:lnTo>
                    <a:pt x="1655" y="4200"/>
                  </a:lnTo>
                  <a:lnTo>
                    <a:pt x="1655" y="4243"/>
                  </a:lnTo>
                  <a:lnTo>
                    <a:pt x="1655" y="4327"/>
                  </a:lnTo>
                  <a:lnTo>
                    <a:pt x="1782" y="5133"/>
                  </a:lnTo>
                  <a:lnTo>
                    <a:pt x="1910" y="5939"/>
                  </a:lnTo>
                  <a:lnTo>
                    <a:pt x="1994" y="6745"/>
                  </a:lnTo>
                  <a:lnTo>
                    <a:pt x="2037" y="7551"/>
                  </a:lnTo>
                  <a:lnTo>
                    <a:pt x="1485" y="8230"/>
                  </a:lnTo>
                  <a:lnTo>
                    <a:pt x="976" y="8909"/>
                  </a:lnTo>
                  <a:lnTo>
                    <a:pt x="467" y="9630"/>
                  </a:lnTo>
                  <a:lnTo>
                    <a:pt x="1" y="10309"/>
                  </a:lnTo>
                  <a:lnTo>
                    <a:pt x="1" y="10394"/>
                  </a:lnTo>
                  <a:lnTo>
                    <a:pt x="43" y="10436"/>
                  </a:lnTo>
                  <a:lnTo>
                    <a:pt x="85" y="10478"/>
                  </a:lnTo>
                  <a:lnTo>
                    <a:pt x="170" y="10436"/>
                  </a:lnTo>
                  <a:lnTo>
                    <a:pt x="2291" y="8273"/>
                  </a:lnTo>
                  <a:lnTo>
                    <a:pt x="2843" y="8230"/>
                  </a:lnTo>
                  <a:lnTo>
                    <a:pt x="3394" y="8188"/>
                  </a:lnTo>
                  <a:lnTo>
                    <a:pt x="4455" y="8188"/>
                  </a:lnTo>
                  <a:lnTo>
                    <a:pt x="5515" y="8273"/>
                  </a:lnTo>
                  <a:lnTo>
                    <a:pt x="6618" y="8357"/>
                  </a:lnTo>
                  <a:lnTo>
                    <a:pt x="6703" y="8357"/>
                  </a:lnTo>
                  <a:lnTo>
                    <a:pt x="6746" y="8315"/>
                  </a:lnTo>
                  <a:lnTo>
                    <a:pt x="6788" y="8230"/>
                  </a:lnTo>
                  <a:lnTo>
                    <a:pt x="6788" y="8103"/>
                  </a:lnTo>
                  <a:lnTo>
                    <a:pt x="6746" y="8018"/>
                  </a:lnTo>
                  <a:lnTo>
                    <a:pt x="6661" y="8018"/>
                  </a:lnTo>
                  <a:lnTo>
                    <a:pt x="6194" y="7891"/>
                  </a:lnTo>
                  <a:lnTo>
                    <a:pt x="5727" y="7806"/>
                  </a:lnTo>
                  <a:lnTo>
                    <a:pt x="5261" y="7721"/>
                  </a:lnTo>
                  <a:lnTo>
                    <a:pt x="4752" y="7679"/>
                  </a:lnTo>
                  <a:lnTo>
                    <a:pt x="3776" y="7679"/>
                  </a:lnTo>
                  <a:lnTo>
                    <a:pt x="2800" y="7764"/>
                  </a:lnTo>
                  <a:lnTo>
                    <a:pt x="5049" y="5473"/>
                  </a:lnTo>
                  <a:lnTo>
                    <a:pt x="6194" y="5430"/>
                  </a:lnTo>
                  <a:lnTo>
                    <a:pt x="7339" y="5388"/>
                  </a:lnTo>
                  <a:lnTo>
                    <a:pt x="9630" y="5346"/>
                  </a:lnTo>
                  <a:lnTo>
                    <a:pt x="9715" y="5346"/>
                  </a:lnTo>
                  <a:lnTo>
                    <a:pt x="9757" y="5303"/>
                  </a:lnTo>
                  <a:lnTo>
                    <a:pt x="9800" y="5218"/>
                  </a:lnTo>
                  <a:lnTo>
                    <a:pt x="9842" y="5133"/>
                  </a:lnTo>
                  <a:lnTo>
                    <a:pt x="9800" y="5091"/>
                  </a:lnTo>
                  <a:lnTo>
                    <a:pt x="9757" y="5006"/>
                  </a:lnTo>
                  <a:lnTo>
                    <a:pt x="9715" y="4964"/>
                  </a:lnTo>
                  <a:lnTo>
                    <a:pt x="9630" y="4921"/>
                  </a:lnTo>
                  <a:lnTo>
                    <a:pt x="8612" y="4879"/>
                  </a:lnTo>
                  <a:lnTo>
                    <a:pt x="7594" y="4836"/>
                  </a:lnTo>
                  <a:lnTo>
                    <a:pt x="6576" y="4879"/>
                  </a:lnTo>
                  <a:lnTo>
                    <a:pt x="5600" y="4964"/>
                  </a:lnTo>
                  <a:lnTo>
                    <a:pt x="6533" y="4030"/>
                  </a:lnTo>
                  <a:lnTo>
                    <a:pt x="7552" y="3097"/>
                  </a:lnTo>
                  <a:lnTo>
                    <a:pt x="7679" y="3140"/>
                  </a:lnTo>
                  <a:lnTo>
                    <a:pt x="8994" y="3097"/>
                  </a:lnTo>
                  <a:lnTo>
                    <a:pt x="10309" y="3055"/>
                  </a:lnTo>
                  <a:lnTo>
                    <a:pt x="10394" y="3012"/>
                  </a:lnTo>
                  <a:lnTo>
                    <a:pt x="10479" y="2970"/>
                  </a:lnTo>
                  <a:lnTo>
                    <a:pt x="10521" y="2885"/>
                  </a:lnTo>
                  <a:lnTo>
                    <a:pt x="10521" y="2843"/>
                  </a:lnTo>
                  <a:lnTo>
                    <a:pt x="10521" y="2758"/>
                  </a:lnTo>
                  <a:lnTo>
                    <a:pt x="10479" y="2673"/>
                  </a:lnTo>
                  <a:lnTo>
                    <a:pt x="10394" y="2631"/>
                  </a:lnTo>
                  <a:lnTo>
                    <a:pt x="10309" y="2631"/>
                  </a:lnTo>
                  <a:lnTo>
                    <a:pt x="8103" y="2588"/>
                  </a:lnTo>
                  <a:lnTo>
                    <a:pt x="9333" y="1570"/>
                  </a:lnTo>
                  <a:lnTo>
                    <a:pt x="10606" y="552"/>
                  </a:lnTo>
                  <a:lnTo>
                    <a:pt x="10691" y="467"/>
                  </a:lnTo>
                  <a:lnTo>
                    <a:pt x="10691" y="382"/>
                  </a:lnTo>
                  <a:lnTo>
                    <a:pt x="10691" y="297"/>
                  </a:lnTo>
                  <a:lnTo>
                    <a:pt x="10648" y="170"/>
                  </a:lnTo>
                  <a:lnTo>
                    <a:pt x="10606" y="128"/>
                  </a:lnTo>
                  <a:lnTo>
                    <a:pt x="10521" y="85"/>
                  </a:lnTo>
                  <a:lnTo>
                    <a:pt x="10436" y="85"/>
                  </a:lnTo>
                  <a:lnTo>
                    <a:pt x="10351" y="128"/>
                  </a:lnTo>
                  <a:lnTo>
                    <a:pt x="9206" y="934"/>
                  </a:lnTo>
                  <a:lnTo>
                    <a:pt x="8103" y="1825"/>
                  </a:lnTo>
                  <a:lnTo>
                    <a:pt x="8188" y="1019"/>
                  </a:lnTo>
                  <a:lnTo>
                    <a:pt x="8230" y="594"/>
                  </a:lnTo>
                  <a:lnTo>
                    <a:pt x="8188" y="213"/>
                  </a:lnTo>
                  <a:lnTo>
                    <a:pt x="8188" y="128"/>
                  </a:lnTo>
                  <a:lnTo>
                    <a:pt x="8145" y="85"/>
                  </a:lnTo>
                  <a:lnTo>
                    <a:pt x="8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44"/>
            <p:cNvSpPr/>
            <p:nvPr/>
          </p:nvSpPr>
          <p:spPr>
            <a:xfrm>
              <a:off x="3569250" y="1983075"/>
              <a:ext cx="362725" cy="167575"/>
            </a:xfrm>
            <a:custGeom>
              <a:rect b="b" l="l" r="r" t="t"/>
              <a:pathLst>
                <a:path extrusionOk="0" h="6703" w="14509">
                  <a:moveTo>
                    <a:pt x="11327" y="0"/>
                  </a:moveTo>
                  <a:lnTo>
                    <a:pt x="11284" y="43"/>
                  </a:lnTo>
                  <a:lnTo>
                    <a:pt x="11200" y="85"/>
                  </a:lnTo>
                  <a:lnTo>
                    <a:pt x="10521" y="1061"/>
                  </a:lnTo>
                  <a:lnTo>
                    <a:pt x="9842" y="1994"/>
                  </a:lnTo>
                  <a:lnTo>
                    <a:pt x="6448" y="3055"/>
                  </a:lnTo>
                  <a:lnTo>
                    <a:pt x="6745" y="2418"/>
                  </a:lnTo>
                  <a:lnTo>
                    <a:pt x="7000" y="1740"/>
                  </a:lnTo>
                  <a:lnTo>
                    <a:pt x="7170" y="1018"/>
                  </a:lnTo>
                  <a:lnTo>
                    <a:pt x="7297" y="297"/>
                  </a:lnTo>
                  <a:lnTo>
                    <a:pt x="7297" y="255"/>
                  </a:lnTo>
                  <a:lnTo>
                    <a:pt x="7254" y="212"/>
                  </a:lnTo>
                  <a:lnTo>
                    <a:pt x="7170" y="170"/>
                  </a:lnTo>
                  <a:lnTo>
                    <a:pt x="7042" y="170"/>
                  </a:lnTo>
                  <a:lnTo>
                    <a:pt x="6957" y="255"/>
                  </a:lnTo>
                  <a:lnTo>
                    <a:pt x="6703" y="1061"/>
                  </a:lnTo>
                  <a:lnTo>
                    <a:pt x="6448" y="1824"/>
                  </a:lnTo>
                  <a:lnTo>
                    <a:pt x="6151" y="2546"/>
                  </a:lnTo>
                  <a:lnTo>
                    <a:pt x="5770" y="3267"/>
                  </a:lnTo>
                  <a:lnTo>
                    <a:pt x="3055" y="4158"/>
                  </a:lnTo>
                  <a:lnTo>
                    <a:pt x="3479" y="3436"/>
                  </a:lnTo>
                  <a:lnTo>
                    <a:pt x="3776" y="2715"/>
                  </a:lnTo>
                  <a:lnTo>
                    <a:pt x="4030" y="1952"/>
                  </a:lnTo>
                  <a:lnTo>
                    <a:pt x="4115" y="1570"/>
                  </a:lnTo>
                  <a:lnTo>
                    <a:pt x="4200" y="1188"/>
                  </a:lnTo>
                  <a:lnTo>
                    <a:pt x="4200" y="1103"/>
                  </a:lnTo>
                  <a:lnTo>
                    <a:pt x="4158" y="1061"/>
                  </a:lnTo>
                  <a:lnTo>
                    <a:pt x="4073" y="1018"/>
                  </a:lnTo>
                  <a:lnTo>
                    <a:pt x="3946" y="1018"/>
                  </a:lnTo>
                  <a:lnTo>
                    <a:pt x="3861" y="1146"/>
                  </a:lnTo>
                  <a:lnTo>
                    <a:pt x="3521" y="1994"/>
                  </a:lnTo>
                  <a:lnTo>
                    <a:pt x="3182" y="2800"/>
                  </a:lnTo>
                  <a:lnTo>
                    <a:pt x="2758" y="3606"/>
                  </a:lnTo>
                  <a:lnTo>
                    <a:pt x="2249" y="4370"/>
                  </a:lnTo>
                  <a:lnTo>
                    <a:pt x="2206" y="4412"/>
                  </a:lnTo>
                  <a:lnTo>
                    <a:pt x="128" y="5133"/>
                  </a:lnTo>
                  <a:lnTo>
                    <a:pt x="43" y="5176"/>
                  </a:lnTo>
                  <a:lnTo>
                    <a:pt x="0" y="5218"/>
                  </a:lnTo>
                  <a:lnTo>
                    <a:pt x="0" y="5388"/>
                  </a:lnTo>
                  <a:lnTo>
                    <a:pt x="85" y="5473"/>
                  </a:lnTo>
                  <a:lnTo>
                    <a:pt x="170" y="5515"/>
                  </a:lnTo>
                  <a:lnTo>
                    <a:pt x="212" y="5515"/>
                  </a:lnTo>
                  <a:lnTo>
                    <a:pt x="2673" y="4879"/>
                  </a:lnTo>
                  <a:lnTo>
                    <a:pt x="3606" y="5260"/>
                  </a:lnTo>
                  <a:lnTo>
                    <a:pt x="4497" y="5685"/>
                  </a:lnTo>
                  <a:lnTo>
                    <a:pt x="5388" y="6151"/>
                  </a:lnTo>
                  <a:lnTo>
                    <a:pt x="6236" y="6660"/>
                  </a:lnTo>
                  <a:lnTo>
                    <a:pt x="6364" y="6703"/>
                  </a:lnTo>
                  <a:lnTo>
                    <a:pt x="6491" y="6703"/>
                  </a:lnTo>
                  <a:lnTo>
                    <a:pt x="6576" y="6618"/>
                  </a:lnTo>
                  <a:lnTo>
                    <a:pt x="6618" y="6533"/>
                  </a:lnTo>
                  <a:lnTo>
                    <a:pt x="6661" y="6448"/>
                  </a:lnTo>
                  <a:lnTo>
                    <a:pt x="6661" y="6321"/>
                  </a:lnTo>
                  <a:lnTo>
                    <a:pt x="6618" y="6236"/>
                  </a:lnTo>
                  <a:lnTo>
                    <a:pt x="6533" y="6151"/>
                  </a:lnTo>
                  <a:lnTo>
                    <a:pt x="5812" y="5727"/>
                  </a:lnTo>
                  <a:lnTo>
                    <a:pt x="5091" y="5303"/>
                  </a:lnTo>
                  <a:lnTo>
                    <a:pt x="4370" y="4964"/>
                  </a:lnTo>
                  <a:lnTo>
                    <a:pt x="3606" y="4624"/>
                  </a:lnTo>
                  <a:lnTo>
                    <a:pt x="6109" y="3861"/>
                  </a:lnTo>
                  <a:lnTo>
                    <a:pt x="6576" y="3945"/>
                  </a:lnTo>
                  <a:lnTo>
                    <a:pt x="7000" y="4073"/>
                  </a:lnTo>
                  <a:lnTo>
                    <a:pt x="7891" y="4327"/>
                  </a:lnTo>
                  <a:lnTo>
                    <a:pt x="8739" y="4667"/>
                  </a:lnTo>
                  <a:lnTo>
                    <a:pt x="9588" y="5091"/>
                  </a:lnTo>
                  <a:lnTo>
                    <a:pt x="9757" y="5091"/>
                  </a:lnTo>
                  <a:lnTo>
                    <a:pt x="9885" y="5006"/>
                  </a:lnTo>
                  <a:lnTo>
                    <a:pt x="9927" y="4921"/>
                  </a:lnTo>
                  <a:lnTo>
                    <a:pt x="9927" y="4879"/>
                  </a:lnTo>
                  <a:lnTo>
                    <a:pt x="9927" y="4794"/>
                  </a:lnTo>
                  <a:lnTo>
                    <a:pt x="9842" y="4709"/>
                  </a:lnTo>
                  <a:lnTo>
                    <a:pt x="9248" y="4327"/>
                  </a:lnTo>
                  <a:lnTo>
                    <a:pt x="8612" y="3988"/>
                  </a:lnTo>
                  <a:lnTo>
                    <a:pt x="7933" y="3733"/>
                  </a:lnTo>
                  <a:lnTo>
                    <a:pt x="7212" y="3521"/>
                  </a:lnTo>
                  <a:lnTo>
                    <a:pt x="9588" y="2800"/>
                  </a:lnTo>
                  <a:lnTo>
                    <a:pt x="9630" y="2842"/>
                  </a:lnTo>
                  <a:lnTo>
                    <a:pt x="9715" y="2842"/>
                  </a:lnTo>
                  <a:lnTo>
                    <a:pt x="10309" y="2885"/>
                  </a:lnTo>
                  <a:lnTo>
                    <a:pt x="10860" y="3012"/>
                  </a:lnTo>
                  <a:lnTo>
                    <a:pt x="11369" y="3224"/>
                  </a:lnTo>
                  <a:lnTo>
                    <a:pt x="11836" y="3521"/>
                  </a:lnTo>
                  <a:lnTo>
                    <a:pt x="11963" y="3564"/>
                  </a:lnTo>
                  <a:lnTo>
                    <a:pt x="12048" y="3564"/>
                  </a:lnTo>
                  <a:lnTo>
                    <a:pt x="12133" y="3521"/>
                  </a:lnTo>
                  <a:lnTo>
                    <a:pt x="12175" y="3436"/>
                  </a:lnTo>
                  <a:lnTo>
                    <a:pt x="12218" y="3352"/>
                  </a:lnTo>
                  <a:lnTo>
                    <a:pt x="12218" y="3267"/>
                  </a:lnTo>
                  <a:lnTo>
                    <a:pt x="12175" y="3139"/>
                  </a:lnTo>
                  <a:lnTo>
                    <a:pt x="12090" y="3055"/>
                  </a:lnTo>
                  <a:lnTo>
                    <a:pt x="11793" y="2842"/>
                  </a:lnTo>
                  <a:lnTo>
                    <a:pt x="11412" y="2673"/>
                  </a:lnTo>
                  <a:lnTo>
                    <a:pt x="11072" y="2503"/>
                  </a:lnTo>
                  <a:lnTo>
                    <a:pt x="10691" y="2418"/>
                  </a:lnTo>
                  <a:lnTo>
                    <a:pt x="14339" y="1188"/>
                  </a:lnTo>
                  <a:lnTo>
                    <a:pt x="14424" y="1146"/>
                  </a:lnTo>
                  <a:lnTo>
                    <a:pt x="14508" y="1061"/>
                  </a:lnTo>
                  <a:lnTo>
                    <a:pt x="14508" y="934"/>
                  </a:lnTo>
                  <a:lnTo>
                    <a:pt x="14508" y="849"/>
                  </a:lnTo>
                  <a:lnTo>
                    <a:pt x="14466" y="721"/>
                  </a:lnTo>
                  <a:lnTo>
                    <a:pt x="14381" y="679"/>
                  </a:lnTo>
                  <a:lnTo>
                    <a:pt x="14296" y="637"/>
                  </a:lnTo>
                  <a:lnTo>
                    <a:pt x="14169" y="637"/>
                  </a:lnTo>
                  <a:lnTo>
                    <a:pt x="10478" y="1824"/>
                  </a:lnTo>
                  <a:lnTo>
                    <a:pt x="11497" y="255"/>
                  </a:lnTo>
                  <a:lnTo>
                    <a:pt x="11539" y="212"/>
                  </a:lnTo>
                  <a:lnTo>
                    <a:pt x="11539" y="128"/>
                  </a:lnTo>
                  <a:lnTo>
                    <a:pt x="11454" y="43"/>
                  </a:lnTo>
                  <a:lnTo>
                    <a:pt x="1132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44"/>
            <p:cNvSpPr/>
            <p:nvPr/>
          </p:nvSpPr>
          <p:spPr>
            <a:xfrm>
              <a:off x="3065500" y="1990500"/>
              <a:ext cx="146375" cy="307575"/>
            </a:xfrm>
            <a:custGeom>
              <a:rect b="b" l="l" r="r" t="t"/>
              <a:pathLst>
                <a:path extrusionOk="0" h="12303" w="5855">
                  <a:moveTo>
                    <a:pt x="4115" y="0"/>
                  </a:moveTo>
                  <a:lnTo>
                    <a:pt x="3988" y="85"/>
                  </a:lnTo>
                  <a:lnTo>
                    <a:pt x="3903" y="212"/>
                  </a:lnTo>
                  <a:lnTo>
                    <a:pt x="3521" y="1188"/>
                  </a:lnTo>
                  <a:lnTo>
                    <a:pt x="3182" y="2249"/>
                  </a:lnTo>
                  <a:lnTo>
                    <a:pt x="2885" y="3267"/>
                  </a:lnTo>
                  <a:lnTo>
                    <a:pt x="2673" y="4327"/>
                  </a:lnTo>
                  <a:lnTo>
                    <a:pt x="2036" y="3818"/>
                  </a:lnTo>
                  <a:lnTo>
                    <a:pt x="1697" y="3648"/>
                  </a:lnTo>
                  <a:lnTo>
                    <a:pt x="1358" y="3479"/>
                  </a:lnTo>
                  <a:lnTo>
                    <a:pt x="1315" y="3479"/>
                  </a:lnTo>
                  <a:lnTo>
                    <a:pt x="1273" y="3521"/>
                  </a:lnTo>
                  <a:lnTo>
                    <a:pt x="1273" y="3606"/>
                  </a:lnTo>
                  <a:lnTo>
                    <a:pt x="1400" y="3776"/>
                  </a:lnTo>
                  <a:lnTo>
                    <a:pt x="1527" y="3945"/>
                  </a:lnTo>
                  <a:lnTo>
                    <a:pt x="1867" y="4285"/>
                  </a:lnTo>
                  <a:lnTo>
                    <a:pt x="2588" y="4879"/>
                  </a:lnTo>
                  <a:lnTo>
                    <a:pt x="2418" y="6109"/>
                  </a:lnTo>
                  <a:lnTo>
                    <a:pt x="2376" y="7381"/>
                  </a:lnTo>
                  <a:lnTo>
                    <a:pt x="1824" y="7042"/>
                  </a:lnTo>
                  <a:lnTo>
                    <a:pt x="1273" y="6745"/>
                  </a:lnTo>
                  <a:lnTo>
                    <a:pt x="721" y="6491"/>
                  </a:lnTo>
                  <a:lnTo>
                    <a:pt x="128" y="6279"/>
                  </a:lnTo>
                  <a:lnTo>
                    <a:pt x="85" y="6279"/>
                  </a:lnTo>
                  <a:lnTo>
                    <a:pt x="0" y="6363"/>
                  </a:lnTo>
                  <a:lnTo>
                    <a:pt x="0" y="6406"/>
                  </a:lnTo>
                  <a:lnTo>
                    <a:pt x="43" y="6491"/>
                  </a:lnTo>
                  <a:lnTo>
                    <a:pt x="1230" y="7169"/>
                  </a:lnTo>
                  <a:lnTo>
                    <a:pt x="1782" y="7551"/>
                  </a:lnTo>
                  <a:lnTo>
                    <a:pt x="2376" y="7933"/>
                  </a:lnTo>
                  <a:lnTo>
                    <a:pt x="2418" y="9078"/>
                  </a:lnTo>
                  <a:lnTo>
                    <a:pt x="2546" y="10181"/>
                  </a:lnTo>
                  <a:lnTo>
                    <a:pt x="1867" y="9757"/>
                  </a:lnTo>
                  <a:lnTo>
                    <a:pt x="467" y="8951"/>
                  </a:lnTo>
                  <a:lnTo>
                    <a:pt x="382" y="8909"/>
                  </a:lnTo>
                  <a:lnTo>
                    <a:pt x="340" y="8951"/>
                  </a:lnTo>
                  <a:lnTo>
                    <a:pt x="340" y="9036"/>
                  </a:lnTo>
                  <a:lnTo>
                    <a:pt x="382" y="9078"/>
                  </a:lnTo>
                  <a:lnTo>
                    <a:pt x="1358" y="9800"/>
                  </a:lnTo>
                  <a:lnTo>
                    <a:pt x="2376" y="10478"/>
                  </a:lnTo>
                  <a:lnTo>
                    <a:pt x="2673" y="10690"/>
                  </a:lnTo>
                  <a:lnTo>
                    <a:pt x="2842" y="11412"/>
                  </a:lnTo>
                  <a:lnTo>
                    <a:pt x="3055" y="12175"/>
                  </a:lnTo>
                  <a:lnTo>
                    <a:pt x="3055" y="12218"/>
                  </a:lnTo>
                  <a:lnTo>
                    <a:pt x="3139" y="12260"/>
                  </a:lnTo>
                  <a:lnTo>
                    <a:pt x="3267" y="12302"/>
                  </a:lnTo>
                  <a:lnTo>
                    <a:pt x="3352" y="12218"/>
                  </a:lnTo>
                  <a:lnTo>
                    <a:pt x="3394" y="12175"/>
                  </a:lnTo>
                  <a:lnTo>
                    <a:pt x="3394" y="12090"/>
                  </a:lnTo>
                  <a:lnTo>
                    <a:pt x="3267" y="10733"/>
                  </a:lnTo>
                  <a:lnTo>
                    <a:pt x="3521" y="10563"/>
                  </a:lnTo>
                  <a:lnTo>
                    <a:pt x="3733" y="10309"/>
                  </a:lnTo>
                  <a:lnTo>
                    <a:pt x="4158" y="9842"/>
                  </a:lnTo>
                  <a:lnTo>
                    <a:pt x="5770" y="8272"/>
                  </a:lnTo>
                  <a:lnTo>
                    <a:pt x="5812" y="8187"/>
                  </a:lnTo>
                  <a:lnTo>
                    <a:pt x="5854" y="8060"/>
                  </a:lnTo>
                  <a:lnTo>
                    <a:pt x="5812" y="7975"/>
                  </a:lnTo>
                  <a:lnTo>
                    <a:pt x="5770" y="7891"/>
                  </a:lnTo>
                  <a:lnTo>
                    <a:pt x="5685" y="7848"/>
                  </a:lnTo>
                  <a:lnTo>
                    <a:pt x="5600" y="7806"/>
                  </a:lnTo>
                  <a:lnTo>
                    <a:pt x="5473" y="7848"/>
                  </a:lnTo>
                  <a:lnTo>
                    <a:pt x="5388" y="7891"/>
                  </a:lnTo>
                  <a:lnTo>
                    <a:pt x="4370" y="8994"/>
                  </a:lnTo>
                  <a:lnTo>
                    <a:pt x="3861" y="9587"/>
                  </a:lnTo>
                  <a:lnTo>
                    <a:pt x="3606" y="9842"/>
                  </a:lnTo>
                  <a:lnTo>
                    <a:pt x="3309" y="10096"/>
                  </a:lnTo>
                  <a:lnTo>
                    <a:pt x="3224" y="10224"/>
                  </a:lnTo>
                  <a:lnTo>
                    <a:pt x="3139" y="8824"/>
                  </a:lnTo>
                  <a:lnTo>
                    <a:pt x="3139" y="7424"/>
                  </a:lnTo>
                  <a:lnTo>
                    <a:pt x="3521" y="6830"/>
                  </a:lnTo>
                  <a:lnTo>
                    <a:pt x="3945" y="6321"/>
                  </a:lnTo>
                  <a:lnTo>
                    <a:pt x="4412" y="5812"/>
                  </a:lnTo>
                  <a:lnTo>
                    <a:pt x="4921" y="5303"/>
                  </a:lnTo>
                  <a:lnTo>
                    <a:pt x="4964" y="5218"/>
                  </a:lnTo>
                  <a:lnTo>
                    <a:pt x="4964" y="5133"/>
                  </a:lnTo>
                  <a:lnTo>
                    <a:pt x="4964" y="5091"/>
                  </a:lnTo>
                  <a:lnTo>
                    <a:pt x="4921" y="5006"/>
                  </a:lnTo>
                  <a:lnTo>
                    <a:pt x="4836" y="4921"/>
                  </a:lnTo>
                  <a:lnTo>
                    <a:pt x="4624" y="4921"/>
                  </a:lnTo>
                  <a:lnTo>
                    <a:pt x="4200" y="5260"/>
                  </a:lnTo>
                  <a:lnTo>
                    <a:pt x="3861" y="5600"/>
                  </a:lnTo>
                  <a:lnTo>
                    <a:pt x="3479" y="5982"/>
                  </a:lnTo>
                  <a:lnTo>
                    <a:pt x="3182" y="6406"/>
                  </a:lnTo>
                  <a:lnTo>
                    <a:pt x="3267" y="5473"/>
                  </a:lnTo>
                  <a:lnTo>
                    <a:pt x="3394" y="4539"/>
                  </a:lnTo>
                  <a:lnTo>
                    <a:pt x="3818" y="4285"/>
                  </a:lnTo>
                  <a:lnTo>
                    <a:pt x="4242" y="4030"/>
                  </a:lnTo>
                  <a:lnTo>
                    <a:pt x="5133" y="3606"/>
                  </a:lnTo>
                  <a:lnTo>
                    <a:pt x="5218" y="3564"/>
                  </a:lnTo>
                  <a:lnTo>
                    <a:pt x="5260" y="3479"/>
                  </a:lnTo>
                  <a:lnTo>
                    <a:pt x="5303" y="3394"/>
                  </a:lnTo>
                  <a:lnTo>
                    <a:pt x="5303" y="3309"/>
                  </a:lnTo>
                  <a:lnTo>
                    <a:pt x="5260" y="3224"/>
                  </a:lnTo>
                  <a:lnTo>
                    <a:pt x="5218" y="3182"/>
                  </a:lnTo>
                  <a:lnTo>
                    <a:pt x="5133" y="3139"/>
                  </a:lnTo>
                  <a:lnTo>
                    <a:pt x="5006" y="3139"/>
                  </a:lnTo>
                  <a:lnTo>
                    <a:pt x="4624" y="3224"/>
                  </a:lnTo>
                  <a:lnTo>
                    <a:pt x="4242" y="3351"/>
                  </a:lnTo>
                  <a:lnTo>
                    <a:pt x="3903" y="3521"/>
                  </a:lnTo>
                  <a:lnTo>
                    <a:pt x="3521" y="3733"/>
                  </a:lnTo>
                  <a:lnTo>
                    <a:pt x="3733" y="2885"/>
                  </a:lnTo>
                  <a:lnTo>
                    <a:pt x="3945" y="2079"/>
                  </a:lnTo>
                  <a:lnTo>
                    <a:pt x="4242" y="1230"/>
                  </a:lnTo>
                  <a:lnTo>
                    <a:pt x="4582" y="382"/>
                  </a:lnTo>
                  <a:lnTo>
                    <a:pt x="4582" y="255"/>
                  </a:lnTo>
                  <a:lnTo>
                    <a:pt x="4539" y="127"/>
                  </a:lnTo>
                  <a:lnTo>
                    <a:pt x="4454" y="43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44"/>
            <p:cNvSpPr/>
            <p:nvPr/>
          </p:nvSpPr>
          <p:spPr>
            <a:xfrm>
              <a:off x="3286075" y="2309700"/>
              <a:ext cx="374400" cy="171850"/>
            </a:xfrm>
            <a:custGeom>
              <a:rect b="b" l="l" r="r" t="t"/>
              <a:pathLst>
                <a:path extrusionOk="0" h="6874" w="14976">
                  <a:moveTo>
                    <a:pt x="11836" y="1"/>
                  </a:moveTo>
                  <a:lnTo>
                    <a:pt x="11243" y="468"/>
                  </a:lnTo>
                  <a:lnTo>
                    <a:pt x="10733" y="1019"/>
                  </a:lnTo>
                  <a:lnTo>
                    <a:pt x="8782" y="1486"/>
                  </a:lnTo>
                  <a:lnTo>
                    <a:pt x="6873" y="2080"/>
                  </a:lnTo>
                  <a:lnTo>
                    <a:pt x="6873" y="2080"/>
                  </a:lnTo>
                  <a:lnTo>
                    <a:pt x="7552" y="1274"/>
                  </a:lnTo>
                  <a:lnTo>
                    <a:pt x="8231" y="425"/>
                  </a:lnTo>
                  <a:lnTo>
                    <a:pt x="8231" y="383"/>
                  </a:lnTo>
                  <a:lnTo>
                    <a:pt x="8273" y="298"/>
                  </a:lnTo>
                  <a:lnTo>
                    <a:pt x="8188" y="213"/>
                  </a:lnTo>
                  <a:lnTo>
                    <a:pt x="8103" y="171"/>
                  </a:lnTo>
                  <a:lnTo>
                    <a:pt x="8061" y="171"/>
                  </a:lnTo>
                  <a:lnTo>
                    <a:pt x="7976" y="213"/>
                  </a:lnTo>
                  <a:lnTo>
                    <a:pt x="6958" y="1274"/>
                  </a:lnTo>
                  <a:lnTo>
                    <a:pt x="5940" y="2334"/>
                  </a:lnTo>
                  <a:lnTo>
                    <a:pt x="5940" y="2377"/>
                  </a:lnTo>
                  <a:lnTo>
                    <a:pt x="2631" y="3480"/>
                  </a:lnTo>
                  <a:lnTo>
                    <a:pt x="2631" y="3480"/>
                  </a:lnTo>
                  <a:lnTo>
                    <a:pt x="3310" y="2377"/>
                  </a:lnTo>
                  <a:lnTo>
                    <a:pt x="3946" y="1231"/>
                  </a:lnTo>
                  <a:lnTo>
                    <a:pt x="3988" y="1146"/>
                  </a:lnTo>
                  <a:lnTo>
                    <a:pt x="3988" y="1062"/>
                  </a:lnTo>
                  <a:lnTo>
                    <a:pt x="3946" y="977"/>
                  </a:lnTo>
                  <a:lnTo>
                    <a:pt x="3861" y="934"/>
                  </a:lnTo>
                  <a:lnTo>
                    <a:pt x="3692" y="934"/>
                  </a:lnTo>
                  <a:lnTo>
                    <a:pt x="3607" y="1019"/>
                  </a:lnTo>
                  <a:lnTo>
                    <a:pt x="2673" y="2419"/>
                  </a:lnTo>
                  <a:lnTo>
                    <a:pt x="1698" y="3776"/>
                  </a:lnTo>
                  <a:lnTo>
                    <a:pt x="171" y="4286"/>
                  </a:lnTo>
                  <a:lnTo>
                    <a:pt x="86" y="4328"/>
                  </a:lnTo>
                  <a:lnTo>
                    <a:pt x="43" y="4413"/>
                  </a:lnTo>
                  <a:lnTo>
                    <a:pt x="1" y="4498"/>
                  </a:lnTo>
                  <a:lnTo>
                    <a:pt x="1" y="4582"/>
                  </a:lnTo>
                  <a:lnTo>
                    <a:pt x="43" y="4667"/>
                  </a:lnTo>
                  <a:lnTo>
                    <a:pt x="128" y="4710"/>
                  </a:lnTo>
                  <a:lnTo>
                    <a:pt x="213" y="4752"/>
                  </a:lnTo>
                  <a:lnTo>
                    <a:pt x="298" y="4752"/>
                  </a:lnTo>
                  <a:lnTo>
                    <a:pt x="1528" y="4370"/>
                  </a:lnTo>
                  <a:lnTo>
                    <a:pt x="1570" y="4455"/>
                  </a:lnTo>
                  <a:lnTo>
                    <a:pt x="1655" y="4498"/>
                  </a:lnTo>
                  <a:lnTo>
                    <a:pt x="2334" y="4667"/>
                  </a:lnTo>
                  <a:lnTo>
                    <a:pt x="3013" y="4922"/>
                  </a:lnTo>
                  <a:lnTo>
                    <a:pt x="3692" y="5176"/>
                  </a:lnTo>
                  <a:lnTo>
                    <a:pt x="4328" y="5473"/>
                  </a:lnTo>
                  <a:lnTo>
                    <a:pt x="5558" y="6110"/>
                  </a:lnTo>
                  <a:lnTo>
                    <a:pt x="6831" y="6831"/>
                  </a:lnTo>
                  <a:lnTo>
                    <a:pt x="6916" y="6873"/>
                  </a:lnTo>
                  <a:lnTo>
                    <a:pt x="7043" y="6873"/>
                  </a:lnTo>
                  <a:lnTo>
                    <a:pt x="7128" y="6831"/>
                  </a:lnTo>
                  <a:lnTo>
                    <a:pt x="7213" y="6746"/>
                  </a:lnTo>
                  <a:lnTo>
                    <a:pt x="7255" y="6619"/>
                  </a:lnTo>
                  <a:lnTo>
                    <a:pt x="7255" y="6534"/>
                  </a:lnTo>
                  <a:lnTo>
                    <a:pt x="7213" y="6407"/>
                  </a:lnTo>
                  <a:lnTo>
                    <a:pt x="7128" y="6322"/>
                  </a:lnTo>
                  <a:lnTo>
                    <a:pt x="6576" y="5940"/>
                  </a:lnTo>
                  <a:lnTo>
                    <a:pt x="6025" y="5601"/>
                  </a:lnTo>
                  <a:lnTo>
                    <a:pt x="5431" y="5304"/>
                  </a:lnTo>
                  <a:lnTo>
                    <a:pt x="4879" y="5007"/>
                  </a:lnTo>
                  <a:lnTo>
                    <a:pt x="4285" y="4752"/>
                  </a:lnTo>
                  <a:lnTo>
                    <a:pt x="3649" y="4498"/>
                  </a:lnTo>
                  <a:lnTo>
                    <a:pt x="2419" y="4073"/>
                  </a:lnTo>
                  <a:lnTo>
                    <a:pt x="6279" y="2886"/>
                  </a:lnTo>
                  <a:lnTo>
                    <a:pt x="7467" y="3310"/>
                  </a:lnTo>
                  <a:lnTo>
                    <a:pt x="8570" y="3861"/>
                  </a:lnTo>
                  <a:lnTo>
                    <a:pt x="9673" y="4455"/>
                  </a:lnTo>
                  <a:lnTo>
                    <a:pt x="10733" y="5134"/>
                  </a:lnTo>
                  <a:lnTo>
                    <a:pt x="10861" y="5176"/>
                  </a:lnTo>
                  <a:lnTo>
                    <a:pt x="10946" y="5176"/>
                  </a:lnTo>
                  <a:lnTo>
                    <a:pt x="11030" y="5134"/>
                  </a:lnTo>
                  <a:lnTo>
                    <a:pt x="11115" y="5049"/>
                  </a:lnTo>
                  <a:lnTo>
                    <a:pt x="11115" y="4964"/>
                  </a:lnTo>
                  <a:lnTo>
                    <a:pt x="11115" y="4879"/>
                  </a:lnTo>
                  <a:lnTo>
                    <a:pt x="11115" y="4752"/>
                  </a:lnTo>
                  <a:lnTo>
                    <a:pt x="11030" y="4667"/>
                  </a:lnTo>
                  <a:lnTo>
                    <a:pt x="10097" y="4073"/>
                  </a:lnTo>
                  <a:lnTo>
                    <a:pt x="9121" y="3522"/>
                  </a:lnTo>
                  <a:lnTo>
                    <a:pt x="8103" y="3055"/>
                  </a:lnTo>
                  <a:lnTo>
                    <a:pt x="7085" y="2631"/>
                  </a:lnTo>
                  <a:lnTo>
                    <a:pt x="8697" y="2164"/>
                  </a:lnTo>
                  <a:lnTo>
                    <a:pt x="10309" y="1740"/>
                  </a:lnTo>
                  <a:lnTo>
                    <a:pt x="10352" y="1825"/>
                  </a:lnTo>
                  <a:lnTo>
                    <a:pt x="10479" y="1868"/>
                  </a:lnTo>
                  <a:lnTo>
                    <a:pt x="10818" y="2037"/>
                  </a:lnTo>
                  <a:lnTo>
                    <a:pt x="11158" y="2207"/>
                  </a:lnTo>
                  <a:lnTo>
                    <a:pt x="11752" y="2631"/>
                  </a:lnTo>
                  <a:lnTo>
                    <a:pt x="12345" y="3098"/>
                  </a:lnTo>
                  <a:lnTo>
                    <a:pt x="12939" y="3607"/>
                  </a:lnTo>
                  <a:lnTo>
                    <a:pt x="13024" y="3649"/>
                  </a:lnTo>
                  <a:lnTo>
                    <a:pt x="13194" y="3649"/>
                  </a:lnTo>
                  <a:lnTo>
                    <a:pt x="13279" y="3607"/>
                  </a:lnTo>
                  <a:lnTo>
                    <a:pt x="13364" y="3522"/>
                  </a:lnTo>
                  <a:lnTo>
                    <a:pt x="13406" y="3437"/>
                  </a:lnTo>
                  <a:lnTo>
                    <a:pt x="13406" y="3352"/>
                  </a:lnTo>
                  <a:lnTo>
                    <a:pt x="13364" y="3267"/>
                  </a:lnTo>
                  <a:lnTo>
                    <a:pt x="13109" y="3013"/>
                  </a:lnTo>
                  <a:lnTo>
                    <a:pt x="12897" y="2716"/>
                  </a:lnTo>
                  <a:lnTo>
                    <a:pt x="12642" y="2504"/>
                  </a:lnTo>
                  <a:lnTo>
                    <a:pt x="12345" y="2292"/>
                  </a:lnTo>
                  <a:lnTo>
                    <a:pt x="11752" y="1868"/>
                  </a:lnTo>
                  <a:lnTo>
                    <a:pt x="11115" y="1571"/>
                  </a:lnTo>
                  <a:lnTo>
                    <a:pt x="12897" y="1231"/>
                  </a:lnTo>
                  <a:lnTo>
                    <a:pt x="13788" y="1062"/>
                  </a:lnTo>
                  <a:lnTo>
                    <a:pt x="14679" y="977"/>
                  </a:lnTo>
                  <a:lnTo>
                    <a:pt x="14806" y="934"/>
                  </a:lnTo>
                  <a:lnTo>
                    <a:pt x="14933" y="849"/>
                  </a:lnTo>
                  <a:lnTo>
                    <a:pt x="14976" y="765"/>
                  </a:lnTo>
                  <a:lnTo>
                    <a:pt x="14976" y="637"/>
                  </a:lnTo>
                  <a:lnTo>
                    <a:pt x="14976" y="510"/>
                  </a:lnTo>
                  <a:lnTo>
                    <a:pt x="14933" y="425"/>
                  </a:lnTo>
                  <a:lnTo>
                    <a:pt x="14806" y="383"/>
                  </a:lnTo>
                  <a:lnTo>
                    <a:pt x="14679" y="340"/>
                  </a:lnTo>
                  <a:lnTo>
                    <a:pt x="13873" y="425"/>
                  </a:lnTo>
                  <a:lnTo>
                    <a:pt x="13067" y="552"/>
                  </a:lnTo>
                  <a:lnTo>
                    <a:pt x="11497" y="849"/>
                  </a:lnTo>
                  <a:lnTo>
                    <a:pt x="11921" y="86"/>
                  </a:lnTo>
                  <a:lnTo>
                    <a:pt x="11964" y="43"/>
                  </a:lnTo>
                  <a:lnTo>
                    <a:pt x="11921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5" name="Google Shape;1595;p44"/>
          <p:cNvGrpSpPr/>
          <p:nvPr/>
        </p:nvGrpSpPr>
        <p:grpSpPr>
          <a:xfrm>
            <a:off x="8194925" y="3551825"/>
            <a:ext cx="1070100" cy="674525"/>
            <a:chOff x="4551300" y="1957625"/>
            <a:chExt cx="1070100" cy="674525"/>
          </a:xfrm>
        </p:grpSpPr>
        <p:sp>
          <p:nvSpPr>
            <p:cNvPr id="1596" name="Google Shape;1596;p44"/>
            <p:cNvSpPr/>
            <p:nvPr/>
          </p:nvSpPr>
          <p:spPr>
            <a:xfrm>
              <a:off x="5120800" y="2137900"/>
              <a:ext cx="448625" cy="434850"/>
            </a:xfrm>
            <a:custGeom>
              <a:rect b="b" l="l" r="r" t="t"/>
              <a:pathLst>
                <a:path extrusionOk="0" h="17394" w="17945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424" y="17309"/>
                  </a:lnTo>
                  <a:lnTo>
                    <a:pt x="7721" y="17224"/>
                  </a:lnTo>
                  <a:lnTo>
                    <a:pt x="8273" y="17054"/>
                  </a:lnTo>
                  <a:lnTo>
                    <a:pt x="8824" y="16757"/>
                  </a:lnTo>
                  <a:lnTo>
                    <a:pt x="9376" y="16418"/>
                  </a:lnTo>
                  <a:lnTo>
                    <a:pt x="9885" y="16036"/>
                  </a:lnTo>
                  <a:lnTo>
                    <a:pt x="10394" y="15654"/>
                  </a:lnTo>
                  <a:lnTo>
                    <a:pt x="11327" y="14848"/>
                  </a:lnTo>
                  <a:lnTo>
                    <a:pt x="11964" y="14297"/>
                  </a:lnTo>
                  <a:lnTo>
                    <a:pt x="12557" y="13745"/>
                  </a:lnTo>
                  <a:lnTo>
                    <a:pt x="13151" y="13151"/>
                  </a:lnTo>
                  <a:lnTo>
                    <a:pt x="13703" y="12515"/>
                  </a:lnTo>
                  <a:lnTo>
                    <a:pt x="14806" y="11242"/>
                  </a:lnTo>
                  <a:lnTo>
                    <a:pt x="15824" y="9885"/>
                  </a:lnTo>
                  <a:lnTo>
                    <a:pt x="16503" y="8952"/>
                  </a:lnTo>
                  <a:lnTo>
                    <a:pt x="16884" y="8443"/>
                  </a:lnTo>
                  <a:lnTo>
                    <a:pt x="17266" y="7891"/>
                  </a:lnTo>
                  <a:lnTo>
                    <a:pt x="17563" y="7297"/>
                  </a:lnTo>
                  <a:lnTo>
                    <a:pt x="17818" y="6703"/>
                  </a:lnTo>
                  <a:lnTo>
                    <a:pt x="17903" y="6406"/>
                  </a:lnTo>
                  <a:lnTo>
                    <a:pt x="17945" y="6109"/>
                  </a:lnTo>
                  <a:lnTo>
                    <a:pt x="17945" y="5855"/>
                  </a:lnTo>
                  <a:lnTo>
                    <a:pt x="17945" y="5558"/>
                  </a:lnTo>
                  <a:lnTo>
                    <a:pt x="17860" y="5303"/>
                  </a:lnTo>
                  <a:lnTo>
                    <a:pt x="17775" y="5006"/>
                  </a:lnTo>
                  <a:lnTo>
                    <a:pt x="17648" y="4752"/>
                  </a:lnTo>
                  <a:lnTo>
                    <a:pt x="17521" y="4497"/>
                  </a:lnTo>
                  <a:lnTo>
                    <a:pt x="17139" y="4031"/>
                  </a:lnTo>
                  <a:lnTo>
                    <a:pt x="16672" y="3564"/>
                  </a:lnTo>
                  <a:lnTo>
                    <a:pt x="16206" y="3140"/>
                  </a:lnTo>
                  <a:lnTo>
                    <a:pt x="15697" y="2758"/>
                  </a:lnTo>
                  <a:lnTo>
                    <a:pt x="14763" y="2122"/>
                  </a:lnTo>
                  <a:lnTo>
                    <a:pt x="13703" y="1401"/>
                  </a:lnTo>
                  <a:lnTo>
                    <a:pt x="13109" y="1019"/>
                  </a:lnTo>
                  <a:lnTo>
                    <a:pt x="12473" y="679"/>
                  </a:lnTo>
                  <a:lnTo>
                    <a:pt x="11794" y="383"/>
                  </a:lnTo>
                  <a:lnTo>
                    <a:pt x="11158" y="128"/>
                  </a:lnTo>
                  <a:lnTo>
                    <a:pt x="10818" y="43"/>
                  </a:lnTo>
                  <a:lnTo>
                    <a:pt x="1047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44"/>
            <p:cNvSpPr/>
            <p:nvPr/>
          </p:nvSpPr>
          <p:spPr>
            <a:xfrm>
              <a:off x="5120800" y="2137900"/>
              <a:ext cx="351075" cy="434850"/>
            </a:xfrm>
            <a:custGeom>
              <a:rect b="b" l="l" r="r" t="t"/>
              <a:pathLst>
                <a:path extrusionOk="0" h="17394" w="14043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679" y="17266"/>
                  </a:lnTo>
                  <a:lnTo>
                    <a:pt x="8230" y="17054"/>
                  </a:lnTo>
                  <a:lnTo>
                    <a:pt x="8782" y="16800"/>
                  </a:lnTo>
                  <a:lnTo>
                    <a:pt x="9291" y="16460"/>
                  </a:lnTo>
                  <a:lnTo>
                    <a:pt x="9800" y="16121"/>
                  </a:lnTo>
                  <a:lnTo>
                    <a:pt x="10309" y="15739"/>
                  </a:lnTo>
                  <a:lnTo>
                    <a:pt x="11200" y="14975"/>
                  </a:lnTo>
                  <a:lnTo>
                    <a:pt x="10564" y="14806"/>
                  </a:lnTo>
                  <a:lnTo>
                    <a:pt x="9970" y="14594"/>
                  </a:lnTo>
                  <a:lnTo>
                    <a:pt x="9376" y="14297"/>
                  </a:lnTo>
                  <a:lnTo>
                    <a:pt x="8824" y="14000"/>
                  </a:lnTo>
                  <a:lnTo>
                    <a:pt x="8315" y="13618"/>
                  </a:lnTo>
                  <a:lnTo>
                    <a:pt x="7849" y="13236"/>
                  </a:lnTo>
                  <a:lnTo>
                    <a:pt x="7424" y="12812"/>
                  </a:lnTo>
                  <a:lnTo>
                    <a:pt x="7043" y="12303"/>
                  </a:lnTo>
                  <a:lnTo>
                    <a:pt x="6703" y="11794"/>
                  </a:lnTo>
                  <a:lnTo>
                    <a:pt x="6449" y="11242"/>
                  </a:lnTo>
                  <a:lnTo>
                    <a:pt x="6279" y="10691"/>
                  </a:lnTo>
                  <a:lnTo>
                    <a:pt x="6152" y="10055"/>
                  </a:lnTo>
                  <a:lnTo>
                    <a:pt x="6109" y="9418"/>
                  </a:lnTo>
                  <a:lnTo>
                    <a:pt x="6152" y="8782"/>
                  </a:lnTo>
                  <a:lnTo>
                    <a:pt x="6322" y="8103"/>
                  </a:lnTo>
                  <a:lnTo>
                    <a:pt x="6534" y="7382"/>
                  </a:lnTo>
                  <a:lnTo>
                    <a:pt x="6788" y="6831"/>
                  </a:lnTo>
                  <a:lnTo>
                    <a:pt x="7043" y="6322"/>
                  </a:lnTo>
                  <a:lnTo>
                    <a:pt x="7382" y="5812"/>
                  </a:lnTo>
                  <a:lnTo>
                    <a:pt x="7721" y="5346"/>
                  </a:lnTo>
                  <a:lnTo>
                    <a:pt x="8103" y="4879"/>
                  </a:lnTo>
                  <a:lnTo>
                    <a:pt x="8570" y="4455"/>
                  </a:lnTo>
                  <a:lnTo>
                    <a:pt x="8994" y="4073"/>
                  </a:lnTo>
                  <a:lnTo>
                    <a:pt x="9503" y="3691"/>
                  </a:lnTo>
                  <a:lnTo>
                    <a:pt x="10012" y="3352"/>
                  </a:lnTo>
                  <a:lnTo>
                    <a:pt x="10521" y="3013"/>
                  </a:lnTo>
                  <a:lnTo>
                    <a:pt x="11073" y="2716"/>
                  </a:lnTo>
                  <a:lnTo>
                    <a:pt x="11667" y="2461"/>
                  </a:lnTo>
                  <a:lnTo>
                    <a:pt x="12261" y="2207"/>
                  </a:lnTo>
                  <a:lnTo>
                    <a:pt x="12854" y="1995"/>
                  </a:lnTo>
                  <a:lnTo>
                    <a:pt x="13448" y="1782"/>
                  </a:lnTo>
                  <a:lnTo>
                    <a:pt x="14042" y="1613"/>
                  </a:lnTo>
                  <a:lnTo>
                    <a:pt x="13067" y="1019"/>
                  </a:lnTo>
                  <a:lnTo>
                    <a:pt x="12557" y="722"/>
                  </a:lnTo>
                  <a:lnTo>
                    <a:pt x="12006" y="467"/>
                  </a:lnTo>
                  <a:lnTo>
                    <a:pt x="11455" y="255"/>
                  </a:lnTo>
                  <a:lnTo>
                    <a:pt x="10903" y="86"/>
                  </a:lnTo>
                  <a:lnTo>
                    <a:pt x="10352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44"/>
            <p:cNvSpPr/>
            <p:nvPr/>
          </p:nvSpPr>
          <p:spPr>
            <a:xfrm>
              <a:off x="5377450" y="2418950"/>
              <a:ext cx="53050" cy="25475"/>
            </a:xfrm>
            <a:custGeom>
              <a:rect b="b" l="l" r="r" t="t"/>
              <a:pathLst>
                <a:path extrusionOk="0" h="1019" w="2122">
                  <a:moveTo>
                    <a:pt x="1740" y="0"/>
                  </a:moveTo>
                  <a:lnTo>
                    <a:pt x="1655" y="43"/>
                  </a:lnTo>
                  <a:lnTo>
                    <a:pt x="1570" y="170"/>
                  </a:lnTo>
                  <a:lnTo>
                    <a:pt x="1443" y="297"/>
                  </a:lnTo>
                  <a:lnTo>
                    <a:pt x="1316" y="382"/>
                  </a:lnTo>
                  <a:lnTo>
                    <a:pt x="1146" y="467"/>
                  </a:lnTo>
                  <a:lnTo>
                    <a:pt x="637" y="467"/>
                  </a:lnTo>
                  <a:lnTo>
                    <a:pt x="510" y="382"/>
                  </a:lnTo>
                  <a:lnTo>
                    <a:pt x="340" y="297"/>
                  </a:lnTo>
                  <a:lnTo>
                    <a:pt x="298" y="255"/>
                  </a:lnTo>
                  <a:lnTo>
                    <a:pt x="86" y="255"/>
                  </a:lnTo>
                  <a:lnTo>
                    <a:pt x="1" y="382"/>
                  </a:lnTo>
                  <a:lnTo>
                    <a:pt x="1" y="425"/>
                  </a:lnTo>
                  <a:lnTo>
                    <a:pt x="43" y="509"/>
                  </a:lnTo>
                  <a:lnTo>
                    <a:pt x="255" y="764"/>
                  </a:lnTo>
                  <a:lnTo>
                    <a:pt x="510" y="934"/>
                  </a:lnTo>
                  <a:lnTo>
                    <a:pt x="764" y="1018"/>
                  </a:lnTo>
                  <a:lnTo>
                    <a:pt x="1061" y="1018"/>
                  </a:lnTo>
                  <a:lnTo>
                    <a:pt x="1358" y="976"/>
                  </a:lnTo>
                  <a:lnTo>
                    <a:pt x="1613" y="849"/>
                  </a:lnTo>
                  <a:lnTo>
                    <a:pt x="1867" y="679"/>
                  </a:lnTo>
                  <a:lnTo>
                    <a:pt x="2079" y="467"/>
                  </a:lnTo>
                  <a:lnTo>
                    <a:pt x="2122" y="340"/>
                  </a:lnTo>
                  <a:lnTo>
                    <a:pt x="2079" y="212"/>
                  </a:lnTo>
                  <a:lnTo>
                    <a:pt x="2037" y="128"/>
                  </a:lnTo>
                  <a:lnTo>
                    <a:pt x="1952" y="43"/>
                  </a:lnTo>
                  <a:lnTo>
                    <a:pt x="186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44"/>
            <p:cNvSpPr/>
            <p:nvPr/>
          </p:nvSpPr>
          <p:spPr>
            <a:xfrm>
              <a:off x="5401850" y="2365925"/>
              <a:ext cx="49875" cy="26525"/>
            </a:xfrm>
            <a:custGeom>
              <a:rect b="b" l="l" r="r" t="t"/>
              <a:pathLst>
                <a:path extrusionOk="0" h="1061" w="1995">
                  <a:moveTo>
                    <a:pt x="1061" y="0"/>
                  </a:moveTo>
                  <a:lnTo>
                    <a:pt x="764" y="43"/>
                  </a:lnTo>
                  <a:lnTo>
                    <a:pt x="509" y="170"/>
                  </a:lnTo>
                  <a:lnTo>
                    <a:pt x="255" y="340"/>
                  </a:lnTo>
                  <a:lnTo>
                    <a:pt x="85" y="594"/>
                  </a:lnTo>
                  <a:lnTo>
                    <a:pt x="0" y="891"/>
                  </a:lnTo>
                  <a:lnTo>
                    <a:pt x="0" y="1018"/>
                  </a:lnTo>
                  <a:lnTo>
                    <a:pt x="85" y="1061"/>
                  </a:lnTo>
                  <a:lnTo>
                    <a:pt x="213" y="1061"/>
                  </a:lnTo>
                  <a:lnTo>
                    <a:pt x="255" y="976"/>
                  </a:lnTo>
                  <a:lnTo>
                    <a:pt x="340" y="806"/>
                  </a:lnTo>
                  <a:lnTo>
                    <a:pt x="467" y="679"/>
                  </a:lnTo>
                  <a:lnTo>
                    <a:pt x="637" y="552"/>
                  </a:lnTo>
                  <a:lnTo>
                    <a:pt x="806" y="509"/>
                  </a:lnTo>
                  <a:lnTo>
                    <a:pt x="976" y="467"/>
                  </a:lnTo>
                  <a:lnTo>
                    <a:pt x="1146" y="467"/>
                  </a:lnTo>
                  <a:lnTo>
                    <a:pt x="1315" y="552"/>
                  </a:lnTo>
                  <a:lnTo>
                    <a:pt x="1485" y="679"/>
                  </a:lnTo>
                  <a:lnTo>
                    <a:pt x="1570" y="721"/>
                  </a:lnTo>
                  <a:lnTo>
                    <a:pt x="1697" y="764"/>
                  </a:lnTo>
                  <a:lnTo>
                    <a:pt x="1782" y="721"/>
                  </a:lnTo>
                  <a:lnTo>
                    <a:pt x="1867" y="637"/>
                  </a:lnTo>
                  <a:lnTo>
                    <a:pt x="1952" y="552"/>
                  </a:lnTo>
                  <a:lnTo>
                    <a:pt x="1994" y="467"/>
                  </a:lnTo>
                  <a:lnTo>
                    <a:pt x="1952" y="382"/>
                  </a:lnTo>
                  <a:lnTo>
                    <a:pt x="1909" y="255"/>
                  </a:lnTo>
                  <a:lnTo>
                    <a:pt x="1655" y="128"/>
                  </a:lnTo>
                  <a:lnTo>
                    <a:pt x="1358" y="43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44"/>
            <p:cNvSpPr/>
            <p:nvPr/>
          </p:nvSpPr>
          <p:spPr>
            <a:xfrm>
              <a:off x="5473975" y="2296975"/>
              <a:ext cx="26525" cy="54125"/>
            </a:xfrm>
            <a:custGeom>
              <a:rect b="b" l="l" r="r" t="t"/>
              <a:pathLst>
                <a:path extrusionOk="0" h="2165" w="1061">
                  <a:moveTo>
                    <a:pt x="297" y="1"/>
                  </a:moveTo>
                  <a:lnTo>
                    <a:pt x="170" y="43"/>
                  </a:lnTo>
                  <a:lnTo>
                    <a:pt x="85" y="128"/>
                  </a:lnTo>
                  <a:lnTo>
                    <a:pt x="42" y="213"/>
                  </a:lnTo>
                  <a:lnTo>
                    <a:pt x="0" y="298"/>
                  </a:lnTo>
                  <a:lnTo>
                    <a:pt x="42" y="425"/>
                  </a:lnTo>
                  <a:lnTo>
                    <a:pt x="127" y="510"/>
                  </a:lnTo>
                  <a:lnTo>
                    <a:pt x="255" y="680"/>
                  </a:lnTo>
                  <a:lnTo>
                    <a:pt x="339" y="807"/>
                  </a:lnTo>
                  <a:lnTo>
                    <a:pt x="424" y="977"/>
                  </a:lnTo>
                  <a:lnTo>
                    <a:pt x="467" y="1146"/>
                  </a:lnTo>
                  <a:lnTo>
                    <a:pt x="467" y="1274"/>
                  </a:lnTo>
                  <a:lnTo>
                    <a:pt x="424" y="1443"/>
                  </a:lnTo>
                  <a:lnTo>
                    <a:pt x="339" y="1613"/>
                  </a:lnTo>
                  <a:lnTo>
                    <a:pt x="255" y="1783"/>
                  </a:lnTo>
                  <a:lnTo>
                    <a:pt x="212" y="1867"/>
                  </a:lnTo>
                  <a:lnTo>
                    <a:pt x="212" y="1952"/>
                  </a:lnTo>
                  <a:lnTo>
                    <a:pt x="255" y="2080"/>
                  </a:lnTo>
                  <a:lnTo>
                    <a:pt x="382" y="2164"/>
                  </a:lnTo>
                  <a:lnTo>
                    <a:pt x="467" y="2164"/>
                  </a:lnTo>
                  <a:lnTo>
                    <a:pt x="552" y="2122"/>
                  </a:lnTo>
                  <a:lnTo>
                    <a:pt x="764" y="1910"/>
                  </a:lnTo>
                  <a:lnTo>
                    <a:pt x="933" y="1655"/>
                  </a:lnTo>
                  <a:lnTo>
                    <a:pt x="1018" y="1358"/>
                  </a:lnTo>
                  <a:lnTo>
                    <a:pt x="1061" y="1061"/>
                  </a:lnTo>
                  <a:lnTo>
                    <a:pt x="1018" y="765"/>
                  </a:lnTo>
                  <a:lnTo>
                    <a:pt x="933" y="468"/>
                  </a:lnTo>
                  <a:lnTo>
                    <a:pt x="764" y="21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44"/>
            <p:cNvSpPr/>
            <p:nvPr/>
          </p:nvSpPr>
          <p:spPr>
            <a:xfrm>
              <a:off x="5183375" y="2358500"/>
              <a:ext cx="56225" cy="50925"/>
            </a:xfrm>
            <a:custGeom>
              <a:rect b="b" l="l" r="r" t="t"/>
              <a:pathLst>
                <a:path extrusionOk="0" h="2037" w="2249">
                  <a:moveTo>
                    <a:pt x="1825" y="0"/>
                  </a:moveTo>
                  <a:lnTo>
                    <a:pt x="1740" y="85"/>
                  </a:lnTo>
                  <a:lnTo>
                    <a:pt x="1655" y="170"/>
                  </a:lnTo>
                  <a:lnTo>
                    <a:pt x="1401" y="594"/>
                  </a:lnTo>
                  <a:lnTo>
                    <a:pt x="1273" y="806"/>
                  </a:lnTo>
                  <a:lnTo>
                    <a:pt x="1146" y="976"/>
                  </a:lnTo>
                  <a:lnTo>
                    <a:pt x="976" y="1146"/>
                  </a:lnTo>
                  <a:lnTo>
                    <a:pt x="764" y="1273"/>
                  </a:lnTo>
                  <a:lnTo>
                    <a:pt x="510" y="1358"/>
                  </a:lnTo>
                  <a:lnTo>
                    <a:pt x="255" y="1400"/>
                  </a:lnTo>
                  <a:lnTo>
                    <a:pt x="128" y="1443"/>
                  </a:lnTo>
                  <a:lnTo>
                    <a:pt x="43" y="1528"/>
                  </a:lnTo>
                  <a:lnTo>
                    <a:pt x="1" y="1655"/>
                  </a:lnTo>
                  <a:lnTo>
                    <a:pt x="43" y="1740"/>
                  </a:lnTo>
                  <a:lnTo>
                    <a:pt x="85" y="1867"/>
                  </a:lnTo>
                  <a:lnTo>
                    <a:pt x="170" y="1952"/>
                  </a:lnTo>
                  <a:lnTo>
                    <a:pt x="255" y="1994"/>
                  </a:lnTo>
                  <a:lnTo>
                    <a:pt x="382" y="2037"/>
                  </a:lnTo>
                  <a:lnTo>
                    <a:pt x="722" y="1952"/>
                  </a:lnTo>
                  <a:lnTo>
                    <a:pt x="1019" y="1824"/>
                  </a:lnTo>
                  <a:lnTo>
                    <a:pt x="1316" y="1697"/>
                  </a:lnTo>
                  <a:lnTo>
                    <a:pt x="1613" y="1485"/>
                  </a:lnTo>
                  <a:lnTo>
                    <a:pt x="1867" y="1231"/>
                  </a:lnTo>
                  <a:lnTo>
                    <a:pt x="2037" y="934"/>
                  </a:lnTo>
                  <a:lnTo>
                    <a:pt x="2164" y="637"/>
                  </a:lnTo>
                  <a:lnTo>
                    <a:pt x="2249" y="297"/>
                  </a:lnTo>
                  <a:lnTo>
                    <a:pt x="2207" y="212"/>
                  </a:lnTo>
                  <a:lnTo>
                    <a:pt x="2164" y="128"/>
                  </a:lnTo>
                  <a:lnTo>
                    <a:pt x="2079" y="43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44"/>
            <p:cNvSpPr/>
            <p:nvPr/>
          </p:nvSpPr>
          <p:spPr>
            <a:xfrm>
              <a:off x="4551300" y="1957625"/>
              <a:ext cx="1070100" cy="674525"/>
            </a:xfrm>
            <a:custGeom>
              <a:rect b="b" l="l" r="r" t="t"/>
              <a:pathLst>
                <a:path extrusionOk="0" h="26981" w="42804">
                  <a:moveTo>
                    <a:pt x="25708" y="0"/>
                  </a:moveTo>
                  <a:lnTo>
                    <a:pt x="25496" y="43"/>
                  </a:lnTo>
                  <a:lnTo>
                    <a:pt x="25284" y="85"/>
                  </a:lnTo>
                  <a:lnTo>
                    <a:pt x="24817" y="212"/>
                  </a:lnTo>
                  <a:lnTo>
                    <a:pt x="24350" y="467"/>
                  </a:lnTo>
                  <a:lnTo>
                    <a:pt x="23841" y="849"/>
                  </a:lnTo>
                  <a:lnTo>
                    <a:pt x="23375" y="1230"/>
                  </a:lnTo>
                  <a:lnTo>
                    <a:pt x="22866" y="1697"/>
                  </a:lnTo>
                  <a:lnTo>
                    <a:pt x="21932" y="2588"/>
                  </a:lnTo>
                  <a:lnTo>
                    <a:pt x="21126" y="3394"/>
                  </a:lnTo>
                  <a:lnTo>
                    <a:pt x="20320" y="4157"/>
                  </a:lnTo>
                  <a:lnTo>
                    <a:pt x="19811" y="3733"/>
                  </a:lnTo>
                  <a:lnTo>
                    <a:pt x="19217" y="3394"/>
                  </a:lnTo>
                  <a:lnTo>
                    <a:pt x="18623" y="3139"/>
                  </a:lnTo>
                  <a:lnTo>
                    <a:pt x="17987" y="2927"/>
                  </a:lnTo>
                  <a:lnTo>
                    <a:pt x="17308" y="2842"/>
                  </a:lnTo>
                  <a:lnTo>
                    <a:pt x="16630" y="2800"/>
                  </a:lnTo>
                  <a:lnTo>
                    <a:pt x="15951" y="2842"/>
                  </a:lnTo>
                  <a:lnTo>
                    <a:pt x="15230" y="2970"/>
                  </a:lnTo>
                  <a:lnTo>
                    <a:pt x="14678" y="3139"/>
                  </a:lnTo>
                  <a:lnTo>
                    <a:pt x="14169" y="3351"/>
                  </a:lnTo>
                  <a:lnTo>
                    <a:pt x="13703" y="3648"/>
                  </a:lnTo>
                  <a:lnTo>
                    <a:pt x="13236" y="3945"/>
                  </a:lnTo>
                  <a:lnTo>
                    <a:pt x="12812" y="4285"/>
                  </a:lnTo>
                  <a:lnTo>
                    <a:pt x="12430" y="4709"/>
                  </a:lnTo>
                  <a:lnTo>
                    <a:pt x="12091" y="5133"/>
                  </a:lnTo>
                  <a:lnTo>
                    <a:pt x="11794" y="5600"/>
                  </a:lnTo>
                  <a:lnTo>
                    <a:pt x="11624" y="6066"/>
                  </a:lnTo>
                  <a:lnTo>
                    <a:pt x="11454" y="6660"/>
                  </a:lnTo>
                  <a:lnTo>
                    <a:pt x="11157" y="8018"/>
                  </a:lnTo>
                  <a:lnTo>
                    <a:pt x="10860" y="9502"/>
                  </a:lnTo>
                  <a:lnTo>
                    <a:pt x="10691" y="10266"/>
                  </a:lnTo>
                  <a:lnTo>
                    <a:pt x="10479" y="10987"/>
                  </a:lnTo>
                  <a:lnTo>
                    <a:pt x="10224" y="11666"/>
                  </a:lnTo>
                  <a:lnTo>
                    <a:pt x="9927" y="12302"/>
                  </a:lnTo>
                  <a:lnTo>
                    <a:pt x="9757" y="12557"/>
                  </a:lnTo>
                  <a:lnTo>
                    <a:pt x="9588" y="12811"/>
                  </a:lnTo>
                  <a:lnTo>
                    <a:pt x="9376" y="13023"/>
                  </a:lnTo>
                  <a:lnTo>
                    <a:pt x="9164" y="13193"/>
                  </a:lnTo>
                  <a:lnTo>
                    <a:pt x="8909" y="13320"/>
                  </a:lnTo>
                  <a:lnTo>
                    <a:pt x="8654" y="13448"/>
                  </a:lnTo>
                  <a:lnTo>
                    <a:pt x="8358" y="13533"/>
                  </a:lnTo>
                  <a:lnTo>
                    <a:pt x="7721" y="13533"/>
                  </a:lnTo>
                  <a:lnTo>
                    <a:pt x="7382" y="13448"/>
                  </a:lnTo>
                  <a:lnTo>
                    <a:pt x="7000" y="13363"/>
                  </a:lnTo>
                  <a:lnTo>
                    <a:pt x="6618" y="13151"/>
                  </a:lnTo>
                  <a:lnTo>
                    <a:pt x="6576" y="13151"/>
                  </a:lnTo>
                  <a:lnTo>
                    <a:pt x="6830" y="12769"/>
                  </a:lnTo>
                  <a:lnTo>
                    <a:pt x="7085" y="12345"/>
                  </a:lnTo>
                  <a:lnTo>
                    <a:pt x="7297" y="11921"/>
                  </a:lnTo>
                  <a:lnTo>
                    <a:pt x="7509" y="11496"/>
                  </a:lnTo>
                  <a:lnTo>
                    <a:pt x="7509" y="11411"/>
                  </a:lnTo>
                  <a:lnTo>
                    <a:pt x="7509" y="11327"/>
                  </a:lnTo>
                  <a:lnTo>
                    <a:pt x="7467" y="11242"/>
                  </a:lnTo>
                  <a:lnTo>
                    <a:pt x="7424" y="11157"/>
                  </a:lnTo>
                  <a:lnTo>
                    <a:pt x="6533" y="10436"/>
                  </a:lnTo>
                  <a:lnTo>
                    <a:pt x="5685" y="9715"/>
                  </a:lnTo>
                  <a:lnTo>
                    <a:pt x="4879" y="8909"/>
                  </a:lnTo>
                  <a:lnTo>
                    <a:pt x="4158" y="8060"/>
                  </a:lnTo>
                  <a:lnTo>
                    <a:pt x="4073" y="8018"/>
                  </a:lnTo>
                  <a:lnTo>
                    <a:pt x="3903" y="8018"/>
                  </a:lnTo>
                  <a:lnTo>
                    <a:pt x="3861" y="8060"/>
                  </a:lnTo>
                  <a:lnTo>
                    <a:pt x="1103" y="11242"/>
                  </a:lnTo>
                  <a:lnTo>
                    <a:pt x="764" y="11581"/>
                  </a:lnTo>
                  <a:lnTo>
                    <a:pt x="382" y="12048"/>
                  </a:lnTo>
                  <a:lnTo>
                    <a:pt x="213" y="12260"/>
                  </a:lnTo>
                  <a:lnTo>
                    <a:pt x="85" y="12514"/>
                  </a:lnTo>
                  <a:lnTo>
                    <a:pt x="1" y="12769"/>
                  </a:lnTo>
                  <a:lnTo>
                    <a:pt x="1" y="12981"/>
                  </a:lnTo>
                  <a:lnTo>
                    <a:pt x="85" y="13193"/>
                  </a:lnTo>
                  <a:lnTo>
                    <a:pt x="255" y="13405"/>
                  </a:lnTo>
                  <a:lnTo>
                    <a:pt x="467" y="13575"/>
                  </a:lnTo>
                  <a:lnTo>
                    <a:pt x="722" y="13702"/>
                  </a:lnTo>
                  <a:lnTo>
                    <a:pt x="1231" y="13914"/>
                  </a:lnTo>
                  <a:lnTo>
                    <a:pt x="1697" y="14084"/>
                  </a:lnTo>
                  <a:lnTo>
                    <a:pt x="2419" y="14381"/>
                  </a:lnTo>
                  <a:lnTo>
                    <a:pt x="3182" y="14635"/>
                  </a:lnTo>
                  <a:lnTo>
                    <a:pt x="3988" y="14805"/>
                  </a:lnTo>
                  <a:lnTo>
                    <a:pt x="4752" y="14932"/>
                  </a:lnTo>
                  <a:lnTo>
                    <a:pt x="4879" y="14890"/>
                  </a:lnTo>
                  <a:lnTo>
                    <a:pt x="4921" y="14805"/>
                  </a:lnTo>
                  <a:lnTo>
                    <a:pt x="4879" y="14720"/>
                  </a:lnTo>
                  <a:lnTo>
                    <a:pt x="4794" y="14635"/>
                  </a:lnTo>
                  <a:lnTo>
                    <a:pt x="3946" y="14423"/>
                  </a:lnTo>
                  <a:lnTo>
                    <a:pt x="3097" y="14211"/>
                  </a:lnTo>
                  <a:lnTo>
                    <a:pt x="2037" y="13872"/>
                  </a:lnTo>
                  <a:lnTo>
                    <a:pt x="1485" y="13660"/>
                  </a:lnTo>
                  <a:lnTo>
                    <a:pt x="1273" y="13533"/>
                  </a:lnTo>
                  <a:lnTo>
                    <a:pt x="1103" y="13363"/>
                  </a:lnTo>
                  <a:lnTo>
                    <a:pt x="849" y="13278"/>
                  </a:lnTo>
                  <a:lnTo>
                    <a:pt x="722" y="13236"/>
                  </a:lnTo>
                  <a:lnTo>
                    <a:pt x="679" y="13151"/>
                  </a:lnTo>
                  <a:lnTo>
                    <a:pt x="679" y="13023"/>
                  </a:lnTo>
                  <a:lnTo>
                    <a:pt x="679" y="12939"/>
                  </a:lnTo>
                  <a:lnTo>
                    <a:pt x="807" y="12642"/>
                  </a:lnTo>
                  <a:lnTo>
                    <a:pt x="849" y="12387"/>
                  </a:lnTo>
                  <a:lnTo>
                    <a:pt x="891" y="12133"/>
                  </a:lnTo>
                  <a:lnTo>
                    <a:pt x="1061" y="11921"/>
                  </a:lnTo>
                  <a:lnTo>
                    <a:pt x="1231" y="11751"/>
                  </a:lnTo>
                  <a:lnTo>
                    <a:pt x="1528" y="11369"/>
                  </a:lnTo>
                  <a:lnTo>
                    <a:pt x="1867" y="10987"/>
                  </a:lnTo>
                  <a:lnTo>
                    <a:pt x="2546" y="10266"/>
                  </a:lnTo>
                  <a:lnTo>
                    <a:pt x="3140" y="9418"/>
                  </a:lnTo>
                  <a:lnTo>
                    <a:pt x="3521" y="8951"/>
                  </a:lnTo>
                  <a:lnTo>
                    <a:pt x="3691" y="8824"/>
                  </a:lnTo>
                  <a:lnTo>
                    <a:pt x="3818" y="8739"/>
                  </a:lnTo>
                  <a:lnTo>
                    <a:pt x="3988" y="8739"/>
                  </a:lnTo>
                  <a:lnTo>
                    <a:pt x="4115" y="8781"/>
                  </a:lnTo>
                  <a:lnTo>
                    <a:pt x="4243" y="8824"/>
                  </a:lnTo>
                  <a:lnTo>
                    <a:pt x="4327" y="8909"/>
                  </a:lnTo>
                  <a:lnTo>
                    <a:pt x="4540" y="9121"/>
                  </a:lnTo>
                  <a:lnTo>
                    <a:pt x="4752" y="9375"/>
                  </a:lnTo>
                  <a:lnTo>
                    <a:pt x="5303" y="9927"/>
                  </a:lnTo>
                  <a:lnTo>
                    <a:pt x="5897" y="10436"/>
                  </a:lnTo>
                  <a:lnTo>
                    <a:pt x="6491" y="10945"/>
                  </a:lnTo>
                  <a:lnTo>
                    <a:pt x="7085" y="11411"/>
                  </a:lnTo>
                  <a:lnTo>
                    <a:pt x="6661" y="12260"/>
                  </a:lnTo>
                  <a:lnTo>
                    <a:pt x="6152" y="13066"/>
                  </a:lnTo>
                  <a:lnTo>
                    <a:pt x="5600" y="13872"/>
                  </a:lnTo>
                  <a:lnTo>
                    <a:pt x="4964" y="14593"/>
                  </a:lnTo>
                  <a:lnTo>
                    <a:pt x="4921" y="14678"/>
                  </a:lnTo>
                  <a:lnTo>
                    <a:pt x="4964" y="14763"/>
                  </a:lnTo>
                  <a:lnTo>
                    <a:pt x="5006" y="14805"/>
                  </a:lnTo>
                  <a:lnTo>
                    <a:pt x="5091" y="14763"/>
                  </a:lnTo>
                  <a:lnTo>
                    <a:pt x="5473" y="14423"/>
                  </a:lnTo>
                  <a:lnTo>
                    <a:pt x="5812" y="14084"/>
                  </a:lnTo>
                  <a:lnTo>
                    <a:pt x="6109" y="13745"/>
                  </a:lnTo>
                  <a:lnTo>
                    <a:pt x="6406" y="13363"/>
                  </a:lnTo>
                  <a:lnTo>
                    <a:pt x="6449" y="13405"/>
                  </a:lnTo>
                  <a:lnTo>
                    <a:pt x="6958" y="13660"/>
                  </a:lnTo>
                  <a:lnTo>
                    <a:pt x="7467" y="13787"/>
                  </a:lnTo>
                  <a:lnTo>
                    <a:pt x="7933" y="13787"/>
                  </a:lnTo>
                  <a:lnTo>
                    <a:pt x="8358" y="13745"/>
                  </a:lnTo>
                  <a:lnTo>
                    <a:pt x="8739" y="13617"/>
                  </a:lnTo>
                  <a:lnTo>
                    <a:pt x="9121" y="13405"/>
                  </a:lnTo>
                  <a:lnTo>
                    <a:pt x="9460" y="13108"/>
                  </a:lnTo>
                  <a:lnTo>
                    <a:pt x="9757" y="12769"/>
                  </a:lnTo>
                  <a:lnTo>
                    <a:pt x="10054" y="12387"/>
                  </a:lnTo>
                  <a:lnTo>
                    <a:pt x="10309" y="12005"/>
                  </a:lnTo>
                  <a:lnTo>
                    <a:pt x="10563" y="11581"/>
                  </a:lnTo>
                  <a:lnTo>
                    <a:pt x="10733" y="11115"/>
                  </a:lnTo>
                  <a:lnTo>
                    <a:pt x="10903" y="10648"/>
                  </a:lnTo>
                  <a:lnTo>
                    <a:pt x="11072" y="10181"/>
                  </a:lnTo>
                  <a:lnTo>
                    <a:pt x="11242" y="9290"/>
                  </a:lnTo>
                  <a:lnTo>
                    <a:pt x="11454" y="8272"/>
                  </a:lnTo>
                  <a:lnTo>
                    <a:pt x="11709" y="7297"/>
                  </a:lnTo>
                  <a:lnTo>
                    <a:pt x="11836" y="6788"/>
                  </a:lnTo>
                  <a:lnTo>
                    <a:pt x="12006" y="6363"/>
                  </a:lnTo>
                  <a:lnTo>
                    <a:pt x="12218" y="5897"/>
                  </a:lnTo>
                  <a:lnTo>
                    <a:pt x="12430" y="5472"/>
                  </a:lnTo>
                  <a:lnTo>
                    <a:pt x="12684" y="5091"/>
                  </a:lnTo>
                  <a:lnTo>
                    <a:pt x="12939" y="4709"/>
                  </a:lnTo>
                  <a:lnTo>
                    <a:pt x="13278" y="4370"/>
                  </a:lnTo>
                  <a:lnTo>
                    <a:pt x="13618" y="4073"/>
                  </a:lnTo>
                  <a:lnTo>
                    <a:pt x="14042" y="3818"/>
                  </a:lnTo>
                  <a:lnTo>
                    <a:pt x="14509" y="3564"/>
                  </a:lnTo>
                  <a:lnTo>
                    <a:pt x="15018" y="3351"/>
                  </a:lnTo>
                  <a:lnTo>
                    <a:pt x="15569" y="3224"/>
                  </a:lnTo>
                  <a:lnTo>
                    <a:pt x="16205" y="3097"/>
                  </a:lnTo>
                  <a:lnTo>
                    <a:pt x="16842" y="3097"/>
                  </a:lnTo>
                  <a:lnTo>
                    <a:pt x="17436" y="3139"/>
                  </a:lnTo>
                  <a:lnTo>
                    <a:pt x="18030" y="3267"/>
                  </a:lnTo>
                  <a:lnTo>
                    <a:pt x="18581" y="3436"/>
                  </a:lnTo>
                  <a:lnTo>
                    <a:pt x="19133" y="3691"/>
                  </a:lnTo>
                  <a:lnTo>
                    <a:pt x="19642" y="3988"/>
                  </a:lnTo>
                  <a:lnTo>
                    <a:pt x="20151" y="4327"/>
                  </a:lnTo>
                  <a:lnTo>
                    <a:pt x="18199" y="6236"/>
                  </a:lnTo>
                  <a:lnTo>
                    <a:pt x="16290" y="8145"/>
                  </a:lnTo>
                  <a:lnTo>
                    <a:pt x="16248" y="8230"/>
                  </a:lnTo>
                  <a:lnTo>
                    <a:pt x="16248" y="8315"/>
                  </a:lnTo>
                  <a:lnTo>
                    <a:pt x="16248" y="8400"/>
                  </a:lnTo>
                  <a:lnTo>
                    <a:pt x="16290" y="8484"/>
                  </a:lnTo>
                  <a:lnTo>
                    <a:pt x="16375" y="8527"/>
                  </a:lnTo>
                  <a:lnTo>
                    <a:pt x="16502" y="8527"/>
                  </a:lnTo>
                  <a:lnTo>
                    <a:pt x="16587" y="8484"/>
                  </a:lnTo>
                  <a:lnTo>
                    <a:pt x="18539" y="6533"/>
                  </a:lnTo>
                  <a:lnTo>
                    <a:pt x="20490" y="4624"/>
                  </a:lnTo>
                  <a:lnTo>
                    <a:pt x="20872" y="4963"/>
                  </a:lnTo>
                  <a:lnTo>
                    <a:pt x="21169" y="5303"/>
                  </a:lnTo>
                  <a:lnTo>
                    <a:pt x="21466" y="5685"/>
                  </a:lnTo>
                  <a:lnTo>
                    <a:pt x="21763" y="6066"/>
                  </a:lnTo>
                  <a:lnTo>
                    <a:pt x="21678" y="6151"/>
                  </a:lnTo>
                  <a:lnTo>
                    <a:pt x="21169" y="6618"/>
                  </a:lnTo>
                  <a:lnTo>
                    <a:pt x="20617" y="7042"/>
                  </a:lnTo>
                  <a:lnTo>
                    <a:pt x="20278" y="7297"/>
                  </a:lnTo>
                  <a:lnTo>
                    <a:pt x="20151" y="7339"/>
                  </a:lnTo>
                  <a:lnTo>
                    <a:pt x="19939" y="7339"/>
                  </a:lnTo>
                  <a:lnTo>
                    <a:pt x="19811" y="7254"/>
                  </a:lnTo>
                  <a:lnTo>
                    <a:pt x="19514" y="6957"/>
                  </a:lnTo>
                  <a:lnTo>
                    <a:pt x="19429" y="6957"/>
                  </a:lnTo>
                  <a:lnTo>
                    <a:pt x="19387" y="6915"/>
                  </a:lnTo>
                  <a:lnTo>
                    <a:pt x="19302" y="6957"/>
                  </a:lnTo>
                  <a:lnTo>
                    <a:pt x="19260" y="7084"/>
                  </a:lnTo>
                  <a:lnTo>
                    <a:pt x="19260" y="7127"/>
                  </a:lnTo>
                  <a:lnTo>
                    <a:pt x="19302" y="7169"/>
                  </a:lnTo>
                  <a:lnTo>
                    <a:pt x="19939" y="7933"/>
                  </a:lnTo>
                  <a:lnTo>
                    <a:pt x="20023" y="7975"/>
                  </a:lnTo>
                  <a:lnTo>
                    <a:pt x="20151" y="7975"/>
                  </a:lnTo>
                  <a:lnTo>
                    <a:pt x="20235" y="7933"/>
                  </a:lnTo>
                  <a:lnTo>
                    <a:pt x="21975" y="6448"/>
                  </a:lnTo>
                  <a:lnTo>
                    <a:pt x="22314" y="7042"/>
                  </a:lnTo>
                  <a:lnTo>
                    <a:pt x="22569" y="7636"/>
                  </a:lnTo>
                  <a:lnTo>
                    <a:pt x="22611" y="7678"/>
                  </a:lnTo>
                  <a:lnTo>
                    <a:pt x="22653" y="7678"/>
                  </a:lnTo>
                  <a:lnTo>
                    <a:pt x="22696" y="7636"/>
                  </a:lnTo>
                  <a:lnTo>
                    <a:pt x="22696" y="7594"/>
                  </a:lnTo>
                  <a:lnTo>
                    <a:pt x="22441" y="6915"/>
                  </a:lnTo>
                  <a:lnTo>
                    <a:pt x="22144" y="6321"/>
                  </a:lnTo>
                  <a:lnTo>
                    <a:pt x="22653" y="5897"/>
                  </a:lnTo>
                  <a:lnTo>
                    <a:pt x="23587" y="5176"/>
                  </a:lnTo>
                  <a:lnTo>
                    <a:pt x="23799" y="4963"/>
                  </a:lnTo>
                  <a:lnTo>
                    <a:pt x="24011" y="4751"/>
                  </a:lnTo>
                  <a:lnTo>
                    <a:pt x="24181" y="4497"/>
                  </a:lnTo>
                  <a:lnTo>
                    <a:pt x="24308" y="4285"/>
                  </a:lnTo>
                  <a:lnTo>
                    <a:pt x="24393" y="4030"/>
                  </a:lnTo>
                  <a:lnTo>
                    <a:pt x="24393" y="3776"/>
                  </a:lnTo>
                  <a:lnTo>
                    <a:pt x="24350" y="3564"/>
                  </a:lnTo>
                  <a:lnTo>
                    <a:pt x="24266" y="3351"/>
                  </a:lnTo>
                  <a:lnTo>
                    <a:pt x="24096" y="3224"/>
                  </a:lnTo>
                  <a:lnTo>
                    <a:pt x="23926" y="3097"/>
                  </a:lnTo>
                  <a:lnTo>
                    <a:pt x="23714" y="3054"/>
                  </a:lnTo>
                  <a:lnTo>
                    <a:pt x="23459" y="3097"/>
                  </a:lnTo>
                  <a:lnTo>
                    <a:pt x="23375" y="3139"/>
                  </a:lnTo>
                  <a:lnTo>
                    <a:pt x="23332" y="3182"/>
                  </a:lnTo>
                  <a:lnTo>
                    <a:pt x="23290" y="3267"/>
                  </a:lnTo>
                  <a:lnTo>
                    <a:pt x="23290" y="3351"/>
                  </a:lnTo>
                  <a:lnTo>
                    <a:pt x="23332" y="3394"/>
                  </a:lnTo>
                  <a:lnTo>
                    <a:pt x="23375" y="3479"/>
                  </a:lnTo>
                  <a:lnTo>
                    <a:pt x="23544" y="3479"/>
                  </a:lnTo>
                  <a:lnTo>
                    <a:pt x="23714" y="3860"/>
                  </a:lnTo>
                  <a:lnTo>
                    <a:pt x="23714" y="4030"/>
                  </a:lnTo>
                  <a:lnTo>
                    <a:pt x="23714" y="4200"/>
                  </a:lnTo>
                  <a:lnTo>
                    <a:pt x="23672" y="4327"/>
                  </a:lnTo>
                  <a:lnTo>
                    <a:pt x="23629" y="4454"/>
                  </a:lnTo>
                  <a:lnTo>
                    <a:pt x="23502" y="4582"/>
                  </a:lnTo>
                  <a:lnTo>
                    <a:pt x="23375" y="4666"/>
                  </a:lnTo>
                  <a:lnTo>
                    <a:pt x="22696" y="5260"/>
                  </a:lnTo>
                  <a:lnTo>
                    <a:pt x="21932" y="5939"/>
                  </a:lnTo>
                  <a:lnTo>
                    <a:pt x="21635" y="5515"/>
                  </a:lnTo>
                  <a:lnTo>
                    <a:pt x="21338" y="5133"/>
                  </a:lnTo>
                  <a:lnTo>
                    <a:pt x="21041" y="4794"/>
                  </a:lnTo>
                  <a:lnTo>
                    <a:pt x="20702" y="4454"/>
                  </a:lnTo>
                  <a:lnTo>
                    <a:pt x="22738" y="2630"/>
                  </a:lnTo>
                  <a:lnTo>
                    <a:pt x="23672" y="1739"/>
                  </a:lnTo>
                  <a:lnTo>
                    <a:pt x="24181" y="1273"/>
                  </a:lnTo>
                  <a:lnTo>
                    <a:pt x="24435" y="1103"/>
                  </a:lnTo>
                  <a:lnTo>
                    <a:pt x="24647" y="976"/>
                  </a:lnTo>
                  <a:lnTo>
                    <a:pt x="25029" y="891"/>
                  </a:lnTo>
                  <a:lnTo>
                    <a:pt x="25368" y="849"/>
                  </a:lnTo>
                  <a:lnTo>
                    <a:pt x="26090" y="849"/>
                  </a:lnTo>
                  <a:lnTo>
                    <a:pt x="26471" y="933"/>
                  </a:lnTo>
                  <a:lnTo>
                    <a:pt x="26811" y="1018"/>
                  </a:lnTo>
                  <a:lnTo>
                    <a:pt x="27447" y="1315"/>
                  </a:lnTo>
                  <a:lnTo>
                    <a:pt x="27914" y="1527"/>
                  </a:lnTo>
                  <a:lnTo>
                    <a:pt x="28380" y="1782"/>
                  </a:lnTo>
                  <a:lnTo>
                    <a:pt x="29271" y="2291"/>
                  </a:lnTo>
                  <a:lnTo>
                    <a:pt x="30968" y="3436"/>
                  </a:lnTo>
                  <a:lnTo>
                    <a:pt x="32707" y="4539"/>
                  </a:lnTo>
                  <a:lnTo>
                    <a:pt x="34447" y="5685"/>
                  </a:lnTo>
                  <a:lnTo>
                    <a:pt x="36143" y="6872"/>
                  </a:lnTo>
                  <a:lnTo>
                    <a:pt x="37798" y="8060"/>
                  </a:lnTo>
                  <a:lnTo>
                    <a:pt x="38731" y="8696"/>
                  </a:lnTo>
                  <a:lnTo>
                    <a:pt x="39792" y="9418"/>
                  </a:lnTo>
                  <a:lnTo>
                    <a:pt x="40301" y="9757"/>
                  </a:lnTo>
                  <a:lnTo>
                    <a:pt x="40767" y="10139"/>
                  </a:lnTo>
                  <a:lnTo>
                    <a:pt x="41192" y="10521"/>
                  </a:lnTo>
                  <a:lnTo>
                    <a:pt x="41573" y="10945"/>
                  </a:lnTo>
                  <a:lnTo>
                    <a:pt x="41828" y="11369"/>
                  </a:lnTo>
                  <a:lnTo>
                    <a:pt x="41998" y="11751"/>
                  </a:lnTo>
                  <a:lnTo>
                    <a:pt x="42082" y="12175"/>
                  </a:lnTo>
                  <a:lnTo>
                    <a:pt x="42125" y="12557"/>
                  </a:lnTo>
                  <a:lnTo>
                    <a:pt x="42125" y="12981"/>
                  </a:lnTo>
                  <a:lnTo>
                    <a:pt x="42040" y="13363"/>
                  </a:lnTo>
                  <a:lnTo>
                    <a:pt x="41913" y="13787"/>
                  </a:lnTo>
                  <a:lnTo>
                    <a:pt x="41743" y="14169"/>
                  </a:lnTo>
                  <a:lnTo>
                    <a:pt x="41573" y="14551"/>
                  </a:lnTo>
                  <a:lnTo>
                    <a:pt x="41361" y="14890"/>
                  </a:lnTo>
                  <a:lnTo>
                    <a:pt x="40852" y="15611"/>
                  </a:lnTo>
                  <a:lnTo>
                    <a:pt x="39877" y="16926"/>
                  </a:lnTo>
                  <a:lnTo>
                    <a:pt x="39198" y="17775"/>
                  </a:lnTo>
                  <a:lnTo>
                    <a:pt x="38519" y="18623"/>
                  </a:lnTo>
                  <a:lnTo>
                    <a:pt x="37798" y="19429"/>
                  </a:lnTo>
                  <a:lnTo>
                    <a:pt x="37077" y="20235"/>
                  </a:lnTo>
                  <a:lnTo>
                    <a:pt x="36313" y="20999"/>
                  </a:lnTo>
                  <a:lnTo>
                    <a:pt x="35550" y="21762"/>
                  </a:lnTo>
                  <a:lnTo>
                    <a:pt x="34744" y="22483"/>
                  </a:lnTo>
                  <a:lnTo>
                    <a:pt x="33895" y="23205"/>
                  </a:lnTo>
                  <a:lnTo>
                    <a:pt x="33089" y="23883"/>
                  </a:lnTo>
                  <a:lnTo>
                    <a:pt x="32241" y="24562"/>
                  </a:lnTo>
                  <a:lnTo>
                    <a:pt x="31350" y="25241"/>
                  </a:lnTo>
                  <a:lnTo>
                    <a:pt x="30926" y="25495"/>
                  </a:lnTo>
                  <a:lnTo>
                    <a:pt x="30459" y="25792"/>
                  </a:lnTo>
                  <a:lnTo>
                    <a:pt x="29992" y="26047"/>
                  </a:lnTo>
                  <a:lnTo>
                    <a:pt x="29441" y="26301"/>
                  </a:lnTo>
                  <a:lnTo>
                    <a:pt x="29186" y="26386"/>
                  </a:lnTo>
                  <a:lnTo>
                    <a:pt x="28889" y="26471"/>
                  </a:lnTo>
                  <a:lnTo>
                    <a:pt x="28635" y="26513"/>
                  </a:lnTo>
                  <a:lnTo>
                    <a:pt x="28380" y="26471"/>
                  </a:lnTo>
                  <a:lnTo>
                    <a:pt x="28168" y="26429"/>
                  </a:lnTo>
                  <a:lnTo>
                    <a:pt x="27956" y="26344"/>
                  </a:lnTo>
                  <a:lnTo>
                    <a:pt x="27490" y="26089"/>
                  </a:lnTo>
                  <a:lnTo>
                    <a:pt x="27065" y="25707"/>
                  </a:lnTo>
                  <a:lnTo>
                    <a:pt x="26684" y="25326"/>
                  </a:lnTo>
                  <a:lnTo>
                    <a:pt x="26302" y="24901"/>
                  </a:lnTo>
                  <a:lnTo>
                    <a:pt x="25920" y="24435"/>
                  </a:lnTo>
                  <a:lnTo>
                    <a:pt x="25368" y="23629"/>
                  </a:lnTo>
                  <a:lnTo>
                    <a:pt x="24266" y="21762"/>
                  </a:lnTo>
                  <a:lnTo>
                    <a:pt x="23163" y="19896"/>
                  </a:lnTo>
                  <a:lnTo>
                    <a:pt x="20999" y="16120"/>
                  </a:lnTo>
                  <a:lnTo>
                    <a:pt x="18836" y="12345"/>
                  </a:lnTo>
                  <a:lnTo>
                    <a:pt x="16587" y="8612"/>
                  </a:lnTo>
                  <a:lnTo>
                    <a:pt x="16545" y="8569"/>
                  </a:lnTo>
                  <a:lnTo>
                    <a:pt x="16502" y="8527"/>
                  </a:lnTo>
                  <a:lnTo>
                    <a:pt x="16418" y="8569"/>
                  </a:lnTo>
                  <a:lnTo>
                    <a:pt x="16333" y="8654"/>
                  </a:lnTo>
                  <a:lnTo>
                    <a:pt x="16333" y="8696"/>
                  </a:lnTo>
                  <a:lnTo>
                    <a:pt x="16333" y="8781"/>
                  </a:lnTo>
                  <a:lnTo>
                    <a:pt x="17054" y="10181"/>
                  </a:lnTo>
                  <a:lnTo>
                    <a:pt x="17817" y="11581"/>
                  </a:lnTo>
                  <a:lnTo>
                    <a:pt x="19345" y="14339"/>
                  </a:lnTo>
                  <a:lnTo>
                    <a:pt x="20957" y="17096"/>
                  </a:lnTo>
                  <a:lnTo>
                    <a:pt x="22569" y="19853"/>
                  </a:lnTo>
                  <a:lnTo>
                    <a:pt x="24096" y="22399"/>
                  </a:lnTo>
                  <a:lnTo>
                    <a:pt x="24859" y="23671"/>
                  </a:lnTo>
                  <a:lnTo>
                    <a:pt x="25623" y="24901"/>
                  </a:lnTo>
                  <a:lnTo>
                    <a:pt x="26090" y="25580"/>
                  </a:lnTo>
                  <a:lnTo>
                    <a:pt x="26302" y="25877"/>
                  </a:lnTo>
                  <a:lnTo>
                    <a:pt x="26556" y="26174"/>
                  </a:lnTo>
                  <a:lnTo>
                    <a:pt x="26853" y="26429"/>
                  </a:lnTo>
                  <a:lnTo>
                    <a:pt x="27150" y="26641"/>
                  </a:lnTo>
                  <a:lnTo>
                    <a:pt x="27490" y="26810"/>
                  </a:lnTo>
                  <a:lnTo>
                    <a:pt x="27871" y="26895"/>
                  </a:lnTo>
                  <a:lnTo>
                    <a:pt x="28296" y="26980"/>
                  </a:lnTo>
                  <a:lnTo>
                    <a:pt x="28720" y="26980"/>
                  </a:lnTo>
                  <a:lnTo>
                    <a:pt x="29144" y="26895"/>
                  </a:lnTo>
                  <a:lnTo>
                    <a:pt x="29526" y="26810"/>
                  </a:lnTo>
                  <a:lnTo>
                    <a:pt x="29950" y="26641"/>
                  </a:lnTo>
                  <a:lnTo>
                    <a:pt x="30374" y="26471"/>
                  </a:lnTo>
                  <a:lnTo>
                    <a:pt x="30756" y="26259"/>
                  </a:lnTo>
                  <a:lnTo>
                    <a:pt x="31180" y="26004"/>
                  </a:lnTo>
                  <a:lnTo>
                    <a:pt x="31944" y="25495"/>
                  </a:lnTo>
                  <a:lnTo>
                    <a:pt x="32665" y="24901"/>
                  </a:lnTo>
                  <a:lnTo>
                    <a:pt x="33938" y="23841"/>
                  </a:lnTo>
                  <a:lnTo>
                    <a:pt x="34998" y="22908"/>
                  </a:lnTo>
                  <a:lnTo>
                    <a:pt x="36059" y="21974"/>
                  </a:lnTo>
                  <a:lnTo>
                    <a:pt x="37034" y="20956"/>
                  </a:lnTo>
                  <a:lnTo>
                    <a:pt x="38010" y="19938"/>
                  </a:lnTo>
                  <a:lnTo>
                    <a:pt x="38901" y="18920"/>
                  </a:lnTo>
                  <a:lnTo>
                    <a:pt x="39792" y="17817"/>
                  </a:lnTo>
                  <a:lnTo>
                    <a:pt x="40640" y="16714"/>
                  </a:lnTo>
                  <a:lnTo>
                    <a:pt x="41446" y="15569"/>
                  </a:lnTo>
                  <a:lnTo>
                    <a:pt x="41955" y="14763"/>
                  </a:lnTo>
                  <a:lnTo>
                    <a:pt x="42379" y="14042"/>
                  </a:lnTo>
                  <a:lnTo>
                    <a:pt x="42549" y="13702"/>
                  </a:lnTo>
                  <a:lnTo>
                    <a:pt x="42676" y="13363"/>
                  </a:lnTo>
                  <a:lnTo>
                    <a:pt x="42761" y="13066"/>
                  </a:lnTo>
                  <a:lnTo>
                    <a:pt x="42804" y="12727"/>
                  </a:lnTo>
                  <a:lnTo>
                    <a:pt x="42804" y="12430"/>
                  </a:lnTo>
                  <a:lnTo>
                    <a:pt x="42761" y="12090"/>
                  </a:lnTo>
                  <a:lnTo>
                    <a:pt x="42676" y="11793"/>
                  </a:lnTo>
                  <a:lnTo>
                    <a:pt x="42507" y="11454"/>
                  </a:lnTo>
                  <a:lnTo>
                    <a:pt x="42295" y="11157"/>
                  </a:lnTo>
                  <a:lnTo>
                    <a:pt x="42040" y="10818"/>
                  </a:lnTo>
                  <a:lnTo>
                    <a:pt x="41743" y="10478"/>
                  </a:lnTo>
                  <a:lnTo>
                    <a:pt x="41361" y="10139"/>
                  </a:lnTo>
                  <a:lnTo>
                    <a:pt x="40216" y="9206"/>
                  </a:lnTo>
                  <a:lnTo>
                    <a:pt x="39113" y="8357"/>
                  </a:lnTo>
                  <a:lnTo>
                    <a:pt x="37925" y="7466"/>
                  </a:lnTo>
                  <a:lnTo>
                    <a:pt x="36737" y="6660"/>
                  </a:lnTo>
                  <a:lnTo>
                    <a:pt x="34362" y="5048"/>
                  </a:lnTo>
                  <a:lnTo>
                    <a:pt x="31944" y="3479"/>
                  </a:lnTo>
                  <a:lnTo>
                    <a:pt x="30671" y="2588"/>
                  </a:lnTo>
                  <a:lnTo>
                    <a:pt x="29314" y="1697"/>
                  </a:lnTo>
                  <a:lnTo>
                    <a:pt x="28635" y="1273"/>
                  </a:lnTo>
                  <a:lnTo>
                    <a:pt x="27956" y="849"/>
                  </a:lnTo>
                  <a:lnTo>
                    <a:pt x="27277" y="509"/>
                  </a:lnTo>
                  <a:lnTo>
                    <a:pt x="26556" y="212"/>
                  </a:lnTo>
                  <a:lnTo>
                    <a:pt x="26090" y="85"/>
                  </a:lnTo>
                  <a:lnTo>
                    <a:pt x="25708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44"/>
            <p:cNvSpPr/>
            <p:nvPr/>
          </p:nvSpPr>
          <p:spPr>
            <a:xfrm>
              <a:off x="4597975" y="2280025"/>
              <a:ext cx="57275" cy="22300"/>
            </a:xfrm>
            <a:custGeom>
              <a:rect b="b" l="l" r="r" t="t"/>
              <a:pathLst>
                <a:path extrusionOk="0" h="892" w="2291">
                  <a:moveTo>
                    <a:pt x="85" y="0"/>
                  </a:moveTo>
                  <a:lnTo>
                    <a:pt x="0" y="43"/>
                  </a:lnTo>
                  <a:lnTo>
                    <a:pt x="0" y="127"/>
                  </a:lnTo>
                  <a:lnTo>
                    <a:pt x="42" y="170"/>
                  </a:lnTo>
                  <a:lnTo>
                    <a:pt x="509" y="509"/>
                  </a:lnTo>
                  <a:lnTo>
                    <a:pt x="764" y="637"/>
                  </a:lnTo>
                  <a:lnTo>
                    <a:pt x="1061" y="764"/>
                  </a:lnTo>
                  <a:lnTo>
                    <a:pt x="1358" y="849"/>
                  </a:lnTo>
                  <a:lnTo>
                    <a:pt x="1612" y="891"/>
                  </a:lnTo>
                  <a:lnTo>
                    <a:pt x="1909" y="891"/>
                  </a:lnTo>
                  <a:lnTo>
                    <a:pt x="2206" y="849"/>
                  </a:lnTo>
                  <a:lnTo>
                    <a:pt x="2291" y="849"/>
                  </a:lnTo>
                  <a:lnTo>
                    <a:pt x="2291" y="764"/>
                  </a:lnTo>
                  <a:lnTo>
                    <a:pt x="2248" y="721"/>
                  </a:lnTo>
                  <a:lnTo>
                    <a:pt x="2206" y="679"/>
                  </a:lnTo>
                  <a:lnTo>
                    <a:pt x="1654" y="594"/>
                  </a:lnTo>
                  <a:lnTo>
                    <a:pt x="1103" y="509"/>
                  </a:lnTo>
                  <a:lnTo>
                    <a:pt x="636" y="297"/>
                  </a:lnTo>
                  <a:lnTo>
                    <a:pt x="382" y="17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44"/>
            <p:cNvSpPr/>
            <p:nvPr/>
          </p:nvSpPr>
          <p:spPr>
            <a:xfrm>
              <a:off x="4623425" y="2269400"/>
              <a:ext cx="39250" cy="14875"/>
            </a:xfrm>
            <a:custGeom>
              <a:rect b="b" l="l" r="r" t="t"/>
              <a:pathLst>
                <a:path extrusionOk="0" h="595" w="1570">
                  <a:moveTo>
                    <a:pt x="0" y="1"/>
                  </a:moveTo>
                  <a:lnTo>
                    <a:pt x="0" y="43"/>
                  </a:lnTo>
                  <a:lnTo>
                    <a:pt x="43" y="128"/>
                  </a:lnTo>
                  <a:lnTo>
                    <a:pt x="340" y="340"/>
                  </a:lnTo>
                  <a:lnTo>
                    <a:pt x="679" y="510"/>
                  </a:lnTo>
                  <a:lnTo>
                    <a:pt x="1061" y="595"/>
                  </a:lnTo>
                  <a:lnTo>
                    <a:pt x="1442" y="595"/>
                  </a:lnTo>
                  <a:lnTo>
                    <a:pt x="1527" y="552"/>
                  </a:lnTo>
                  <a:lnTo>
                    <a:pt x="1570" y="468"/>
                  </a:lnTo>
                  <a:lnTo>
                    <a:pt x="1527" y="383"/>
                  </a:lnTo>
                  <a:lnTo>
                    <a:pt x="1442" y="340"/>
                  </a:lnTo>
                  <a:lnTo>
                    <a:pt x="1103" y="298"/>
                  </a:lnTo>
                  <a:lnTo>
                    <a:pt x="764" y="256"/>
                  </a:lnTo>
                  <a:lnTo>
                    <a:pt x="424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44"/>
            <p:cNvSpPr/>
            <p:nvPr/>
          </p:nvSpPr>
          <p:spPr>
            <a:xfrm>
              <a:off x="5298975" y="2109275"/>
              <a:ext cx="46700" cy="19100"/>
            </a:xfrm>
            <a:custGeom>
              <a:rect b="b" l="l" r="r" t="t"/>
              <a:pathLst>
                <a:path extrusionOk="0" h="764" w="1868">
                  <a:moveTo>
                    <a:pt x="1316" y="0"/>
                  </a:moveTo>
                  <a:lnTo>
                    <a:pt x="1061" y="43"/>
                  </a:lnTo>
                  <a:lnTo>
                    <a:pt x="849" y="85"/>
                  </a:lnTo>
                  <a:lnTo>
                    <a:pt x="594" y="170"/>
                  </a:lnTo>
                  <a:lnTo>
                    <a:pt x="382" y="297"/>
                  </a:lnTo>
                  <a:lnTo>
                    <a:pt x="213" y="467"/>
                  </a:lnTo>
                  <a:lnTo>
                    <a:pt x="43" y="594"/>
                  </a:lnTo>
                  <a:lnTo>
                    <a:pt x="1" y="679"/>
                  </a:lnTo>
                  <a:lnTo>
                    <a:pt x="43" y="722"/>
                  </a:lnTo>
                  <a:lnTo>
                    <a:pt x="85" y="764"/>
                  </a:lnTo>
                  <a:lnTo>
                    <a:pt x="128" y="722"/>
                  </a:lnTo>
                  <a:lnTo>
                    <a:pt x="297" y="594"/>
                  </a:lnTo>
                  <a:lnTo>
                    <a:pt x="467" y="467"/>
                  </a:lnTo>
                  <a:lnTo>
                    <a:pt x="679" y="382"/>
                  </a:lnTo>
                  <a:lnTo>
                    <a:pt x="849" y="340"/>
                  </a:lnTo>
                  <a:lnTo>
                    <a:pt x="1273" y="340"/>
                  </a:lnTo>
                  <a:lnTo>
                    <a:pt x="1655" y="382"/>
                  </a:lnTo>
                  <a:lnTo>
                    <a:pt x="1782" y="382"/>
                  </a:lnTo>
                  <a:lnTo>
                    <a:pt x="1867" y="297"/>
                  </a:lnTo>
                  <a:lnTo>
                    <a:pt x="1867" y="212"/>
                  </a:lnTo>
                  <a:lnTo>
                    <a:pt x="1782" y="128"/>
                  </a:lnTo>
                  <a:lnTo>
                    <a:pt x="1570" y="43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44"/>
            <p:cNvSpPr/>
            <p:nvPr/>
          </p:nvSpPr>
          <p:spPr>
            <a:xfrm>
              <a:off x="5304275" y="2080650"/>
              <a:ext cx="41400" cy="16975"/>
            </a:xfrm>
            <a:custGeom>
              <a:rect b="b" l="l" r="r" t="t"/>
              <a:pathLst>
                <a:path extrusionOk="0" h="679" w="1656">
                  <a:moveTo>
                    <a:pt x="1146" y="0"/>
                  </a:moveTo>
                  <a:lnTo>
                    <a:pt x="934" y="42"/>
                  </a:lnTo>
                  <a:lnTo>
                    <a:pt x="722" y="42"/>
                  </a:lnTo>
                  <a:lnTo>
                    <a:pt x="552" y="127"/>
                  </a:lnTo>
                  <a:lnTo>
                    <a:pt x="340" y="212"/>
                  </a:lnTo>
                  <a:lnTo>
                    <a:pt x="170" y="339"/>
                  </a:lnTo>
                  <a:lnTo>
                    <a:pt x="43" y="467"/>
                  </a:lnTo>
                  <a:lnTo>
                    <a:pt x="1" y="551"/>
                  </a:lnTo>
                  <a:lnTo>
                    <a:pt x="43" y="636"/>
                  </a:lnTo>
                  <a:lnTo>
                    <a:pt x="128" y="679"/>
                  </a:lnTo>
                  <a:lnTo>
                    <a:pt x="213" y="636"/>
                  </a:lnTo>
                  <a:lnTo>
                    <a:pt x="510" y="467"/>
                  </a:lnTo>
                  <a:lnTo>
                    <a:pt x="807" y="339"/>
                  </a:lnTo>
                  <a:lnTo>
                    <a:pt x="1104" y="339"/>
                  </a:lnTo>
                  <a:lnTo>
                    <a:pt x="1443" y="382"/>
                  </a:lnTo>
                  <a:lnTo>
                    <a:pt x="1570" y="382"/>
                  </a:lnTo>
                  <a:lnTo>
                    <a:pt x="1655" y="297"/>
                  </a:lnTo>
                  <a:lnTo>
                    <a:pt x="1613" y="170"/>
                  </a:lnTo>
                  <a:lnTo>
                    <a:pt x="1613" y="127"/>
                  </a:lnTo>
                  <a:lnTo>
                    <a:pt x="1528" y="85"/>
                  </a:lnTo>
                  <a:lnTo>
                    <a:pt x="1358" y="42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7" name="Google Shape;1607;p44"/>
          <p:cNvGrpSpPr/>
          <p:nvPr/>
        </p:nvGrpSpPr>
        <p:grpSpPr>
          <a:xfrm>
            <a:off x="8392314" y="781704"/>
            <a:ext cx="872701" cy="1072552"/>
            <a:chOff x="4926821" y="213384"/>
            <a:chExt cx="3430430" cy="4216007"/>
          </a:xfrm>
        </p:grpSpPr>
        <p:sp>
          <p:nvSpPr>
            <p:cNvPr id="1608" name="Google Shape;1608;p44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h="173568" w="163829">
                  <a:moveTo>
                    <a:pt x="163829" y="1"/>
                  </a:moveTo>
                  <a:lnTo>
                    <a:pt x="159942" y="586"/>
                  </a:lnTo>
                  <a:lnTo>
                    <a:pt x="156097" y="1213"/>
                  </a:lnTo>
                  <a:lnTo>
                    <a:pt x="152336" y="1881"/>
                  </a:lnTo>
                  <a:lnTo>
                    <a:pt x="148616" y="2592"/>
                  </a:lnTo>
                  <a:lnTo>
                    <a:pt x="144980" y="3344"/>
                  </a:lnTo>
                  <a:lnTo>
                    <a:pt x="141386" y="4138"/>
                  </a:lnTo>
                  <a:lnTo>
                    <a:pt x="137834" y="4974"/>
                  </a:lnTo>
                  <a:lnTo>
                    <a:pt x="134407" y="5852"/>
                  </a:lnTo>
                  <a:lnTo>
                    <a:pt x="130980" y="6771"/>
                  </a:lnTo>
                  <a:lnTo>
                    <a:pt x="127636" y="7732"/>
                  </a:lnTo>
                  <a:lnTo>
                    <a:pt x="124335" y="8735"/>
                  </a:lnTo>
                  <a:lnTo>
                    <a:pt x="121075" y="9780"/>
                  </a:lnTo>
                  <a:lnTo>
                    <a:pt x="117899" y="10825"/>
                  </a:lnTo>
                  <a:lnTo>
                    <a:pt x="114806" y="11954"/>
                  </a:lnTo>
                  <a:lnTo>
                    <a:pt x="111713" y="13082"/>
                  </a:lnTo>
                  <a:lnTo>
                    <a:pt x="108704" y="14252"/>
                  </a:lnTo>
                  <a:lnTo>
                    <a:pt x="105737" y="15464"/>
                  </a:lnTo>
                  <a:lnTo>
                    <a:pt x="102853" y="16718"/>
                  </a:lnTo>
                  <a:lnTo>
                    <a:pt x="100011" y="17972"/>
                  </a:lnTo>
                  <a:lnTo>
                    <a:pt x="97211" y="19309"/>
                  </a:lnTo>
                  <a:lnTo>
                    <a:pt x="94453" y="20646"/>
                  </a:lnTo>
                  <a:lnTo>
                    <a:pt x="91778" y="21984"/>
                  </a:lnTo>
                  <a:lnTo>
                    <a:pt x="89103" y="23405"/>
                  </a:lnTo>
                  <a:lnTo>
                    <a:pt x="86512" y="24826"/>
                  </a:lnTo>
                  <a:lnTo>
                    <a:pt x="84005" y="26247"/>
                  </a:lnTo>
                  <a:lnTo>
                    <a:pt x="81497" y="27751"/>
                  </a:lnTo>
                  <a:lnTo>
                    <a:pt x="79073" y="29256"/>
                  </a:lnTo>
                  <a:lnTo>
                    <a:pt x="76691" y="30760"/>
                  </a:lnTo>
                  <a:lnTo>
                    <a:pt x="74350" y="32307"/>
                  </a:lnTo>
                  <a:lnTo>
                    <a:pt x="72052" y="33895"/>
                  </a:lnTo>
                  <a:lnTo>
                    <a:pt x="69795" y="35483"/>
                  </a:lnTo>
                  <a:lnTo>
                    <a:pt x="67580" y="37113"/>
                  </a:lnTo>
                  <a:lnTo>
                    <a:pt x="65449" y="38743"/>
                  </a:lnTo>
                  <a:lnTo>
                    <a:pt x="63317" y="40415"/>
                  </a:lnTo>
                  <a:lnTo>
                    <a:pt x="61269" y="42086"/>
                  </a:lnTo>
                  <a:lnTo>
                    <a:pt x="59263" y="43800"/>
                  </a:lnTo>
                  <a:lnTo>
                    <a:pt x="57299" y="45513"/>
                  </a:lnTo>
                  <a:lnTo>
                    <a:pt x="55377" y="47227"/>
                  </a:lnTo>
                  <a:lnTo>
                    <a:pt x="53496" y="48982"/>
                  </a:lnTo>
                  <a:lnTo>
                    <a:pt x="51657" y="50737"/>
                  </a:lnTo>
                  <a:lnTo>
                    <a:pt x="49860" y="52535"/>
                  </a:lnTo>
                  <a:lnTo>
                    <a:pt x="48105" y="54332"/>
                  </a:lnTo>
                  <a:lnTo>
                    <a:pt x="46391" y="56129"/>
                  </a:lnTo>
                  <a:lnTo>
                    <a:pt x="44719" y="57926"/>
                  </a:lnTo>
                  <a:lnTo>
                    <a:pt x="43048" y="59765"/>
                  </a:lnTo>
                  <a:lnTo>
                    <a:pt x="41460" y="61604"/>
                  </a:lnTo>
                  <a:lnTo>
                    <a:pt x="39913" y="63443"/>
                  </a:lnTo>
                  <a:lnTo>
                    <a:pt x="38409" y="65323"/>
                  </a:lnTo>
                  <a:lnTo>
                    <a:pt x="36946" y="67204"/>
                  </a:lnTo>
                  <a:lnTo>
                    <a:pt x="35483" y="69043"/>
                  </a:lnTo>
                  <a:lnTo>
                    <a:pt x="34104" y="70965"/>
                  </a:lnTo>
                  <a:lnTo>
                    <a:pt x="32725" y="72846"/>
                  </a:lnTo>
                  <a:lnTo>
                    <a:pt x="31429" y="74727"/>
                  </a:lnTo>
                  <a:lnTo>
                    <a:pt x="30134" y="76607"/>
                  </a:lnTo>
                  <a:lnTo>
                    <a:pt x="28880" y="78530"/>
                  </a:lnTo>
                  <a:lnTo>
                    <a:pt x="27668" y="80410"/>
                  </a:lnTo>
                  <a:lnTo>
                    <a:pt x="26498" y="82333"/>
                  </a:lnTo>
                  <a:lnTo>
                    <a:pt x="25327" y="84255"/>
                  </a:lnTo>
                  <a:lnTo>
                    <a:pt x="24199" y="86136"/>
                  </a:lnTo>
                  <a:lnTo>
                    <a:pt x="23154" y="88059"/>
                  </a:lnTo>
                  <a:lnTo>
                    <a:pt x="22068" y="89939"/>
                  </a:lnTo>
                  <a:lnTo>
                    <a:pt x="21065" y="91862"/>
                  </a:lnTo>
                  <a:lnTo>
                    <a:pt x="20062" y="93742"/>
                  </a:lnTo>
                  <a:lnTo>
                    <a:pt x="19142" y="95665"/>
                  </a:lnTo>
                  <a:lnTo>
                    <a:pt x="18223" y="97546"/>
                  </a:lnTo>
                  <a:lnTo>
                    <a:pt x="17303" y="99426"/>
                  </a:lnTo>
                  <a:lnTo>
                    <a:pt x="15632" y="103188"/>
                  </a:lnTo>
                  <a:lnTo>
                    <a:pt x="14043" y="106907"/>
                  </a:lnTo>
                  <a:lnTo>
                    <a:pt x="12539" y="110627"/>
                  </a:lnTo>
                  <a:lnTo>
                    <a:pt x="11201" y="114263"/>
                  </a:lnTo>
                  <a:lnTo>
                    <a:pt x="9906" y="117857"/>
                  </a:lnTo>
                  <a:lnTo>
                    <a:pt x="8777" y="121409"/>
                  </a:lnTo>
                  <a:lnTo>
                    <a:pt x="7691" y="124878"/>
                  </a:lnTo>
                  <a:lnTo>
                    <a:pt x="6730" y="128305"/>
                  </a:lnTo>
                  <a:lnTo>
                    <a:pt x="5810" y="131649"/>
                  </a:lnTo>
                  <a:lnTo>
                    <a:pt x="5016" y="134909"/>
                  </a:lnTo>
                  <a:lnTo>
                    <a:pt x="4264" y="138085"/>
                  </a:lnTo>
                  <a:lnTo>
                    <a:pt x="3637" y="141177"/>
                  </a:lnTo>
                  <a:lnTo>
                    <a:pt x="3052" y="144145"/>
                  </a:lnTo>
                  <a:lnTo>
                    <a:pt x="2509" y="147028"/>
                  </a:lnTo>
                  <a:lnTo>
                    <a:pt x="2049" y="149787"/>
                  </a:lnTo>
                  <a:lnTo>
                    <a:pt x="1673" y="152420"/>
                  </a:lnTo>
                  <a:lnTo>
                    <a:pt x="1297" y="154927"/>
                  </a:lnTo>
                  <a:lnTo>
                    <a:pt x="1004" y="157310"/>
                  </a:lnTo>
                  <a:lnTo>
                    <a:pt x="753" y="159566"/>
                  </a:lnTo>
                  <a:lnTo>
                    <a:pt x="586" y="161698"/>
                  </a:lnTo>
                  <a:lnTo>
                    <a:pt x="419" y="163662"/>
                  </a:lnTo>
                  <a:lnTo>
                    <a:pt x="168" y="167089"/>
                  </a:lnTo>
                  <a:lnTo>
                    <a:pt x="43" y="169847"/>
                  </a:lnTo>
                  <a:lnTo>
                    <a:pt x="1" y="171895"/>
                  </a:lnTo>
                  <a:lnTo>
                    <a:pt x="1" y="173567"/>
                  </a:lnTo>
                  <a:lnTo>
                    <a:pt x="3553" y="173107"/>
                  </a:lnTo>
                  <a:lnTo>
                    <a:pt x="7106" y="172606"/>
                  </a:lnTo>
                  <a:lnTo>
                    <a:pt x="10575" y="172062"/>
                  </a:lnTo>
                  <a:lnTo>
                    <a:pt x="13960" y="171477"/>
                  </a:lnTo>
                  <a:lnTo>
                    <a:pt x="17345" y="170850"/>
                  </a:lnTo>
                  <a:lnTo>
                    <a:pt x="20647" y="170182"/>
                  </a:lnTo>
                  <a:lnTo>
                    <a:pt x="23907" y="169430"/>
                  </a:lnTo>
                  <a:lnTo>
                    <a:pt x="27125" y="168677"/>
                  </a:lnTo>
                  <a:lnTo>
                    <a:pt x="30301" y="167841"/>
                  </a:lnTo>
                  <a:lnTo>
                    <a:pt x="33393" y="166964"/>
                  </a:lnTo>
                  <a:lnTo>
                    <a:pt x="36486" y="166086"/>
                  </a:lnTo>
                  <a:lnTo>
                    <a:pt x="39495" y="165125"/>
                  </a:lnTo>
                  <a:lnTo>
                    <a:pt x="42463" y="164164"/>
                  </a:lnTo>
                  <a:lnTo>
                    <a:pt x="45388" y="163119"/>
                  </a:lnTo>
                  <a:lnTo>
                    <a:pt x="48272" y="162074"/>
                  </a:lnTo>
                  <a:lnTo>
                    <a:pt x="51072" y="160946"/>
                  </a:lnTo>
                  <a:lnTo>
                    <a:pt x="53872" y="159817"/>
                  </a:lnTo>
                  <a:lnTo>
                    <a:pt x="56589" y="158647"/>
                  </a:lnTo>
                  <a:lnTo>
                    <a:pt x="59305" y="157435"/>
                  </a:lnTo>
                  <a:lnTo>
                    <a:pt x="61938" y="156181"/>
                  </a:lnTo>
                  <a:lnTo>
                    <a:pt x="64529" y="154927"/>
                  </a:lnTo>
                  <a:lnTo>
                    <a:pt x="67120" y="153590"/>
                  </a:lnTo>
                  <a:lnTo>
                    <a:pt x="69628" y="152253"/>
                  </a:lnTo>
                  <a:lnTo>
                    <a:pt x="72094" y="150873"/>
                  </a:lnTo>
                  <a:lnTo>
                    <a:pt x="74518" y="149494"/>
                  </a:lnTo>
                  <a:lnTo>
                    <a:pt x="76900" y="148031"/>
                  </a:lnTo>
                  <a:lnTo>
                    <a:pt x="79240" y="146569"/>
                  </a:lnTo>
                  <a:lnTo>
                    <a:pt x="81539" y="145106"/>
                  </a:lnTo>
                  <a:lnTo>
                    <a:pt x="83796" y="143560"/>
                  </a:lnTo>
                  <a:lnTo>
                    <a:pt x="86011" y="142055"/>
                  </a:lnTo>
                  <a:lnTo>
                    <a:pt x="88184" y="140467"/>
                  </a:lnTo>
                  <a:lnTo>
                    <a:pt x="90315" y="138879"/>
                  </a:lnTo>
                  <a:lnTo>
                    <a:pt x="92405" y="137249"/>
                  </a:lnTo>
                  <a:lnTo>
                    <a:pt x="94453" y="135619"/>
                  </a:lnTo>
                  <a:lnTo>
                    <a:pt x="96501" y="133947"/>
                  </a:lnTo>
                  <a:lnTo>
                    <a:pt x="98465" y="132276"/>
                  </a:lnTo>
                  <a:lnTo>
                    <a:pt x="100387" y="130562"/>
                  </a:lnTo>
                  <a:lnTo>
                    <a:pt x="102310" y="128849"/>
                  </a:lnTo>
                  <a:lnTo>
                    <a:pt x="104149" y="127135"/>
                  </a:lnTo>
                  <a:lnTo>
                    <a:pt x="105988" y="125380"/>
                  </a:lnTo>
                  <a:lnTo>
                    <a:pt x="107743" y="123583"/>
                  </a:lnTo>
                  <a:lnTo>
                    <a:pt x="109498" y="121786"/>
                  </a:lnTo>
                  <a:lnTo>
                    <a:pt x="111212" y="119988"/>
                  </a:lnTo>
                  <a:lnTo>
                    <a:pt x="112884" y="118150"/>
                  </a:lnTo>
                  <a:lnTo>
                    <a:pt x="114555" y="116352"/>
                  </a:lnTo>
                  <a:lnTo>
                    <a:pt x="116143" y="114472"/>
                  </a:lnTo>
                  <a:lnTo>
                    <a:pt x="117731" y="112633"/>
                  </a:lnTo>
                  <a:lnTo>
                    <a:pt x="119236" y="110752"/>
                  </a:lnTo>
                  <a:lnTo>
                    <a:pt x="120741" y="108871"/>
                  </a:lnTo>
                  <a:lnTo>
                    <a:pt x="122203" y="106991"/>
                  </a:lnTo>
                  <a:lnTo>
                    <a:pt x="123666" y="105110"/>
                  </a:lnTo>
                  <a:lnTo>
                    <a:pt x="125045" y="103188"/>
                  </a:lnTo>
                  <a:lnTo>
                    <a:pt x="126424" y="101307"/>
                  </a:lnTo>
                  <a:lnTo>
                    <a:pt x="127762" y="99384"/>
                  </a:lnTo>
                  <a:lnTo>
                    <a:pt x="129057" y="97462"/>
                  </a:lnTo>
                  <a:lnTo>
                    <a:pt x="130353" y="95540"/>
                  </a:lnTo>
                  <a:lnTo>
                    <a:pt x="131565" y="93575"/>
                  </a:lnTo>
                  <a:lnTo>
                    <a:pt x="132777" y="91653"/>
                  </a:lnTo>
                  <a:lnTo>
                    <a:pt x="133989" y="89730"/>
                  </a:lnTo>
                  <a:lnTo>
                    <a:pt x="135117" y="87808"/>
                  </a:lnTo>
                  <a:lnTo>
                    <a:pt x="136246" y="85844"/>
                  </a:lnTo>
                  <a:lnTo>
                    <a:pt x="137332" y="83921"/>
                  </a:lnTo>
                  <a:lnTo>
                    <a:pt x="139422" y="80076"/>
                  </a:lnTo>
                  <a:lnTo>
                    <a:pt x="141428" y="76189"/>
                  </a:lnTo>
                  <a:lnTo>
                    <a:pt x="143309" y="72386"/>
                  </a:lnTo>
                  <a:lnTo>
                    <a:pt x="145064" y="68583"/>
                  </a:lnTo>
                  <a:lnTo>
                    <a:pt x="146736" y="64822"/>
                  </a:lnTo>
                  <a:lnTo>
                    <a:pt x="148324" y="61060"/>
                  </a:lnTo>
                  <a:lnTo>
                    <a:pt x="149787" y="57383"/>
                  </a:lnTo>
                  <a:lnTo>
                    <a:pt x="151166" y="53747"/>
                  </a:lnTo>
                  <a:lnTo>
                    <a:pt x="152420" y="50194"/>
                  </a:lnTo>
                  <a:lnTo>
                    <a:pt x="153632" y="46684"/>
                  </a:lnTo>
                  <a:lnTo>
                    <a:pt x="154760" y="43256"/>
                  </a:lnTo>
                  <a:lnTo>
                    <a:pt x="155763" y="39913"/>
                  </a:lnTo>
                  <a:lnTo>
                    <a:pt x="156724" y="36653"/>
                  </a:lnTo>
                  <a:lnTo>
                    <a:pt x="157602" y="33477"/>
                  </a:lnTo>
                  <a:lnTo>
                    <a:pt x="158396" y="30426"/>
                  </a:lnTo>
                  <a:lnTo>
                    <a:pt x="159148" y="27459"/>
                  </a:lnTo>
                  <a:lnTo>
                    <a:pt x="159775" y="24617"/>
                  </a:lnTo>
                  <a:lnTo>
                    <a:pt x="160402" y="21900"/>
                  </a:lnTo>
                  <a:lnTo>
                    <a:pt x="160945" y="19267"/>
                  </a:lnTo>
                  <a:lnTo>
                    <a:pt x="161405" y="16802"/>
                  </a:lnTo>
                  <a:lnTo>
                    <a:pt x="161823" y="14503"/>
                  </a:lnTo>
                  <a:lnTo>
                    <a:pt x="162533" y="10282"/>
                  </a:lnTo>
                  <a:lnTo>
                    <a:pt x="163077" y="6729"/>
                  </a:lnTo>
                  <a:lnTo>
                    <a:pt x="163411" y="3888"/>
                  </a:lnTo>
                  <a:lnTo>
                    <a:pt x="163662" y="1756"/>
                  </a:lnTo>
                  <a:lnTo>
                    <a:pt x="16382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44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fill="none" h="173568" w="163829">
                  <a:moveTo>
                    <a:pt x="163829" y="1"/>
                  </a:moveTo>
                  <a:lnTo>
                    <a:pt x="163829" y="1"/>
                  </a:lnTo>
                  <a:lnTo>
                    <a:pt x="163662" y="1756"/>
                  </a:lnTo>
                  <a:lnTo>
                    <a:pt x="163411" y="3888"/>
                  </a:lnTo>
                  <a:lnTo>
                    <a:pt x="163077" y="6729"/>
                  </a:lnTo>
                  <a:lnTo>
                    <a:pt x="162533" y="10282"/>
                  </a:lnTo>
                  <a:lnTo>
                    <a:pt x="161823" y="14503"/>
                  </a:lnTo>
                  <a:lnTo>
                    <a:pt x="161405" y="16802"/>
                  </a:lnTo>
                  <a:lnTo>
                    <a:pt x="160945" y="19267"/>
                  </a:lnTo>
                  <a:lnTo>
                    <a:pt x="160402" y="21900"/>
                  </a:lnTo>
                  <a:lnTo>
                    <a:pt x="159775" y="24617"/>
                  </a:lnTo>
                  <a:lnTo>
                    <a:pt x="159148" y="27459"/>
                  </a:lnTo>
                  <a:lnTo>
                    <a:pt x="158396" y="30426"/>
                  </a:lnTo>
                  <a:lnTo>
                    <a:pt x="157602" y="33477"/>
                  </a:lnTo>
                  <a:lnTo>
                    <a:pt x="156724" y="36653"/>
                  </a:lnTo>
                  <a:lnTo>
                    <a:pt x="155763" y="39913"/>
                  </a:lnTo>
                  <a:lnTo>
                    <a:pt x="154760" y="43256"/>
                  </a:lnTo>
                  <a:lnTo>
                    <a:pt x="153632" y="46684"/>
                  </a:lnTo>
                  <a:lnTo>
                    <a:pt x="152420" y="50194"/>
                  </a:lnTo>
                  <a:lnTo>
                    <a:pt x="151166" y="53747"/>
                  </a:lnTo>
                  <a:lnTo>
                    <a:pt x="149787" y="57383"/>
                  </a:lnTo>
                  <a:lnTo>
                    <a:pt x="148324" y="61060"/>
                  </a:lnTo>
                  <a:lnTo>
                    <a:pt x="146736" y="64822"/>
                  </a:lnTo>
                  <a:lnTo>
                    <a:pt x="145064" y="68583"/>
                  </a:lnTo>
                  <a:lnTo>
                    <a:pt x="143309" y="72386"/>
                  </a:lnTo>
                  <a:lnTo>
                    <a:pt x="141428" y="76189"/>
                  </a:lnTo>
                  <a:lnTo>
                    <a:pt x="139422" y="80076"/>
                  </a:lnTo>
                  <a:lnTo>
                    <a:pt x="137332" y="83921"/>
                  </a:lnTo>
                  <a:lnTo>
                    <a:pt x="136246" y="85844"/>
                  </a:lnTo>
                  <a:lnTo>
                    <a:pt x="135117" y="87808"/>
                  </a:lnTo>
                  <a:lnTo>
                    <a:pt x="133989" y="89730"/>
                  </a:lnTo>
                  <a:lnTo>
                    <a:pt x="132777" y="91653"/>
                  </a:lnTo>
                  <a:lnTo>
                    <a:pt x="131565" y="93575"/>
                  </a:lnTo>
                  <a:lnTo>
                    <a:pt x="130353" y="95540"/>
                  </a:lnTo>
                  <a:lnTo>
                    <a:pt x="129057" y="97462"/>
                  </a:lnTo>
                  <a:lnTo>
                    <a:pt x="127762" y="99384"/>
                  </a:lnTo>
                  <a:lnTo>
                    <a:pt x="126424" y="101307"/>
                  </a:lnTo>
                  <a:lnTo>
                    <a:pt x="125045" y="103188"/>
                  </a:lnTo>
                  <a:lnTo>
                    <a:pt x="123666" y="105110"/>
                  </a:lnTo>
                  <a:lnTo>
                    <a:pt x="122203" y="106991"/>
                  </a:lnTo>
                  <a:lnTo>
                    <a:pt x="120741" y="108871"/>
                  </a:lnTo>
                  <a:lnTo>
                    <a:pt x="119236" y="110752"/>
                  </a:lnTo>
                  <a:lnTo>
                    <a:pt x="117731" y="112633"/>
                  </a:lnTo>
                  <a:lnTo>
                    <a:pt x="116143" y="114472"/>
                  </a:lnTo>
                  <a:lnTo>
                    <a:pt x="114555" y="116352"/>
                  </a:lnTo>
                  <a:lnTo>
                    <a:pt x="112884" y="118150"/>
                  </a:lnTo>
                  <a:lnTo>
                    <a:pt x="111212" y="119988"/>
                  </a:lnTo>
                  <a:lnTo>
                    <a:pt x="109498" y="121786"/>
                  </a:lnTo>
                  <a:lnTo>
                    <a:pt x="107743" y="123583"/>
                  </a:lnTo>
                  <a:lnTo>
                    <a:pt x="105988" y="125380"/>
                  </a:lnTo>
                  <a:lnTo>
                    <a:pt x="104149" y="127135"/>
                  </a:lnTo>
                  <a:lnTo>
                    <a:pt x="102310" y="128849"/>
                  </a:lnTo>
                  <a:lnTo>
                    <a:pt x="100387" y="130562"/>
                  </a:lnTo>
                  <a:lnTo>
                    <a:pt x="98465" y="132276"/>
                  </a:lnTo>
                  <a:lnTo>
                    <a:pt x="96501" y="133947"/>
                  </a:lnTo>
                  <a:lnTo>
                    <a:pt x="94453" y="135619"/>
                  </a:lnTo>
                  <a:lnTo>
                    <a:pt x="92405" y="137249"/>
                  </a:lnTo>
                  <a:lnTo>
                    <a:pt x="90315" y="138879"/>
                  </a:lnTo>
                  <a:lnTo>
                    <a:pt x="88184" y="140467"/>
                  </a:lnTo>
                  <a:lnTo>
                    <a:pt x="86011" y="142055"/>
                  </a:lnTo>
                  <a:lnTo>
                    <a:pt x="83796" y="143560"/>
                  </a:lnTo>
                  <a:lnTo>
                    <a:pt x="81539" y="145106"/>
                  </a:lnTo>
                  <a:lnTo>
                    <a:pt x="79240" y="146569"/>
                  </a:lnTo>
                  <a:lnTo>
                    <a:pt x="76900" y="148031"/>
                  </a:lnTo>
                  <a:lnTo>
                    <a:pt x="74518" y="149494"/>
                  </a:lnTo>
                  <a:lnTo>
                    <a:pt x="72094" y="150873"/>
                  </a:lnTo>
                  <a:lnTo>
                    <a:pt x="69628" y="152253"/>
                  </a:lnTo>
                  <a:lnTo>
                    <a:pt x="67120" y="153590"/>
                  </a:lnTo>
                  <a:lnTo>
                    <a:pt x="64529" y="154927"/>
                  </a:lnTo>
                  <a:lnTo>
                    <a:pt x="61938" y="156181"/>
                  </a:lnTo>
                  <a:lnTo>
                    <a:pt x="59305" y="157435"/>
                  </a:lnTo>
                  <a:lnTo>
                    <a:pt x="56589" y="158647"/>
                  </a:lnTo>
                  <a:lnTo>
                    <a:pt x="53872" y="159817"/>
                  </a:lnTo>
                  <a:lnTo>
                    <a:pt x="51072" y="160946"/>
                  </a:lnTo>
                  <a:lnTo>
                    <a:pt x="48272" y="162074"/>
                  </a:lnTo>
                  <a:lnTo>
                    <a:pt x="45388" y="163119"/>
                  </a:lnTo>
                  <a:lnTo>
                    <a:pt x="42463" y="164164"/>
                  </a:lnTo>
                  <a:lnTo>
                    <a:pt x="39495" y="165125"/>
                  </a:lnTo>
                  <a:lnTo>
                    <a:pt x="36486" y="166086"/>
                  </a:lnTo>
                  <a:lnTo>
                    <a:pt x="33393" y="166964"/>
                  </a:lnTo>
                  <a:lnTo>
                    <a:pt x="30301" y="167841"/>
                  </a:lnTo>
                  <a:lnTo>
                    <a:pt x="27125" y="168677"/>
                  </a:lnTo>
                  <a:lnTo>
                    <a:pt x="23907" y="169430"/>
                  </a:lnTo>
                  <a:lnTo>
                    <a:pt x="20647" y="170182"/>
                  </a:lnTo>
                  <a:lnTo>
                    <a:pt x="17345" y="170850"/>
                  </a:lnTo>
                  <a:lnTo>
                    <a:pt x="13960" y="171477"/>
                  </a:lnTo>
                  <a:lnTo>
                    <a:pt x="10575" y="172062"/>
                  </a:lnTo>
                  <a:lnTo>
                    <a:pt x="7106" y="172606"/>
                  </a:lnTo>
                  <a:lnTo>
                    <a:pt x="3553" y="173107"/>
                  </a:lnTo>
                  <a:lnTo>
                    <a:pt x="1" y="173567"/>
                  </a:lnTo>
                  <a:lnTo>
                    <a:pt x="1" y="173567"/>
                  </a:lnTo>
                  <a:lnTo>
                    <a:pt x="1" y="171895"/>
                  </a:lnTo>
                  <a:lnTo>
                    <a:pt x="43" y="169847"/>
                  </a:lnTo>
                  <a:lnTo>
                    <a:pt x="168" y="167089"/>
                  </a:lnTo>
                  <a:lnTo>
                    <a:pt x="419" y="163662"/>
                  </a:lnTo>
                  <a:lnTo>
                    <a:pt x="586" y="161698"/>
                  </a:lnTo>
                  <a:lnTo>
                    <a:pt x="753" y="159566"/>
                  </a:lnTo>
                  <a:lnTo>
                    <a:pt x="1004" y="157310"/>
                  </a:lnTo>
                  <a:lnTo>
                    <a:pt x="1297" y="154927"/>
                  </a:lnTo>
                  <a:lnTo>
                    <a:pt x="1673" y="152420"/>
                  </a:lnTo>
                  <a:lnTo>
                    <a:pt x="2049" y="149787"/>
                  </a:lnTo>
                  <a:lnTo>
                    <a:pt x="2509" y="147028"/>
                  </a:lnTo>
                  <a:lnTo>
                    <a:pt x="3052" y="144145"/>
                  </a:lnTo>
                  <a:lnTo>
                    <a:pt x="3637" y="141177"/>
                  </a:lnTo>
                  <a:lnTo>
                    <a:pt x="4264" y="138085"/>
                  </a:lnTo>
                  <a:lnTo>
                    <a:pt x="5016" y="134909"/>
                  </a:lnTo>
                  <a:lnTo>
                    <a:pt x="5810" y="131649"/>
                  </a:lnTo>
                  <a:lnTo>
                    <a:pt x="6730" y="128305"/>
                  </a:lnTo>
                  <a:lnTo>
                    <a:pt x="7691" y="124878"/>
                  </a:lnTo>
                  <a:lnTo>
                    <a:pt x="8777" y="121409"/>
                  </a:lnTo>
                  <a:lnTo>
                    <a:pt x="9906" y="117857"/>
                  </a:lnTo>
                  <a:lnTo>
                    <a:pt x="11201" y="114263"/>
                  </a:lnTo>
                  <a:lnTo>
                    <a:pt x="12539" y="110627"/>
                  </a:lnTo>
                  <a:lnTo>
                    <a:pt x="14043" y="106907"/>
                  </a:lnTo>
                  <a:lnTo>
                    <a:pt x="15632" y="103188"/>
                  </a:lnTo>
                  <a:lnTo>
                    <a:pt x="17303" y="99426"/>
                  </a:lnTo>
                  <a:lnTo>
                    <a:pt x="18223" y="97546"/>
                  </a:lnTo>
                  <a:lnTo>
                    <a:pt x="19142" y="95665"/>
                  </a:lnTo>
                  <a:lnTo>
                    <a:pt x="20062" y="93742"/>
                  </a:lnTo>
                  <a:lnTo>
                    <a:pt x="21065" y="91862"/>
                  </a:lnTo>
                  <a:lnTo>
                    <a:pt x="22068" y="89939"/>
                  </a:lnTo>
                  <a:lnTo>
                    <a:pt x="23154" y="88059"/>
                  </a:lnTo>
                  <a:lnTo>
                    <a:pt x="24199" y="86136"/>
                  </a:lnTo>
                  <a:lnTo>
                    <a:pt x="25327" y="84255"/>
                  </a:lnTo>
                  <a:lnTo>
                    <a:pt x="26498" y="82333"/>
                  </a:lnTo>
                  <a:lnTo>
                    <a:pt x="27668" y="80410"/>
                  </a:lnTo>
                  <a:lnTo>
                    <a:pt x="28880" y="78530"/>
                  </a:lnTo>
                  <a:lnTo>
                    <a:pt x="30134" y="76607"/>
                  </a:lnTo>
                  <a:lnTo>
                    <a:pt x="31429" y="74727"/>
                  </a:lnTo>
                  <a:lnTo>
                    <a:pt x="32725" y="72846"/>
                  </a:lnTo>
                  <a:lnTo>
                    <a:pt x="34104" y="70965"/>
                  </a:lnTo>
                  <a:lnTo>
                    <a:pt x="35483" y="69043"/>
                  </a:lnTo>
                  <a:lnTo>
                    <a:pt x="36946" y="67204"/>
                  </a:lnTo>
                  <a:lnTo>
                    <a:pt x="38409" y="65323"/>
                  </a:lnTo>
                  <a:lnTo>
                    <a:pt x="39913" y="63443"/>
                  </a:lnTo>
                  <a:lnTo>
                    <a:pt x="41460" y="61604"/>
                  </a:lnTo>
                  <a:lnTo>
                    <a:pt x="43048" y="59765"/>
                  </a:lnTo>
                  <a:lnTo>
                    <a:pt x="44719" y="57926"/>
                  </a:lnTo>
                  <a:lnTo>
                    <a:pt x="46391" y="56129"/>
                  </a:lnTo>
                  <a:lnTo>
                    <a:pt x="48105" y="54332"/>
                  </a:lnTo>
                  <a:lnTo>
                    <a:pt x="49860" y="52535"/>
                  </a:lnTo>
                  <a:lnTo>
                    <a:pt x="51657" y="50737"/>
                  </a:lnTo>
                  <a:lnTo>
                    <a:pt x="53496" y="48982"/>
                  </a:lnTo>
                  <a:lnTo>
                    <a:pt x="55377" y="47227"/>
                  </a:lnTo>
                  <a:lnTo>
                    <a:pt x="57299" y="45513"/>
                  </a:lnTo>
                  <a:lnTo>
                    <a:pt x="59263" y="43800"/>
                  </a:lnTo>
                  <a:lnTo>
                    <a:pt x="61269" y="42086"/>
                  </a:lnTo>
                  <a:lnTo>
                    <a:pt x="63317" y="40415"/>
                  </a:lnTo>
                  <a:lnTo>
                    <a:pt x="65449" y="38743"/>
                  </a:lnTo>
                  <a:lnTo>
                    <a:pt x="67580" y="37113"/>
                  </a:lnTo>
                  <a:lnTo>
                    <a:pt x="69795" y="35483"/>
                  </a:lnTo>
                  <a:lnTo>
                    <a:pt x="72052" y="33895"/>
                  </a:lnTo>
                  <a:lnTo>
                    <a:pt x="74350" y="32307"/>
                  </a:lnTo>
                  <a:lnTo>
                    <a:pt x="76691" y="30760"/>
                  </a:lnTo>
                  <a:lnTo>
                    <a:pt x="79073" y="29256"/>
                  </a:lnTo>
                  <a:lnTo>
                    <a:pt x="81497" y="27751"/>
                  </a:lnTo>
                  <a:lnTo>
                    <a:pt x="84005" y="26247"/>
                  </a:lnTo>
                  <a:lnTo>
                    <a:pt x="86512" y="24826"/>
                  </a:lnTo>
                  <a:lnTo>
                    <a:pt x="89103" y="23405"/>
                  </a:lnTo>
                  <a:lnTo>
                    <a:pt x="91778" y="21984"/>
                  </a:lnTo>
                  <a:lnTo>
                    <a:pt x="94453" y="20646"/>
                  </a:lnTo>
                  <a:lnTo>
                    <a:pt x="97211" y="19309"/>
                  </a:lnTo>
                  <a:lnTo>
                    <a:pt x="100011" y="17972"/>
                  </a:lnTo>
                  <a:lnTo>
                    <a:pt x="102853" y="16718"/>
                  </a:lnTo>
                  <a:lnTo>
                    <a:pt x="105737" y="15464"/>
                  </a:lnTo>
                  <a:lnTo>
                    <a:pt x="108704" y="14252"/>
                  </a:lnTo>
                  <a:lnTo>
                    <a:pt x="111713" y="13082"/>
                  </a:lnTo>
                  <a:lnTo>
                    <a:pt x="114806" y="11954"/>
                  </a:lnTo>
                  <a:lnTo>
                    <a:pt x="117899" y="10825"/>
                  </a:lnTo>
                  <a:lnTo>
                    <a:pt x="121075" y="9780"/>
                  </a:lnTo>
                  <a:lnTo>
                    <a:pt x="124335" y="8735"/>
                  </a:lnTo>
                  <a:lnTo>
                    <a:pt x="127636" y="7732"/>
                  </a:lnTo>
                  <a:lnTo>
                    <a:pt x="130980" y="6771"/>
                  </a:lnTo>
                  <a:lnTo>
                    <a:pt x="134407" y="5852"/>
                  </a:lnTo>
                  <a:lnTo>
                    <a:pt x="137834" y="4974"/>
                  </a:lnTo>
                  <a:lnTo>
                    <a:pt x="141386" y="4138"/>
                  </a:lnTo>
                  <a:lnTo>
                    <a:pt x="144980" y="3344"/>
                  </a:lnTo>
                  <a:lnTo>
                    <a:pt x="148616" y="2592"/>
                  </a:lnTo>
                  <a:lnTo>
                    <a:pt x="152336" y="1881"/>
                  </a:lnTo>
                  <a:lnTo>
                    <a:pt x="156097" y="1213"/>
                  </a:lnTo>
                  <a:lnTo>
                    <a:pt x="159942" y="586"/>
                  </a:lnTo>
                  <a:lnTo>
                    <a:pt x="16382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44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h="148575" w="143475">
                  <a:moveTo>
                    <a:pt x="141427" y="1"/>
                  </a:move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44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fill="none" h="148575" w="143475">
                  <a:moveTo>
                    <a:pt x="141427" y="1"/>
                  </a:moveTo>
                  <a:lnTo>
                    <a:pt x="141427" y="1"/>
                  </a:ln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lnTo>
                    <a:pt x="14142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44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44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44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44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6" name="Google Shape;1616;p44"/>
          <p:cNvSpPr txBox="1"/>
          <p:nvPr/>
        </p:nvSpPr>
        <p:spPr>
          <a:xfrm>
            <a:off x="237250" y="683650"/>
            <a:ext cx="4113900" cy="47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This decomposition matrix shows how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inputs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to the matcha-making system influence the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outputs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(system actions). It is an MBSE tool used to understand system behavior and trace how each input drives specific operations.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Inputs: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Order specifications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(user selects matcha)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Bowl setup confirmation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(human places bowl correctly)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Matcha powder added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(human adds matcha)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Outputs: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Outfit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Matcha order processing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Bowl setup request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Powder-related actions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Water pouring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Whisking operation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Quality verification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What the dots mean: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A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dot (●)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indicates that the input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directly influences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that output.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This helps identify the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sequence of operations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and ensures no step is missed.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617" name="Google Shape;161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0836" y="683650"/>
            <a:ext cx="3983990" cy="22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8" name="Google Shape;1618;p44"/>
          <p:cNvSpPr txBox="1"/>
          <p:nvPr/>
        </p:nvSpPr>
        <p:spPr>
          <a:xfrm>
            <a:off x="4209000" y="3124975"/>
            <a:ext cx="37005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Overall, the matrix clarifies the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logical flow of operations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, ensuring the robot only performs actions when the required human inputs are complete.</a:t>
            </a:r>
            <a:endParaRPr sz="13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45"/>
          <p:cNvSpPr txBox="1"/>
          <p:nvPr>
            <p:ph type="title"/>
          </p:nvPr>
        </p:nvSpPr>
        <p:spPr>
          <a:xfrm>
            <a:off x="685825" y="200700"/>
            <a:ext cx="7509000" cy="29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MBSE: </a:t>
            </a:r>
            <a:r>
              <a:rPr lang="en" sz="3000">
                <a:solidFill>
                  <a:srgbClr val="38761D"/>
                </a:solidFill>
                <a:highlight>
                  <a:srgbClr val="FFFFFF"/>
                </a:highlight>
                <a:latin typeface="Outfit"/>
                <a:ea typeface="Outfit"/>
                <a:cs typeface="Outfit"/>
                <a:sym typeface="Outfit"/>
              </a:rPr>
              <a:t>Design Structure Matrix Analysis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624" name="Google Shape;1624;p45"/>
          <p:cNvGrpSpPr/>
          <p:nvPr/>
        </p:nvGrpSpPr>
        <p:grpSpPr>
          <a:xfrm rot="-1672317">
            <a:off x="8329146" y="1893769"/>
            <a:ext cx="999056" cy="1268408"/>
            <a:chOff x="2965800" y="1494175"/>
            <a:chExt cx="999050" cy="1268400"/>
          </a:xfrm>
        </p:grpSpPr>
        <p:sp>
          <p:nvSpPr>
            <p:cNvPr id="1625" name="Google Shape;1625;p45"/>
            <p:cNvSpPr/>
            <p:nvPr/>
          </p:nvSpPr>
          <p:spPr>
            <a:xfrm>
              <a:off x="2965800" y="1494175"/>
              <a:ext cx="999050" cy="1268400"/>
            </a:xfrm>
            <a:custGeom>
              <a:rect b="b" l="l" r="r" t="t"/>
              <a:pathLst>
                <a:path extrusionOk="0" h="50736" w="39962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50"/>
                  </a:lnTo>
                  <a:lnTo>
                    <a:pt x="18199" y="20956"/>
                  </a:lnTo>
                  <a:lnTo>
                    <a:pt x="18963" y="20320"/>
                  </a:lnTo>
                  <a:lnTo>
                    <a:pt x="19684" y="19641"/>
                  </a:lnTo>
                  <a:lnTo>
                    <a:pt x="20405" y="18920"/>
                  </a:lnTo>
                  <a:lnTo>
                    <a:pt x="21042" y="18156"/>
                  </a:lnTo>
                  <a:lnTo>
                    <a:pt x="21593" y="17350"/>
                  </a:lnTo>
                  <a:lnTo>
                    <a:pt x="21848" y="16926"/>
                  </a:lnTo>
                  <a:lnTo>
                    <a:pt x="22060" y="16502"/>
                  </a:lnTo>
                  <a:lnTo>
                    <a:pt x="22272" y="16035"/>
                  </a:lnTo>
                  <a:lnTo>
                    <a:pt x="22442" y="15569"/>
                  </a:lnTo>
                  <a:lnTo>
                    <a:pt x="22569" y="15017"/>
                  </a:lnTo>
                  <a:lnTo>
                    <a:pt x="22696" y="14466"/>
                  </a:lnTo>
                  <a:lnTo>
                    <a:pt x="22738" y="13914"/>
                  </a:lnTo>
                  <a:lnTo>
                    <a:pt x="22781" y="13363"/>
                  </a:lnTo>
                  <a:lnTo>
                    <a:pt x="22781" y="12769"/>
                  </a:lnTo>
                  <a:lnTo>
                    <a:pt x="22738" y="12175"/>
                  </a:lnTo>
                  <a:lnTo>
                    <a:pt x="22611" y="11030"/>
                  </a:lnTo>
                  <a:lnTo>
                    <a:pt x="22442" y="9842"/>
                  </a:lnTo>
                  <a:lnTo>
                    <a:pt x="22229" y="8696"/>
                  </a:lnTo>
                  <a:lnTo>
                    <a:pt x="21975" y="7594"/>
                  </a:lnTo>
                  <a:lnTo>
                    <a:pt x="21805" y="6491"/>
                  </a:lnTo>
                  <a:lnTo>
                    <a:pt x="21720" y="6321"/>
                  </a:lnTo>
                  <a:lnTo>
                    <a:pt x="21636" y="6194"/>
                  </a:lnTo>
                  <a:lnTo>
                    <a:pt x="21508" y="6109"/>
                  </a:lnTo>
                  <a:lnTo>
                    <a:pt x="21339" y="6024"/>
                  </a:lnTo>
                  <a:lnTo>
                    <a:pt x="21211" y="6024"/>
                  </a:lnTo>
                  <a:lnTo>
                    <a:pt x="21042" y="6066"/>
                  </a:lnTo>
                  <a:lnTo>
                    <a:pt x="20872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273" y="32622"/>
                  </a:lnTo>
                  <a:lnTo>
                    <a:pt x="8824" y="31943"/>
                  </a:lnTo>
                  <a:lnTo>
                    <a:pt x="9333" y="31222"/>
                  </a:lnTo>
                  <a:lnTo>
                    <a:pt x="9800" y="30543"/>
                  </a:lnTo>
                  <a:lnTo>
                    <a:pt x="10224" y="29780"/>
                  </a:lnTo>
                  <a:lnTo>
                    <a:pt x="10564" y="29016"/>
                  </a:lnTo>
                  <a:lnTo>
                    <a:pt x="10818" y="28253"/>
                  </a:lnTo>
                  <a:lnTo>
                    <a:pt x="10988" y="27404"/>
                  </a:lnTo>
                  <a:lnTo>
                    <a:pt x="11073" y="26938"/>
                  </a:lnTo>
                  <a:lnTo>
                    <a:pt x="11073" y="26513"/>
                  </a:lnTo>
                  <a:lnTo>
                    <a:pt x="11073" y="26004"/>
                  </a:lnTo>
                  <a:lnTo>
                    <a:pt x="11073" y="25495"/>
                  </a:lnTo>
                  <a:lnTo>
                    <a:pt x="10945" y="24520"/>
                  </a:lnTo>
                  <a:lnTo>
                    <a:pt x="10733" y="23544"/>
                  </a:lnTo>
                  <a:lnTo>
                    <a:pt x="10436" y="22568"/>
                  </a:lnTo>
                  <a:lnTo>
                    <a:pt x="10097" y="21635"/>
                  </a:lnTo>
                  <a:lnTo>
                    <a:pt x="9715" y="20702"/>
                  </a:lnTo>
                  <a:lnTo>
                    <a:pt x="8909" y="18878"/>
                  </a:lnTo>
                  <a:lnTo>
                    <a:pt x="8824" y="18750"/>
                  </a:lnTo>
                  <a:lnTo>
                    <a:pt x="8655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46" y="18665"/>
                  </a:lnTo>
                  <a:lnTo>
                    <a:pt x="7976" y="18750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982" y="38434"/>
                  </a:lnTo>
                  <a:lnTo>
                    <a:pt x="13533" y="38773"/>
                  </a:lnTo>
                  <a:lnTo>
                    <a:pt x="14085" y="39028"/>
                  </a:lnTo>
                  <a:lnTo>
                    <a:pt x="14636" y="39240"/>
                  </a:lnTo>
                  <a:lnTo>
                    <a:pt x="15187" y="39409"/>
                  </a:lnTo>
                  <a:lnTo>
                    <a:pt x="15739" y="39537"/>
                  </a:lnTo>
                  <a:lnTo>
                    <a:pt x="16290" y="39664"/>
                  </a:lnTo>
                  <a:lnTo>
                    <a:pt x="16842" y="39706"/>
                  </a:lnTo>
                  <a:lnTo>
                    <a:pt x="17436" y="39749"/>
                  </a:lnTo>
                  <a:lnTo>
                    <a:pt x="17987" y="39749"/>
                  </a:lnTo>
                  <a:lnTo>
                    <a:pt x="18539" y="39706"/>
                  </a:lnTo>
                  <a:lnTo>
                    <a:pt x="19090" y="39664"/>
                  </a:lnTo>
                  <a:lnTo>
                    <a:pt x="19642" y="39579"/>
                  </a:lnTo>
                  <a:lnTo>
                    <a:pt x="20193" y="39452"/>
                  </a:lnTo>
                  <a:lnTo>
                    <a:pt x="20745" y="39282"/>
                  </a:lnTo>
                  <a:lnTo>
                    <a:pt x="21296" y="39112"/>
                  </a:lnTo>
                  <a:lnTo>
                    <a:pt x="22357" y="38688"/>
                  </a:lnTo>
                  <a:lnTo>
                    <a:pt x="23417" y="38179"/>
                  </a:lnTo>
                  <a:lnTo>
                    <a:pt x="24435" y="37585"/>
                  </a:lnTo>
                  <a:lnTo>
                    <a:pt x="25411" y="36907"/>
                  </a:lnTo>
                  <a:lnTo>
                    <a:pt x="26344" y="36185"/>
                  </a:lnTo>
                  <a:lnTo>
                    <a:pt x="27235" y="35422"/>
                  </a:lnTo>
                  <a:lnTo>
                    <a:pt x="28084" y="34616"/>
                  </a:lnTo>
                  <a:lnTo>
                    <a:pt x="28847" y="33767"/>
                  </a:lnTo>
                  <a:lnTo>
                    <a:pt x="28974" y="33598"/>
                  </a:lnTo>
                  <a:lnTo>
                    <a:pt x="29017" y="33386"/>
                  </a:lnTo>
                  <a:lnTo>
                    <a:pt x="29017" y="33216"/>
                  </a:lnTo>
                  <a:lnTo>
                    <a:pt x="28974" y="33046"/>
                  </a:lnTo>
                  <a:lnTo>
                    <a:pt x="28890" y="32877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926" y="25707"/>
                  </a:lnTo>
                  <a:lnTo>
                    <a:pt x="24520" y="25919"/>
                  </a:lnTo>
                  <a:lnTo>
                    <a:pt x="25114" y="26089"/>
                  </a:lnTo>
                  <a:lnTo>
                    <a:pt x="25708" y="26216"/>
                  </a:lnTo>
                  <a:lnTo>
                    <a:pt x="26302" y="26344"/>
                  </a:lnTo>
                  <a:lnTo>
                    <a:pt x="26896" y="26428"/>
                  </a:lnTo>
                  <a:lnTo>
                    <a:pt x="27490" y="26471"/>
                  </a:lnTo>
                  <a:lnTo>
                    <a:pt x="28041" y="26513"/>
                  </a:lnTo>
                  <a:lnTo>
                    <a:pt x="29229" y="26513"/>
                  </a:lnTo>
                  <a:lnTo>
                    <a:pt x="29823" y="26471"/>
                  </a:lnTo>
                  <a:lnTo>
                    <a:pt x="30374" y="26386"/>
                  </a:lnTo>
                  <a:lnTo>
                    <a:pt x="30968" y="26301"/>
                  </a:lnTo>
                  <a:lnTo>
                    <a:pt x="31520" y="26174"/>
                  </a:lnTo>
                  <a:lnTo>
                    <a:pt x="32071" y="26004"/>
                  </a:lnTo>
                  <a:lnTo>
                    <a:pt x="32623" y="25835"/>
                  </a:lnTo>
                  <a:lnTo>
                    <a:pt x="33174" y="25665"/>
                  </a:lnTo>
                  <a:lnTo>
                    <a:pt x="33726" y="25410"/>
                  </a:lnTo>
                  <a:lnTo>
                    <a:pt x="34235" y="25198"/>
                  </a:lnTo>
                  <a:lnTo>
                    <a:pt x="34744" y="24901"/>
                  </a:lnTo>
                  <a:lnTo>
                    <a:pt x="35253" y="24604"/>
                  </a:lnTo>
                  <a:lnTo>
                    <a:pt x="35762" y="24307"/>
                  </a:lnTo>
                  <a:lnTo>
                    <a:pt x="36228" y="23968"/>
                  </a:lnTo>
                  <a:lnTo>
                    <a:pt x="36695" y="23629"/>
                  </a:lnTo>
                  <a:lnTo>
                    <a:pt x="37162" y="23247"/>
                  </a:lnTo>
                  <a:lnTo>
                    <a:pt x="37586" y="22823"/>
                  </a:lnTo>
                  <a:lnTo>
                    <a:pt x="38010" y="22398"/>
                  </a:lnTo>
                  <a:lnTo>
                    <a:pt x="38434" y="21974"/>
                  </a:lnTo>
                  <a:lnTo>
                    <a:pt x="38816" y="21508"/>
                  </a:lnTo>
                  <a:lnTo>
                    <a:pt x="39198" y="20999"/>
                  </a:lnTo>
                  <a:lnTo>
                    <a:pt x="39537" y="20490"/>
                  </a:lnTo>
                  <a:lnTo>
                    <a:pt x="39877" y="19980"/>
                  </a:lnTo>
                  <a:lnTo>
                    <a:pt x="39962" y="19811"/>
                  </a:lnTo>
                  <a:lnTo>
                    <a:pt x="39962" y="19641"/>
                  </a:lnTo>
                  <a:lnTo>
                    <a:pt x="39962" y="19471"/>
                  </a:lnTo>
                  <a:lnTo>
                    <a:pt x="39877" y="19302"/>
                  </a:lnTo>
                  <a:lnTo>
                    <a:pt x="39792" y="19174"/>
                  </a:lnTo>
                  <a:lnTo>
                    <a:pt x="39665" y="19047"/>
                  </a:lnTo>
                  <a:lnTo>
                    <a:pt x="39495" y="19005"/>
                  </a:lnTo>
                  <a:lnTo>
                    <a:pt x="39325" y="18962"/>
                  </a:lnTo>
                  <a:lnTo>
                    <a:pt x="38731" y="19005"/>
                  </a:lnTo>
                  <a:lnTo>
                    <a:pt x="38137" y="19005"/>
                  </a:lnTo>
                  <a:lnTo>
                    <a:pt x="36907" y="18920"/>
                  </a:lnTo>
                  <a:lnTo>
                    <a:pt x="34447" y="18708"/>
                  </a:lnTo>
                  <a:lnTo>
                    <a:pt x="33217" y="18665"/>
                  </a:lnTo>
                  <a:lnTo>
                    <a:pt x="32623" y="18623"/>
                  </a:lnTo>
                  <a:lnTo>
                    <a:pt x="32029" y="18665"/>
                  </a:lnTo>
                  <a:lnTo>
                    <a:pt x="31435" y="18708"/>
                  </a:lnTo>
                  <a:lnTo>
                    <a:pt x="30841" y="18793"/>
                  </a:lnTo>
                  <a:lnTo>
                    <a:pt x="30247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956" y="13193"/>
                  </a:lnTo>
                  <a:lnTo>
                    <a:pt x="28593" y="13363"/>
                  </a:lnTo>
                  <a:lnTo>
                    <a:pt x="29229" y="13448"/>
                  </a:lnTo>
                  <a:lnTo>
                    <a:pt x="29865" y="13532"/>
                  </a:lnTo>
                  <a:lnTo>
                    <a:pt x="30502" y="13532"/>
                  </a:lnTo>
                  <a:lnTo>
                    <a:pt x="31138" y="13490"/>
                  </a:lnTo>
                  <a:lnTo>
                    <a:pt x="31774" y="13405"/>
                  </a:lnTo>
                  <a:lnTo>
                    <a:pt x="32368" y="13278"/>
                  </a:lnTo>
                  <a:lnTo>
                    <a:pt x="33004" y="13108"/>
                  </a:lnTo>
                  <a:lnTo>
                    <a:pt x="33598" y="12896"/>
                  </a:lnTo>
                  <a:lnTo>
                    <a:pt x="34192" y="12684"/>
                  </a:lnTo>
                  <a:lnTo>
                    <a:pt x="34786" y="12387"/>
                  </a:lnTo>
                  <a:lnTo>
                    <a:pt x="35338" y="12048"/>
                  </a:lnTo>
                  <a:lnTo>
                    <a:pt x="35889" y="11708"/>
                  </a:lnTo>
                  <a:lnTo>
                    <a:pt x="36398" y="11327"/>
                  </a:lnTo>
                  <a:lnTo>
                    <a:pt x="36907" y="10902"/>
                  </a:lnTo>
                  <a:lnTo>
                    <a:pt x="37416" y="10393"/>
                  </a:lnTo>
                  <a:lnTo>
                    <a:pt x="37883" y="9842"/>
                  </a:lnTo>
                  <a:lnTo>
                    <a:pt x="38265" y="9290"/>
                  </a:lnTo>
                  <a:lnTo>
                    <a:pt x="38604" y="8696"/>
                  </a:lnTo>
                  <a:lnTo>
                    <a:pt x="38901" y="8060"/>
                  </a:lnTo>
                  <a:lnTo>
                    <a:pt x="39113" y="7424"/>
                  </a:lnTo>
                  <a:lnTo>
                    <a:pt x="39283" y="6788"/>
                  </a:lnTo>
                  <a:lnTo>
                    <a:pt x="39410" y="6109"/>
                  </a:lnTo>
                  <a:lnTo>
                    <a:pt x="39495" y="5472"/>
                  </a:lnTo>
                  <a:lnTo>
                    <a:pt x="39537" y="4794"/>
                  </a:lnTo>
                  <a:lnTo>
                    <a:pt x="39580" y="4073"/>
                  </a:lnTo>
                  <a:lnTo>
                    <a:pt x="39537" y="3394"/>
                  </a:lnTo>
                  <a:lnTo>
                    <a:pt x="39452" y="1994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45"/>
            <p:cNvSpPr/>
            <p:nvPr/>
          </p:nvSpPr>
          <p:spPr>
            <a:xfrm>
              <a:off x="2965800" y="1494175"/>
              <a:ext cx="985275" cy="1268400"/>
            </a:xfrm>
            <a:custGeom>
              <a:rect b="b" l="l" r="r" t="t"/>
              <a:pathLst>
                <a:path extrusionOk="0" h="50736" w="39411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92"/>
                  </a:lnTo>
                  <a:lnTo>
                    <a:pt x="16884" y="21296"/>
                  </a:lnTo>
                  <a:lnTo>
                    <a:pt x="16418" y="20999"/>
                  </a:lnTo>
                  <a:lnTo>
                    <a:pt x="16036" y="20659"/>
                  </a:lnTo>
                  <a:lnTo>
                    <a:pt x="15697" y="20277"/>
                  </a:lnTo>
                  <a:lnTo>
                    <a:pt x="15442" y="19853"/>
                  </a:lnTo>
                  <a:lnTo>
                    <a:pt x="15230" y="19471"/>
                  </a:lnTo>
                  <a:lnTo>
                    <a:pt x="15103" y="19005"/>
                  </a:lnTo>
                  <a:lnTo>
                    <a:pt x="14975" y="18538"/>
                  </a:lnTo>
                  <a:lnTo>
                    <a:pt x="14933" y="18072"/>
                  </a:lnTo>
                  <a:lnTo>
                    <a:pt x="14933" y="17562"/>
                  </a:lnTo>
                  <a:lnTo>
                    <a:pt x="14975" y="17053"/>
                  </a:lnTo>
                  <a:lnTo>
                    <a:pt x="15060" y="16544"/>
                  </a:lnTo>
                  <a:lnTo>
                    <a:pt x="15187" y="15993"/>
                  </a:lnTo>
                  <a:lnTo>
                    <a:pt x="15357" y="15441"/>
                  </a:lnTo>
                  <a:lnTo>
                    <a:pt x="15527" y="14890"/>
                  </a:lnTo>
                  <a:lnTo>
                    <a:pt x="15739" y="14338"/>
                  </a:lnTo>
                  <a:lnTo>
                    <a:pt x="16290" y="13193"/>
                  </a:lnTo>
                  <a:lnTo>
                    <a:pt x="16927" y="12090"/>
                  </a:lnTo>
                  <a:lnTo>
                    <a:pt x="17605" y="10987"/>
                  </a:lnTo>
                  <a:lnTo>
                    <a:pt x="18369" y="9884"/>
                  </a:lnTo>
                  <a:lnTo>
                    <a:pt x="19175" y="8824"/>
                  </a:lnTo>
                  <a:lnTo>
                    <a:pt x="19981" y="7848"/>
                  </a:lnTo>
                  <a:lnTo>
                    <a:pt x="20745" y="6915"/>
                  </a:lnTo>
                  <a:lnTo>
                    <a:pt x="21508" y="6066"/>
                  </a:lnTo>
                  <a:lnTo>
                    <a:pt x="21296" y="6024"/>
                  </a:lnTo>
                  <a:lnTo>
                    <a:pt x="21084" y="6024"/>
                  </a:lnTo>
                  <a:lnTo>
                    <a:pt x="20914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188" y="32664"/>
                  </a:lnTo>
                  <a:lnTo>
                    <a:pt x="8061" y="32622"/>
                  </a:lnTo>
                  <a:lnTo>
                    <a:pt x="7933" y="32537"/>
                  </a:lnTo>
                  <a:lnTo>
                    <a:pt x="7849" y="32452"/>
                  </a:lnTo>
                  <a:lnTo>
                    <a:pt x="7721" y="32325"/>
                  </a:lnTo>
                  <a:lnTo>
                    <a:pt x="7212" y="31477"/>
                  </a:lnTo>
                  <a:lnTo>
                    <a:pt x="6788" y="30586"/>
                  </a:lnTo>
                  <a:lnTo>
                    <a:pt x="6449" y="29695"/>
                  </a:lnTo>
                  <a:lnTo>
                    <a:pt x="6194" y="28847"/>
                  </a:lnTo>
                  <a:lnTo>
                    <a:pt x="6067" y="27998"/>
                  </a:lnTo>
                  <a:lnTo>
                    <a:pt x="6024" y="27107"/>
                  </a:lnTo>
                  <a:lnTo>
                    <a:pt x="6024" y="26259"/>
                  </a:lnTo>
                  <a:lnTo>
                    <a:pt x="6109" y="25410"/>
                  </a:lnTo>
                  <a:lnTo>
                    <a:pt x="6279" y="24562"/>
                  </a:lnTo>
                  <a:lnTo>
                    <a:pt x="6491" y="23714"/>
                  </a:lnTo>
                  <a:lnTo>
                    <a:pt x="6788" y="22908"/>
                  </a:lnTo>
                  <a:lnTo>
                    <a:pt x="7085" y="22059"/>
                  </a:lnTo>
                  <a:lnTo>
                    <a:pt x="7467" y="21211"/>
                  </a:lnTo>
                  <a:lnTo>
                    <a:pt x="7849" y="20362"/>
                  </a:lnTo>
                  <a:lnTo>
                    <a:pt x="8739" y="18708"/>
                  </a:lnTo>
                  <a:lnTo>
                    <a:pt x="8612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88" y="18623"/>
                  </a:lnTo>
                  <a:lnTo>
                    <a:pt x="8061" y="18708"/>
                  </a:lnTo>
                  <a:lnTo>
                    <a:pt x="7933" y="18793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685" y="38264"/>
                  </a:lnTo>
                  <a:lnTo>
                    <a:pt x="12939" y="37797"/>
                  </a:lnTo>
                  <a:lnTo>
                    <a:pt x="13236" y="37373"/>
                  </a:lnTo>
                  <a:lnTo>
                    <a:pt x="13533" y="36949"/>
                  </a:lnTo>
                  <a:lnTo>
                    <a:pt x="13872" y="36567"/>
                  </a:lnTo>
                  <a:lnTo>
                    <a:pt x="14254" y="36185"/>
                  </a:lnTo>
                  <a:lnTo>
                    <a:pt x="14636" y="35846"/>
                  </a:lnTo>
                  <a:lnTo>
                    <a:pt x="15018" y="35507"/>
                  </a:lnTo>
                  <a:lnTo>
                    <a:pt x="15442" y="35210"/>
                  </a:lnTo>
                  <a:lnTo>
                    <a:pt x="15909" y="34913"/>
                  </a:lnTo>
                  <a:lnTo>
                    <a:pt x="16333" y="34658"/>
                  </a:lnTo>
                  <a:lnTo>
                    <a:pt x="17309" y="34149"/>
                  </a:lnTo>
                  <a:lnTo>
                    <a:pt x="18369" y="33767"/>
                  </a:lnTo>
                  <a:lnTo>
                    <a:pt x="19430" y="33428"/>
                  </a:lnTo>
                  <a:lnTo>
                    <a:pt x="20533" y="33173"/>
                  </a:lnTo>
                  <a:lnTo>
                    <a:pt x="21678" y="32961"/>
                  </a:lnTo>
                  <a:lnTo>
                    <a:pt x="22866" y="32792"/>
                  </a:lnTo>
                  <a:lnTo>
                    <a:pt x="24054" y="32707"/>
                  </a:lnTo>
                  <a:lnTo>
                    <a:pt x="25241" y="32664"/>
                  </a:lnTo>
                  <a:lnTo>
                    <a:pt x="27617" y="32664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502" y="25538"/>
                  </a:lnTo>
                  <a:lnTo>
                    <a:pt x="23629" y="25071"/>
                  </a:lnTo>
                  <a:lnTo>
                    <a:pt x="23841" y="24647"/>
                  </a:lnTo>
                  <a:lnTo>
                    <a:pt x="24096" y="24180"/>
                  </a:lnTo>
                  <a:lnTo>
                    <a:pt x="24393" y="23798"/>
                  </a:lnTo>
                  <a:lnTo>
                    <a:pt x="24732" y="23374"/>
                  </a:lnTo>
                  <a:lnTo>
                    <a:pt x="25156" y="23035"/>
                  </a:lnTo>
                  <a:lnTo>
                    <a:pt x="25581" y="22695"/>
                  </a:lnTo>
                  <a:lnTo>
                    <a:pt x="26005" y="22356"/>
                  </a:lnTo>
                  <a:lnTo>
                    <a:pt x="26472" y="22059"/>
                  </a:lnTo>
                  <a:lnTo>
                    <a:pt x="26981" y="21762"/>
                  </a:lnTo>
                  <a:lnTo>
                    <a:pt x="27956" y="21253"/>
                  </a:lnTo>
                  <a:lnTo>
                    <a:pt x="28932" y="20829"/>
                  </a:lnTo>
                  <a:lnTo>
                    <a:pt x="29780" y="20490"/>
                  </a:lnTo>
                  <a:lnTo>
                    <a:pt x="30756" y="20193"/>
                  </a:lnTo>
                  <a:lnTo>
                    <a:pt x="31774" y="19896"/>
                  </a:lnTo>
                  <a:lnTo>
                    <a:pt x="32750" y="19641"/>
                  </a:lnTo>
                  <a:lnTo>
                    <a:pt x="33768" y="19429"/>
                  </a:lnTo>
                  <a:lnTo>
                    <a:pt x="34786" y="19259"/>
                  </a:lnTo>
                  <a:lnTo>
                    <a:pt x="35804" y="19132"/>
                  </a:lnTo>
                  <a:lnTo>
                    <a:pt x="36822" y="19047"/>
                  </a:lnTo>
                  <a:lnTo>
                    <a:pt x="37883" y="18962"/>
                  </a:lnTo>
                  <a:lnTo>
                    <a:pt x="36822" y="18920"/>
                  </a:lnTo>
                  <a:lnTo>
                    <a:pt x="35804" y="18835"/>
                  </a:lnTo>
                  <a:lnTo>
                    <a:pt x="34744" y="18750"/>
                  </a:lnTo>
                  <a:lnTo>
                    <a:pt x="33726" y="18665"/>
                  </a:lnTo>
                  <a:lnTo>
                    <a:pt x="32665" y="18623"/>
                  </a:lnTo>
                  <a:lnTo>
                    <a:pt x="31647" y="18665"/>
                  </a:lnTo>
                  <a:lnTo>
                    <a:pt x="31180" y="18750"/>
                  </a:lnTo>
                  <a:lnTo>
                    <a:pt x="30671" y="18835"/>
                  </a:lnTo>
                  <a:lnTo>
                    <a:pt x="30162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787" y="13108"/>
                  </a:lnTo>
                  <a:lnTo>
                    <a:pt x="27871" y="12599"/>
                  </a:lnTo>
                  <a:lnTo>
                    <a:pt x="28041" y="12090"/>
                  </a:lnTo>
                  <a:lnTo>
                    <a:pt x="28211" y="11581"/>
                  </a:lnTo>
                  <a:lnTo>
                    <a:pt x="28465" y="11114"/>
                  </a:lnTo>
                  <a:lnTo>
                    <a:pt x="28720" y="10648"/>
                  </a:lnTo>
                  <a:lnTo>
                    <a:pt x="28974" y="10224"/>
                  </a:lnTo>
                  <a:lnTo>
                    <a:pt x="29314" y="9799"/>
                  </a:lnTo>
                  <a:lnTo>
                    <a:pt x="29653" y="9375"/>
                  </a:lnTo>
                  <a:lnTo>
                    <a:pt x="30417" y="8612"/>
                  </a:lnTo>
                  <a:lnTo>
                    <a:pt x="31223" y="7890"/>
                  </a:lnTo>
                  <a:lnTo>
                    <a:pt x="32114" y="7212"/>
                  </a:lnTo>
                  <a:lnTo>
                    <a:pt x="33004" y="6533"/>
                  </a:lnTo>
                  <a:lnTo>
                    <a:pt x="34786" y="5303"/>
                  </a:lnTo>
                  <a:lnTo>
                    <a:pt x="35635" y="4709"/>
                  </a:lnTo>
                  <a:lnTo>
                    <a:pt x="36483" y="4073"/>
                  </a:lnTo>
                  <a:lnTo>
                    <a:pt x="37247" y="3436"/>
                  </a:lnTo>
                  <a:lnTo>
                    <a:pt x="38010" y="2757"/>
                  </a:lnTo>
                  <a:lnTo>
                    <a:pt x="38731" y="2036"/>
                  </a:lnTo>
                  <a:lnTo>
                    <a:pt x="39410" y="1273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45"/>
            <p:cNvSpPr/>
            <p:nvPr/>
          </p:nvSpPr>
          <p:spPr>
            <a:xfrm>
              <a:off x="3325325" y="1662800"/>
              <a:ext cx="194100" cy="353175"/>
            </a:xfrm>
            <a:custGeom>
              <a:rect b="b" l="l" r="r" t="t"/>
              <a:pathLst>
                <a:path extrusionOk="0" h="14127" w="7764">
                  <a:moveTo>
                    <a:pt x="6661" y="0"/>
                  </a:moveTo>
                  <a:lnTo>
                    <a:pt x="6576" y="85"/>
                  </a:lnTo>
                  <a:lnTo>
                    <a:pt x="6067" y="933"/>
                  </a:lnTo>
                  <a:lnTo>
                    <a:pt x="5600" y="1867"/>
                  </a:lnTo>
                  <a:lnTo>
                    <a:pt x="5176" y="2800"/>
                  </a:lnTo>
                  <a:lnTo>
                    <a:pt x="4794" y="3776"/>
                  </a:lnTo>
                  <a:lnTo>
                    <a:pt x="3691" y="2333"/>
                  </a:lnTo>
                  <a:lnTo>
                    <a:pt x="3649" y="2291"/>
                  </a:lnTo>
                  <a:lnTo>
                    <a:pt x="3564" y="2291"/>
                  </a:lnTo>
                  <a:lnTo>
                    <a:pt x="3479" y="2333"/>
                  </a:lnTo>
                  <a:lnTo>
                    <a:pt x="3437" y="2418"/>
                  </a:lnTo>
                  <a:lnTo>
                    <a:pt x="3437" y="2461"/>
                  </a:lnTo>
                  <a:lnTo>
                    <a:pt x="3437" y="2503"/>
                  </a:lnTo>
                  <a:lnTo>
                    <a:pt x="4624" y="4285"/>
                  </a:lnTo>
                  <a:lnTo>
                    <a:pt x="4115" y="5769"/>
                  </a:lnTo>
                  <a:lnTo>
                    <a:pt x="3691" y="7254"/>
                  </a:lnTo>
                  <a:lnTo>
                    <a:pt x="3224" y="6491"/>
                  </a:lnTo>
                  <a:lnTo>
                    <a:pt x="2631" y="5854"/>
                  </a:lnTo>
                  <a:lnTo>
                    <a:pt x="1994" y="5218"/>
                  </a:lnTo>
                  <a:lnTo>
                    <a:pt x="1273" y="4666"/>
                  </a:lnTo>
                  <a:lnTo>
                    <a:pt x="1188" y="4624"/>
                  </a:lnTo>
                  <a:lnTo>
                    <a:pt x="1146" y="4666"/>
                  </a:lnTo>
                  <a:lnTo>
                    <a:pt x="1061" y="4709"/>
                  </a:lnTo>
                  <a:lnTo>
                    <a:pt x="1019" y="4836"/>
                  </a:lnTo>
                  <a:lnTo>
                    <a:pt x="1061" y="4921"/>
                  </a:lnTo>
                  <a:lnTo>
                    <a:pt x="1103" y="4963"/>
                  </a:lnTo>
                  <a:lnTo>
                    <a:pt x="1485" y="5260"/>
                  </a:lnTo>
                  <a:lnTo>
                    <a:pt x="1867" y="5600"/>
                  </a:lnTo>
                  <a:lnTo>
                    <a:pt x="2206" y="5939"/>
                  </a:lnTo>
                  <a:lnTo>
                    <a:pt x="2503" y="6321"/>
                  </a:lnTo>
                  <a:lnTo>
                    <a:pt x="2800" y="6703"/>
                  </a:lnTo>
                  <a:lnTo>
                    <a:pt x="3055" y="7084"/>
                  </a:lnTo>
                  <a:lnTo>
                    <a:pt x="3309" y="7509"/>
                  </a:lnTo>
                  <a:lnTo>
                    <a:pt x="3521" y="7975"/>
                  </a:lnTo>
                  <a:lnTo>
                    <a:pt x="3097" y="9884"/>
                  </a:lnTo>
                  <a:lnTo>
                    <a:pt x="2800" y="11836"/>
                  </a:lnTo>
                  <a:lnTo>
                    <a:pt x="2249" y="10987"/>
                  </a:lnTo>
                  <a:lnTo>
                    <a:pt x="1697" y="10181"/>
                  </a:lnTo>
                  <a:lnTo>
                    <a:pt x="1019" y="9460"/>
                  </a:lnTo>
                  <a:lnTo>
                    <a:pt x="679" y="9078"/>
                  </a:lnTo>
                  <a:lnTo>
                    <a:pt x="255" y="8739"/>
                  </a:lnTo>
                  <a:lnTo>
                    <a:pt x="213" y="8696"/>
                  </a:lnTo>
                  <a:lnTo>
                    <a:pt x="170" y="8696"/>
                  </a:lnTo>
                  <a:lnTo>
                    <a:pt x="43" y="8739"/>
                  </a:lnTo>
                  <a:lnTo>
                    <a:pt x="0" y="8824"/>
                  </a:lnTo>
                  <a:lnTo>
                    <a:pt x="0" y="8909"/>
                  </a:lnTo>
                  <a:lnTo>
                    <a:pt x="43" y="8951"/>
                  </a:lnTo>
                  <a:lnTo>
                    <a:pt x="849" y="9799"/>
                  </a:lnTo>
                  <a:lnTo>
                    <a:pt x="1231" y="10224"/>
                  </a:lnTo>
                  <a:lnTo>
                    <a:pt x="1570" y="10690"/>
                  </a:lnTo>
                  <a:lnTo>
                    <a:pt x="1909" y="11157"/>
                  </a:lnTo>
                  <a:lnTo>
                    <a:pt x="2206" y="11666"/>
                  </a:lnTo>
                  <a:lnTo>
                    <a:pt x="2461" y="12175"/>
                  </a:lnTo>
                  <a:lnTo>
                    <a:pt x="2673" y="12684"/>
                  </a:lnTo>
                  <a:lnTo>
                    <a:pt x="2546" y="13787"/>
                  </a:lnTo>
                  <a:lnTo>
                    <a:pt x="2546" y="13914"/>
                  </a:lnTo>
                  <a:lnTo>
                    <a:pt x="2631" y="14041"/>
                  </a:lnTo>
                  <a:lnTo>
                    <a:pt x="2715" y="14084"/>
                  </a:lnTo>
                  <a:lnTo>
                    <a:pt x="2843" y="14126"/>
                  </a:lnTo>
                  <a:lnTo>
                    <a:pt x="2970" y="14126"/>
                  </a:lnTo>
                  <a:lnTo>
                    <a:pt x="3055" y="14084"/>
                  </a:lnTo>
                  <a:lnTo>
                    <a:pt x="3140" y="13999"/>
                  </a:lnTo>
                  <a:lnTo>
                    <a:pt x="3182" y="13914"/>
                  </a:lnTo>
                  <a:lnTo>
                    <a:pt x="3352" y="12769"/>
                  </a:lnTo>
                  <a:lnTo>
                    <a:pt x="4073" y="12048"/>
                  </a:lnTo>
                  <a:lnTo>
                    <a:pt x="4794" y="11411"/>
                  </a:lnTo>
                  <a:lnTo>
                    <a:pt x="5600" y="10775"/>
                  </a:lnTo>
                  <a:lnTo>
                    <a:pt x="6406" y="10224"/>
                  </a:lnTo>
                  <a:lnTo>
                    <a:pt x="6533" y="10096"/>
                  </a:lnTo>
                  <a:lnTo>
                    <a:pt x="6576" y="10011"/>
                  </a:lnTo>
                  <a:lnTo>
                    <a:pt x="6576" y="9884"/>
                  </a:lnTo>
                  <a:lnTo>
                    <a:pt x="6533" y="9757"/>
                  </a:lnTo>
                  <a:lnTo>
                    <a:pt x="6449" y="9672"/>
                  </a:lnTo>
                  <a:lnTo>
                    <a:pt x="6364" y="9630"/>
                  </a:lnTo>
                  <a:lnTo>
                    <a:pt x="6236" y="9630"/>
                  </a:lnTo>
                  <a:lnTo>
                    <a:pt x="6109" y="9672"/>
                  </a:lnTo>
                  <a:lnTo>
                    <a:pt x="5430" y="10096"/>
                  </a:lnTo>
                  <a:lnTo>
                    <a:pt x="4752" y="10563"/>
                  </a:lnTo>
                  <a:lnTo>
                    <a:pt x="4115" y="11072"/>
                  </a:lnTo>
                  <a:lnTo>
                    <a:pt x="3564" y="11666"/>
                  </a:lnTo>
                  <a:lnTo>
                    <a:pt x="3861" y="9884"/>
                  </a:lnTo>
                  <a:lnTo>
                    <a:pt x="4243" y="8103"/>
                  </a:lnTo>
                  <a:lnTo>
                    <a:pt x="5091" y="7551"/>
                  </a:lnTo>
                  <a:lnTo>
                    <a:pt x="5897" y="7084"/>
                  </a:lnTo>
                  <a:lnTo>
                    <a:pt x="6788" y="6618"/>
                  </a:lnTo>
                  <a:lnTo>
                    <a:pt x="7636" y="6151"/>
                  </a:lnTo>
                  <a:lnTo>
                    <a:pt x="7721" y="6109"/>
                  </a:lnTo>
                  <a:lnTo>
                    <a:pt x="7764" y="6024"/>
                  </a:lnTo>
                  <a:lnTo>
                    <a:pt x="7764" y="5939"/>
                  </a:lnTo>
                  <a:lnTo>
                    <a:pt x="7721" y="5854"/>
                  </a:lnTo>
                  <a:lnTo>
                    <a:pt x="7679" y="5769"/>
                  </a:lnTo>
                  <a:lnTo>
                    <a:pt x="7636" y="5727"/>
                  </a:lnTo>
                  <a:lnTo>
                    <a:pt x="7551" y="5685"/>
                  </a:lnTo>
                  <a:lnTo>
                    <a:pt x="7467" y="5685"/>
                  </a:lnTo>
                  <a:lnTo>
                    <a:pt x="6661" y="6024"/>
                  </a:lnTo>
                  <a:lnTo>
                    <a:pt x="5897" y="6448"/>
                  </a:lnTo>
                  <a:lnTo>
                    <a:pt x="5176" y="6872"/>
                  </a:lnTo>
                  <a:lnTo>
                    <a:pt x="4455" y="7339"/>
                  </a:lnTo>
                  <a:lnTo>
                    <a:pt x="4455" y="7339"/>
                  </a:lnTo>
                  <a:lnTo>
                    <a:pt x="4540" y="6915"/>
                  </a:lnTo>
                  <a:lnTo>
                    <a:pt x="4921" y="5685"/>
                  </a:lnTo>
                  <a:lnTo>
                    <a:pt x="5303" y="4497"/>
                  </a:lnTo>
                  <a:lnTo>
                    <a:pt x="5855" y="4200"/>
                  </a:lnTo>
                  <a:lnTo>
                    <a:pt x="6406" y="3945"/>
                  </a:lnTo>
                  <a:lnTo>
                    <a:pt x="7000" y="3733"/>
                  </a:lnTo>
                  <a:lnTo>
                    <a:pt x="7551" y="3521"/>
                  </a:lnTo>
                  <a:lnTo>
                    <a:pt x="7636" y="3479"/>
                  </a:lnTo>
                  <a:lnTo>
                    <a:pt x="7721" y="3394"/>
                  </a:lnTo>
                  <a:lnTo>
                    <a:pt x="7721" y="3351"/>
                  </a:lnTo>
                  <a:lnTo>
                    <a:pt x="7721" y="3267"/>
                  </a:lnTo>
                  <a:lnTo>
                    <a:pt x="7679" y="3182"/>
                  </a:lnTo>
                  <a:lnTo>
                    <a:pt x="7636" y="3139"/>
                  </a:lnTo>
                  <a:lnTo>
                    <a:pt x="7551" y="3097"/>
                  </a:lnTo>
                  <a:lnTo>
                    <a:pt x="7467" y="3097"/>
                  </a:lnTo>
                  <a:lnTo>
                    <a:pt x="6958" y="3224"/>
                  </a:lnTo>
                  <a:lnTo>
                    <a:pt x="6491" y="3394"/>
                  </a:lnTo>
                  <a:lnTo>
                    <a:pt x="5982" y="3606"/>
                  </a:lnTo>
                  <a:lnTo>
                    <a:pt x="5558" y="3818"/>
                  </a:lnTo>
                  <a:lnTo>
                    <a:pt x="6194" y="1994"/>
                  </a:lnTo>
                  <a:lnTo>
                    <a:pt x="6830" y="170"/>
                  </a:lnTo>
                  <a:lnTo>
                    <a:pt x="6830" y="85"/>
                  </a:lnTo>
                  <a:lnTo>
                    <a:pt x="6745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45"/>
            <p:cNvSpPr/>
            <p:nvPr/>
          </p:nvSpPr>
          <p:spPr>
            <a:xfrm>
              <a:off x="3667875" y="1550375"/>
              <a:ext cx="267275" cy="261975"/>
            </a:xfrm>
            <a:custGeom>
              <a:rect b="b" l="l" r="r" t="t"/>
              <a:pathLst>
                <a:path extrusionOk="0" h="10479" w="10691">
                  <a:moveTo>
                    <a:pt x="8061" y="0"/>
                  </a:moveTo>
                  <a:lnTo>
                    <a:pt x="7933" y="43"/>
                  </a:lnTo>
                  <a:lnTo>
                    <a:pt x="7848" y="85"/>
                  </a:lnTo>
                  <a:lnTo>
                    <a:pt x="7848" y="170"/>
                  </a:lnTo>
                  <a:lnTo>
                    <a:pt x="7721" y="679"/>
                  </a:lnTo>
                  <a:lnTo>
                    <a:pt x="7594" y="1231"/>
                  </a:lnTo>
                  <a:lnTo>
                    <a:pt x="7467" y="2291"/>
                  </a:lnTo>
                  <a:lnTo>
                    <a:pt x="6364" y="3224"/>
                  </a:lnTo>
                  <a:lnTo>
                    <a:pt x="5261" y="4200"/>
                  </a:lnTo>
                  <a:lnTo>
                    <a:pt x="5091" y="2121"/>
                  </a:lnTo>
                  <a:lnTo>
                    <a:pt x="5091" y="2079"/>
                  </a:lnTo>
                  <a:lnTo>
                    <a:pt x="5006" y="2079"/>
                  </a:lnTo>
                  <a:lnTo>
                    <a:pt x="4964" y="2121"/>
                  </a:lnTo>
                  <a:lnTo>
                    <a:pt x="4837" y="4582"/>
                  </a:lnTo>
                  <a:lnTo>
                    <a:pt x="3606" y="5812"/>
                  </a:lnTo>
                  <a:lnTo>
                    <a:pt x="2419" y="7085"/>
                  </a:lnTo>
                  <a:lnTo>
                    <a:pt x="2334" y="6364"/>
                  </a:lnTo>
                  <a:lnTo>
                    <a:pt x="2249" y="5642"/>
                  </a:lnTo>
                  <a:lnTo>
                    <a:pt x="2122" y="4921"/>
                  </a:lnTo>
                  <a:lnTo>
                    <a:pt x="1952" y="4243"/>
                  </a:lnTo>
                  <a:lnTo>
                    <a:pt x="1910" y="4158"/>
                  </a:lnTo>
                  <a:lnTo>
                    <a:pt x="1867" y="4115"/>
                  </a:lnTo>
                  <a:lnTo>
                    <a:pt x="1782" y="4115"/>
                  </a:lnTo>
                  <a:lnTo>
                    <a:pt x="1655" y="4200"/>
                  </a:lnTo>
                  <a:lnTo>
                    <a:pt x="1655" y="4243"/>
                  </a:lnTo>
                  <a:lnTo>
                    <a:pt x="1655" y="4327"/>
                  </a:lnTo>
                  <a:lnTo>
                    <a:pt x="1782" y="5133"/>
                  </a:lnTo>
                  <a:lnTo>
                    <a:pt x="1910" y="5939"/>
                  </a:lnTo>
                  <a:lnTo>
                    <a:pt x="1994" y="6745"/>
                  </a:lnTo>
                  <a:lnTo>
                    <a:pt x="2037" y="7551"/>
                  </a:lnTo>
                  <a:lnTo>
                    <a:pt x="1485" y="8230"/>
                  </a:lnTo>
                  <a:lnTo>
                    <a:pt x="976" y="8909"/>
                  </a:lnTo>
                  <a:lnTo>
                    <a:pt x="467" y="9630"/>
                  </a:lnTo>
                  <a:lnTo>
                    <a:pt x="1" y="10309"/>
                  </a:lnTo>
                  <a:lnTo>
                    <a:pt x="1" y="10394"/>
                  </a:lnTo>
                  <a:lnTo>
                    <a:pt x="43" y="10436"/>
                  </a:lnTo>
                  <a:lnTo>
                    <a:pt x="85" y="10478"/>
                  </a:lnTo>
                  <a:lnTo>
                    <a:pt x="170" y="10436"/>
                  </a:lnTo>
                  <a:lnTo>
                    <a:pt x="2291" y="8273"/>
                  </a:lnTo>
                  <a:lnTo>
                    <a:pt x="2843" y="8230"/>
                  </a:lnTo>
                  <a:lnTo>
                    <a:pt x="3394" y="8188"/>
                  </a:lnTo>
                  <a:lnTo>
                    <a:pt x="4455" y="8188"/>
                  </a:lnTo>
                  <a:lnTo>
                    <a:pt x="5515" y="8273"/>
                  </a:lnTo>
                  <a:lnTo>
                    <a:pt x="6618" y="8357"/>
                  </a:lnTo>
                  <a:lnTo>
                    <a:pt x="6703" y="8357"/>
                  </a:lnTo>
                  <a:lnTo>
                    <a:pt x="6746" y="8315"/>
                  </a:lnTo>
                  <a:lnTo>
                    <a:pt x="6788" y="8230"/>
                  </a:lnTo>
                  <a:lnTo>
                    <a:pt x="6788" y="8103"/>
                  </a:lnTo>
                  <a:lnTo>
                    <a:pt x="6746" y="8018"/>
                  </a:lnTo>
                  <a:lnTo>
                    <a:pt x="6661" y="8018"/>
                  </a:lnTo>
                  <a:lnTo>
                    <a:pt x="6194" y="7891"/>
                  </a:lnTo>
                  <a:lnTo>
                    <a:pt x="5727" y="7806"/>
                  </a:lnTo>
                  <a:lnTo>
                    <a:pt x="5261" y="7721"/>
                  </a:lnTo>
                  <a:lnTo>
                    <a:pt x="4752" y="7679"/>
                  </a:lnTo>
                  <a:lnTo>
                    <a:pt x="3776" y="7679"/>
                  </a:lnTo>
                  <a:lnTo>
                    <a:pt x="2800" y="7764"/>
                  </a:lnTo>
                  <a:lnTo>
                    <a:pt x="5049" y="5473"/>
                  </a:lnTo>
                  <a:lnTo>
                    <a:pt x="6194" y="5430"/>
                  </a:lnTo>
                  <a:lnTo>
                    <a:pt x="7339" y="5388"/>
                  </a:lnTo>
                  <a:lnTo>
                    <a:pt x="9630" y="5346"/>
                  </a:lnTo>
                  <a:lnTo>
                    <a:pt x="9715" y="5346"/>
                  </a:lnTo>
                  <a:lnTo>
                    <a:pt x="9757" y="5303"/>
                  </a:lnTo>
                  <a:lnTo>
                    <a:pt x="9800" y="5218"/>
                  </a:lnTo>
                  <a:lnTo>
                    <a:pt x="9842" y="5133"/>
                  </a:lnTo>
                  <a:lnTo>
                    <a:pt x="9800" y="5091"/>
                  </a:lnTo>
                  <a:lnTo>
                    <a:pt x="9757" y="5006"/>
                  </a:lnTo>
                  <a:lnTo>
                    <a:pt x="9715" y="4964"/>
                  </a:lnTo>
                  <a:lnTo>
                    <a:pt x="9630" y="4921"/>
                  </a:lnTo>
                  <a:lnTo>
                    <a:pt x="8612" y="4879"/>
                  </a:lnTo>
                  <a:lnTo>
                    <a:pt x="7594" y="4836"/>
                  </a:lnTo>
                  <a:lnTo>
                    <a:pt x="6576" y="4879"/>
                  </a:lnTo>
                  <a:lnTo>
                    <a:pt x="5600" y="4964"/>
                  </a:lnTo>
                  <a:lnTo>
                    <a:pt x="6533" y="4030"/>
                  </a:lnTo>
                  <a:lnTo>
                    <a:pt x="7552" y="3097"/>
                  </a:lnTo>
                  <a:lnTo>
                    <a:pt x="7679" y="3140"/>
                  </a:lnTo>
                  <a:lnTo>
                    <a:pt x="8994" y="3097"/>
                  </a:lnTo>
                  <a:lnTo>
                    <a:pt x="10309" y="3055"/>
                  </a:lnTo>
                  <a:lnTo>
                    <a:pt x="10394" y="3012"/>
                  </a:lnTo>
                  <a:lnTo>
                    <a:pt x="10479" y="2970"/>
                  </a:lnTo>
                  <a:lnTo>
                    <a:pt x="10521" y="2885"/>
                  </a:lnTo>
                  <a:lnTo>
                    <a:pt x="10521" y="2843"/>
                  </a:lnTo>
                  <a:lnTo>
                    <a:pt x="10521" y="2758"/>
                  </a:lnTo>
                  <a:lnTo>
                    <a:pt x="10479" y="2673"/>
                  </a:lnTo>
                  <a:lnTo>
                    <a:pt x="10394" y="2631"/>
                  </a:lnTo>
                  <a:lnTo>
                    <a:pt x="10309" y="2631"/>
                  </a:lnTo>
                  <a:lnTo>
                    <a:pt x="8103" y="2588"/>
                  </a:lnTo>
                  <a:lnTo>
                    <a:pt x="9333" y="1570"/>
                  </a:lnTo>
                  <a:lnTo>
                    <a:pt x="10606" y="552"/>
                  </a:lnTo>
                  <a:lnTo>
                    <a:pt x="10691" y="467"/>
                  </a:lnTo>
                  <a:lnTo>
                    <a:pt x="10691" y="382"/>
                  </a:lnTo>
                  <a:lnTo>
                    <a:pt x="10691" y="297"/>
                  </a:lnTo>
                  <a:lnTo>
                    <a:pt x="10648" y="170"/>
                  </a:lnTo>
                  <a:lnTo>
                    <a:pt x="10606" y="128"/>
                  </a:lnTo>
                  <a:lnTo>
                    <a:pt x="10521" y="85"/>
                  </a:lnTo>
                  <a:lnTo>
                    <a:pt x="10436" y="85"/>
                  </a:lnTo>
                  <a:lnTo>
                    <a:pt x="10351" y="128"/>
                  </a:lnTo>
                  <a:lnTo>
                    <a:pt x="9206" y="934"/>
                  </a:lnTo>
                  <a:lnTo>
                    <a:pt x="8103" y="1825"/>
                  </a:lnTo>
                  <a:lnTo>
                    <a:pt x="8188" y="1019"/>
                  </a:lnTo>
                  <a:lnTo>
                    <a:pt x="8230" y="594"/>
                  </a:lnTo>
                  <a:lnTo>
                    <a:pt x="8188" y="213"/>
                  </a:lnTo>
                  <a:lnTo>
                    <a:pt x="8188" y="128"/>
                  </a:lnTo>
                  <a:lnTo>
                    <a:pt x="8145" y="85"/>
                  </a:lnTo>
                  <a:lnTo>
                    <a:pt x="8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45"/>
            <p:cNvSpPr/>
            <p:nvPr/>
          </p:nvSpPr>
          <p:spPr>
            <a:xfrm>
              <a:off x="3569250" y="1983075"/>
              <a:ext cx="362725" cy="167575"/>
            </a:xfrm>
            <a:custGeom>
              <a:rect b="b" l="l" r="r" t="t"/>
              <a:pathLst>
                <a:path extrusionOk="0" h="6703" w="14509">
                  <a:moveTo>
                    <a:pt x="11327" y="0"/>
                  </a:moveTo>
                  <a:lnTo>
                    <a:pt x="11284" y="43"/>
                  </a:lnTo>
                  <a:lnTo>
                    <a:pt x="11200" y="85"/>
                  </a:lnTo>
                  <a:lnTo>
                    <a:pt x="10521" y="1061"/>
                  </a:lnTo>
                  <a:lnTo>
                    <a:pt x="9842" y="1994"/>
                  </a:lnTo>
                  <a:lnTo>
                    <a:pt x="6448" y="3055"/>
                  </a:lnTo>
                  <a:lnTo>
                    <a:pt x="6745" y="2418"/>
                  </a:lnTo>
                  <a:lnTo>
                    <a:pt x="7000" y="1740"/>
                  </a:lnTo>
                  <a:lnTo>
                    <a:pt x="7170" y="1018"/>
                  </a:lnTo>
                  <a:lnTo>
                    <a:pt x="7297" y="297"/>
                  </a:lnTo>
                  <a:lnTo>
                    <a:pt x="7297" y="255"/>
                  </a:lnTo>
                  <a:lnTo>
                    <a:pt x="7254" y="212"/>
                  </a:lnTo>
                  <a:lnTo>
                    <a:pt x="7170" y="170"/>
                  </a:lnTo>
                  <a:lnTo>
                    <a:pt x="7042" y="170"/>
                  </a:lnTo>
                  <a:lnTo>
                    <a:pt x="6957" y="255"/>
                  </a:lnTo>
                  <a:lnTo>
                    <a:pt x="6703" y="1061"/>
                  </a:lnTo>
                  <a:lnTo>
                    <a:pt x="6448" y="1824"/>
                  </a:lnTo>
                  <a:lnTo>
                    <a:pt x="6151" y="2546"/>
                  </a:lnTo>
                  <a:lnTo>
                    <a:pt x="5770" y="3267"/>
                  </a:lnTo>
                  <a:lnTo>
                    <a:pt x="3055" y="4158"/>
                  </a:lnTo>
                  <a:lnTo>
                    <a:pt x="3479" y="3436"/>
                  </a:lnTo>
                  <a:lnTo>
                    <a:pt x="3776" y="2715"/>
                  </a:lnTo>
                  <a:lnTo>
                    <a:pt x="4030" y="1952"/>
                  </a:lnTo>
                  <a:lnTo>
                    <a:pt x="4115" y="1570"/>
                  </a:lnTo>
                  <a:lnTo>
                    <a:pt x="4200" y="1188"/>
                  </a:lnTo>
                  <a:lnTo>
                    <a:pt x="4200" y="1103"/>
                  </a:lnTo>
                  <a:lnTo>
                    <a:pt x="4158" y="1061"/>
                  </a:lnTo>
                  <a:lnTo>
                    <a:pt x="4073" y="1018"/>
                  </a:lnTo>
                  <a:lnTo>
                    <a:pt x="3946" y="1018"/>
                  </a:lnTo>
                  <a:lnTo>
                    <a:pt x="3861" y="1146"/>
                  </a:lnTo>
                  <a:lnTo>
                    <a:pt x="3521" y="1994"/>
                  </a:lnTo>
                  <a:lnTo>
                    <a:pt x="3182" y="2800"/>
                  </a:lnTo>
                  <a:lnTo>
                    <a:pt x="2758" y="3606"/>
                  </a:lnTo>
                  <a:lnTo>
                    <a:pt x="2249" y="4370"/>
                  </a:lnTo>
                  <a:lnTo>
                    <a:pt x="2206" y="4412"/>
                  </a:lnTo>
                  <a:lnTo>
                    <a:pt x="128" y="5133"/>
                  </a:lnTo>
                  <a:lnTo>
                    <a:pt x="43" y="5176"/>
                  </a:lnTo>
                  <a:lnTo>
                    <a:pt x="0" y="5218"/>
                  </a:lnTo>
                  <a:lnTo>
                    <a:pt x="0" y="5388"/>
                  </a:lnTo>
                  <a:lnTo>
                    <a:pt x="85" y="5473"/>
                  </a:lnTo>
                  <a:lnTo>
                    <a:pt x="170" y="5515"/>
                  </a:lnTo>
                  <a:lnTo>
                    <a:pt x="212" y="5515"/>
                  </a:lnTo>
                  <a:lnTo>
                    <a:pt x="2673" y="4879"/>
                  </a:lnTo>
                  <a:lnTo>
                    <a:pt x="3606" y="5260"/>
                  </a:lnTo>
                  <a:lnTo>
                    <a:pt x="4497" y="5685"/>
                  </a:lnTo>
                  <a:lnTo>
                    <a:pt x="5388" y="6151"/>
                  </a:lnTo>
                  <a:lnTo>
                    <a:pt x="6236" y="6660"/>
                  </a:lnTo>
                  <a:lnTo>
                    <a:pt x="6364" y="6703"/>
                  </a:lnTo>
                  <a:lnTo>
                    <a:pt x="6491" y="6703"/>
                  </a:lnTo>
                  <a:lnTo>
                    <a:pt x="6576" y="6618"/>
                  </a:lnTo>
                  <a:lnTo>
                    <a:pt x="6618" y="6533"/>
                  </a:lnTo>
                  <a:lnTo>
                    <a:pt x="6661" y="6448"/>
                  </a:lnTo>
                  <a:lnTo>
                    <a:pt x="6661" y="6321"/>
                  </a:lnTo>
                  <a:lnTo>
                    <a:pt x="6618" y="6236"/>
                  </a:lnTo>
                  <a:lnTo>
                    <a:pt x="6533" y="6151"/>
                  </a:lnTo>
                  <a:lnTo>
                    <a:pt x="5812" y="5727"/>
                  </a:lnTo>
                  <a:lnTo>
                    <a:pt x="5091" y="5303"/>
                  </a:lnTo>
                  <a:lnTo>
                    <a:pt x="4370" y="4964"/>
                  </a:lnTo>
                  <a:lnTo>
                    <a:pt x="3606" y="4624"/>
                  </a:lnTo>
                  <a:lnTo>
                    <a:pt x="6109" y="3861"/>
                  </a:lnTo>
                  <a:lnTo>
                    <a:pt x="6576" y="3945"/>
                  </a:lnTo>
                  <a:lnTo>
                    <a:pt x="7000" y="4073"/>
                  </a:lnTo>
                  <a:lnTo>
                    <a:pt x="7891" y="4327"/>
                  </a:lnTo>
                  <a:lnTo>
                    <a:pt x="8739" y="4667"/>
                  </a:lnTo>
                  <a:lnTo>
                    <a:pt x="9588" y="5091"/>
                  </a:lnTo>
                  <a:lnTo>
                    <a:pt x="9757" y="5091"/>
                  </a:lnTo>
                  <a:lnTo>
                    <a:pt x="9885" y="5006"/>
                  </a:lnTo>
                  <a:lnTo>
                    <a:pt x="9927" y="4921"/>
                  </a:lnTo>
                  <a:lnTo>
                    <a:pt x="9927" y="4879"/>
                  </a:lnTo>
                  <a:lnTo>
                    <a:pt x="9927" y="4794"/>
                  </a:lnTo>
                  <a:lnTo>
                    <a:pt x="9842" y="4709"/>
                  </a:lnTo>
                  <a:lnTo>
                    <a:pt x="9248" y="4327"/>
                  </a:lnTo>
                  <a:lnTo>
                    <a:pt x="8612" y="3988"/>
                  </a:lnTo>
                  <a:lnTo>
                    <a:pt x="7933" y="3733"/>
                  </a:lnTo>
                  <a:lnTo>
                    <a:pt x="7212" y="3521"/>
                  </a:lnTo>
                  <a:lnTo>
                    <a:pt x="9588" y="2800"/>
                  </a:lnTo>
                  <a:lnTo>
                    <a:pt x="9630" y="2842"/>
                  </a:lnTo>
                  <a:lnTo>
                    <a:pt x="9715" y="2842"/>
                  </a:lnTo>
                  <a:lnTo>
                    <a:pt x="10309" y="2885"/>
                  </a:lnTo>
                  <a:lnTo>
                    <a:pt x="10860" y="3012"/>
                  </a:lnTo>
                  <a:lnTo>
                    <a:pt x="11369" y="3224"/>
                  </a:lnTo>
                  <a:lnTo>
                    <a:pt x="11836" y="3521"/>
                  </a:lnTo>
                  <a:lnTo>
                    <a:pt x="11963" y="3564"/>
                  </a:lnTo>
                  <a:lnTo>
                    <a:pt x="12048" y="3564"/>
                  </a:lnTo>
                  <a:lnTo>
                    <a:pt x="12133" y="3521"/>
                  </a:lnTo>
                  <a:lnTo>
                    <a:pt x="12175" y="3436"/>
                  </a:lnTo>
                  <a:lnTo>
                    <a:pt x="12218" y="3352"/>
                  </a:lnTo>
                  <a:lnTo>
                    <a:pt x="12218" y="3267"/>
                  </a:lnTo>
                  <a:lnTo>
                    <a:pt x="12175" y="3139"/>
                  </a:lnTo>
                  <a:lnTo>
                    <a:pt x="12090" y="3055"/>
                  </a:lnTo>
                  <a:lnTo>
                    <a:pt x="11793" y="2842"/>
                  </a:lnTo>
                  <a:lnTo>
                    <a:pt x="11412" y="2673"/>
                  </a:lnTo>
                  <a:lnTo>
                    <a:pt x="11072" y="2503"/>
                  </a:lnTo>
                  <a:lnTo>
                    <a:pt x="10691" y="2418"/>
                  </a:lnTo>
                  <a:lnTo>
                    <a:pt x="14339" y="1188"/>
                  </a:lnTo>
                  <a:lnTo>
                    <a:pt x="14424" y="1146"/>
                  </a:lnTo>
                  <a:lnTo>
                    <a:pt x="14508" y="1061"/>
                  </a:lnTo>
                  <a:lnTo>
                    <a:pt x="14508" y="934"/>
                  </a:lnTo>
                  <a:lnTo>
                    <a:pt x="14508" y="849"/>
                  </a:lnTo>
                  <a:lnTo>
                    <a:pt x="14466" y="721"/>
                  </a:lnTo>
                  <a:lnTo>
                    <a:pt x="14381" y="679"/>
                  </a:lnTo>
                  <a:lnTo>
                    <a:pt x="14296" y="637"/>
                  </a:lnTo>
                  <a:lnTo>
                    <a:pt x="14169" y="637"/>
                  </a:lnTo>
                  <a:lnTo>
                    <a:pt x="10478" y="1824"/>
                  </a:lnTo>
                  <a:lnTo>
                    <a:pt x="11497" y="255"/>
                  </a:lnTo>
                  <a:lnTo>
                    <a:pt x="11539" y="212"/>
                  </a:lnTo>
                  <a:lnTo>
                    <a:pt x="11539" y="128"/>
                  </a:lnTo>
                  <a:lnTo>
                    <a:pt x="11454" y="43"/>
                  </a:lnTo>
                  <a:lnTo>
                    <a:pt x="1132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45"/>
            <p:cNvSpPr/>
            <p:nvPr/>
          </p:nvSpPr>
          <p:spPr>
            <a:xfrm>
              <a:off x="3065500" y="1990500"/>
              <a:ext cx="146375" cy="307575"/>
            </a:xfrm>
            <a:custGeom>
              <a:rect b="b" l="l" r="r" t="t"/>
              <a:pathLst>
                <a:path extrusionOk="0" h="12303" w="5855">
                  <a:moveTo>
                    <a:pt x="4115" y="0"/>
                  </a:moveTo>
                  <a:lnTo>
                    <a:pt x="3988" y="85"/>
                  </a:lnTo>
                  <a:lnTo>
                    <a:pt x="3903" y="212"/>
                  </a:lnTo>
                  <a:lnTo>
                    <a:pt x="3521" y="1188"/>
                  </a:lnTo>
                  <a:lnTo>
                    <a:pt x="3182" y="2249"/>
                  </a:lnTo>
                  <a:lnTo>
                    <a:pt x="2885" y="3267"/>
                  </a:lnTo>
                  <a:lnTo>
                    <a:pt x="2673" y="4327"/>
                  </a:lnTo>
                  <a:lnTo>
                    <a:pt x="2036" y="3818"/>
                  </a:lnTo>
                  <a:lnTo>
                    <a:pt x="1697" y="3648"/>
                  </a:lnTo>
                  <a:lnTo>
                    <a:pt x="1358" y="3479"/>
                  </a:lnTo>
                  <a:lnTo>
                    <a:pt x="1315" y="3479"/>
                  </a:lnTo>
                  <a:lnTo>
                    <a:pt x="1273" y="3521"/>
                  </a:lnTo>
                  <a:lnTo>
                    <a:pt x="1273" y="3606"/>
                  </a:lnTo>
                  <a:lnTo>
                    <a:pt x="1400" y="3776"/>
                  </a:lnTo>
                  <a:lnTo>
                    <a:pt x="1527" y="3945"/>
                  </a:lnTo>
                  <a:lnTo>
                    <a:pt x="1867" y="4285"/>
                  </a:lnTo>
                  <a:lnTo>
                    <a:pt x="2588" y="4879"/>
                  </a:lnTo>
                  <a:lnTo>
                    <a:pt x="2418" y="6109"/>
                  </a:lnTo>
                  <a:lnTo>
                    <a:pt x="2376" y="7381"/>
                  </a:lnTo>
                  <a:lnTo>
                    <a:pt x="1824" y="7042"/>
                  </a:lnTo>
                  <a:lnTo>
                    <a:pt x="1273" y="6745"/>
                  </a:lnTo>
                  <a:lnTo>
                    <a:pt x="721" y="6491"/>
                  </a:lnTo>
                  <a:lnTo>
                    <a:pt x="128" y="6279"/>
                  </a:lnTo>
                  <a:lnTo>
                    <a:pt x="85" y="6279"/>
                  </a:lnTo>
                  <a:lnTo>
                    <a:pt x="0" y="6363"/>
                  </a:lnTo>
                  <a:lnTo>
                    <a:pt x="0" y="6406"/>
                  </a:lnTo>
                  <a:lnTo>
                    <a:pt x="43" y="6491"/>
                  </a:lnTo>
                  <a:lnTo>
                    <a:pt x="1230" y="7169"/>
                  </a:lnTo>
                  <a:lnTo>
                    <a:pt x="1782" y="7551"/>
                  </a:lnTo>
                  <a:lnTo>
                    <a:pt x="2376" y="7933"/>
                  </a:lnTo>
                  <a:lnTo>
                    <a:pt x="2418" y="9078"/>
                  </a:lnTo>
                  <a:lnTo>
                    <a:pt x="2546" y="10181"/>
                  </a:lnTo>
                  <a:lnTo>
                    <a:pt x="1867" y="9757"/>
                  </a:lnTo>
                  <a:lnTo>
                    <a:pt x="467" y="8951"/>
                  </a:lnTo>
                  <a:lnTo>
                    <a:pt x="382" y="8909"/>
                  </a:lnTo>
                  <a:lnTo>
                    <a:pt x="340" y="8951"/>
                  </a:lnTo>
                  <a:lnTo>
                    <a:pt x="340" y="9036"/>
                  </a:lnTo>
                  <a:lnTo>
                    <a:pt x="382" y="9078"/>
                  </a:lnTo>
                  <a:lnTo>
                    <a:pt x="1358" y="9800"/>
                  </a:lnTo>
                  <a:lnTo>
                    <a:pt x="2376" y="10478"/>
                  </a:lnTo>
                  <a:lnTo>
                    <a:pt x="2673" y="10690"/>
                  </a:lnTo>
                  <a:lnTo>
                    <a:pt x="2842" y="11412"/>
                  </a:lnTo>
                  <a:lnTo>
                    <a:pt x="3055" y="12175"/>
                  </a:lnTo>
                  <a:lnTo>
                    <a:pt x="3055" y="12218"/>
                  </a:lnTo>
                  <a:lnTo>
                    <a:pt x="3139" y="12260"/>
                  </a:lnTo>
                  <a:lnTo>
                    <a:pt x="3267" y="12302"/>
                  </a:lnTo>
                  <a:lnTo>
                    <a:pt x="3352" y="12218"/>
                  </a:lnTo>
                  <a:lnTo>
                    <a:pt x="3394" y="12175"/>
                  </a:lnTo>
                  <a:lnTo>
                    <a:pt x="3394" y="12090"/>
                  </a:lnTo>
                  <a:lnTo>
                    <a:pt x="3267" y="10733"/>
                  </a:lnTo>
                  <a:lnTo>
                    <a:pt x="3521" y="10563"/>
                  </a:lnTo>
                  <a:lnTo>
                    <a:pt x="3733" y="10309"/>
                  </a:lnTo>
                  <a:lnTo>
                    <a:pt x="4158" y="9842"/>
                  </a:lnTo>
                  <a:lnTo>
                    <a:pt x="5770" y="8272"/>
                  </a:lnTo>
                  <a:lnTo>
                    <a:pt x="5812" y="8187"/>
                  </a:lnTo>
                  <a:lnTo>
                    <a:pt x="5854" y="8060"/>
                  </a:lnTo>
                  <a:lnTo>
                    <a:pt x="5812" y="7975"/>
                  </a:lnTo>
                  <a:lnTo>
                    <a:pt x="5770" y="7891"/>
                  </a:lnTo>
                  <a:lnTo>
                    <a:pt x="5685" y="7848"/>
                  </a:lnTo>
                  <a:lnTo>
                    <a:pt x="5600" y="7806"/>
                  </a:lnTo>
                  <a:lnTo>
                    <a:pt x="5473" y="7848"/>
                  </a:lnTo>
                  <a:lnTo>
                    <a:pt x="5388" y="7891"/>
                  </a:lnTo>
                  <a:lnTo>
                    <a:pt x="4370" y="8994"/>
                  </a:lnTo>
                  <a:lnTo>
                    <a:pt x="3861" y="9587"/>
                  </a:lnTo>
                  <a:lnTo>
                    <a:pt x="3606" y="9842"/>
                  </a:lnTo>
                  <a:lnTo>
                    <a:pt x="3309" y="10096"/>
                  </a:lnTo>
                  <a:lnTo>
                    <a:pt x="3224" y="10224"/>
                  </a:lnTo>
                  <a:lnTo>
                    <a:pt x="3139" y="8824"/>
                  </a:lnTo>
                  <a:lnTo>
                    <a:pt x="3139" y="7424"/>
                  </a:lnTo>
                  <a:lnTo>
                    <a:pt x="3521" y="6830"/>
                  </a:lnTo>
                  <a:lnTo>
                    <a:pt x="3945" y="6321"/>
                  </a:lnTo>
                  <a:lnTo>
                    <a:pt x="4412" y="5812"/>
                  </a:lnTo>
                  <a:lnTo>
                    <a:pt x="4921" y="5303"/>
                  </a:lnTo>
                  <a:lnTo>
                    <a:pt x="4964" y="5218"/>
                  </a:lnTo>
                  <a:lnTo>
                    <a:pt x="4964" y="5133"/>
                  </a:lnTo>
                  <a:lnTo>
                    <a:pt x="4964" y="5091"/>
                  </a:lnTo>
                  <a:lnTo>
                    <a:pt x="4921" y="5006"/>
                  </a:lnTo>
                  <a:lnTo>
                    <a:pt x="4836" y="4921"/>
                  </a:lnTo>
                  <a:lnTo>
                    <a:pt x="4624" y="4921"/>
                  </a:lnTo>
                  <a:lnTo>
                    <a:pt x="4200" y="5260"/>
                  </a:lnTo>
                  <a:lnTo>
                    <a:pt x="3861" y="5600"/>
                  </a:lnTo>
                  <a:lnTo>
                    <a:pt x="3479" y="5982"/>
                  </a:lnTo>
                  <a:lnTo>
                    <a:pt x="3182" y="6406"/>
                  </a:lnTo>
                  <a:lnTo>
                    <a:pt x="3267" y="5473"/>
                  </a:lnTo>
                  <a:lnTo>
                    <a:pt x="3394" y="4539"/>
                  </a:lnTo>
                  <a:lnTo>
                    <a:pt x="3818" y="4285"/>
                  </a:lnTo>
                  <a:lnTo>
                    <a:pt x="4242" y="4030"/>
                  </a:lnTo>
                  <a:lnTo>
                    <a:pt x="5133" y="3606"/>
                  </a:lnTo>
                  <a:lnTo>
                    <a:pt x="5218" y="3564"/>
                  </a:lnTo>
                  <a:lnTo>
                    <a:pt x="5260" y="3479"/>
                  </a:lnTo>
                  <a:lnTo>
                    <a:pt x="5303" y="3394"/>
                  </a:lnTo>
                  <a:lnTo>
                    <a:pt x="5303" y="3309"/>
                  </a:lnTo>
                  <a:lnTo>
                    <a:pt x="5260" y="3224"/>
                  </a:lnTo>
                  <a:lnTo>
                    <a:pt x="5218" y="3182"/>
                  </a:lnTo>
                  <a:lnTo>
                    <a:pt x="5133" y="3139"/>
                  </a:lnTo>
                  <a:lnTo>
                    <a:pt x="5006" y="3139"/>
                  </a:lnTo>
                  <a:lnTo>
                    <a:pt x="4624" y="3224"/>
                  </a:lnTo>
                  <a:lnTo>
                    <a:pt x="4242" y="3351"/>
                  </a:lnTo>
                  <a:lnTo>
                    <a:pt x="3903" y="3521"/>
                  </a:lnTo>
                  <a:lnTo>
                    <a:pt x="3521" y="3733"/>
                  </a:lnTo>
                  <a:lnTo>
                    <a:pt x="3733" y="2885"/>
                  </a:lnTo>
                  <a:lnTo>
                    <a:pt x="3945" y="2079"/>
                  </a:lnTo>
                  <a:lnTo>
                    <a:pt x="4242" y="1230"/>
                  </a:lnTo>
                  <a:lnTo>
                    <a:pt x="4582" y="382"/>
                  </a:lnTo>
                  <a:lnTo>
                    <a:pt x="4582" y="255"/>
                  </a:lnTo>
                  <a:lnTo>
                    <a:pt x="4539" y="127"/>
                  </a:lnTo>
                  <a:lnTo>
                    <a:pt x="4454" y="43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45"/>
            <p:cNvSpPr/>
            <p:nvPr/>
          </p:nvSpPr>
          <p:spPr>
            <a:xfrm>
              <a:off x="3286075" y="2309700"/>
              <a:ext cx="374400" cy="171850"/>
            </a:xfrm>
            <a:custGeom>
              <a:rect b="b" l="l" r="r" t="t"/>
              <a:pathLst>
                <a:path extrusionOk="0" h="6874" w="14976">
                  <a:moveTo>
                    <a:pt x="11836" y="1"/>
                  </a:moveTo>
                  <a:lnTo>
                    <a:pt x="11243" y="468"/>
                  </a:lnTo>
                  <a:lnTo>
                    <a:pt x="10733" y="1019"/>
                  </a:lnTo>
                  <a:lnTo>
                    <a:pt x="8782" y="1486"/>
                  </a:lnTo>
                  <a:lnTo>
                    <a:pt x="6873" y="2080"/>
                  </a:lnTo>
                  <a:lnTo>
                    <a:pt x="6873" y="2080"/>
                  </a:lnTo>
                  <a:lnTo>
                    <a:pt x="7552" y="1274"/>
                  </a:lnTo>
                  <a:lnTo>
                    <a:pt x="8231" y="425"/>
                  </a:lnTo>
                  <a:lnTo>
                    <a:pt x="8231" y="383"/>
                  </a:lnTo>
                  <a:lnTo>
                    <a:pt x="8273" y="298"/>
                  </a:lnTo>
                  <a:lnTo>
                    <a:pt x="8188" y="213"/>
                  </a:lnTo>
                  <a:lnTo>
                    <a:pt x="8103" y="171"/>
                  </a:lnTo>
                  <a:lnTo>
                    <a:pt x="8061" y="171"/>
                  </a:lnTo>
                  <a:lnTo>
                    <a:pt x="7976" y="213"/>
                  </a:lnTo>
                  <a:lnTo>
                    <a:pt x="6958" y="1274"/>
                  </a:lnTo>
                  <a:lnTo>
                    <a:pt x="5940" y="2334"/>
                  </a:lnTo>
                  <a:lnTo>
                    <a:pt x="5940" y="2377"/>
                  </a:lnTo>
                  <a:lnTo>
                    <a:pt x="2631" y="3480"/>
                  </a:lnTo>
                  <a:lnTo>
                    <a:pt x="2631" y="3480"/>
                  </a:lnTo>
                  <a:lnTo>
                    <a:pt x="3310" y="2377"/>
                  </a:lnTo>
                  <a:lnTo>
                    <a:pt x="3946" y="1231"/>
                  </a:lnTo>
                  <a:lnTo>
                    <a:pt x="3988" y="1146"/>
                  </a:lnTo>
                  <a:lnTo>
                    <a:pt x="3988" y="1062"/>
                  </a:lnTo>
                  <a:lnTo>
                    <a:pt x="3946" y="977"/>
                  </a:lnTo>
                  <a:lnTo>
                    <a:pt x="3861" y="934"/>
                  </a:lnTo>
                  <a:lnTo>
                    <a:pt x="3692" y="934"/>
                  </a:lnTo>
                  <a:lnTo>
                    <a:pt x="3607" y="1019"/>
                  </a:lnTo>
                  <a:lnTo>
                    <a:pt x="2673" y="2419"/>
                  </a:lnTo>
                  <a:lnTo>
                    <a:pt x="1698" y="3776"/>
                  </a:lnTo>
                  <a:lnTo>
                    <a:pt x="171" y="4286"/>
                  </a:lnTo>
                  <a:lnTo>
                    <a:pt x="86" y="4328"/>
                  </a:lnTo>
                  <a:lnTo>
                    <a:pt x="43" y="4413"/>
                  </a:lnTo>
                  <a:lnTo>
                    <a:pt x="1" y="4498"/>
                  </a:lnTo>
                  <a:lnTo>
                    <a:pt x="1" y="4582"/>
                  </a:lnTo>
                  <a:lnTo>
                    <a:pt x="43" y="4667"/>
                  </a:lnTo>
                  <a:lnTo>
                    <a:pt x="128" y="4710"/>
                  </a:lnTo>
                  <a:lnTo>
                    <a:pt x="213" y="4752"/>
                  </a:lnTo>
                  <a:lnTo>
                    <a:pt x="298" y="4752"/>
                  </a:lnTo>
                  <a:lnTo>
                    <a:pt x="1528" y="4370"/>
                  </a:lnTo>
                  <a:lnTo>
                    <a:pt x="1570" y="4455"/>
                  </a:lnTo>
                  <a:lnTo>
                    <a:pt x="1655" y="4498"/>
                  </a:lnTo>
                  <a:lnTo>
                    <a:pt x="2334" y="4667"/>
                  </a:lnTo>
                  <a:lnTo>
                    <a:pt x="3013" y="4922"/>
                  </a:lnTo>
                  <a:lnTo>
                    <a:pt x="3692" y="5176"/>
                  </a:lnTo>
                  <a:lnTo>
                    <a:pt x="4328" y="5473"/>
                  </a:lnTo>
                  <a:lnTo>
                    <a:pt x="5558" y="6110"/>
                  </a:lnTo>
                  <a:lnTo>
                    <a:pt x="6831" y="6831"/>
                  </a:lnTo>
                  <a:lnTo>
                    <a:pt x="6916" y="6873"/>
                  </a:lnTo>
                  <a:lnTo>
                    <a:pt x="7043" y="6873"/>
                  </a:lnTo>
                  <a:lnTo>
                    <a:pt x="7128" y="6831"/>
                  </a:lnTo>
                  <a:lnTo>
                    <a:pt x="7213" y="6746"/>
                  </a:lnTo>
                  <a:lnTo>
                    <a:pt x="7255" y="6619"/>
                  </a:lnTo>
                  <a:lnTo>
                    <a:pt x="7255" y="6534"/>
                  </a:lnTo>
                  <a:lnTo>
                    <a:pt x="7213" y="6407"/>
                  </a:lnTo>
                  <a:lnTo>
                    <a:pt x="7128" y="6322"/>
                  </a:lnTo>
                  <a:lnTo>
                    <a:pt x="6576" y="5940"/>
                  </a:lnTo>
                  <a:lnTo>
                    <a:pt x="6025" y="5601"/>
                  </a:lnTo>
                  <a:lnTo>
                    <a:pt x="5431" y="5304"/>
                  </a:lnTo>
                  <a:lnTo>
                    <a:pt x="4879" y="5007"/>
                  </a:lnTo>
                  <a:lnTo>
                    <a:pt x="4285" y="4752"/>
                  </a:lnTo>
                  <a:lnTo>
                    <a:pt x="3649" y="4498"/>
                  </a:lnTo>
                  <a:lnTo>
                    <a:pt x="2419" y="4073"/>
                  </a:lnTo>
                  <a:lnTo>
                    <a:pt x="6279" y="2886"/>
                  </a:lnTo>
                  <a:lnTo>
                    <a:pt x="7467" y="3310"/>
                  </a:lnTo>
                  <a:lnTo>
                    <a:pt x="8570" y="3861"/>
                  </a:lnTo>
                  <a:lnTo>
                    <a:pt x="9673" y="4455"/>
                  </a:lnTo>
                  <a:lnTo>
                    <a:pt x="10733" y="5134"/>
                  </a:lnTo>
                  <a:lnTo>
                    <a:pt x="10861" y="5176"/>
                  </a:lnTo>
                  <a:lnTo>
                    <a:pt x="10946" y="5176"/>
                  </a:lnTo>
                  <a:lnTo>
                    <a:pt x="11030" y="5134"/>
                  </a:lnTo>
                  <a:lnTo>
                    <a:pt x="11115" y="5049"/>
                  </a:lnTo>
                  <a:lnTo>
                    <a:pt x="11115" y="4964"/>
                  </a:lnTo>
                  <a:lnTo>
                    <a:pt x="11115" y="4879"/>
                  </a:lnTo>
                  <a:lnTo>
                    <a:pt x="11115" y="4752"/>
                  </a:lnTo>
                  <a:lnTo>
                    <a:pt x="11030" y="4667"/>
                  </a:lnTo>
                  <a:lnTo>
                    <a:pt x="10097" y="4073"/>
                  </a:lnTo>
                  <a:lnTo>
                    <a:pt x="9121" y="3522"/>
                  </a:lnTo>
                  <a:lnTo>
                    <a:pt x="8103" y="3055"/>
                  </a:lnTo>
                  <a:lnTo>
                    <a:pt x="7085" y="2631"/>
                  </a:lnTo>
                  <a:lnTo>
                    <a:pt x="8697" y="2164"/>
                  </a:lnTo>
                  <a:lnTo>
                    <a:pt x="10309" y="1740"/>
                  </a:lnTo>
                  <a:lnTo>
                    <a:pt x="10352" y="1825"/>
                  </a:lnTo>
                  <a:lnTo>
                    <a:pt x="10479" y="1868"/>
                  </a:lnTo>
                  <a:lnTo>
                    <a:pt x="10818" y="2037"/>
                  </a:lnTo>
                  <a:lnTo>
                    <a:pt x="11158" y="2207"/>
                  </a:lnTo>
                  <a:lnTo>
                    <a:pt x="11752" y="2631"/>
                  </a:lnTo>
                  <a:lnTo>
                    <a:pt x="12345" y="3098"/>
                  </a:lnTo>
                  <a:lnTo>
                    <a:pt x="12939" y="3607"/>
                  </a:lnTo>
                  <a:lnTo>
                    <a:pt x="13024" y="3649"/>
                  </a:lnTo>
                  <a:lnTo>
                    <a:pt x="13194" y="3649"/>
                  </a:lnTo>
                  <a:lnTo>
                    <a:pt x="13279" y="3607"/>
                  </a:lnTo>
                  <a:lnTo>
                    <a:pt x="13364" y="3522"/>
                  </a:lnTo>
                  <a:lnTo>
                    <a:pt x="13406" y="3437"/>
                  </a:lnTo>
                  <a:lnTo>
                    <a:pt x="13406" y="3352"/>
                  </a:lnTo>
                  <a:lnTo>
                    <a:pt x="13364" y="3267"/>
                  </a:lnTo>
                  <a:lnTo>
                    <a:pt x="13109" y="3013"/>
                  </a:lnTo>
                  <a:lnTo>
                    <a:pt x="12897" y="2716"/>
                  </a:lnTo>
                  <a:lnTo>
                    <a:pt x="12642" y="2504"/>
                  </a:lnTo>
                  <a:lnTo>
                    <a:pt x="12345" y="2292"/>
                  </a:lnTo>
                  <a:lnTo>
                    <a:pt x="11752" y="1868"/>
                  </a:lnTo>
                  <a:lnTo>
                    <a:pt x="11115" y="1571"/>
                  </a:lnTo>
                  <a:lnTo>
                    <a:pt x="12897" y="1231"/>
                  </a:lnTo>
                  <a:lnTo>
                    <a:pt x="13788" y="1062"/>
                  </a:lnTo>
                  <a:lnTo>
                    <a:pt x="14679" y="977"/>
                  </a:lnTo>
                  <a:lnTo>
                    <a:pt x="14806" y="934"/>
                  </a:lnTo>
                  <a:lnTo>
                    <a:pt x="14933" y="849"/>
                  </a:lnTo>
                  <a:lnTo>
                    <a:pt x="14976" y="765"/>
                  </a:lnTo>
                  <a:lnTo>
                    <a:pt x="14976" y="637"/>
                  </a:lnTo>
                  <a:lnTo>
                    <a:pt x="14976" y="510"/>
                  </a:lnTo>
                  <a:lnTo>
                    <a:pt x="14933" y="425"/>
                  </a:lnTo>
                  <a:lnTo>
                    <a:pt x="14806" y="383"/>
                  </a:lnTo>
                  <a:lnTo>
                    <a:pt x="14679" y="340"/>
                  </a:lnTo>
                  <a:lnTo>
                    <a:pt x="13873" y="425"/>
                  </a:lnTo>
                  <a:lnTo>
                    <a:pt x="13067" y="552"/>
                  </a:lnTo>
                  <a:lnTo>
                    <a:pt x="11497" y="849"/>
                  </a:lnTo>
                  <a:lnTo>
                    <a:pt x="11921" y="86"/>
                  </a:lnTo>
                  <a:lnTo>
                    <a:pt x="11964" y="43"/>
                  </a:lnTo>
                  <a:lnTo>
                    <a:pt x="11921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2" name="Google Shape;1632;p45"/>
          <p:cNvGrpSpPr/>
          <p:nvPr/>
        </p:nvGrpSpPr>
        <p:grpSpPr>
          <a:xfrm>
            <a:off x="8194925" y="3551825"/>
            <a:ext cx="1070100" cy="674525"/>
            <a:chOff x="4551300" y="1957625"/>
            <a:chExt cx="1070100" cy="674525"/>
          </a:xfrm>
        </p:grpSpPr>
        <p:sp>
          <p:nvSpPr>
            <p:cNvPr id="1633" name="Google Shape;1633;p45"/>
            <p:cNvSpPr/>
            <p:nvPr/>
          </p:nvSpPr>
          <p:spPr>
            <a:xfrm>
              <a:off x="5120800" y="2137900"/>
              <a:ext cx="448625" cy="434850"/>
            </a:xfrm>
            <a:custGeom>
              <a:rect b="b" l="l" r="r" t="t"/>
              <a:pathLst>
                <a:path extrusionOk="0" h="17394" w="17945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424" y="17309"/>
                  </a:lnTo>
                  <a:lnTo>
                    <a:pt x="7721" y="17224"/>
                  </a:lnTo>
                  <a:lnTo>
                    <a:pt x="8273" y="17054"/>
                  </a:lnTo>
                  <a:lnTo>
                    <a:pt x="8824" y="16757"/>
                  </a:lnTo>
                  <a:lnTo>
                    <a:pt x="9376" y="16418"/>
                  </a:lnTo>
                  <a:lnTo>
                    <a:pt x="9885" y="16036"/>
                  </a:lnTo>
                  <a:lnTo>
                    <a:pt x="10394" y="15654"/>
                  </a:lnTo>
                  <a:lnTo>
                    <a:pt x="11327" y="14848"/>
                  </a:lnTo>
                  <a:lnTo>
                    <a:pt x="11964" y="14297"/>
                  </a:lnTo>
                  <a:lnTo>
                    <a:pt x="12557" y="13745"/>
                  </a:lnTo>
                  <a:lnTo>
                    <a:pt x="13151" y="13151"/>
                  </a:lnTo>
                  <a:lnTo>
                    <a:pt x="13703" y="12515"/>
                  </a:lnTo>
                  <a:lnTo>
                    <a:pt x="14806" y="11242"/>
                  </a:lnTo>
                  <a:lnTo>
                    <a:pt x="15824" y="9885"/>
                  </a:lnTo>
                  <a:lnTo>
                    <a:pt x="16503" y="8952"/>
                  </a:lnTo>
                  <a:lnTo>
                    <a:pt x="16884" y="8443"/>
                  </a:lnTo>
                  <a:lnTo>
                    <a:pt x="17266" y="7891"/>
                  </a:lnTo>
                  <a:lnTo>
                    <a:pt x="17563" y="7297"/>
                  </a:lnTo>
                  <a:lnTo>
                    <a:pt x="17818" y="6703"/>
                  </a:lnTo>
                  <a:lnTo>
                    <a:pt x="17903" y="6406"/>
                  </a:lnTo>
                  <a:lnTo>
                    <a:pt x="17945" y="6109"/>
                  </a:lnTo>
                  <a:lnTo>
                    <a:pt x="17945" y="5855"/>
                  </a:lnTo>
                  <a:lnTo>
                    <a:pt x="17945" y="5558"/>
                  </a:lnTo>
                  <a:lnTo>
                    <a:pt x="17860" y="5303"/>
                  </a:lnTo>
                  <a:lnTo>
                    <a:pt x="17775" y="5006"/>
                  </a:lnTo>
                  <a:lnTo>
                    <a:pt x="17648" y="4752"/>
                  </a:lnTo>
                  <a:lnTo>
                    <a:pt x="17521" y="4497"/>
                  </a:lnTo>
                  <a:lnTo>
                    <a:pt x="17139" y="4031"/>
                  </a:lnTo>
                  <a:lnTo>
                    <a:pt x="16672" y="3564"/>
                  </a:lnTo>
                  <a:lnTo>
                    <a:pt x="16206" y="3140"/>
                  </a:lnTo>
                  <a:lnTo>
                    <a:pt x="15697" y="2758"/>
                  </a:lnTo>
                  <a:lnTo>
                    <a:pt x="14763" y="2122"/>
                  </a:lnTo>
                  <a:lnTo>
                    <a:pt x="13703" y="1401"/>
                  </a:lnTo>
                  <a:lnTo>
                    <a:pt x="13109" y="1019"/>
                  </a:lnTo>
                  <a:lnTo>
                    <a:pt x="12473" y="679"/>
                  </a:lnTo>
                  <a:lnTo>
                    <a:pt x="11794" y="383"/>
                  </a:lnTo>
                  <a:lnTo>
                    <a:pt x="11158" y="128"/>
                  </a:lnTo>
                  <a:lnTo>
                    <a:pt x="10818" y="43"/>
                  </a:lnTo>
                  <a:lnTo>
                    <a:pt x="1047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45"/>
            <p:cNvSpPr/>
            <p:nvPr/>
          </p:nvSpPr>
          <p:spPr>
            <a:xfrm>
              <a:off x="5120800" y="2137900"/>
              <a:ext cx="351075" cy="434850"/>
            </a:xfrm>
            <a:custGeom>
              <a:rect b="b" l="l" r="r" t="t"/>
              <a:pathLst>
                <a:path extrusionOk="0" h="17394" w="14043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679" y="17266"/>
                  </a:lnTo>
                  <a:lnTo>
                    <a:pt x="8230" y="17054"/>
                  </a:lnTo>
                  <a:lnTo>
                    <a:pt x="8782" y="16800"/>
                  </a:lnTo>
                  <a:lnTo>
                    <a:pt x="9291" y="16460"/>
                  </a:lnTo>
                  <a:lnTo>
                    <a:pt x="9800" y="16121"/>
                  </a:lnTo>
                  <a:lnTo>
                    <a:pt x="10309" y="15739"/>
                  </a:lnTo>
                  <a:lnTo>
                    <a:pt x="11200" y="14975"/>
                  </a:lnTo>
                  <a:lnTo>
                    <a:pt x="10564" y="14806"/>
                  </a:lnTo>
                  <a:lnTo>
                    <a:pt x="9970" y="14594"/>
                  </a:lnTo>
                  <a:lnTo>
                    <a:pt x="9376" y="14297"/>
                  </a:lnTo>
                  <a:lnTo>
                    <a:pt x="8824" y="14000"/>
                  </a:lnTo>
                  <a:lnTo>
                    <a:pt x="8315" y="13618"/>
                  </a:lnTo>
                  <a:lnTo>
                    <a:pt x="7849" y="13236"/>
                  </a:lnTo>
                  <a:lnTo>
                    <a:pt x="7424" y="12812"/>
                  </a:lnTo>
                  <a:lnTo>
                    <a:pt x="7043" y="12303"/>
                  </a:lnTo>
                  <a:lnTo>
                    <a:pt x="6703" y="11794"/>
                  </a:lnTo>
                  <a:lnTo>
                    <a:pt x="6449" y="11242"/>
                  </a:lnTo>
                  <a:lnTo>
                    <a:pt x="6279" y="10691"/>
                  </a:lnTo>
                  <a:lnTo>
                    <a:pt x="6152" y="10055"/>
                  </a:lnTo>
                  <a:lnTo>
                    <a:pt x="6109" y="9418"/>
                  </a:lnTo>
                  <a:lnTo>
                    <a:pt x="6152" y="8782"/>
                  </a:lnTo>
                  <a:lnTo>
                    <a:pt x="6322" y="8103"/>
                  </a:lnTo>
                  <a:lnTo>
                    <a:pt x="6534" y="7382"/>
                  </a:lnTo>
                  <a:lnTo>
                    <a:pt x="6788" y="6831"/>
                  </a:lnTo>
                  <a:lnTo>
                    <a:pt x="7043" y="6322"/>
                  </a:lnTo>
                  <a:lnTo>
                    <a:pt x="7382" y="5812"/>
                  </a:lnTo>
                  <a:lnTo>
                    <a:pt x="7721" y="5346"/>
                  </a:lnTo>
                  <a:lnTo>
                    <a:pt x="8103" y="4879"/>
                  </a:lnTo>
                  <a:lnTo>
                    <a:pt x="8570" y="4455"/>
                  </a:lnTo>
                  <a:lnTo>
                    <a:pt x="8994" y="4073"/>
                  </a:lnTo>
                  <a:lnTo>
                    <a:pt x="9503" y="3691"/>
                  </a:lnTo>
                  <a:lnTo>
                    <a:pt x="10012" y="3352"/>
                  </a:lnTo>
                  <a:lnTo>
                    <a:pt x="10521" y="3013"/>
                  </a:lnTo>
                  <a:lnTo>
                    <a:pt x="11073" y="2716"/>
                  </a:lnTo>
                  <a:lnTo>
                    <a:pt x="11667" y="2461"/>
                  </a:lnTo>
                  <a:lnTo>
                    <a:pt x="12261" y="2207"/>
                  </a:lnTo>
                  <a:lnTo>
                    <a:pt x="12854" y="1995"/>
                  </a:lnTo>
                  <a:lnTo>
                    <a:pt x="13448" y="1782"/>
                  </a:lnTo>
                  <a:lnTo>
                    <a:pt x="14042" y="1613"/>
                  </a:lnTo>
                  <a:lnTo>
                    <a:pt x="13067" y="1019"/>
                  </a:lnTo>
                  <a:lnTo>
                    <a:pt x="12557" y="722"/>
                  </a:lnTo>
                  <a:lnTo>
                    <a:pt x="12006" y="467"/>
                  </a:lnTo>
                  <a:lnTo>
                    <a:pt x="11455" y="255"/>
                  </a:lnTo>
                  <a:lnTo>
                    <a:pt x="10903" y="86"/>
                  </a:lnTo>
                  <a:lnTo>
                    <a:pt x="10352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45"/>
            <p:cNvSpPr/>
            <p:nvPr/>
          </p:nvSpPr>
          <p:spPr>
            <a:xfrm>
              <a:off x="5377450" y="2418950"/>
              <a:ext cx="53050" cy="25475"/>
            </a:xfrm>
            <a:custGeom>
              <a:rect b="b" l="l" r="r" t="t"/>
              <a:pathLst>
                <a:path extrusionOk="0" h="1019" w="2122">
                  <a:moveTo>
                    <a:pt x="1740" y="0"/>
                  </a:moveTo>
                  <a:lnTo>
                    <a:pt x="1655" y="43"/>
                  </a:lnTo>
                  <a:lnTo>
                    <a:pt x="1570" y="170"/>
                  </a:lnTo>
                  <a:lnTo>
                    <a:pt x="1443" y="297"/>
                  </a:lnTo>
                  <a:lnTo>
                    <a:pt x="1316" y="382"/>
                  </a:lnTo>
                  <a:lnTo>
                    <a:pt x="1146" y="467"/>
                  </a:lnTo>
                  <a:lnTo>
                    <a:pt x="637" y="467"/>
                  </a:lnTo>
                  <a:lnTo>
                    <a:pt x="510" y="382"/>
                  </a:lnTo>
                  <a:lnTo>
                    <a:pt x="340" y="297"/>
                  </a:lnTo>
                  <a:lnTo>
                    <a:pt x="298" y="255"/>
                  </a:lnTo>
                  <a:lnTo>
                    <a:pt x="86" y="255"/>
                  </a:lnTo>
                  <a:lnTo>
                    <a:pt x="1" y="382"/>
                  </a:lnTo>
                  <a:lnTo>
                    <a:pt x="1" y="425"/>
                  </a:lnTo>
                  <a:lnTo>
                    <a:pt x="43" y="509"/>
                  </a:lnTo>
                  <a:lnTo>
                    <a:pt x="255" y="764"/>
                  </a:lnTo>
                  <a:lnTo>
                    <a:pt x="510" y="934"/>
                  </a:lnTo>
                  <a:lnTo>
                    <a:pt x="764" y="1018"/>
                  </a:lnTo>
                  <a:lnTo>
                    <a:pt x="1061" y="1018"/>
                  </a:lnTo>
                  <a:lnTo>
                    <a:pt x="1358" y="976"/>
                  </a:lnTo>
                  <a:lnTo>
                    <a:pt x="1613" y="849"/>
                  </a:lnTo>
                  <a:lnTo>
                    <a:pt x="1867" y="679"/>
                  </a:lnTo>
                  <a:lnTo>
                    <a:pt x="2079" y="467"/>
                  </a:lnTo>
                  <a:lnTo>
                    <a:pt x="2122" y="340"/>
                  </a:lnTo>
                  <a:lnTo>
                    <a:pt x="2079" y="212"/>
                  </a:lnTo>
                  <a:lnTo>
                    <a:pt x="2037" y="128"/>
                  </a:lnTo>
                  <a:lnTo>
                    <a:pt x="1952" y="43"/>
                  </a:lnTo>
                  <a:lnTo>
                    <a:pt x="186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45"/>
            <p:cNvSpPr/>
            <p:nvPr/>
          </p:nvSpPr>
          <p:spPr>
            <a:xfrm>
              <a:off x="5401850" y="2365925"/>
              <a:ext cx="49875" cy="26525"/>
            </a:xfrm>
            <a:custGeom>
              <a:rect b="b" l="l" r="r" t="t"/>
              <a:pathLst>
                <a:path extrusionOk="0" h="1061" w="1995">
                  <a:moveTo>
                    <a:pt x="1061" y="0"/>
                  </a:moveTo>
                  <a:lnTo>
                    <a:pt x="764" y="43"/>
                  </a:lnTo>
                  <a:lnTo>
                    <a:pt x="509" y="170"/>
                  </a:lnTo>
                  <a:lnTo>
                    <a:pt x="255" y="340"/>
                  </a:lnTo>
                  <a:lnTo>
                    <a:pt x="85" y="594"/>
                  </a:lnTo>
                  <a:lnTo>
                    <a:pt x="0" y="891"/>
                  </a:lnTo>
                  <a:lnTo>
                    <a:pt x="0" y="1018"/>
                  </a:lnTo>
                  <a:lnTo>
                    <a:pt x="85" y="1061"/>
                  </a:lnTo>
                  <a:lnTo>
                    <a:pt x="213" y="1061"/>
                  </a:lnTo>
                  <a:lnTo>
                    <a:pt x="255" y="976"/>
                  </a:lnTo>
                  <a:lnTo>
                    <a:pt x="340" y="806"/>
                  </a:lnTo>
                  <a:lnTo>
                    <a:pt x="467" y="679"/>
                  </a:lnTo>
                  <a:lnTo>
                    <a:pt x="637" y="552"/>
                  </a:lnTo>
                  <a:lnTo>
                    <a:pt x="806" y="509"/>
                  </a:lnTo>
                  <a:lnTo>
                    <a:pt x="976" y="467"/>
                  </a:lnTo>
                  <a:lnTo>
                    <a:pt x="1146" y="467"/>
                  </a:lnTo>
                  <a:lnTo>
                    <a:pt x="1315" y="552"/>
                  </a:lnTo>
                  <a:lnTo>
                    <a:pt x="1485" y="679"/>
                  </a:lnTo>
                  <a:lnTo>
                    <a:pt x="1570" y="721"/>
                  </a:lnTo>
                  <a:lnTo>
                    <a:pt x="1697" y="764"/>
                  </a:lnTo>
                  <a:lnTo>
                    <a:pt x="1782" y="721"/>
                  </a:lnTo>
                  <a:lnTo>
                    <a:pt x="1867" y="637"/>
                  </a:lnTo>
                  <a:lnTo>
                    <a:pt x="1952" y="552"/>
                  </a:lnTo>
                  <a:lnTo>
                    <a:pt x="1994" y="467"/>
                  </a:lnTo>
                  <a:lnTo>
                    <a:pt x="1952" y="382"/>
                  </a:lnTo>
                  <a:lnTo>
                    <a:pt x="1909" y="255"/>
                  </a:lnTo>
                  <a:lnTo>
                    <a:pt x="1655" y="128"/>
                  </a:lnTo>
                  <a:lnTo>
                    <a:pt x="1358" y="43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45"/>
            <p:cNvSpPr/>
            <p:nvPr/>
          </p:nvSpPr>
          <p:spPr>
            <a:xfrm>
              <a:off x="5473975" y="2296975"/>
              <a:ext cx="26525" cy="54125"/>
            </a:xfrm>
            <a:custGeom>
              <a:rect b="b" l="l" r="r" t="t"/>
              <a:pathLst>
                <a:path extrusionOk="0" h="2165" w="1061">
                  <a:moveTo>
                    <a:pt x="297" y="1"/>
                  </a:moveTo>
                  <a:lnTo>
                    <a:pt x="170" y="43"/>
                  </a:lnTo>
                  <a:lnTo>
                    <a:pt x="85" y="128"/>
                  </a:lnTo>
                  <a:lnTo>
                    <a:pt x="42" y="213"/>
                  </a:lnTo>
                  <a:lnTo>
                    <a:pt x="0" y="298"/>
                  </a:lnTo>
                  <a:lnTo>
                    <a:pt x="42" y="425"/>
                  </a:lnTo>
                  <a:lnTo>
                    <a:pt x="127" y="510"/>
                  </a:lnTo>
                  <a:lnTo>
                    <a:pt x="255" y="680"/>
                  </a:lnTo>
                  <a:lnTo>
                    <a:pt x="339" y="807"/>
                  </a:lnTo>
                  <a:lnTo>
                    <a:pt x="424" y="977"/>
                  </a:lnTo>
                  <a:lnTo>
                    <a:pt x="467" y="1146"/>
                  </a:lnTo>
                  <a:lnTo>
                    <a:pt x="467" y="1274"/>
                  </a:lnTo>
                  <a:lnTo>
                    <a:pt x="424" y="1443"/>
                  </a:lnTo>
                  <a:lnTo>
                    <a:pt x="339" y="1613"/>
                  </a:lnTo>
                  <a:lnTo>
                    <a:pt x="255" y="1783"/>
                  </a:lnTo>
                  <a:lnTo>
                    <a:pt x="212" y="1867"/>
                  </a:lnTo>
                  <a:lnTo>
                    <a:pt x="212" y="1952"/>
                  </a:lnTo>
                  <a:lnTo>
                    <a:pt x="255" y="2080"/>
                  </a:lnTo>
                  <a:lnTo>
                    <a:pt x="382" y="2164"/>
                  </a:lnTo>
                  <a:lnTo>
                    <a:pt x="467" y="2164"/>
                  </a:lnTo>
                  <a:lnTo>
                    <a:pt x="552" y="2122"/>
                  </a:lnTo>
                  <a:lnTo>
                    <a:pt x="764" y="1910"/>
                  </a:lnTo>
                  <a:lnTo>
                    <a:pt x="933" y="1655"/>
                  </a:lnTo>
                  <a:lnTo>
                    <a:pt x="1018" y="1358"/>
                  </a:lnTo>
                  <a:lnTo>
                    <a:pt x="1061" y="1061"/>
                  </a:lnTo>
                  <a:lnTo>
                    <a:pt x="1018" y="765"/>
                  </a:lnTo>
                  <a:lnTo>
                    <a:pt x="933" y="468"/>
                  </a:lnTo>
                  <a:lnTo>
                    <a:pt x="764" y="21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45"/>
            <p:cNvSpPr/>
            <p:nvPr/>
          </p:nvSpPr>
          <p:spPr>
            <a:xfrm>
              <a:off x="5183375" y="2358500"/>
              <a:ext cx="56225" cy="50925"/>
            </a:xfrm>
            <a:custGeom>
              <a:rect b="b" l="l" r="r" t="t"/>
              <a:pathLst>
                <a:path extrusionOk="0" h="2037" w="2249">
                  <a:moveTo>
                    <a:pt x="1825" y="0"/>
                  </a:moveTo>
                  <a:lnTo>
                    <a:pt x="1740" y="85"/>
                  </a:lnTo>
                  <a:lnTo>
                    <a:pt x="1655" y="170"/>
                  </a:lnTo>
                  <a:lnTo>
                    <a:pt x="1401" y="594"/>
                  </a:lnTo>
                  <a:lnTo>
                    <a:pt x="1273" y="806"/>
                  </a:lnTo>
                  <a:lnTo>
                    <a:pt x="1146" y="976"/>
                  </a:lnTo>
                  <a:lnTo>
                    <a:pt x="976" y="1146"/>
                  </a:lnTo>
                  <a:lnTo>
                    <a:pt x="764" y="1273"/>
                  </a:lnTo>
                  <a:lnTo>
                    <a:pt x="510" y="1358"/>
                  </a:lnTo>
                  <a:lnTo>
                    <a:pt x="255" y="1400"/>
                  </a:lnTo>
                  <a:lnTo>
                    <a:pt x="128" y="1443"/>
                  </a:lnTo>
                  <a:lnTo>
                    <a:pt x="43" y="1528"/>
                  </a:lnTo>
                  <a:lnTo>
                    <a:pt x="1" y="1655"/>
                  </a:lnTo>
                  <a:lnTo>
                    <a:pt x="43" y="1740"/>
                  </a:lnTo>
                  <a:lnTo>
                    <a:pt x="85" y="1867"/>
                  </a:lnTo>
                  <a:lnTo>
                    <a:pt x="170" y="1952"/>
                  </a:lnTo>
                  <a:lnTo>
                    <a:pt x="255" y="1994"/>
                  </a:lnTo>
                  <a:lnTo>
                    <a:pt x="382" y="2037"/>
                  </a:lnTo>
                  <a:lnTo>
                    <a:pt x="722" y="1952"/>
                  </a:lnTo>
                  <a:lnTo>
                    <a:pt x="1019" y="1824"/>
                  </a:lnTo>
                  <a:lnTo>
                    <a:pt x="1316" y="1697"/>
                  </a:lnTo>
                  <a:lnTo>
                    <a:pt x="1613" y="1485"/>
                  </a:lnTo>
                  <a:lnTo>
                    <a:pt x="1867" y="1231"/>
                  </a:lnTo>
                  <a:lnTo>
                    <a:pt x="2037" y="934"/>
                  </a:lnTo>
                  <a:lnTo>
                    <a:pt x="2164" y="637"/>
                  </a:lnTo>
                  <a:lnTo>
                    <a:pt x="2249" y="297"/>
                  </a:lnTo>
                  <a:lnTo>
                    <a:pt x="2207" y="212"/>
                  </a:lnTo>
                  <a:lnTo>
                    <a:pt x="2164" y="128"/>
                  </a:lnTo>
                  <a:lnTo>
                    <a:pt x="2079" y="43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45"/>
            <p:cNvSpPr/>
            <p:nvPr/>
          </p:nvSpPr>
          <p:spPr>
            <a:xfrm>
              <a:off x="4551300" y="1957625"/>
              <a:ext cx="1070100" cy="674525"/>
            </a:xfrm>
            <a:custGeom>
              <a:rect b="b" l="l" r="r" t="t"/>
              <a:pathLst>
                <a:path extrusionOk="0" h="26981" w="42804">
                  <a:moveTo>
                    <a:pt x="25708" y="0"/>
                  </a:moveTo>
                  <a:lnTo>
                    <a:pt x="25496" y="43"/>
                  </a:lnTo>
                  <a:lnTo>
                    <a:pt x="25284" y="85"/>
                  </a:lnTo>
                  <a:lnTo>
                    <a:pt x="24817" y="212"/>
                  </a:lnTo>
                  <a:lnTo>
                    <a:pt x="24350" y="467"/>
                  </a:lnTo>
                  <a:lnTo>
                    <a:pt x="23841" y="849"/>
                  </a:lnTo>
                  <a:lnTo>
                    <a:pt x="23375" y="1230"/>
                  </a:lnTo>
                  <a:lnTo>
                    <a:pt x="22866" y="1697"/>
                  </a:lnTo>
                  <a:lnTo>
                    <a:pt x="21932" y="2588"/>
                  </a:lnTo>
                  <a:lnTo>
                    <a:pt x="21126" y="3394"/>
                  </a:lnTo>
                  <a:lnTo>
                    <a:pt x="20320" y="4157"/>
                  </a:lnTo>
                  <a:lnTo>
                    <a:pt x="19811" y="3733"/>
                  </a:lnTo>
                  <a:lnTo>
                    <a:pt x="19217" y="3394"/>
                  </a:lnTo>
                  <a:lnTo>
                    <a:pt x="18623" y="3139"/>
                  </a:lnTo>
                  <a:lnTo>
                    <a:pt x="17987" y="2927"/>
                  </a:lnTo>
                  <a:lnTo>
                    <a:pt x="17308" y="2842"/>
                  </a:lnTo>
                  <a:lnTo>
                    <a:pt x="16630" y="2800"/>
                  </a:lnTo>
                  <a:lnTo>
                    <a:pt x="15951" y="2842"/>
                  </a:lnTo>
                  <a:lnTo>
                    <a:pt x="15230" y="2970"/>
                  </a:lnTo>
                  <a:lnTo>
                    <a:pt x="14678" y="3139"/>
                  </a:lnTo>
                  <a:lnTo>
                    <a:pt x="14169" y="3351"/>
                  </a:lnTo>
                  <a:lnTo>
                    <a:pt x="13703" y="3648"/>
                  </a:lnTo>
                  <a:lnTo>
                    <a:pt x="13236" y="3945"/>
                  </a:lnTo>
                  <a:lnTo>
                    <a:pt x="12812" y="4285"/>
                  </a:lnTo>
                  <a:lnTo>
                    <a:pt x="12430" y="4709"/>
                  </a:lnTo>
                  <a:lnTo>
                    <a:pt x="12091" y="5133"/>
                  </a:lnTo>
                  <a:lnTo>
                    <a:pt x="11794" y="5600"/>
                  </a:lnTo>
                  <a:lnTo>
                    <a:pt x="11624" y="6066"/>
                  </a:lnTo>
                  <a:lnTo>
                    <a:pt x="11454" y="6660"/>
                  </a:lnTo>
                  <a:lnTo>
                    <a:pt x="11157" y="8018"/>
                  </a:lnTo>
                  <a:lnTo>
                    <a:pt x="10860" y="9502"/>
                  </a:lnTo>
                  <a:lnTo>
                    <a:pt x="10691" y="10266"/>
                  </a:lnTo>
                  <a:lnTo>
                    <a:pt x="10479" y="10987"/>
                  </a:lnTo>
                  <a:lnTo>
                    <a:pt x="10224" y="11666"/>
                  </a:lnTo>
                  <a:lnTo>
                    <a:pt x="9927" y="12302"/>
                  </a:lnTo>
                  <a:lnTo>
                    <a:pt x="9757" y="12557"/>
                  </a:lnTo>
                  <a:lnTo>
                    <a:pt x="9588" y="12811"/>
                  </a:lnTo>
                  <a:lnTo>
                    <a:pt x="9376" y="13023"/>
                  </a:lnTo>
                  <a:lnTo>
                    <a:pt x="9164" y="13193"/>
                  </a:lnTo>
                  <a:lnTo>
                    <a:pt x="8909" y="13320"/>
                  </a:lnTo>
                  <a:lnTo>
                    <a:pt x="8654" y="13448"/>
                  </a:lnTo>
                  <a:lnTo>
                    <a:pt x="8358" y="13533"/>
                  </a:lnTo>
                  <a:lnTo>
                    <a:pt x="7721" y="13533"/>
                  </a:lnTo>
                  <a:lnTo>
                    <a:pt x="7382" y="13448"/>
                  </a:lnTo>
                  <a:lnTo>
                    <a:pt x="7000" y="13363"/>
                  </a:lnTo>
                  <a:lnTo>
                    <a:pt x="6618" y="13151"/>
                  </a:lnTo>
                  <a:lnTo>
                    <a:pt x="6576" y="13151"/>
                  </a:lnTo>
                  <a:lnTo>
                    <a:pt x="6830" y="12769"/>
                  </a:lnTo>
                  <a:lnTo>
                    <a:pt x="7085" y="12345"/>
                  </a:lnTo>
                  <a:lnTo>
                    <a:pt x="7297" y="11921"/>
                  </a:lnTo>
                  <a:lnTo>
                    <a:pt x="7509" y="11496"/>
                  </a:lnTo>
                  <a:lnTo>
                    <a:pt x="7509" y="11411"/>
                  </a:lnTo>
                  <a:lnTo>
                    <a:pt x="7509" y="11327"/>
                  </a:lnTo>
                  <a:lnTo>
                    <a:pt x="7467" y="11242"/>
                  </a:lnTo>
                  <a:lnTo>
                    <a:pt x="7424" y="11157"/>
                  </a:lnTo>
                  <a:lnTo>
                    <a:pt x="6533" y="10436"/>
                  </a:lnTo>
                  <a:lnTo>
                    <a:pt x="5685" y="9715"/>
                  </a:lnTo>
                  <a:lnTo>
                    <a:pt x="4879" y="8909"/>
                  </a:lnTo>
                  <a:lnTo>
                    <a:pt x="4158" y="8060"/>
                  </a:lnTo>
                  <a:lnTo>
                    <a:pt x="4073" y="8018"/>
                  </a:lnTo>
                  <a:lnTo>
                    <a:pt x="3903" y="8018"/>
                  </a:lnTo>
                  <a:lnTo>
                    <a:pt x="3861" y="8060"/>
                  </a:lnTo>
                  <a:lnTo>
                    <a:pt x="1103" y="11242"/>
                  </a:lnTo>
                  <a:lnTo>
                    <a:pt x="764" y="11581"/>
                  </a:lnTo>
                  <a:lnTo>
                    <a:pt x="382" y="12048"/>
                  </a:lnTo>
                  <a:lnTo>
                    <a:pt x="213" y="12260"/>
                  </a:lnTo>
                  <a:lnTo>
                    <a:pt x="85" y="12514"/>
                  </a:lnTo>
                  <a:lnTo>
                    <a:pt x="1" y="12769"/>
                  </a:lnTo>
                  <a:lnTo>
                    <a:pt x="1" y="12981"/>
                  </a:lnTo>
                  <a:lnTo>
                    <a:pt x="85" y="13193"/>
                  </a:lnTo>
                  <a:lnTo>
                    <a:pt x="255" y="13405"/>
                  </a:lnTo>
                  <a:lnTo>
                    <a:pt x="467" y="13575"/>
                  </a:lnTo>
                  <a:lnTo>
                    <a:pt x="722" y="13702"/>
                  </a:lnTo>
                  <a:lnTo>
                    <a:pt x="1231" y="13914"/>
                  </a:lnTo>
                  <a:lnTo>
                    <a:pt x="1697" y="14084"/>
                  </a:lnTo>
                  <a:lnTo>
                    <a:pt x="2419" y="14381"/>
                  </a:lnTo>
                  <a:lnTo>
                    <a:pt x="3182" y="14635"/>
                  </a:lnTo>
                  <a:lnTo>
                    <a:pt x="3988" y="14805"/>
                  </a:lnTo>
                  <a:lnTo>
                    <a:pt x="4752" y="14932"/>
                  </a:lnTo>
                  <a:lnTo>
                    <a:pt x="4879" y="14890"/>
                  </a:lnTo>
                  <a:lnTo>
                    <a:pt x="4921" y="14805"/>
                  </a:lnTo>
                  <a:lnTo>
                    <a:pt x="4879" y="14720"/>
                  </a:lnTo>
                  <a:lnTo>
                    <a:pt x="4794" y="14635"/>
                  </a:lnTo>
                  <a:lnTo>
                    <a:pt x="3946" y="14423"/>
                  </a:lnTo>
                  <a:lnTo>
                    <a:pt x="3097" y="14211"/>
                  </a:lnTo>
                  <a:lnTo>
                    <a:pt x="2037" y="13872"/>
                  </a:lnTo>
                  <a:lnTo>
                    <a:pt x="1485" y="13660"/>
                  </a:lnTo>
                  <a:lnTo>
                    <a:pt x="1273" y="13533"/>
                  </a:lnTo>
                  <a:lnTo>
                    <a:pt x="1103" y="13363"/>
                  </a:lnTo>
                  <a:lnTo>
                    <a:pt x="849" y="13278"/>
                  </a:lnTo>
                  <a:lnTo>
                    <a:pt x="722" y="13236"/>
                  </a:lnTo>
                  <a:lnTo>
                    <a:pt x="679" y="13151"/>
                  </a:lnTo>
                  <a:lnTo>
                    <a:pt x="679" y="13023"/>
                  </a:lnTo>
                  <a:lnTo>
                    <a:pt x="679" y="12939"/>
                  </a:lnTo>
                  <a:lnTo>
                    <a:pt x="807" y="12642"/>
                  </a:lnTo>
                  <a:lnTo>
                    <a:pt x="849" y="12387"/>
                  </a:lnTo>
                  <a:lnTo>
                    <a:pt x="891" y="12133"/>
                  </a:lnTo>
                  <a:lnTo>
                    <a:pt x="1061" y="11921"/>
                  </a:lnTo>
                  <a:lnTo>
                    <a:pt x="1231" y="11751"/>
                  </a:lnTo>
                  <a:lnTo>
                    <a:pt x="1528" y="11369"/>
                  </a:lnTo>
                  <a:lnTo>
                    <a:pt x="1867" y="10987"/>
                  </a:lnTo>
                  <a:lnTo>
                    <a:pt x="2546" y="10266"/>
                  </a:lnTo>
                  <a:lnTo>
                    <a:pt x="3140" y="9418"/>
                  </a:lnTo>
                  <a:lnTo>
                    <a:pt x="3521" y="8951"/>
                  </a:lnTo>
                  <a:lnTo>
                    <a:pt x="3691" y="8824"/>
                  </a:lnTo>
                  <a:lnTo>
                    <a:pt x="3818" y="8739"/>
                  </a:lnTo>
                  <a:lnTo>
                    <a:pt x="3988" y="8739"/>
                  </a:lnTo>
                  <a:lnTo>
                    <a:pt x="4115" y="8781"/>
                  </a:lnTo>
                  <a:lnTo>
                    <a:pt x="4243" y="8824"/>
                  </a:lnTo>
                  <a:lnTo>
                    <a:pt x="4327" y="8909"/>
                  </a:lnTo>
                  <a:lnTo>
                    <a:pt x="4540" y="9121"/>
                  </a:lnTo>
                  <a:lnTo>
                    <a:pt x="4752" y="9375"/>
                  </a:lnTo>
                  <a:lnTo>
                    <a:pt x="5303" y="9927"/>
                  </a:lnTo>
                  <a:lnTo>
                    <a:pt x="5897" y="10436"/>
                  </a:lnTo>
                  <a:lnTo>
                    <a:pt x="6491" y="10945"/>
                  </a:lnTo>
                  <a:lnTo>
                    <a:pt x="7085" y="11411"/>
                  </a:lnTo>
                  <a:lnTo>
                    <a:pt x="6661" y="12260"/>
                  </a:lnTo>
                  <a:lnTo>
                    <a:pt x="6152" y="13066"/>
                  </a:lnTo>
                  <a:lnTo>
                    <a:pt x="5600" y="13872"/>
                  </a:lnTo>
                  <a:lnTo>
                    <a:pt x="4964" y="14593"/>
                  </a:lnTo>
                  <a:lnTo>
                    <a:pt x="4921" y="14678"/>
                  </a:lnTo>
                  <a:lnTo>
                    <a:pt x="4964" y="14763"/>
                  </a:lnTo>
                  <a:lnTo>
                    <a:pt x="5006" y="14805"/>
                  </a:lnTo>
                  <a:lnTo>
                    <a:pt x="5091" y="14763"/>
                  </a:lnTo>
                  <a:lnTo>
                    <a:pt x="5473" y="14423"/>
                  </a:lnTo>
                  <a:lnTo>
                    <a:pt x="5812" y="14084"/>
                  </a:lnTo>
                  <a:lnTo>
                    <a:pt x="6109" y="13745"/>
                  </a:lnTo>
                  <a:lnTo>
                    <a:pt x="6406" y="13363"/>
                  </a:lnTo>
                  <a:lnTo>
                    <a:pt x="6449" y="13405"/>
                  </a:lnTo>
                  <a:lnTo>
                    <a:pt x="6958" y="13660"/>
                  </a:lnTo>
                  <a:lnTo>
                    <a:pt x="7467" y="13787"/>
                  </a:lnTo>
                  <a:lnTo>
                    <a:pt x="7933" y="13787"/>
                  </a:lnTo>
                  <a:lnTo>
                    <a:pt x="8358" y="13745"/>
                  </a:lnTo>
                  <a:lnTo>
                    <a:pt x="8739" y="13617"/>
                  </a:lnTo>
                  <a:lnTo>
                    <a:pt x="9121" y="13405"/>
                  </a:lnTo>
                  <a:lnTo>
                    <a:pt x="9460" y="13108"/>
                  </a:lnTo>
                  <a:lnTo>
                    <a:pt x="9757" y="12769"/>
                  </a:lnTo>
                  <a:lnTo>
                    <a:pt x="10054" y="12387"/>
                  </a:lnTo>
                  <a:lnTo>
                    <a:pt x="10309" y="12005"/>
                  </a:lnTo>
                  <a:lnTo>
                    <a:pt x="10563" y="11581"/>
                  </a:lnTo>
                  <a:lnTo>
                    <a:pt x="10733" y="11115"/>
                  </a:lnTo>
                  <a:lnTo>
                    <a:pt x="10903" y="10648"/>
                  </a:lnTo>
                  <a:lnTo>
                    <a:pt x="11072" y="10181"/>
                  </a:lnTo>
                  <a:lnTo>
                    <a:pt x="11242" y="9290"/>
                  </a:lnTo>
                  <a:lnTo>
                    <a:pt x="11454" y="8272"/>
                  </a:lnTo>
                  <a:lnTo>
                    <a:pt x="11709" y="7297"/>
                  </a:lnTo>
                  <a:lnTo>
                    <a:pt x="11836" y="6788"/>
                  </a:lnTo>
                  <a:lnTo>
                    <a:pt x="12006" y="6363"/>
                  </a:lnTo>
                  <a:lnTo>
                    <a:pt x="12218" y="5897"/>
                  </a:lnTo>
                  <a:lnTo>
                    <a:pt x="12430" y="5472"/>
                  </a:lnTo>
                  <a:lnTo>
                    <a:pt x="12684" y="5091"/>
                  </a:lnTo>
                  <a:lnTo>
                    <a:pt x="12939" y="4709"/>
                  </a:lnTo>
                  <a:lnTo>
                    <a:pt x="13278" y="4370"/>
                  </a:lnTo>
                  <a:lnTo>
                    <a:pt x="13618" y="4073"/>
                  </a:lnTo>
                  <a:lnTo>
                    <a:pt x="14042" y="3818"/>
                  </a:lnTo>
                  <a:lnTo>
                    <a:pt x="14509" y="3564"/>
                  </a:lnTo>
                  <a:lnTo>
                    <a:pt x="15018" y="3351"/>
                  </a:lnTo>
                  <a:lnTo>
                    <a:pt x="15569" y="3224"/>
                  </a:lnTo>
                  <a:lnTo>
                    <a:pt x="16205" y="3097"/>
                  </a:lnTo>
                  <a:lnTo>
                    <a:pt x="16842" y="3097"/>
                  </a:lnTo>
                  <a:lnTo>
                    <a:pt x="17436" y="3139"/>
                  </a:lnTo>
                  <a:lnTo>
                    <a:pt x="18030" y="3267"/>
                  </a:lnTo>
                  <a:lnTo>
                    <a:pt x="18581" y="3436"/>
                  </a:lnTo>
                  <a:lnTo>
                    <a:pt x="19133" y="3691"/>
                  </a:lnTo>
                  <a:lnTo>
                    <a:pt x="19642" y="3988"/>
                  </a:lnTo>
                  <a:lnTo>
                    <a:pt x="20151" y="4327"/>
                  </a:lnTo>
                  <a:lnTo>
                    <a:pt x="18199" y="6236"/>
                  </a:lnTo>
                  <a:lnTo>
                    <a:pt x="16290" y="8145"/>
                  </a:lnTo>
                  <a:lnTo>
                    <a:pt x="16248" y="8230"/>
                  </a:lnTo>
                  <a:lnTo>
                    <a:pt x="16248" y="8315"/>
                  </a:lnTo>
                  <a:lnTo>
                    <a:pt x="16248" y="8400"/>
                  </a:lnTo>
                  <a:lnTo>
                    <a:pt x="16290" y="8484"/>
                  </a:lnTo>
                  <a:lnTo>
                    <a:pt x="16375" y="8527"/>
                  </a:lnTo>
                  <a:lnTo>
                    <a:pt x="16502" y="8527"/>
                  </a:lnTo>
                  <a:lnTo>
                    <a:pt x="16587" y="8484"/>
                  </a:lnTo>
                  <a:lnTo>
                    <a:pt x="18539" y="6533"/>
                  </a:lnTo>
                  <a:lnTo>
                    <a:pt x="20490" y="4624"/>
                  </a:lnTo>
                  <a:lnTo>
                    <a:pt x="20872" y="4963"/>
                  </a:lnTo>
                  <a:lnTo>
                    <a:pt x="21169" y="5303"/>
                  </a:lnTo>
                  <a:lnTo>
                    <a:pt x="21466" y="5685"/>
                  </a:lnTo>
                  <a:lnTo>
                    <a:pt x="21763" y="6066"/>
                  </a:lnTo>
                  <a:lnTo>
                    <a:pt x="21678" y="6151"/>
                  </a:lnTo>
                  <a:lnTo>
                    <a:pt x="21169" y="6618"/>
                  </a:lnTo>
                  <a:lnTo>
                    <a:pt x="20617" y="7042"/>
                  </a:lnTo>
                  <a:lnTo>
                    <a:pt x="20278" y="7297"/>
                  </a:lnTo>
                  <a:lnTo>
                    <a:pt x="20151" y="7339"/>
                  </a:lnTo>
                  <a:lnTo>
                    <a:pt x="19939" y="7339"/>
                  </a:lnTo>
                  <a:lnTo>
                    <a:pt x="19811" y="7254"/>
                  </a:lnTo>
                  <a:lnTo>
                    <a:pt x="19514" y="6957"/>
                  </a:lnTo>
                  <a:lnTo>
                    <a:pt x="19429" y="6957"/>
                  </a:lnTo>
                  <a:lnTo>
                    <a:pt x="19387" y="6915"/>
                  </a:lnTo>
                  <a:lnTo>
                    <a:pt x="19302" y="6957"/>
                  </a:lnTo>
                  <a:lnTo>
                    <a:pt x="19260" y="7084"/>
                  </a:lnTo>
                  <a:lnTo>
                    <a:pt x="19260" y="7127"/>
                  </a:lnTo>
                  <a:lnTo>
                    <a:pt x="19302" y="7169"/>
                  </a:lnTo>
                  <a:lnTo>
                    <a:pt x="19939" y="7933"/>
                  </a:lnTo>
                  <a:lnTo>
                    <a:pt x="20023" y="7975"/>
                  </a:lnTo>
                  <a:lnTo>
                    <a:pt x="20151" y="7975"/>
                  </a:lnTo>
                  <a:lnTo>
                    <a:pt x="20235" y="7933"/>
                  </a:lnTo>
                  <a:lnTo>
                    <a:pt x="21975" y="6448"/>
                  </a:lnTo>
                  <a:lnTo>
                    <a:pt x="22314" y="7042"/>
                  </a:lnTo>
                  <a:lnTo>
                    <a:pt x="22569" y="7636"/>
                  </a:lnTo>
                  <a:lnTo>
                    <a:pt x="22611" y="7678"/>
                  </a:lnTo>
                  <a:lnTo>
                    <a:pt x="22653" y="7678"/>
                  </a:lnTo>
                  <a:lnTo>
                    <a:pt x="22696" y="7636"/>
                  </a:lnTo>
                  <a:lnTo>
                    <a:pt x="22696" y="7594"/>
                  </a:lnTo>
                  <a:lnTo>
                    <a:pt x="22441" y="6915"/>
                  </a:lnTo>
                  <a:lnTo>
                    <a:pt x="22144" y="6321"/>
                  </a:lnTo>
                  <a:lnTo>
                    <a:pt x="22653" y="5897"/>
                  </a:lnTo>
                  <a:lnTo>
                    <a:pt x="23587" y="5176"/>
                  </a:lnTo>
                  <a:lnTo>
                    <a:pt x="23799" y="4963"/>
                  </a:lnTo>
                  <a:lnTo>
                    <a:pt x="24011" y="4751"/>
                  </a:lnTo>
                  <a:lnTo>
                    <a:pt x="24181" y="4497"/>
                  </a:lnTo>
                  <a:lnTo>
                    <a:pt x="24308" y="4285"/>
                  </a:lnTo>
                  <a:lnTo>
                    <a:pt x="24393" y="4030"/>
                  </a:lnTo>
                  <a:lnTo>
                    <a:pt x="24393" y="3776"/>
                  </a:lnTo>
                  <a:lnTo>
                    <a:pt x="24350" y="3564"/>
                  </a:lnTo>
                  <a:lnTo>
                    <a:pt x="24266" y="3351"/>
                  </a:lnTo>
                  <a:lnTo>
                    <a:pt x="24096" y="3224"/>
                  </a:lnTo>
                  <a:lnTo>
                    <a:pt x="23926" y="3097"/>
                  </a:lnTo>
                  <a:lnTo>
                    <a:pt x="23714" y="3054"/>
                  </a:lnTo>
                  <a:lnTo>
                    <a:pt x="23459" y="3097"/>
                  </a:lnTo>
                  <a:lnTo>
                    <a:pt x="23375" y="3139"/>
                  </a:lnTo>
                  <a:lnTo>
                    <a:pt x="23332" y="3182"/>
                  </a:lnTo>
                  <a:lnTo>
                    <a:pt x="23290" y="3267"/>
                  </a:lnTo>
                  <a:lnTo>
                    <a:pt x="23290" y="3351"/>
                  </a:lnTo>
                  <a:lnTo>
                    <a:pt x="23332" y="3394"/>
                  </a:lnTo>
                  <a:lnTo>
                    <a:pt x="23375" y="3479"/>
                  </a:lnTo>
                  <a:lnTo>
                    <a:pt x="23544" y="3479"/>
                  </a:lnTo>
                  <a:lnTo>
                    <a:pt x="23714" y="3860"/>
                  </a:lnTo>
                  <a:lnTo>
                    <a:pt x="23714" y="4030"/>
                  </a:lnTo>
                  <a:lnTo>
                    <a:pt x="23714" y="4200"/>
                  </a:lnTo>
                  <a:lnTo>
                    <a:pt x="23672" y="4327"/>
                  </a:lnTo>
                  <a:lnTo>
                    <a:pt x="23629" y="4454"/>
                  </a:lnTo>
                  <a:lnTo>
                    <a:pt x="23502" y="4582"/>
                  </a:lnTo>
                  <a:lnTo>
                    <a:pt x="23375" y="4666"/>
                  </a:lnTo>
                  <a:lnTo>
                    <a:pt x="22696" y="5260"/>
                  </a:lnTo>
                  <a:lnTo>
                    <a:pt x="21932" y="5939"/>
                  </a:lnTo>
                  <a:lnTo>
                    <a:pt x="21635" y="5515"/>
                  </a:lnTo>
                  <a:lnTo>
                    <a:pt x="21338" y="5133"/>
                  </a:lnTo>
                  <a:lnTo>
                    <a:pt x="21041" y="4794"/>
                  </a:lnTo>
                  <a:lnTo>
                    <a:pt x="20702" y="4454"/>
                  </a:lnTo>
                  <a:lnTo>
                    <a:pt x="22738" y="2630"/>
                  </a:lnTo>
                  <a:lnTo>
                    <a:pt x="23672" y="1739"/>
                  </a:lnTo>
                  <a:lnTo>
                    <a:pt x="24181" y="1273"/>
                  </a:lnTo>
                  <a:lnTo>
                    <a:pt x="24435" y="1103"/>
                  </a:lnTo>
                  <a:lnTo>
                    <a:pt x="24647" y="976"/>
                  </a:lnTo>
                  <a:lnTo>
                    <a:pt x="25029" y="891"/>
                  </a:lnTo>
                  <a:lnTo>
                    <a:pt x="25368" y="849"/>
                  </a:lnTo>
                  <a:lnTo>
                    <a:pt x="26090" y="849"/>
                  </a:lnTo>
                  <a:lnTo>
                    <a:pt x="26471" y="933"/>
                  </a:lnTo>
                  <a:lnTo>
                    <a:pt x="26811" y="1018"/>
                  </a:lnTo>
                  <a:lnTo>
                    <a:pt x="27447" y="1315"/>
                  </a:lnTo>
                  <a:lnTo>
                    <a:pt x="27914" y="1527"/>
                  </a:lnTo>
                  <a:lnTo>
                    <a:pt x="28380" y="1782"/>
                  </a:lnTo>
                  <a:lnTo>
                    <a:pt x="29271" y="2291"/>
                  </a:lnTo>
                  <a:lnTo>
                    <a:pt x="30968" y="3436"/>
                  </a:lnTo>
                  <a:lnTo>
                    <a:pt x="32707" y="4539"/>
                  </a:lnTo>
                  <a:lnTo>
                    <a:pt x="34447" y="5685"/>
                  </a:lnTo>
                  <a:lnTo>
                    <a:pt x="36143" y="6872"/>
                  </a:lnTo>
                  <a:lnTo>
                    <a:pt x="37798" y="8060"/>
                  </a:lnTo>
                  <a:lnTo>
                    <a:pt x="38731" y="8696"/>
                  </a:lnTo>
                  <a:lnTo>
                    <a:pt x="39792" y="9418"/>
                  </a:lnTo>
                  <a:lnTo>
                    <a:pt x="40301" y="9757"/>
                  </a:lnTo>
                  <a:lnTo>
                    <a:pt x="40767" y="10139"/>
                  </a:lnTo>
                  <a:lnTo>
                    <a:pt x="41192" y="10521"/>
                  </a:lnTo>
                  <a:lnTo>
                    <a:pt x="41573" y="10945"/>
                  </a:lnTo>
                  <a:lnTo>
                    <a:pt x="41828" y="11369"/>
                  </a:lnTo>
                  <a:lnTo>
                    <a:pt x="41998" y="11751"/>
                  </a:lnTo>
                  <a:lnTo>
                    <a:pt x="42082" y="12175"/>
                  </a:lnTo>
                  <a:lnTo>
                    <a:pt x="42125" y="12557"/>
                  </a:lnTo>
                  <a:lnTo>
                    <a:pt x="42125" y="12981"/>
                  </a:lnTo>
                  <a:lnTo>
                    <a:pt x="42040" y="13363"/>
                  </a:lnTo>
                  <a:lnTo>
                    <a:pt x="41913" y="13787"/>
                  </a:lnTo>
                  <a:lnTo>
                    <a:pt x="41743" y="14169"/>
                  </a:lnTo>
                  <a:lnTo>
                    <a:pt x="41573" y="14551"/>
                  </a:lnTo>
                  <a:lnTo>
                    <a:pt x="41361" y="14890"/>
                  </a:lnTo>
                  <a:lnTo>
                    <a:pt x="40852" y="15611"/>
                  </a:lnTo>
                  <a:lnTo>
                    <a:pt x="39877" y="16926"/>
                  </a:lnTo>
                  <a:lnTo>
                    <a:pt x="39198" y="17775"/>
                  </a:lnTo>
                  <a:lnTo>
                    <a:pt x="38519" y="18623"/>
                  </a:lnTo>
                  <a:lnTo>
                    <a:pt x="37798" y="19429"/>
                  </a:lnTo>
                  <a:lnTo>
                    <a:pt x="37077" y="20235"/>
                  </a:lnTo>
                  <a:lnTo>
                    <a:pt x="36313" y="20999"/>
                  </a:lnTo>
                  <a:lnTo>
                    <a:pt x="35550" y="21762"/>
                  </a:lnTo>
                  <a:lnTo>
                    <a:pt x="34744" y="22483"/>
                  </a:lnTo>
                  <a:lnTo>
                    <a:pt x="33895" y="23205"/>
                  </a:lnTo>
                  <a:lnTo>
                    <a:pt x="33089" y="23883"/>
                  </a:lnTo>
                  <a:lnTo>
                    <a:pt x="32241" y="24562"/>
                  </a:lnTo>
                  <a:lnTo>
                    <a:pt x="31350" y="25241"/>
                  </a:lnTo>
                  <a:lnTo>
                    <a:pt x="30926" y="25495"/>
                  </a:lnTo>
                  <a:lnTo>
                    <a:pt x="30459" y="25792"/>
                  </a:lnTo>
                  <a:lnTo>
                    <a:pt x="29992" y="26047"/>
                  </a:lnTo>
                  <a:lnTo>
                    <a:pt x="29441" y="26301"/>
                  </a:lnTo>
                  <a:lnTo>
                    <a:pt x="29186" y="26386"/>
                  </a:lnTo>
                  <a:lnTo>
                    <a:pt x="28889" y="26471"/>
                  </a:lnTo>
                  <a:lnTo>
                    <a:pt x="28635" y="26513"/>
                  </a:lnTo>
                  <a:lnTo>
                    <a:pt x="28380" y="26471"/>
                  </a:lnTo>
                  <a:lnTo>
                    <a:pt x="28168" y="26429"/>
                  </a:lnTo>
                  <a:lnTo>
                    <a:pt x="27956" y="26344"/>
                  </a:lnTo>
                  <a:lnTo>
                    <a:pt x="27490" y="26089"/>
                  </a:lnTo>
                  <a:lnTo>
                    <a:pt x="27065" y="25707"/>
                  </a:lnTo>
                  <a:lnTo>
                    <a:pt x="26684" y="25326"/>
                  </a:lnTo>
                  <a:lnTo>
                    <a:pt x="26302" y="24901"/>
                  </a:lnTo>
                  <a:lnTo>
                    <a:pt x="25920" y="24435"/>
                  </a:lnTo>
                  <a:lnTo>
                    <a:pt x="25368" y="23629"/>
                  </a:lnTo>
                  <a:lnTo>
                    <a:pt x="24266" y="21762"/>
                  </a:lnTo>
                  <a:lnTo>
                    <a:pt x="23163" y="19896"/>
                  </a:lnTo>
                  <a:lnTo>
                    <a:pt x="20999" y="16120"/>
                  </a:lnTo>
                  <a:lnTo>
                    <a:pt x="18836" y="12345"/>
                  </a:lnTo>
                  <a:lnTo>
                    <a:pt x="16587" y="8612"/>
                  </a:lnTo>
                  <a:lnTo>
                    <a:pt x="16545" y="8569"/>
                  </a:lnTo>
                  <a:lnTo>
                    <a:pt x="16502" y="8527"/>
                  </a:lnTo>
                  <a:lnTo>
                    <a:pt x="16418" y="8569"/>
                  </a:lnTo>
                  <a:lnTo>
                    <a:pt x="16333" y="8654"/>
                  </a:lnTo>
                  <a:lnTo>
                    <a:pt x="16333" y="8696"/>
                  </a:lnTo>
                  <a:lnTo>
                    <a:pt x="16333" y="8781"/>
                  </a:lnTo>
                  <a:lnTo>
                    <a:pt x="17054" y="10181"/>
                  </a:lnTo>
                  <a:lnTo>
                    <a:pt x="17817" y="11581"/>
                  </a:lnTo>
                  <a:lnTo>
                    <a:pt x="19345" y="14339"/>
                  </a:lnTo>
                  <a:lnTo>
                    <a:pt x="20957" y="17096"/>
                  </a:lnTo>
                  <a:lnTo>
                    <a:pt x="22569" y="19853"/>
                  </a:lnTo>
                  <a:lnTo>
                    <a:pt x="24096" y="22399"/>
                  </a:lnTo>
                  <a:lnTo>
                    <a:pt x="24859" y="23671"/>
                  </a:lnTo>
                  <a:lnTo>
                    <a:pt x="25623" y="24901"/>
                  </a:lnTo>
                  <a:lnTo>
                    <a:pt x="26090" y="25580"/>
                  </a:lnTo>
                  <a:lnTo>
                    <a:pt x="26302" y="25877"/>
                  </a:lnTo>
                  <a:lnTo>
                    <a:pt x="26556" y="26174"/>
                  </a:lnTo>
                  <a:lnTo>
                    <a:pt x="26853" y="26429"/>
                  </a:lnTo>
                  <a:lnTo>
                    <a:pt x="27150" y="26641"/>
                  </a:lnTo>
                  <a:lnTo>
                    <a:pt x="27490" y="26810"/>
                  </a:lnTo>
                  <a:lnTo>
                    <a:pt x="27871" y="26895"/>
                  </a:lnTo>
                  <a:lnTo>
                    <a:pt x="28296" y="26980"/>
                  </a:lnTo>
                  <a:lnTo>
                    <a:pt x="28720" y="26980"/>
                  </a:lnTo>
                  <a:lnTo>
                    <a:pt x="29144" y="26895"/>
                  </a:lnTo>
                  <a:lnTo>
                    <a:pt x="29526" y="26810"/>
                  </a:lnTo>
                  <a:lnTo>
                    <a:pt x="29950" y="26641"/>
                  </a:lnTo>
                  <a:lnTo>
                    <a:pt x="30374" y="26471"/>
                  </a:lnTo>
                  <a:lnTo>
                    <a:pt x="30756" y="26259"/>
                  </a:lnTo>
                  <a:lnTo>
                    <a:pt x="31180" y="26004"/>
                  </a:lnTo>
                  <a:lnTo>
                    <a:pt x="31944" y="25495"/>
                  </a:lnTo>
                  <a:lnTo>
                    <a:pt x="32665" y="24901"/>
                  </a:lnTo>
                  <a:lnTo>
                    <a:pt x="33938" y="23841"/>
                  </a:lnTo>
                  <a:lnTo>
                    <a:pt x="34998" y="22908"/>
                  </a:lnTo>
                  <a:lnTo>
                    <a:pt x="36059" y="21974"/>
                  </a:lnTo>
                  <a:lnTo>
                    <a:pt x="37034" y="20956"/>
                  </a:lnTo>
                  <a:lnTo>
                    <a:pt x="38010" y="19938"/>
                  </a:lnTo>
                  <a:lnTo>
                    <a:pt x="38901" y="18920"/>
                  </a:lnTo>
                  <a:lnTo>
                    <a:pt x="39792" y="17817"/>
                  </a:lnTo>
                  <a:lnTo>
                    <a:pt x="40640" y="16714"/>
                  </a:lnTo>
                  <a:lnTo>
                    <a:pt x="41446" y="15569"/>
                  </a:lnTo>
                  <a:lnTo>
                    <a:pt x="41955" y="14763"/>
                  </a:lnTo>
                  <a:lnTo>
                    <a:pt x="42379" y="14042"/>
                  </a:lnTo>
                  <a:lnTo>
                    <a:pt x="42549" y="13702"/>
                  </a:lnTo>
                  <a:lnTo>
                    <a:pt x="42676" y="13363"/>
                  </a:lnTo>
                  <a:lnTo>
                    <a:pt x="42761" y="13066"/>
                  </a:lnTo>
                  <a:lnTo>
                    <a:pt x="42804" y="12727"/>
                  </a:lnTo>
                  <a:lnTo>
                    <a:pt x="42804" y="12430"/>
                  </a:lnTo>
                  <a:lnTo>
                    <a:pt x="42761" y="12090"/>
                  </a:lnTo>
                  <a:lnTo>
                    <a:pt x="42676" y="11793"/>
                  </a:lnTo>
                  <a:lnTo>
                    <a:pt x="42507" y="11454"/>
                  </a:lnTo>
                  <a:lnTo>
                    <a:pt x="42295" y="11157"/>
                  </a:lnTo>
                  <a:lnTo>
                    <a:pt x="42040" y="10818"/>
                  </a:lnTo>
                  <a:lnTo>
                    <a:pt x="41743" y="10478"/>
                  </a:lnTo>
                  <a:lnTo>
                    <a:pt x="41361" y="10139"/>
                  </a:lnTo>
                  <a:lnTo>
                    <a:pt x="40216" y="9206"/>
                  </a:lnTo>
                  <a:lnTo>
                    <a:pt x="39113" y="8357"/>
                  </a:lnTo>
                  <a:lnTo>
                    <a:pt x="37925" y="7466"/>
                  </a:lnTo>
                  <a:lnTo>
                    <a:pt x="36737" y="6660"/>
                  </a:lnTo>
                  <a:lnTo>
                    <a:pt x="34362" y="5048"/>
                  </a:lnTo>
                  <a:lnTo>
                    <a:pt x="31944" y="3479"/>
                  </a:lnTo>
                  <a:lnTo>
                    <a:pt x="30671" y="2588"/>
                  </a:lnTo>
                  <a:lnTo>
                    <a:pt x="29314" y="1697"/>
                  </a:lnTo>
                  <a:lnTo>
                    <a:pt x="28635" y="1273"/>
                  </a:lnTo>
                  <a:lnTo>
                    <a:pt x="27956" y="849"/>
                  </a:lnTo>
                  <a:lnTo>
                    <a:pt x="27277" y="509"/>
                  </a:lnTo>
                  <a:lnTo>
                    <a:pt x="26556" y="212"/>
                  </a:lnTo>
                  <a:lnTo>
                    <a:pt x="26090" y="85"/>
                  </a:lnTo>
                  <a:lnTo>
                    <a:pt x="25708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45"/>
            <p:cNvSpPr/>
            <p:nvPr/>
          </p:nvSpPr>
          <p:spPr>
            <a:xfrm>
              <a:off x="4597975" y="2280025"/>
              <a:ext cx="57275" cy="22300"/>
            </a:xfrm>
            <a:custGeom>
              <a:rect b="b" l="l" r="r" t="t"/>
              <a:pathLst>
                <a:path extrusionOk="0" h="892" w="2291">
                  <a:moveTo>
                    <a:pt x="85" y="0"/>
                  </a:moveTo>
                  <a:lnTo>
                    <a:pt x="0" y="43"/>
                  </a:lnTo>
                  <a:lnTo>
                    <a:pt x="0" y="127"/>
                  </a:lnTo>
                  <a:lnTo>
                    <a:pt x="42" y="170"/>
                  </a:lnTo>
                  <a:lnTo>
                    <a:pt x="509" y="509"/>
                  </a:lnTo>
                  <a:lnTo>
                    <a:pt x="764" y="637"/>
                  </a:lnTo>
                  <a:lnTo>
                    <a:pt x="1061" y="764"/>
                  </a:lnTo>
                  <a:lnTo>
                    <a:pt x="1358" y="849"/>
                  </a:lnTo>
                  <a:lnTo>
                    <a:pt x="1612" y="891"/>
                  </a:lnTo>
                  <a:lnTo>
                    <a:pt x="1909" y="891"/>
                  </a:lnTo>
                  <a:lnTo>
                    <a:pt x="2206" y="849"/>
                  </a:lnTo>
                  <a:lnTo>
                    <a:pt x="2291" y="849"/>
                  </a:lnTo>
                  <a:lnTo>
                    <a:pt x="2291" y="764"/>
                  </a:lnTo>
                  <a:lnTo>
                    <a:pt x="2248" y="721"/>
                  </a:lnTo>
                  <a:lnTo>
                    <a:pt x="2206" y="679"/>
                  </a:lnTo>
                  <a:lnTo>
                    <a:pt x="1654" y="594"/>
                  </a:lnTo>
                  <a:lnTo>
                    <a:pt x="1103" y="509"/>
                  </a:lnTo>
                  <a:lnTo>
                    <a:pt x="636" y="297"/>
                  </a:lnTo>
                  <a:lnTo>
                    <a:pt x="382" y="17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45"/>
            <p:cNvSpPr/>
            <p:nvPr/>
          </p:nvSpPr>
          <p:spPr>
            <a:xfrm>
              <a:off x="4623425" y="2269400"/>
              <a:ext cx="39250" cy="14875"/>
            </a:xfrm>
            <a:custGeom>
              <a:rect b="b" l="l" r="r" t="t"/>
              <a:pathLst>
                <a:path extrusionOk="0" h="595" w="1570">
                  <a:moveTo>
                    <a:pt x="0" y="1"/>
                  </a:moveTo>
                  <a:lnTo>
                    <a:pt x="0" y="43"/>
                  </a:lnTo>
                  <a:lnTo>
                    <a:pt x="43" y="128"/>
                  </a:lnTo>
                  <a:lnTo>
                    <a:pt x="340" y="340"/>
                  </a:lnTo>
                  <a:lnTo>
                    <a:pt x="679" y="510"/>
                  </a:lnTo>
                  <a:lnTo>
                    <a:pt x="1061" y="595"/>
                  </a:lnTo>
                  <a:lnTo>
                    <a:pt x="1442" y="595"/>
                  </a:lnTo>
                  <a:lnTo>
                    <a:pt x="1527" y="552"/>
                  </a:lnTo>
                  <a:lnTo>
                    <a:pt x="1570" y="468"/>
                  </a:lnTo>
                  <a:lnTo>
                    <a:pt x="1527" y="383"/>
                  </a:lnTo>
                  <a:lnTo>
                    <a:pt x="1442" y="340"/>
                  </a:lnTo>
                  <a:lnTo>
                    <a:pt x="1103" y="298"/>
                  </a:lnTo>
                  <a:lnTo>
                    <a:pt x="764" y="256"/>
                  </a:lnTo>
                  <a:lnTo>
                    <a:pt x="424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45"/>
            <p:cNvSpPr/>
            <p:nvPr/>
          </p:nvSpPr>
          <p:spPr>
            <a:xfrm>
              <a:off x="5298975" y="2109275"/>
              <a:ext cx="46700" cy="19100"/>
            </a:xfrm>
            <a:custGeom>
              <a:rect b="b" l="l" r="r" t="t"/>
              <a:pathLst>
                <a:path extrusionOk="0" h="764" w="1868">
                  <a:moveTo>
                    <a:pt x="1316" y="0"/>
                  </a:moveTo>
                  <a:lnTo>
                    <a:pt x="1061" y="43"/>
                  </a:lnTo>
                  <a:lnTo>
                    <a:pt x="849" y="85"/>
                  </a:lnTo>
                  <a:lnTo>
                    <a:pt x="594" y="170"/>
                  </a:lnTo>
                  <a:lnTo>
                    <a:pt x="382" y="297"/>
                  </a:lnTo>
                  <a:lnTo>
                    <a:pt x="213" y="467"/>
                  </a:lnTo>
                  <a:lnTo>
                    <a:pt x="43" y="594"/>
                  </a:lnTo>
                  <a:lnTo>
                    <a:pt x="1" y="679"/>
                  </a:lnTo>
                  <a:lnTo>
                    <a:pt x="43" y="722"/>
                  </a:lnTo>
                  <a:lnTo>
                    <a:pt x="85" y="764"/>
                  </a:lnTo>
                  <a:lnTo>
                    <a:pt x="128" y="722"/>
                  </a:lnTo>
                  <a:lnTo>
                    <a:pt x="297" y="594"/>
                  </a:lnTo>
                  <a:lnTo>
                    <a:pt x="467" y="467"/>
                  </a:lnTo>
                  <a:lnTo>
                    <a:pt x="679" y="382"/>
                  </a:lnTo>
                  <a:lnTo>
                    <a:pt x="849" y="340"/>
                  </a:lnTo>
                  <a:lnTo>
                    <a:pt x="1273" y="340"/>
                  </a:lnTo>
                  <a:lnTo>
                    <a:pt x="1655" y="382"/>
                  </a:lnTo>
                  <a:lnTo>
                    <a:pt x="1782" y="382"/>
                  </a:lnTo>
                  <a:lnTo>
                    <a:pt x="1867" y="297"/>
                  </a:lnTo>
                  <a:lnTo>
                    <a:pt x="1867" y="212"/>
                  </a:lnTo>
                  <a:lnTo>
                    <a:pt x="1782" y="128"/>
                  </a:lnTo>
                  <a:lnTo>
                    <a:pt x="1570" y="43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45"/>
            <p:cNvSpPr/>
            <p:nvPr/>
          </p:nvSpPr>
          <p:spPr>
            <a:xfrm>
              <a:off x="5304275" y="2080650"/>
              <a:ext cx="41400" cy="16975"/>
            </a:xfrm>
            <a:custGeom>
              <a:rect b="b" l="l" r="r" t="t"/>
              <a:pathLst>
                <a:path extrusionOk="0" h="679" w="1656">
                  <a:moveTo>
                    <a:pt x="1146" y="0"/>
                  </a:moveTo>
                  <a:lnTo>
                    <a:pt x="934" y="42"/>
                  </a:lnTo>
                  <a:lnTo>
                    <a:pt x="722" y="42"/>
                  </a:lnTo>
                  <a:lnTo>
                    <a:pt x="552" y="127"/>
                  </a:lnTo>
                  <a:lnTo>
                    <a:pt x="340" y="212"/>
                  </a:lnTo>
                  <a:lnTo>
                    <a:pt x="170" y="339"/>
                  </a:lnTo>
                  <a:lnTo>
                    <a:pt x="43" y="467"/>
                  </a:lnTo>
                  <a:lnTo>
                    <a:pt x="1" y="551"/>
                  </a:lnTo>
                  <a:lnTo>
                    <a:pt x="43" y="636"/>
                  </a:lnTo>
                  <a:lnTo>
                    <a:pt x="128" y="679"/>
                  </a:lnTo>
                  <a:lnTo>
                    <a:pt x="213" y="636"/>
                  </a:lnTo>
                  <a:lnTo>
                    <a:pt x="510" y="467"/>
                  </a:lnTo>
                  <a:lnTo>
                    <a:pt x="807" y="339"/>
                  </a:lnTo>
                  <a:lnTo>
                    <a:pt x="1104" y="339"/>
                  </a:lnTo>
                  <a:lnTo>
                    <a:pt x="1443" y="382"/>
                  </a:lnTo>
                  <a:lnTo>
                    <a:pt x="1570" y="382"/>
                  </a:lnTo>
                  <a:lnTo>
                    <a:pt x="1655" y="297"/>
                  </a:lnTo>
                  <a:lnTo>
                    <a:pt x="1613" y="170"/>
                  </a:lnTo>
                  <a:lnTo>
                    <a:pt x="1613" y="127"/>
                  </a:lnTo>
                  <a:lnTo>
                    <a:pt x="1528" y="85"/>
                  </a:lnTo>
                  <a:lnTo>
                    <a:pt x="1358" y="42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4" name="Google Shape;1644;p45"/>
          <p:cNvGrpSpPr/>
          <p:nvPr/>
        </p:nvGrpSpPr>
        <p:grpSpPr>
          <a:xfrm>
            <a:off x="8392314" y="781704"/>
            <a:ext cx="872701" cy="1072552"/>
            <a:chOff x="4926821" y="213384"/>
            <a:chExt cx="3430430" cy="4216007"/>
          </a:xfrm>
        </p:grpSpPr>
        <p:sp>
          <p:nvSpPr>
            <p:cNvPr id="1645" name="Google Shape;1645;p45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h="173568" w="163829">
                  <a:moveTo>
                    <a:pt x="163829" y="1"/>
                  </a:moveTo>
                  <a:lnTo>
                    <a:pt x="159942" y="586"/>
                  </a:lnTo>
                  <a:lnTo>
                    <a:pt x="156097" y="1213"/>
                  </a:lnTo>
                  <a:lnTo>
                    <a:pt x="152336" y="1881"/>
                  </a:lnTo>
                  <a:lnTo>
                    <a:pt x="148616" y="2592"/>
                  </a:lnTo>
                  <a:lnTo>
                    <a:pt x="144980" y="3344"/>
                  </a:lnTo>
                  <a:lnTo>
                    <a:pt x="141386" y="4138"/>
                  </a:lnTo>
                  <a:lnTo>
                    <a:pt x="137834" y="4974"/>
                  </a:lnTo>
                  <a:lnTo>
                    <a:pt x="134407" y="5852"/>
                  </a:lnTo>
                  <a:lnTo>
                    <a:pt x="130980" y="6771"/>
                  </a:lnTo>
                  <a:lnTo>
                    <a:pt x="127636" y="7732"/>
                  </a:lnTo>
                  <a:lnTo>
                    <a:pt x="124335" y="8735"/>
                  </a:lnTo>
                  <a:lnTo>
                    <a:pt x="121075" y="9780"/>
                  </a:lnTo>
                  <a:lnTo>
                    <a:pt x="117899" y="10825"/>
                  </a:lnTo>
                  <a:lnTo>
                    <a:pt x="114806" y="11954"/>
                  </a:lnTo>
                  <a:lnTo>
                    <a:pt x="111713" y="13082"/>
                  </a:lnTo>
                  <a:lnTo>
                    <a:pt x="108704" y="14252"/>
                  </a:lnTo>
                  <a:lnTo>
                    <a:pt x="105737" y="15464"/>
                  </a:lnTo>
                  <a:lnTo>
                    <a:pt x="102853" y="16718"/>
                  </a:lnTo>
                  <a:lnTo>
                    <a:pt x="100011" y="17972"/>
                  </a:lnTo>
                  <a:lnTo>
                    <a:pt x="97211" y="19309"/>
                  </a:lnTo>
                  <a:lnTo>
                    <a:pt x="94453" y="20646"/>
                  </a:lnTo>
                  <a:lnTo>
                    <a:pt x="91778" y="21984"/>
                  </a:lnTo>
                  <a:lnTo>
                    <a:pt x="89103" y="23405"/>
                  </a:lnTo>
                  <a:lnTo>
                    <a:pt x="86512" y="24826"/>
                  </a:lnTo>
                  <a:lnTo>
                    <a:pt x="84005" y="26247"/>
                  </a:lnTo>
                  <a:lnTo>
                    <a:pt x="81497" y="27751"/>
                  </a:lnTo>
                  <a:lnTo>
                    <a:pt x="79073" y="29256"/>
                  </a:lnTo>
                  <a:lnTo>
                    <a:pt x="76691" y="30760"/>
                  </a:lnTo>
                  <a:lnTo>
                    <a:pt x="74350" y="32307"/>
                  </a:lnTo>
                  <a:lnTo>
                    <a:pt x="72052" y="33895"/>
                  </a:lnTo>
                  <a:lnTo>
                    <a:pt x="69795" y="35483"/>
                  </a:lnTo>
                  <a:lnTo>
                    <a:pt x="67580" y="37113"/>
                  </a:lnTo>
                  <a:lnTo>
                    <a:pt x="65449" y="38743"/>
                  </a:lnTo>
                  <a:lnTo>
                    <a:pt x="63317" y="40415"/>
                  </a:lnTo>
                  <a:lnTo>
                    <a:pt x="61269" y="42086"/>
                  </a:lnTo>
                  <a:lnTo>
                    <a:pt x="59263" y="43800"/>
                  </a:lnTo>
                  <a:lnTo>
                    <a:pt x="57299" y="45513"/>
                  </a:lnTo>
                  <a:lnTo>
                    <a:pt x="55377" y="47227"/>
                  </a:lnTo>
                  <a:lnTo>
                    <a:pt x="53496" y="48982"/>
                  </a:lnTo>
                  <a:lnTo>
                    <a:pt x="51657" y="50737"/>
                  </a:lnTo>
                  <a:lnTo>
                    <a:pt x="49860" y="52535"/>
                  </a:lnTo>
                  <a:lnTo>
                    <a:pt x="48105" y="54332"/>
                  </a:lnTo>
                  <a:lnTo>
                    <a:pt x="46391" y="56129"/>
                  </a:lnTo>
                  <a:lnTo>
                    <a:pt x="44719" y="57926"/>
                  </a:lnTo>
                  <a:lnTo>
                    <a:pt x="43048" y="59765"/>
                  </a:lnTo>
                  <a:lnTo>
                    <a:pt x="41460" y="61604"/>
                  </a:lnTo>
                  <a:lnTo>
                    <a:pt x="39913" y="63443"/>
                  </a:lnTo>
                  <a:lnTo>
                    <a:pt x="38409" y="65323"/>
                  </a:lnTo>
                  <a:lnTo>
                    <a:pt x="36946" y="67204"/>
                  </a:lnTo>
                  <a:lnTo>
                    <a:pt x="35483" y="69043"/>
                  </a:lnTo>
                  <a:lnTo>
                    <a:pt x="34104" y="70965"/>
                  </a:lnTo>
                  <a:lnTo>
                    <a:pt x="32725" y="72846"/>
                  </a:lnTo>
                  <a:lnTo>
                    <a:pt x="31429" y="74727"/>
                  </a:lnTo>
                  <a:lnTo>
                    <a:pt x="30134" y="76607"/>
                  </a:lnTo>
                  <a:lnTo>
                    <a:pt x="28880" y="78530"/>
                  </a:lnTo>
                  <a:lnTo>
                    <a:pt x="27668" y="80410"/>
                  </a:lnTo>
                  <a:lnTo>
                    <a:pt x="26498" y="82333"/>
                  </a:lnTo>
                  <a:lnTo>
                    <a:pt x="25327" y="84255"/>
                  </a:lnTo>
                  <a:lnTo>
                    <a:pt x="24199" y="86136"/>
                  </a:lnTo>
                  <a:lnTo>
                    <a:pt x="23154" y="88059"/>
                  </a:lnTo>
                  <a:lnTo>
                    <a:pt x="22068" y="89939"/>
                  </a:lnTo>
                  <a:lnTo>
                    <a:pt x="21065" y="91862"/>
                  </a:lnTo>
                  <a:lnTo>
                    <a:pt x="20062" y="93742"/>
                  </a:lnTo>
                  <a:lnTo>
                    <a:pt x="19142" y="95665"/>
                  </a:lnTo>
                  <a:lnTo>
                    <a:pt x="18223" y="97546"/>
                  </a:lnTo>
                  <a:lnTo>
                    <a:pt x="17303" y="99426"/>
                  </a:lnTo>
                  <a:lnTo>
                    <a:pt x="15632" y="103188"/>
                  </a:lnTo>
                  <a:lnTo>
                    <a:pt x="14043" y="106907"/>
                  </a:lnTo>
                  <a:lnTo>
                    <a:pt x="12539" y="110627"/>
                  </a:lnTo>
                  <a:lnTo>
                    <a:pt x="11201" y="114263"/>
                  </a:lnTo>
                  <a:lnTo>
                    <a:pt x="9906" y="117857"/>
                  </a:lnTo>
                  <a:lnTo>
                    <a:pt x="8777" y="121409"/>
                  </a:lnTo>
                  <a:lnTo>
                    <a:pt x="7691" y="124878"/>
                  </a:lnTo>
                  <a:lnTo>
                    <a:pt x="6730" y="128305"/>
                  </a:lnTo>
                  <a:lnTo>
                    <a:pt x="5810" y="131649"/>
                  </a:lnTo>
                  <a:lnTo>
                    <a:pt x="5016" y="134909"/>
                  </a:lnTo>
                  <a:lnTo>
                    <a:pt x="4264" y="138085"/>
                  </a:lnTo>
                  <a:lnTo>
                    <a:pt x="3637" y="141177"/>
                  </a:lnTo>
                  <a:lnTo>
                    <a:pt x="3052" y="144145"/>
                  </a:lnTo>
                  <a:lnTo>
                    <a:pt x="2509" y="147028"/>
                  </a:lnTo>
                  <a:lnTo>
                    <a:pt x="2049" y="149787"/>
                  </a:lnTo>
                  <a:lnTo>
                    <a:pt x="1673" y="152420"/>
                  </a:lnTo>
                  <a:lnTo>
                    <a:pt x="1297" y="154927"/>
                  </a:lnTo>
                  <a:lnTo>
                    <a:pt x="1004" y="157310"/>
                  </a:lnTo>
                  <a:lnTo>
                    <a:pt x="753" y="159566"/>
                  </a:lnTo>
                  <a:lnTo>
                    <a:pt x="586" y="161698"/>
                  </a:lnTo>
                  <a:lnTo>
                    <a:pt x="419" y="163662"/>
                  </a:lnTo>
                  <a:lnTo>
                    <a:pt x="168" y="167089"/>
                  </a:lnTo>
                  <a:lnTo>
                    <a:pt x="43" y="169847"/>
                  </a:lnTo>
                  <a:lnTo>
                    <a:pt x="1" y="171895"/>
                  </a:lnTo>
                  <a:lnTo>
                    <a:pt x="1" y="173567"/>
                  </a:lnTo>
                  <a:lnTo>
                    <a:pt x="3553" y="173107"/>
                  </a:lnTo>
                  <a:lnTo>
                    <a:pt x="7106" y="172606"/>
                  </a:lnTo>
                  <a:lnTo>
                    <a:pt x="10575" y="172062"/>
                  </a:lnTo>
                  <a:lnTo>
                    <a:pt x="13960" y="171477"/>
                  </a:lnTo>
                  <a:lnTo>
                    <a:pt x="17345" y="170850"/>
                  </a:lnTo>
                  <a:lnTo>
                    <a:pt x="20647" y="170182"/>
                  </a:lnTo>
                  <a:lnTo>
                    <a:pt x="23907" y="169430"/>
                  </a:lnTo>
                  <a:lnTo>
                    <a:pt x="27125" y="168677"/>
                  </a:lnTo>
                  <a:lnTo>
                    <a:pt x="30301" y="167841"/>
                  </a:lnTo>
                  <a:lnTo>
                    <a:pt x="33393" y="166964"/>
                  </a:lnTo>
                  <a:lnTo>
                    <a:pt x="36486" y="166086"/>
                  </a:lnTo>
                  <a:lnTo>
                    <a:pt x="39495" y="165125"/>
                  </a:lnTo>
                  <a:lnTo>
                    <a:pt x="42463" y="164164"/>
                  </a:lnTo>
                  <a:lnTo>
                    <a:pt x="45388" y="163119"/>
                  </a:lnTo>
                  <a:lnTo>
                    <a:pt x="48272" y="162074"/>
                  </a:lnTo>
                  <a:lnTo>
                    <a:pt x="51072" y="160946"/>
                  </a:lnTo>
                  <a:lnTo>
                    <a:pt x="53872" y="159817"/>
                  </a:lnTo>
                  <a:lnTo>
                    <a:pt x="56589" y="158647"/>
                  </a:lnTo>
                  <a:lnTo>
                    <a:pt x="59305" y="157435"/>
                  </a:lnTo>
                  <a:lnTo>
                    <a:pt x="61938" y="156181"/>
                  </a:lnTo>
                  <a:lnTo>
                    <a:pt x="64529" y="154927"/>
                  </a:lnTo>
                  <a:lnTo>
                    <a:pt x="67120" y="153590"/>
                  </a:lnTo>
                  <a:lnTo>
                    <a:pt x="69628" y="152253"/>
                  </a:lnTo>
                  <a:lnTo>
                    <a:pt x="72094" y="150873"/>
                  </a:lnTo>
                  <a:lnTo>
                    <a:pt x="74518" y="149494"/>
                  </a:lnTo>
                  <a:lnTo>
                    <a:pt x="76900" y="148031"/>
                  </a:lnTo>
                  <a:lnTo>
                    <a:pt x="79240" y="146569"/>
                  </a:lnTo>
                  <a:lnTo>
                    <a:pt x="81539" y="145106"/>
                  </a:lnTo>
                  <a:lnTo>
                    <a:pt x="83796" y="143560"/>
                  </a:lnTo>
                  <a:lnTo>
                    <a:pt x="86011" y="142055"/>
                  </a:lnTo>
                  <a:lnTo>
                    <a:pt x="88184" y="140467"/>
                  </a:lnTo>
                  <a:lnTo>
                    <a:pt x="90315" y="138879"/>
                  </a:lnTo>
                  <a:lnTo>
                    <a:pt x="92405" y="137249"/>
                  </a:lnTo>
                  <a:lnTo>
                    <a:pt x="94453" y="135619"/>
                  </a:lnTo>
                  <a:lnTo>
                    <a:pt x="96501" y="133947"/>
                  </a:lnTo>
                  <a:lnTo>
                    <a:pt x="98465" y="132276"/>
                  </a:lnTo>
                  <a:lnTo>
                    <a:pt x="100387" y="130562"/>
                  </a:lnTo>
                  <a:lnTo>
                    <a:pt x="102310" y="128849"/>
                  </a:lnTo>
                  <a:lnTo>
                    <a:pt x="104149" y="127135"/>
                  </a:lnTo>
                  <a:lnTo>
                    <a:pt x="105988" y="125380"/>
                  </a:lnTo>
                  <a:lnTo>
                    <a:pt x="107743" y="123583"/>
                  </a:lnTo>
                  <a:lnTo>
                    <a:pt x="109498" y="121786"/>
                  </a:lnTo>
                  <a:lnTo>
                    <a:pt x="111212" y="119988"/>
                  </a:lnTo>
                  <a:lnTo>
                    <a:pt x="112884" y="118150"/>
                  </a:lnTo>
                  <a:lnTo>
                    <a:pt x="114555" y="116352"/>
                  </a:lnTo>
                  <a:lnTo>
                    <a:pt x="116143" y="114472"/>
                  </a:lnTo>
                  <a:lnTo>
                    <a:pt x="117731" y="112633"/>
                  </a:lnTo>
                  <a:lnTo>
                    <a:pt x="119236" y="110752"/>
                  </a:lnTo>
                  <a:lnTo>
                    <a:pt x="120741" y="108871"/>
                  </a:lnTo>
                  <a:lnTo>
                    <a:pt x="122203" y="106991"/>
                  </a:lnTo>
                  <a:lnTo>
                    <a:pt x="123666" y="105110"/>
                  </a:lnTo>
                  <a:lnTo>
                    <a:pt x="125045" y="103188"/>
                  </a:lnTo>
                  <a:lnTo>
                    <a:pt x="126424" y="101307"/>
                  </a:lnTo>
                  <a:lnTo>
                    <a:pt x="127762" y="99384"/>
                  </a:lnTo>
                  <a:lnTo>
                    <a:pt x="129057" y="97462"/>
                  </a:lnTo>
                  <a:lnTo>
                    <a:pt x="130353" y="95540"/>
                  </a:lnTo>
                  <a:lnTo>
                    <a:pt x="131565" y="93575"/>
                  </a:lnTo>
                  <a:lnTo>
                    <a:pt x="132777" y="91653"/>
                  </a:lnTo>
                  <a:lnTo>
                    <a:pt x="133989" y="89730"/>
                  </a:lnTo>
                  <a:lnTo>
                    <a:pt x="135117" y="87808"/>
                  </a:lnTo>
                  <a:lnTo>
                    <a:pt x="136246" y="85844"/>
                  </a:lnTo>
                  <a:lnTo>
                    <a:pt x="137332" y="83921"/>
                  </a:lnTo>
                  <a:lnTo>
                    <a:pt x="139422" y="80076"/>
                  </a:lnTo>
                  <a:lnTo>
                    <a:pt x="141428" y="76189"/>
                  </a:lnTo>
                  <a:lnTo>
                    <a:pt x="143309" y="72386"/>
                  </a:lnTo>
                  <a:lnTo>
                    <a:pt x="145064" y="68583"/>
                  </a:lnTo>
                  <a:lnTo>
                    <a:pt x="146736" y="64822"/>
                  </a:lnTo>
                  <a:lnTo>
                    <a:pt x="148324" y="61060"/>
                  </a:lnTo>
                  <a:lnTo>
                    <a:pt x="149787" y="57383"/>
                  </a:lnTo>
                  <a:lnTo>
                    <a:pt x="151166" y="53747"/>
                  </a:lnTo>
                  <a:lnTo>
                    <a:pt x="152420" y="50194"/>
                  </a:lnTo>
                  <a:lnTo>
                    <a:pt x="153632" y="46684"/>
                  </a:lnTo>
                  <a:lnTo>
                    <a:pt x="154760" y="43256"/>
                  </a:lnTo>
                  <a:lnTo>
                    <a:pt x="155763" y="39913"/>
                  </a:lnTo>
                  <a:lnTo>
                    <a:pt x="156724" y="36653"/>
                  </a:lnTo>
                  <a:lnTo>
                    <a:pt x="157602" y="33477"/>
                  </a:lnTo>
                  <a:lnTo>
                    <a:pt x="158396" y="30426"/>
                  </a:lnTo>
                  <a:lnTo>
                    <a:pt x="159148" y="27459"/>
                  </a:lnTo>
                  <a:lnTo>
                    <a:pt x="159775" y="24617"/>
                  </a:lnTo>
                  <a:lnTo>
                    <a:pt x="160402" y="21900"/>
                  </a:lnTo>
                  <a:lnTo>
                    <a:pt x="160945" y="19267"/>
                  </a:lnTo>
                  <a:lnTo>
                    <a:pt x="161405" y="16802"/>
                  </a:lnTo>
                  <a:lnTo>
                    <a:pt x="161823" y="14503"/>
                  </a:lnTo>
                  <a:lnTo>
                    <a:pt x="162533" y="10282"/>
                  </a:lnTo>
                  <a:lnTo>
                    <a:pt x="163077" y="6729"/>
                  </a:lnTo>
                  <a:lnTo>
                    <a:pt x="163411" y="3888"/>
                  </a:lnTo>
                  <a:lnTo>
                    <a:pt x="163662" y="1756"/>
                  </a:lnTo>
                  <a:lnTo>
                    <a:pt x="16382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45"/>
            <p:cNvSpPr/>
            <p:nvPr/>
          </p:nvSpPr>
          <p:spPr>
            <a:xfrm flipH="1" rot="-3134405">
              <a:off x="5728059" y="1747772"/>
              <a:ext cx="2146337" cy="2273928"/>
            </a:xfrm>
            <a:custGeom>
              <a:rect b="b" l="l" r="r" t="t"/>
              <a:pathLst>
                <a:path extrusionOk="0" fill="none" h="173568" w="163829">
                  <a:moveTo>
                    <a:pt x="163829" y="1"/>
                  </a:moveTo>
                  <a:lnTo>
                    <a:pt x="163829" y="1"/>
                  </a:lnTo>
                  <a:lnTo>
                    <a:pt x="163662" y="1756"/>
                  </a:lnTo>
                  <a:lnTo>
                    <a:pt x="163411" y="3888"/>
                  </a:lnTo>
                  <a:lnTo>
                    <a:pt x="163077" y="6729"/>
                  </a:lnTo>
                  <a:lnTo>
                    <a:pt x="162533" y="10282"/>
                  </a:lnTo>
                  <a:lnTo>
                    <a:pt x="161823" y="14503"/>
                  </a:lnTo>
                  <a:lnTo>
                    <a:pt x="161405" y="16802"/>
                  </a:lnTo>
                  <a:lnTo>
                    <a:pt x="160945" y="19267"/>
                  </a:lnTo>
                  <a:lnTo>
                    <a:pt x="160402" y="21900"/>
                  </a:lnTo>
                  <a:lnTo>
                    <a:pt x="159775" y="24617"/>
                  </a:lnTo>
                  <a:lnTo>
                    <a:pt x="159148" y="27459"/>
                  </a:lnTo>
                  <a:lnTo>
                    <a:pt x="158396" y="30426"/>
                  </a:lnTo>
                  <a:lnTo>
                    <a:pt x="157602" y="33477"/>
                  </a:lnTo>
                  <a:lnTo>
                    <a:pt x="156724" y="36653"/>
                  </a:lnTo>
                  <a:lnTo>
                    <a:pt x="155763" y="39913"/>
                  </a:lnTo>
                  <a:lnTo>
                    <a:pt x="154760" y="43256"/>
                  </a:lnTo>
                  <a:lnTo>
                    <a:pt x="153632" y="46684"/>
                  </a:lnTo>
                  <a:lnTo>
                    <a:pt x="152420" y="50194"/>
                  </a:lnTo>
                  <a:lnTo>
                    <a:pt x="151166" y="53747"/>
                  </a:lnTo>
                  <a:lnTo>
                    <a:pt x="149787" y="57383"/>
                  </a:lnTo>
                  <a:lnTo>
                    <a:pt x="148324" y="61060"/>
                  </a:lnTo>
                  <a:lnTo>
                    <a:pt x="146736" y="64822"/>
                  </a:lnTo>
                  <a:lnTo>
                    <a:pt x="145064" y="68583"/>
                  </a:lnTo>
                  <a:lnTo>
                    <a:pt x="143309" y="72386"/>
                  </a:lnTo>
                  <a:lnTo>
                    <a:pt x="141428" y="76189"/>
                  </a:lnTo>
                  <a:lnTo>
                    <a:pt x="139422" y="80076"/>
                  </a:lnTo>
                  <a:lnTo>
                    <a:pt x="137332" y="83921"/>
                  </a:lnTo>
                  <a:lnTo>
                    <a:pt x="136246" y="85844"/>
                  </a:lnTo>
                  <a:lnTo>
                    <a:pt x="135117" y="87808"/>
                  </a:lnTo>
                  <a:lnTo>
                    <a:pt x="133989" y="89730"/>
                  </a:lnTo>
                  <a:lnTo>
                    <a:pt x="132777" y="91653"/>
                  </a:lnTo>
                  <a:lnTo>
                    <a:pt x="131565" y="93575"/>
                  </a:lnTo>
                  <a:lnTo>
                    <a:pt x="130353" y="95540"/>
                  </a:lnTo>
                  <a:lnTo>
                    <a:pt x="129057" y="97462"/>
                  </a:lnTo>
                  <a:lnTo>
                    <a:pt x="127762" y="99384"/>
                  </a:lnTo>
                  <a:lnTo>
                    <a:pt x="126424" y="101307"/>
                  </a:lnTo>
                  <a:lnTo>
                    <a:pt x="125045" y="103188"/>
                  </a:lnTo>
                  <a:lnTo>
                    <a:pt x="123666" y="105110"/>
                  </a:lnTo>
                  <a:lnTo>
                    <a:pt x="122203" y="106991"/>
                  </a:lnTo>
                  <a:lnTo>
                    <a:pt x="120741" y="108871"/>
                  </a:lnTo>
                  <a:lnTo>
                    <a:pt x="119236" y="110752"/>
                  </a:lnTo>
                  <a:lnTo>
                    <a:pt x="117731" y="112633"/>
                  </a:lnTo>
                  <a:lnTo>
                    <a:pt x="116143" y="114472"/>
                  </a:lnTo>
                  <a:lnTo>
                    <a:pt x="114555" y="116352"/>
                  </a:lnTo>
                  <a:lnTo>
                    <a:pt x="112884" y="118150"/>
                  </a:lnTo>
                  <a:lnTo>
                    <a:pt x="111212" y="119988"/>
                  </a:lnTo>
                  <a:lnTo>
                    <a:pt x="109498" y="121786"/>
                  </a:lnTo>
                  <a:lnTo>
                    <a:pt x="107743" y="123583"/>
                  </a:lnTo>
                  <a:lnTo>
                    <a:pt x="105988" y="125380"/>
                  </a:lnTo>
                  <a:lnTo>
                    <a:pt x="104149" y="127135"/>
                  </a:lnTo>
                  <a:lnTo>
                    <a:pt x="102310" y="128849"/>
                  </a:lnTo>
                  <a:lnTo>
                    <a:pt x="100387" y="130562"/>
                  </a:lnTo>
                  <a:lnTo>
                    <a:pt x="98465" y="132276"/>
                  </a:lnTo>
                  <a:lnTo>
                    <a:pt x="96501" y="133947"/>
                  </a:lnTo>
                  <a:lnTo>
                    <a:pt x="94453" y="135619"/>
                  </a:lnTo>
                  <a:lnTo>
                    <a:pt x="92405" y="137249"/>
                  </a:lnTo>
                  <a:lnTo>
                    <a:pt x="90315" y="138879"/>
                  </a:lnTo>
                  <a:lnTo>
                    <a:pt x="88184" y="140467"/>
                  </a:lnTo>
                  <a:lnTo>
                    <a:pt x="86011" y="142055"/>
                  </a:lnTo>
                  <a:lnTo>
                    <a:pt x="83796" y="143560"/>
                  </a:lnTo>
                  <a:lnTo>
                    <a:pt x="81539" y="145106"/>
                  </a:lnTo>
                  <a:lnTo>
                    <a:pt x="79240" y="146569"/>
                  </a:lnTo>
                  <a:lnTo>
                    <a:pt x="76900" y="148031"/>
                  </a:lnTo>
                  <a:lnTo>
                    <a:pt x="74518" y="149494"/>
                  </a:lnTo>
                  <a:lnTo>
                    <a:pt x="72094" y="150873"/>
                  </a:lnTo>
                  <a:lnTo>
                    <a:pt x="69628" y="152253"/>
                  </a:lnTo>
                  <a:lnTo>
                    <a:pt x="67120" y="153590"/>
                  </a:lnTo>
                  <a:lnTo>
                    <a:pt x="64529" y="154927"/>
                  </a:lnTo>
                  <a:lnTo>
                    <a:pt x="61938" y="156181"/>
                  </a:lnTo>
                  <a:lnTo>
                    <a:pt x="59305" y="157435"/>
                  </a:lnTo>
                  <a:lnTo>
                    <a:pt x="56589" y="158647"/>
                  </a:lnTo>
                  <a:lnTo>
                    <a:pt x="53872" y="159817"/>
                  </a:lnTo>
                  <a:lnTo>
                    <a:pt x="51072" y="160946"/>
                  </a:lnTo>
                  <a:lnTo>
                    <a:pt x="48272" y="162074"/>
                  </a:lnTo>
                  <a:lnTo>
                    <a:pt x="45388" y="163119"/>
                  </a:lnTo>
                  <a:lnTo>
                    <a:pt x="42463" y="164164"/>
                  </a:lnTo>
                  <a:lnTo>
                    <a:pt x="39495" y="165125"/>
                  </a:lnTo>
                  <a:lnTo>
                    <a:pt x="36486" y="166086"/>
                  </a:lnTo>
                  <a:lnTo>
                    <a:pt x="33393" y="166964"/>
                  </a:lnTo>
                  <a:lnTo>
                    <a:pt x="30301" y="167841"/>
                  </a:lnTo>
                  <a:lnTo>
                    <a:pt x="27125" y="168677"/>
                  </a:lnTo>
                  <a:lnTo>
                    <a:pt x="23907" y="169430"/>
                  </a:lnTo>
                  <a:lnTo>
                    <a:pt x="20647" y="170182"/>
                  </a:lnTo>
                  <a:lnTo>
                    <a:pt x="17345" y="170850"/>
                  </a:lnTo>
                  <a:lnTo>
                    <a:pt x="13960" y="171477"/>
                  </a:lnTo>
                  <a:lnTo>
                    <a:pt x="10575" y="172062"/>
                  </a:lnTo>
                  <a:lnTo>
                    <a:pt x="7106" y="172606"/>
                  </a:lnTo>
                  <a:lnTo>
                    <a:pt x="3553" y="173107"/>
                  </a:lnTo>
                  <a:lnTo>
                    <a:pt x="1" y="173567"/>
                  </a:lnTo>
                  <a:lnTo>
                    <a:pt x="1" y="173567"/>
                  </a:lnTo>
                  <a:lnTo>
                    <a:pt x="1" y="171895"/>
                  </a:lnTo>
                  <a:lnTo>
                    <a:pt x="43" y="169847"/>
                  </a:lnTo>
                  <a:lnTo>
                    <a:pt x="168" y="167089"/>
                  </a:lnTo>
                  <a:lnTo>
                    <a:pt x="419" y="163662"/>
                  </a:lnTo>
                  <a:lnTo>
                    <a:pt x="586" y="161698"/>
                  </a:lnTo>
                  <a:lnTo>
                    <a:pt x="753" y="159566"/>
                  </a:lnTo>
                  <a:lnTo>
                    <a:pt x="1004" y="157310"/>
                  </a:lnTo>
                  <a:lnTo>
                    <a:pt x="1297" y="154927"/>
                  </a:lnTo>
                  <a:lnTo>
                    <a:pt x="1673" y="152420"/>
                  </a:lnTo>
                  <a:lnTo>
                    <a:pt x="2049" y="149787"/>
                  </a:lnTo>
                  <a:lnTo>
                    <a:pt x="2509" y="147028"/>
                  </a:lnTo>
                  <a:lnTo>
                    <a:pt x="3052" y="144145"/>
                  </a:lnTo>
                  <a:lnTo>
                    <a:pt x="3637" y="141177"/>
                  </a:lnTo>
                  <a:lnTo>
                    <a:pt x="4264" y="138085"/>
                  </a:lnTo>
                  <a:lnTo>
                    <a:pt x="5016" y="134909"/>
                  </a:lnTo>
                  <a:lnTo>
                    <a:pt x="5810" y="131649"/>
                  </a:lnTo>
                  <a:lnTo>
                    <a:pt x="6730" y="128305"/>
                  </a:lnTo>
                  <a:lnTo>
                    <a:pt x="7691" y="124878"/>
                  </a:lnTo>
                  <a:lnTo>
                    <a:pt x="8777" y="121409"/>
                  </a:lnTo>
                  <a:lnTo>
                    <a:pt x="9906" y="117857"/>
                  </a:lnTo>
                  <a:lnTo>
                    <a:pt x="11201" y="114263"/>
                  </a:lnTo>
                  <a:lnTo>
                    <a:pt x="12539" y="110627"/>
                  </a:lnTo>
                  <a:lnTo>
                    <a:pt x="14043" y="106907"/>
                  </a:lnTo>
                  <a:lnTo>
                    <a:pt x="15632" y="103188"/>
                  </a:lnTo>
                  <a:lnTo>
                    <a:pt x="17303" y="99426"/>
                  </a:lnTo>
                  <a:lnTo>
                    <a:pt x="18223" y="97546"/>
                  </a:lnTo>
                  <a:lnTo>
                    <a:pt x="19142" y="95665"/>
                  </a:lnTo>
                  <a:lnTo>
                    <a:pt x="20062" y="93742"/>
                  </a:lnTo>
                  <a:lnTo>
                    <a:pt x="21065" y="91862"/>
                  </a:lnTo>
                  <a:lnTo>
                    <a:pt x="22068" y="89939"/>
                  </a:lnTo>
                  <a:lnTo>
                    <a:pt x="23154" y="88059"/>
                  </a:lnTo>
                  <a:lnTo>
                    <a:pt x="24199" y="86136"/>
                  </a:lnTo>
                  <a:lnTo>
                    <a:pt x="25327" y="84255"/>
                  </a:lnTo>
                  <a:lnTo>
                    <a:pt x="26498" y="82333"/>
                  </a:lnTo>
                  <a:lnTo>
                    <a:pt x="27668" y="80410"/>
                  </a:lnTo>
                  <a:lnTo>
                    <a:pt x="28880" y="78530"/>
                  </a:lnTo>
                  <a:lnTo>
                    <a:pt x="30134" y="76607"/>
                  </a:lnTo>
                  <a:lnTo>
                    <a:pt x="31429" y="74727"/>
                  </a:lnTo>
                  <a:lnTo>
                    <a:pt x="32725" y="72846"/>
                  </a:lnTo>
                  <a:lnTo>
                    <a:pt x="34104" y="70965"/>
                  </a:lnTo>
                  <a:lnTo>
                    <a:pt x="35483" y="69043"/>
                  </a:lnTo>
                  <a:lnTo>
                    <a:pt x="36946" y="67204"/>
                  </a:lnTo>
                  <a:lnTo>
                    <a:pt x="38409" y="65323"/>
                  </a:lnTo>
                  <a:lnTo>
                    <a:pt x="39913" y="63443"/>
                  </a:lnTo>
                  <a:lnTo>
                    <a:pt x="41460" y="61604"/>
                  </a:lnTo>
                  <a:lnTo>
                    <a:pt x="43048" y="59765"/>
                  </a:lnTo>
                  <a:lnTo>
                    <a:pt x="44719" y="57926"/>
                  </a:lnTo>
                  <a:lnTo>
                    <a:pt x="46391" y="56129"/>
                  </a:lnTo>
                  <a:lnTo>
                    <a:pt x="48105" y="54332"/>
                  </a:lnTo>
                  <a:lnTo>
                    <a:pt x="49860" y="52535"/>
                  </a:lnTo>
                  <a:lnTo>
                    <a:pt x="51657" y="50737"/>
                  </a:lnTo>
                  <a:lnTo>
                    <a:pt x="53496" y="48982"/>
                  </a:lnTo>
                  <a:lnTo>
                    <a:pt x="55377" y="47227"/>
                  </a:lnTo>
                  <a:lnTo>
                    <a:pt x="57299" y="45513"/>
                  </a:lnTo>
                  <a:lnTo>
                    <a:pt x="59263" y="43800"/>
                  </a:lnTo>
                  <a:lnTo>
                    <a:pt x="61269" y="42086"/>
                  </a:lnTo>
                  <a:lnTo>
                    <a:pt x="63317" y="40415"/>
                  </a:lnTo>
                  <a:lnTo>
                    <a:pt x="65449" y="38743"/>
                  </a:lnTo>
                  <a:lnTo>
                    <a:pt x="67580" y="37113"/>
                  </a:lnTo>
                  <a:lnTo>
                    <a:pt x="69795" y="35483"/>
                  </a:lnTo>
                  <a:lnTo>
                    <a:pt x="72052" y="33895"/>
                  </a:lnTo>
                  <a:lnTo>
                    <a:pt x="74350" y="32307"/>
                  </a:lnTo>
                  <a:lnTo>
                    <a:pt x="76691" y="30760"/>
                  </a:lnTo>
                  <a:lnTo>
                    <a:pt x="79073" y="29256"/>
                  </a:lnTo>
                  <a:lnTo>
                    <a:pt x="81497" y="27751"/>
                  </a:lnTo>
                  <a:lnTo>
                    <a:pt x="84005" y="26247"/>
                  </a:lnTo>
                  <a:lnTo>
                    <a:pt x="86512" y="24826"/>
                  </a:lnTo>
                  <a:lnTo>
                    <a:pt x="89103" y="23405"/>
                  </a:lnTo>
                  <a:lnTo>
                    <a:pt x="91778" y="21984"/>
                  </a:lnTo>
                  <a:lnTo>
                    <a:pt x="94453" y="20646"/>
                  </a:lnTo>
                  <a:lnTo>
                    <a:pt x="97211" y="19309"/>
                  </a:lnTo>
                  <a:lnTo>
                    <a:pt x="100011" y="17972"/>
                  </a:lnTo>
                  <a:lnTo>
                    <a:pt x="102853" y="16718"/>
                  </a:lnTo>
                  <a:lnTo>
                    <a:pt x="105737" y="15464"/>
                  </a:lnTo>
                  <a:lnTo>
                    <a:pt x="108704" y="14252"/>
                  </a:lnTo>
                  <a:lnTo>
                    <a:pt x="111713" y="13082"/>
                  </a:lnTo>
                  <a:lnTo>
                    <a:pt x="114806" y="11954"/>
                  </a:lnTo>
                  <a:lnTo>
                    <a:pt x="117899" y="10825"/>
                  </a:lnTo>
                  <a:lnTo>
                    <a:pt x="121075" y="9780"/>
                  </a:lnTo>
                  <a:lnTo>
                    <a:pt x="124335" y="8735"/>
                  </a:lnTo>
                  <a:lnTo>
                    <a:pt x="127636" y="7732"/>
                  </a:lnTo>
                  <a:lnTo>
                    <a:pt x="130980" y="6771"/>
                  </a:lnTo>
                  <a:lnTo>
                    <a:pt x="134407" y="5852"/>
                  </a:lnTo>
                  <a:lnTo>
                    <a:pt x="137834" y="4974"/>
                  </a:lnTo>
                  <a:lnTo>
                    <a:pt x="141386" y="4138"/>
                  </a:lnTo>
                  <a:lnTo>
                    <a:pt x="144980" y="3344"/>
                  </a:lnTo>
                  <a:lnTo>
                    <a:pt x="148616" y="2592"/>
                  </a:lnTo>
                  <a:lnTo>
                    <a:pt x="152336" y="1881"/>
                  </a:lnTo>
                  <a:lnTo>
                    <a:pt x="156097" y="1213"/>
                  </a:lnTo>
                  <a:lnTo>
                    <a:pt x="159942" y="586"/>
                  </a:lnTo>
                  <a:lnTo>
                    <a:pt x="16382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45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h="148575" w="143475">
                  <a:moveTo>
                    <a:pt x="141427" y="1"/>
                  </a:move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45"/>
            <p:cNvSpPr/>
            <p:nvPr/>
          </p:nvSpPr>
          <p:spPr>
            <a:xfrm flipH="1" rot="-3134405">
              <a:off x="5834059" y="1925304"/>
              <a:ext cx="1879678" cy="1946493"/>
            </a:xfrm>
            <a:custGeom>
              <a:rect b="b" l="l" r="r" t="t"/>
              <a:pathLst>
                <a:path extrusionOk="0" fill="none" h="148575" w="143475">
                  <a:moveTo>
                    <a:pt x="141427" y="1"/>
                  </a:moveTo>
                  <a:lnTo>
                    <a:pt x="141427" y="1"/>
                  </a:ln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lnTo>
                    <a:pt x="14142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45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h="91987" w="237969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45"/>
            <p:cNvSpPr/>
            <p:nvPr/>
          </p:nvSpPr>
          <p:spPr>
            <a:xfrm flipH="1" rot="-3134405">
              <a:off x="4798926" y="1212184"/>
              <a:ext cx="3117651" cy="1205129"/>
            </a:xfrm>
            <a:custGeom>
              <a:rect b="b" l="l" r="r" t="t"/>
              <a:pathLst>
                <a:path extrusionOk="0" fill="none" h="91987" w="237969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45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h="75814" w="204494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45"/>
            <p:cNvSpPr/>
            <p:nvPr/>
          </p:nvSpPr>
          <p:spPr>
            <a:xfrm flipH="1" rot="-3134405">
              <a:off x="4998754" y="1340105"/>
              <a:ext cx="2679092" cy="993245"/>
            </a:xfrm>
            <a:custGeom>
              <a:rect b="b" l="l" r="r" t="t"/>
              <a:pathLst>
                <a:path extrusionOk="0" fill="none" h="75814" w="204494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3" name="Google Shape;1653;p45"/>
          <p:cNvSpPr txBox="1"/>
          <p:nvPr/>
        </p:nvSpPr>
        <p:spPr>
          <a:xfrm>
            <a:off x="47525" y="530975"/>
            <a:ext cx="4236300" cy="4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This diagram shows how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Model-Based Systems Engineering (MBSE)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integrates all major elements of a system through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SLIM (System Lifecycle Management)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. The central SysML model connects every discipline involved in developing the matcha-making robot.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Key Components: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CAD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– Designs the robot arm, bowl, and workspace layout.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Simulation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– Models robot motion, workspace interactions, and whisk trajectories.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Requirements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– Defines functional needs, performance criteria, safety, and stakeholder expectations.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Control Software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– Handles robot motion simulation, liquid dynamics, cycle-time analysis, and failure scenarios.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What the image shows:</a:t>
            </a:r>
            <a:br>
              <a:rPr b="1"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 SLIM unifies design, simulation, requirements, and control into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one integrated system model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, ensuring consistency, better decision-making, and efficient development using MBSE principles.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654" name="Google Shape;165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825" y="900850"/>
            <a:ext cx="3996425" cy="1974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46"/>
          <p:cNvSpPr txBox="1"/>
          <p:nvPr>
            <p:ph type="title"/>
          </p:nvPr>
        </p:nvSpPr>
        <p:spPr>
          <a:xfrm>
            <a:off x="646400" y="101651"/>
            <a:ext cx="8348700" cy="2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FISHBONE </a:t>
            </a: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ANALYSIS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660" name="Google Shape;166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775" y="618275"/>
            <a:ext cx="7762001" cy="388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47"/>
          <p:cNvSpPr txBox="1"/>
          <p:nvPr>
            <p:ph type="title"/>
          </p:nvPr>
        </p:nvSpPr>
        <p:spPr>
          <a:xfrm>
            <a:off x="649800" y="149800"/>
            <a:ext cx="64209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AXIOMATIC DESIGN Level 1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666" name="Google Shape;166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75" y="1546675"/>
            <a:ext cx="8839203" cy="2050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48"/>
          <p:cNvSpPr txBox="1"/>
          <p:nvPr>
            <p:ph type="title"/>
          </p:nvPr>
        </p:nvSpPr>
        <p:spPr>
          <a:xfrm>
            <a:off x="649800" y="149800"/>
            <a:ext cx="7044300" cy="45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AXIOMATIC DESIGN Level 2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672" name="Google Shape;167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2300"/>
            <a:ext cx="8839200" cy="4018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49"/>
          <p:cNvSpPr txBox="1"/>
          <p:nvPr/>
        </p:nvSpPr>
        <p:spPr>
          <a:xfrm>
            <a:off x="2463600" y="1926650"/>
            <a:ext cx="42168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Fault Tree Analysis</a:t>
            </a:r>
            <a:endParaRPr sz="3000">
              <a:solidFill>
                <a:srgbClr val="38761D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50"/>
          <p:cNvSpPr txBox="1"/>
          <p:nvPr>
            <p:ph type="title"/>
          </p:nvPr>
        </p:nvSpPr>
        <p:spPr>
          <a:xfrm>
            <a:off x="605725" y="44850"/>
            <a:ext cx="6363300" cy="42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Fault Tree Analysis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683" name="Google Shape;1683;p50" title="FTA1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0" y="539675"/>
            <a:ext cx="9091849" cy="42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51"/>
          <p:cNvSpPr txBox="1"/>
          <p:nvPr/>
        </p:nvSpPr>
        <p:spPr>
          <a:xfrm>
            <a:off x="885275" y="1991100"/>
            <a:ext cx="77496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Linear Programming</a:t>
            </a:r>
            <a:endParaRPr sz="3000">
              <a:solidFill>
                <a:srgbClr val="38761D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52"/>
          <p:cNvSpPr txBox="1"/>
          <p:nvPr>
            <p:ph type="title"/>
          </p:nvPr>
        </p:nvSpPr>
        <p:spPr>
          <a:xfrm>
            <a:off x="767150" y="275250"/>
            <a:ext cx="8671200" cy="4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Optimize Linear Program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94" name="Google Shape;1694;p52"/>
          <p:cNvSpPr txBox="1"/>
          <p:nvPr/>
        </p:nvSpPr>
        <p:spPr>
          <a:xfrm>
            <a:off x="869250" y="1080550"/>
            <a:ext cx="6250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Char char="●"/>
            </a:pP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What if we had a cafe with both humans and robots?</a:t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Char char="●"/>
            </a:pP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Who would make more coffee/matcha ? Human ? Robot?</a:t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Char char="●"/>
            </a:pP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Can we minimize the total time required by both humans and robots to produce all cups of coffee?</a:t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695" name="Google Shape;1695;p52"/>
          <p:cNvSpPr txBox="1"/>
          <p:nvPr/>
        </p:nvSpPr>
        <p:spPr>
          <a:xfrm>
            <a:off x="590675" y="3444150"/>
            <a:ext cx="7597200" cy="76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Goal - To decide how many cups should be made by human and how many by robot.</a:t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53"/>
          <p:cNvSpPr txBox="1"/>
          <p:nvPr>
            <p:ph type="title"/>
          </p:nvPr>
        </p:nvSpPr>
        <p:spPr>
          <a:xfrm>
            <a:off x="767150" y="275250"/>
            <a:ext cx="8671200" cy="4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Optimize Linear Program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701" name="Google Shape;1701;p53" title="Screenshot 2025-12-04 at 18.27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6725" y="1671275"/>
            <a:ext cx="1870482" cy="4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p53" title="Screenshot 2025-12-04 at 18.30.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525" y="2291350"/>
            <a:ext cx="1385200" cy="2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p53" title="Screenshot 2025-12-04 at 18.31.4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4025" y="2735650"/>
            <a:ext cx="1870475" cy="589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4" name="Google Shape;1704;p53" title="Screenshot 2025-12-04 at 18.47.4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58525" y="3324975"/>
            <a:ext cx="1576050" cy="50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53"/>
          <p:cNvSpPr txBox="1"/>
          <p:nvPr/>
        </p:nvSpPr>
        <p:spPr>
          <a:xfrm>
            <a:off x="906650" y="1671275"/>
            <a:ext cx="1870500" cy="422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Objective Function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6" name="Google Shape;1706;p53"/>
          <p:cNvSpPr txBox="1"/>
          <p:nvPr/>
        </p:nvSpPr>
        <p:spPr>
          <a:xfrm>
            <a:off x="906638" y="2291350"/>
            <a:ext cx="1870500" cy="422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Demand Constraints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7" name="Google Shape;1707;p53"/>
          <p:cNvSpPr txBox="1"/>
          <p:nvPr/>
        </p:nvSpPr>
        <p:spPr>
          <a:xfrm>
            <a:off x="906650" y="2847325"/>
            <a:ext cx="1870500" cy="422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Capacity Constraints</a:t>
            </a:r>
            <a:endParaRPr>
              <a:solidFill>
                <a:schemeClr val="dk1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sp>
        <p:nvSpPr>
          <p:cNvPr id="1708" name="Google Shape;1708;p53"/>
          <p:cNvSpPr txBox="1"/>
          <p:nvPr/>
        </p:nvSpPr>
        <p:spPr>
          <a:xfrm>
            <a:off x="906650" y="3403288"/>
            <a:ext cx="1870500" cy="422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Quality Constraints</a:t>
            </a:r>
            <a:endParaRPr>
              <a:solidFill>
                <a:schemeClr val="dk1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sp>
        <p:nvSpPr>
          <p:cNvPr id="1709" name="Google Shape;1709;p53"/>
          <p:cNvSpPr txBox="1"/>
          <p:nvPr/>
        </p:nvSpPr>
        <p:spPr>
          <a:xfrm>
            <a:off x="906650" y="4023363"/>
            <a:ext cx="1870500" cy="422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Non - negative</a:t>
            </a:r>
            <a:r>
              <a:rPr lang="en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 </a:t>
            </a:r>
            <a:endParaRPr>
              <a:solidFill>
                <a:schemeClr val="dk1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1710" name="Google Shape;1710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45225" y="4063300"/>
            <a:ext cx="1228075" cy="34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53" title="Screenshot 2025-12-04 at 19.25.2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65075" y="1864000"/>
            <a:ext cx="3944702" cy="215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54"/>
          <p:cNvSpPr txBox="1"/>
          <p:nvPr>
            <p:ph type="title"/>
          </p:nvPr>
        </p:nvSpPr>
        <p:spPr>
          <a:xfrm>
            <a:off x="767150" y="275250"/>
            <a:ext cx="8671200" cy="4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Optimize Linear Program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717" name="Google Shape;1717;p54" title="Screenshot 2025-12-04 at 17.53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125" y="881500"/>
            <a:ext cx="5164876" cy="214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54" title="Screenshot 2025-12-04 at 18.26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1400" y="849750"/>
            <a:ext cx="2919926" cy="387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55"/>
          <p:cNvSpPr txBox="1"/>
          <p:nvPr/>
        </p:nvSpPr>
        <p:spPr>
          <a:xfrm>
            <a:off x="770400" y="1926650"/>
            <a:ext cx="77496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LTV , CAC and FMEA</a:t>
            </a:r>
            <a:endParaRPr sz="3000">
              <a:solidFill>
                <a:srgbClr val="38761D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56"/>
          <p:cNvSpPr txBox="1"/>
          <p:nvPr>
            <p:ph type="title"/>
          </p:nvPr>
        </p:nvSpPr>
        <p:spPr>
          <a:xfrm>
            <a:off x="767725" y="79275"/>
            <a:ext cx="39576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LTV and CAC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729" name="Google Shape;1729;p56"/>
          <p:cNvPicPr preferRelativeResize="0"/>
          <p:nvPr/>
        </p:nvPicPr>
        <p:blipFill rotWithShape="1">
          <a:blip r:embed="rId3">
            <a:alphaModFix/>
          </a:blip>
          <a:srcRect b="-3979" l="-3460" r="3460" t="3980"/>
          <a:stretch/>
        </p:blipFill>
        <p:spPr>
          <a:xfrm>
            <a:off x="4475825" y="2231750"/>
            <a:ext cx="4035075" cy="276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0" name="Google Shape;173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725" y="821775"/>
            <a:ext cx="4534249" cy="2098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1" name="Google Shape;1731;p56"/>
          <p:cNvGrpSpPr/>
          <p:nvPr/>
        </p:nvGrpSpPr>
        <p:grpSpPr>
          <a:xfrm>
            <a:off x="840536" y="4145295"/>
            <a:ext cx="634406" cy="713193"/>
            <a:chOff x="5157450" y="1736850"/>
            <a:chExt cx="2224425" cy="2500675"/>
          </a:xfrm>
        </p:grpSpPr>
        <p:sp>
          <p:nvSpPr>
            <p:cNvPr id="1732" name="Google Shape;1732;p56"/>
            <p:cNvSpPr/>
            <p:nvPr/>
          </p:nvSpPr>
          <p:spPr>
            <a:xfrm>
              <a:off x="5157450" y="3893900"/>
              <a:ext cx="2172775" cy="343625"/>
            </a:xfrm>
            <a:custGeom>
              <a:rect b="b" l="l" r="r" t="t"/>
              <a:pathLst>
                <a:path extrusionOk="0" h="13745" w="86911">
                  <a:moveTo>
                    <a:pt x="57042" y="4223"/>
                  </a:moveTo>
                  <a:lnTo>
                    <a:pt x="57042" y="5750"/>
                  </a:lnTo>
                  <a:lnTo>
                    <a:pt x="56953" y="5795"/>
                  </a:lnTo>
                  <a:lnTo>
                    <a:pt x="56503" y="6064"/>
                  </a:lnTo>
                  <a:lnTo>
                    <a:pt x="55830" y="6379"/>
                  </a:lnTo>
                  <a:lnTo>
                    <a:pt x="54931" y="6738"/>
                  </a:lnTo>
                  <a:lnTo>
                    <a:pt x="53764" y="7097"/>
                  </a:lnTo>
                  <a:lnTo>
                    <a:pt x="52326" y="7501"/>
                  </a:lnTo>
                  <a:lnTo>
                    <a:pt x="50664" y="7816"/>
                  </a:lnTo>
                  <a:lnTo>
                    <a:pt x="49721" y="7996"/>
                  </a:lnTo>
                  <a:lnTo>
                    <a:pt x="48733" y="8130"/>
                  </a:lnTo>
                  <a:lnTo>
                    <a:pt x="47610" y="8220"/>
                  </a:lnTo>
                  <a:lnTo>
                    <a:pt x="46487" y="8310"/>
                  </a:lnTo>
                  <a:lnTo>
                    <a:pt x="45005" y="8400"/>
                  </a:lnTo>
                  <a:lnTo>
                    <a:pt x="41726" y="8400"/>
                  </a:lnTo>
                  <a:lnTo>
                    <a:pt x="40109" y="8310"/>
                  </a:lnTo>
                  <a:lnTo>
                    <a:pt x="39031" y="8220"/>
                  </a:lnTo>
                  <a:lnTo>
                    <a:pt x="37953" y="8085"/>
                  </a:lnTo>
                  <a:lnTo>
                    <a:pt x="36965" y="7951"/>
                  </a:lnTo>
                  <a:lnTo>
                    <a:pt x="36067" y="7816"/>
                  </a:lnTo>
                  <a:lnTo>
                    <a:pt x="34450" y="7457"/>
                  </a:lnTo>
                  <a:lnTo>
                    <a:pt x="33103" y="7097"/>
                  </a:lnTo>
                  <a:lnTo>
                    <a:pt x="31935" y="6693"/>
                  </a:lnTo>
                  <a:lnTo>
                    <a:pt x="31081" y="6334"/>
                  </a:lnTo>
                  <a:lnTo>
                    <a:pt x="30408" y="6064"/>
                  </a:lnTo>
                  <a:lnTo>
                    <a:pt x="29959" y="5795"/>
                  </a:lnTo>
                  <a:lnTo>
                    <a:pt x="29869" y="5750"/>
                  </a:lnTo>
                  <a:lnTo>
                    <a:pt x="29869" y="4223"/>
                  </a:lnTo>
                  <a:lnTo>
                    <a:pt x="30138" y="4312"/>
                  </a:lnTo>
                  <a:lnTo>
                    <a:pt x="31351" y="4672"/>
                  </a:lnTo>
                  <a:lnTo>
                    <a:pt x="32564" y="4986"/>
                  </a:lnTo>
                  <a:lnTo>
                    <a:pt x="33821" y="5256"/>
                  </a:lnTo>
                  <a:lnTo>
                    <a:pt x="35124" y="5525"/>
                  </a:lnTo>
                  <a:lnTo>
                    <a:pt x="36426" y="5705"/>
                  </a:lnTo>
                  <a:lnTo>
                    <a:pt x="37774" y="5885"/>
                  </a:lnTo>
                  <a:lnTo>
                    <a:pt x="39166" y="6019"/>
                  </a:lnTo>
                  <a:lnTo>
                    <a:pt x="40559" y="6109"/>
                  </a:lnTo>
                  <a:lnTo>
                    <a:pt x="41996" y="6199"/>
                  </a:lnTo>
                  <a:lnTo>
                    <a:pt x="44736" y="6199"/>
                  </a:lnTo>
                  <a:lnTo>
                    <a:pt x="46038" y="6154"/>
                  </a:lnTo>
                  <a:lnTo>
                    <a:pt x="47475" y="6064"/>
                  </a:lnTo>
                  <a:lnTo>
                    <a:pt x="48913" y="5929"/>
                  </a:lnTo>
                  <a:lnTo>
                    <a:pt x="50305" y="5750"/>
                  </a:lnTo>
                  <a:lnTo>
                    <a:pt x="51653" y="5525"/>
                  </a:lnTo>
                  <a:lnTo>
                    <a:pt x="53000" y="5301"/>
                  </a:lnTo>
                  <a:lnTo>
                    <a:pt x="54303" y="4986"/>
                  </a:lnTo>
                  <a:lnTo>
                    <a:pt x="55560" y="4672"/>
                  </a:lnTo>
                  <a:lnTo>
                    <a:pt x="56773" y="4312"/>
                  </a:lnTo>
                  <a:lnTo>
                    <a:pt x="57042" y="4223"/>
                  </a:lnTo>
                  <a:close/>
                  <a:moveTo>
                    <a:pt x="22637" y="1"/>
                  </a:moveTo>
                  <a:lnTo>
                    <a:pt x="20167" y="270"/>
                  </a:lnTo>
                  <a:lnTo>
                    <a:pt x="17787" y="540"/>
                  </a:lnTo>
                  <a:lnTo>
                    <a:pt x="15541" y="809"/>
                  </a:lnTo>
                  <a:lnTo>
                    <a:pt x="13430" y="1124"/>
                  </a:lnTo>
                  <a:lnTo>
                    <a:pt x="11409" y="1483"/>
                  </a:lnTo>
                  <a:lnTo>
                    <a:pt x="9567" y="1842"/>
                  </a:lnTo>
                  <a:lnTo>
                    <a:pt x="7860" y="2246"/>
                  </a:lnTo>
                  <a:lnTo>
                    <a:pt x="6288" y="2651"/>
                  </a:lnTo>
                  <a:lnTo>
                    <a:pt x="4851" y="3055"/>
                  </a:lnTo>
                  <a:lnTo>
                    <a:pt x="3638" y="3504"/>
                  </a:lnTo>
                  <a:lnTo>
                    <a:pt x="2560" y="3953"/>
                  </a:lnTo>
                  <a:lnTo>
                    <a:pt x="1662" y="4447"/>
                  </a:lnTo>
                  <a:lnTo>
                    <a:pt x="1303" y="4672"/>
                  </a:lnTo>
                  <a:lnTo>
                    <a:pt x="943" y="4896"/>
                  </a:lnTo>
                  <a:lnTo>
                    <a:pt x="674" y="5166"/>
                  </a:lnTo>
                  <a:lnTo>
                    <a:pt x="449" y="5390"/>
                  </a:lnTo>
                  <a:lnTo>
                    <a:pt x="270" y="5660"/>
                  </a:lnTo>
                  <a:lnTo>
                    <a:pt x="135" y="5929"/>
                  </a:lnTo>
                  <a:lnTo>
                    <a:pt x="45" y="6154"/>
                  </a:lnTo>
                  <a:lnTo>
                    <a:pt x="0" y="6423"/>
                  </a:lnTo>
                  <a:lnTo>
                    <a:pt x="45" y="6603"/>
                  </a:lnTo>
                  <a:lnTo>
                    <a:pt x="90" y="6828"/>
                  </a:lnTo>
                  <a:lnTo>
                    <a:pt x="225" y="7187"/>
                  </a:lnTo>
                  <a:lnTo>
                    <a:pt x="539" y="7546"/>
                  </a:lnTo>
                  <a:lnTo>
                    <a:pt x="898" y="7906"/>
                  </a:lnTo>
                  <a:lnTo>
                    <a:pt x="1393" y="8265"/>
                  </a:lnTo>
                  <a:lnTo>
                    <a:pt x="1976" y="8624"/>
                  </a:lnTo>
                  <a:lnTo>
                    <a:pt x="2650" y="8939"/>
                  </a:lnTo>
                  <a:lnTo>
                    <a:pt x="3459" y="9298"/>
                  </a:lnTo>
                  <a:lnTo>
                    <a:pt x="4312" y="9612"/>
                  </a:lnTo>
                  <a:lnTo>
                    <a:pt x="5255" y="9927"/>
                  </a:lnTo>
                  <a:lnTo>
                    <a:pt x="6333" y="10241"/>
                  </a:lnTo>
                  <a:lnTo>
                    <a:pt x="7456" y="10511"/>
                  </a:lnTo>
                  <a:lnTo>
                    <a:pt x="8669" y="10825"/>
                  </a:lnTo>
                  <a:lnTo>
                    <a:pt x="9926" y="11095"/>
                  </a:lnTo>
                  <a:lnTo>
                    <a:pt x="12756" y="11589"/>
                  </a:lnTo>
                  <a:lnTo>
                    <a:pt x="15810" y="12083"/>
                  </a:lnTo>
                  <a:lnTo>
                    <a:pt x="19179" y="12487"/>
                  </a:lnTo>
                  <a:lnTo>
                    <a:pt x="22772" y="12846"/>
                  </a:lnTo>
                  <a:lnTo>
                    <a:pt x="26545" y="13161"/>
                  </a:lnTo>
                  <a:lnTo>
                    <a:pt x="30542" y="13430"/>
                  </a:lnTo>
                  <a:lnTo>
                    <a:pt x="34720" y="13610"/>
                  </a:lnTo>
                  <a:lnTo>
                    <a:pt x="39031" y="13700"/>
                  </a:lnTo>
                  <a:lnTo>
                    <a:pt x="43478" y="13745"/>
                  </a:lnTo>
                  <a:lnTo>
                    <a:pt x="47925" y="13700"/>
                  </a:lnTo>
                  <a:lnTo>
                    <a:pt x="52236" y="13610"/>
                  </a:lnTo>
                  <a:lnTo>
                    <a:pt x="56369" y="13430"/>
                  </a:lnTo>
                  <a:lnTo>
                    <a:pt x="60366" y="13161"/>
                  </a:lnTo>
                  <a:lnTo>
                    <a:pt x="64184" y="12846"/>
                  </a:lnTo>
                  <a:lnTo>
                    <a:pt x="67777" y="12487"/>
                  </a:lnTo>
                  <a:lnTo>
                    <a:pt x="71101" y="12083"/>
                  </a:lnTo>
                  <a:lnTo>
                    <a:pt x="74200" y="11589"/>
                  </a:lnTo>
                  <a:lnTo>
                    <a:pt x="76985" y="11095"/>
                  </a:lnTo>
                  <a:lnTo>
                    <a:pt x="78287" y="10825"/>
                  </a:lnTo>
                  <a:lnTo>
                    <a:pt x="79500" y="10511"/>
                  </a:lnTo>
                  <a:lnTo>
                    <a:pt x="80623" y="10241"/>
                  </a:lnTo>
                  <a:lnTo>
                    <a:pt x="81656" y="9927"/>
                  </a:lnTo>
                  <a:lnTo>
                    <a:pt x="82644" y="9612"/>
                  </a:lnTo>
                  <a:lnTo>
                    <a:pt x="83497" y="9298"/>
                  </a:lnTo>
                  <a:lnTo>
                    <a:pt x="84261" y="8939"/>
                  </a:lnTo>
                  <a:lnTo>
                    <a:pt x="84935" y="8624"/>
                  </a:lnTo>
                  <a:lnTo>
                    <a:pt x="85563" y="8265"/>
                  </a:lnTo>
                  <a:lnTo>
                    <a:pt x="86013" y="7906"/>
                  </a:lnTo>
                  <a:lnTo>
                    <a:pt x="86417" y="7546"/>
                  </a:lnTo>
                  <a:lnTo>
                    <a:pt x="86686" y="7187"/>
                  </a:lnTo>
                  <a:lnTo>
                    <a:pt x="86866" y="6828"/>
                  </a:lnTo>
                  <a:lnTo>
                    <a:pt x="86911" y="6603"/>
                  </a:lnTo>
                  <a:lnTo>
                    <a:pt x="86911" y="6423"/>
                  </a:lnTo>
                  <a:lnTo>
                    <a:pt x="86866" y="6154"/>
                  </a:lnTo>
                  <a:lnTo>
                    <a:pt x="86821" y="5929"/>
                  </a:lnTo>
                  <a:lnTo>
                    <a:pt x="86686" y="5660"/>
                  </a:lnTo>
                  <a:lnTo>
                    <a:pt x="86507" y="5390"/>
                  </a:lnTo>
                  <a:lnTo>
                    <a:pt x="86237" y="5166"/>
                  </a:lnTo>
                  <a:lnTo>
                    <a:pt x="85968" y="4896"/>
                  </a:lnTo>
                  <a:lnTo>
                    <a:pt x="85653" y="4672"/>
                  </a:lnTo>
                  <a:lnTo>
                    <a:pt x="85249" y="4447"/>
                  </a:lnTo>
                  <a:lnTo>
                    <a:pt x="84396" y="3953"/>
                  </a:lnTo>
                  <a:lnTo>
                    <a:pt x="83318" y="3504"/>
                  </a:lnTo>
                  <a:lnTo>
                    <a:pt x="82060" y="3055"/>
                  </a:lnTo>
                  <a:lnTo>
                    <a:pt x="80668" y="2651"/>
                  </a:lnTo>
                  <a:lnTo>
                    <a:pt x="79096" y="2246"/>
                  </a:lnTo>
                  <a:lnTo>
                    <a:pt x="77389" y="1842"/>
                  </a:lnTo>
                  <a:lnTo>
                    <a:pt x="75502" y="1483"/>
                  </a:lnTo>
                  <a:lnTo>
                    <a:pt x="73526" y="1124"/>
                  </a:lnTo>
                  <a:lnTo>
                    <a:pt x="71370" y="809"/>
                  </a:lnTo>
                  <a:lnTo>
                    <a:pt x="69125" y="540"/>
                  </a:lnTo>
                  <a:lnTo>
                    <a:pt x="66789" y="270"/>
                  </a:lnTo>
                  <a:lnTo>
                    <a:pt x="64319" y="1"/>
                  </a:lnTo>
                  <a:lnTo>
                    <a:pt x="63420" y="585"/>
                  </a:lnTo>
                  <a:lnTo>
                    <a:pt x="62477" y="1124"/>
                  </a:lnTo>
                  <a:lnTo>
                    <a:pt x="61534" y="1662"/>
                  </a:lnTo>
                  <a:lnTo>
                    <a:pt x="60591" y="2157"/>
                  </a:lnTo>
                  <a:lnTo>
                    <a:pt x="59558" y="2606"/>
                  </a:lnTo>
                  <a:lnTo>
                    <a:pt x="58569" y="3055"/>
                  </a:lnTo>
                  <a:lnTo>
                    <a:pt x="57492" y="3414"/>
                  </a:lnTo>
                  <a:lnTo>
                    <a:pt x="56414" y="3774"/>
                  </a:lnTo>
                  <a:lnTo>
                    <a:pt x="55336" y="4133"/>
                  </a:lnTo>
                  <a:lnTo>
                    <a:pt x="54168" y="4402"/>
                  </a:lnTo>
                  <a:lnTo>
                    <a:pt x="53045" y="4672"/>
                  </a:lnTo>
                  <a:lnTo>
                    <a:pt x="51832" y="4896"/>
                  </a:lnTo>
                  <a:lnTo>
                    <a:pt x="50664" y="5076"/>
                  </a:lnTo>
                  <a:lnTo>
                    <a:pt x="49407" y="5256"/>
                  </a:lnTo>
                  <a:lnTo>
                    <a:pt x="48149" y="5390"/>
                  </a:lnTo>
                  <a:lnTo>
                    <a:pt x="46847" y="5480"/>
                  </a:lnTo>
                  <a:lnTo>
                    <a:pt x="45185" y="5570"/>
                  </a:lnTo>
                  <a:lnTo>
                    <a:pt x="43478" y="5615"/>
                  </a:lnTo>
                  <a:lnTo>
                    <a:pt x="41547" y="5570"/>
                  </a:lnTo>
                  <a:lnTo>
                    <a:pt x="39660" y="5480"/>
                  </a:lnTo>
                  <a:lnTo>
                    <a:pt x="38403" y="5346"/>
                  </a:lnTo>
                  <a:lnTo>
                    <a:pt x="37190" y="5211"/>
                  </a:lnTo>
                  <a:lnTo>
                    <a:pt x="35977" y="5031"/>
                  </a:lnTo>
                  <a:lnTo>
                    <a:pt x="34809" y="4851"/>
                  </a:lnTo>
                  <a:lnTo>
                    <a:pt x="33642" y="4627"/>
                  </a:lnTo>
                  <a:lnTo>
                    <a:pt x="32519" y="4357"/>
                  </a:lnTo>
                  <a:lnTo>
                    <a:pt x="31441" y="4043"/>
                  </a:lnTo>
                  <a:lnTo>
                    <a:pt x="30363" y="3729"/>
                  </a:lnTo>
                  <a:lnTo>
                    <a:pt x="29285" y="3369"/>
                  </a:lnTo>
                  <a:lnTo>
                    <a:pt x="28252" y="2965"/>
                  </a:lnTo>
                  <a:lnTo>
                    <a:pt x="27264" y="2561"/>
                  </a:lnTo>
                  <a:lnTo>
                    <a:pt x="26275" y="2112"/>
                  </a:lnTo>
                  <a:lnTo>
                    <a:pt x="25332" y="1618"/>
                  </a:lnTo>
                  <a:lnTo>
                    <a:pt x="24389" y="1124"/>
                  </a:lnTo>
                  <a:lnTo>
                    <a:pt x="23491" y="585"/>
                  </a:lnTo>
                  <a:lnTo>
                    <a:pt x="22637" y="1"/>
                  </a:lnTo>
                  <a:close/>
                </a:path>
              </a:pathLst>
            </a:custGeom>
            <a:solidFill>
              <a:srgbClr val="E9E7E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56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fill="none" h="4178" w="27175">
                  <a:moveTo>
                    <a:pt x="16170" y="1932"/>
                  </a:moveTo>
                  <a:lnTo>
                    <a:pt x="16170" y="1932"/>
                  </a:lnTo>
                  <a:lnTo>
                    <a:pt x="16170" y="1932"/>
                  </a:lnTo>
                  <a:lnTo>
                    <a:pt x="17607" y="1842"/>
                  </a:lnTo>
                  <a:lnTo>
                    <a:pt x="19045" y="1707"/>
                  </a:lnTo>
                  <a:lnTo>
                    <a:pt x="20437" y="1528"/>
                  </a:lnTo>
                  <a:lnTo>
                    <a:pt x="21785" y="1303"/>
                  </a:lnTo>
                  <a:lnTo>
                    <a:pt x="23132" y="1079"/>
                  </a:lnTo>
                  <a:lnTo>
                    <a:pt x="24435" y="764"/>
                  </a:lnTo>
                  <a:lnTo>
                    <a:pt x="25692" y="450"/>
                  </a:lnTo>
                  <a:lnTo>
                    <a:pt x="26905" y="90"/>
                  </a:lnTo>
                  <a:lnTo>
                    <a:pt x="27174" y="1"/>
                  </a:lnTo>
                  <a:lnTo>
                    <a:pt x="27174" y="1528"/>
                  </a:lnTo>
                  <a:lnTo>
                    <a:pt x="27085" y="1573"/>
                  </a:lnTo>
                  <a:lnTo>
                    <a:pt x="27085" y="1573"/>
                  </a:lnTo>
                  <a:lnTo>
                    <a:pt x="26635" y="1842"/>
                  </a:lnTo>
                  <a:lnTo>
                    <a:pt x="25962" y="2157"/>
                  </a:lnTo>
                  <a:lnTo>
                    <a:pt x="25063" y="2516"/>
                  </a:lnTo>
                  <a:lnTo>
                    <a:pt x="23896" y="2875"/>
                  </a:lnTo>
                  <a:lnTo>
                    <a:pt x="22458" y="3279"/>
                  </a:lnTo>
                  <a:lnTo>
                    <a:pt x="20796" y="3594"/>
                  </a:lnTo>
                  <a:lnTo>
                    <a:pt x="19853" y="3774"/>
                  </a:lnTo>
                  <a:lnTo>
                    <a:pt x="18865" y="3908"/>
                  </a:lnTo>
                  <a:lnTo>
                    <a:pt x="17742" y="399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5137" y="4178"/>
                  </a:lnTo>
                  <a:lnTo>
                    <a:pt x="13610" y="4178"/>
                  </a:lnTo>
                  <a:lnTo>
                    <a:pt x="13610" y="4178"/>
                  </a:lnTo>
                  <a:lnTo>
                    <a:pt x="11858" y="4178"/>
                  </a:lnTo>
                  <a:lnTo>
                    <a:pt x="10241" y="4088"/>
                  </a:lnTo>
                  <a:lnTo>
                    <a:pt x="10241" y="4088"/>
                  </a:lnTo>
                  <a:lnTo>
                    <a:pt x="9163" y="3998"/>
                  </a:lnTo>
                  <a:lnTo>
                    <a:pt x="8085" y="3863"/>
                  </a:lnTo>
                  <a:lnTo>
                    <a:pt x="7097" y="3729"/>
                  </a:lnTo>
                  <a:lnTo>
                    <a:pt x="6199" y="3594"/>
                  </a:lnTo>
                  <a:lnTo>
                    <a:pt x="4582" y="3235"/>
                  </a:lnTo>
                  <a:lnTo>
                    <a:pt x="3235" y="2875"/>
                  </a:lnTo>
                  <a:lnTo>
                    <a:pt x="2067" y="2471"/>
                  </a:lnTo>
                  <a:lnTo>
                    <a:pt x="1213" y="2112"/>
                  </a:lnTo>
                  <a:lnTo>
                    <a:pt x="540" y="1842"/>
                  </a:lnTo>
                  <a:lnTo>
                    <a:pt x="91" y="1573"/>
                  </a:lnTo>
                  <a:lnTo>
                    <a:pt x="1" y="1528"/>
                  </a:lnTo>
                  <a:lnTo>
                    <a:pt x="1" y="1"/>
                  </a:lnTo>
                  <a:lnTo>
                    <a:pt x="270" y="90"/>
                  </a:lnTo>
                  <a:lnTo>
                    <a:pt x="270" y="90"/>
                  </a:lnTo>
                  <a:lnTo>
                    <a:pt x="1483" y="450"/>
                  </a:lnTo>
                  <a:lnTo>
                    <a:pt x="2696" y="764"/>
                  </a:lnTo>
                  <a:lnTo>
                    <a:pt x="3953" y="1034"/>
                  </a:lnTo>
                  <a:lnTo>
                    <a:pt x="5256" y="1303"/>
                  </a:lnTo>
                  <a:lnTo>
                    <a:pt x="6558" y="1483"/>
                  </a:lnTo>
                  <a:lnTo>
                    <a:pt x="7906" y="1663"/>
                  </a:lnTo>
                  <a:lnTo>
                    <a:pt x="9298" y="179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2128" y="1977"/>
                  </a:lnTo>
                  <a:lnTo>
                    <a:pt x="13610" y="1977"/>
                  </a:lnTo>
                  <a:lnTo>
                    <a:pt x="13610" y="1977"/>
                  </a:lnTo>
                  <a:lnTo>
                    <a:pt x="14868" y="1977"/>
                  </a:lnTo>
                  <a:lnTo>
                    <a:pt x="16170" y="1932"/>
                  </a:lnTo>
                  <a:lnTo>
                    <a:pt x="16170" y="193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56"/>
            <p:cNvSpPr/>
            <p:nvPr/>
          </p:nvSpPr>
          <p:spPr>
            <a:xfrm>
              <a:off x="5157450" y="3893900"/>
              <a:ext cx="2172775" cy="343625"/>
            </a:xfrm>
            <a:custGeom>
              <a:rect b="b" l="l" r="r" t="t"/>
              <a:pathLst>
                <a:path extrusionOk="0" fill="none" h="13745" w="86911">
                  <a:moveTo>
                    <a:pt x="64319" y="1"/>
                  </a:moveTo>
                  <a:lnTo>
                    <a:pt x="64319" y="1"/>
                  </a:lnTo>
                  <a:lnTo>
                    <a:pt x="63420" y="585"/>
                  </a:lnTo>
                  <a:lnTo>
                    <a:pt x="62477" y="1124"/>
                  </a:lnTo>
                  <a:lnTo>
                    <a:pt x="61534" y="1662"/>
                  </a:lnTo>
                  <a:lnTo>
                    <a:pt x="60591" y="2157"/>
                  </a:lnTo>
                  <a:lnTo>
                    <a:pt x="59558" y="2606"/>
                  </a:lnTo>
                  <a:lnTo>
                    <a:pt x="58569" y="3055"/>
                  </a:lnTo>
                  <a:lnTo>
                    <a:pt x="57492" y="3414"/>
                  </a:lnTo>
                  <a:lnTo>
                    <a:pt x="56414" y="3774"/>
                  </a:lnTo>
                  <a:lnTo>
                    <a:pt x="55336" y="4133"/>
                  </a:lnTo>
                  <a:lnTo>
                    <a:pt x="54168" y="4402"/>
                  </a:lnTo>
                  <a:lnTo>
                    <a:pt x="53045" y="4672"/>
                  </a:lnTo>
                  <a:lnTo>
                    <a:pt x="51832" y="4896"/>
                  </a:lnTo>
                  <a:lnTo>
                    <a:pt x="50664" y="5076"/>
                  </a:lnTo>
                  <a:lnTo>
                    <a:pt x="49407" y="5256"/>
                  </a:lnTo>
                  <a:lnTo>
                    <a:pt x="48149" y="5390"/>
                  </a:lnTo>
                  <a:lnTo>
                    <a:pt x="46847" y="5480"/>
                  </a:lnTo>
                  <a:lnTo>
                    <a:pt x="46847" y="5480"/>
                  </a:lnTo>
                  <a:lnTo>
                    <a:pt x="46847" y="5480"/>
                  </a:lnTo>
                  <a:lnTo>
                    <a:pt x="45185" y="5570"/>
                  </a:lnTo>
                  <a:lnTo>
                    <a:pt x="43478" y="5615"/>
                  </a:lnTo>
                  <a:lnTo>
                    <a:pt x="43478" y="5615"/>
                  </a:lnTo>
                  <a:lnTo>
                    <a:pt x="41547" y="5570"/>
                  </a:lnTo>
                  <a:lnTo>
                    <a:pt x="39660" y="5480"/>
                  </a:lnTo>
                  <a:lnTo>
                    <a:pt x="39660" y="5480"/>
                  </a:lnTo>
                  <a:lnTo>
                    <a:pt x="38403" y="5346"/>
                  </a:lnTo>
                  <a:lnTo>
                    <a:pt x="37190" y="5211"/>
                  </a:lnTo>
                  <a:lnTo>
                    <a:pt x="35977" y="5031"/>
                  </a:lnTo>
                  <a:lnTo>
                    <a:pt x="34809" y="4851"/>
                  </a:lnTo>
                  <a:lnTo>
                    <a:pt x="33642" y="4627"/>
                  </a:lnTo>
                  <a:lnTo>
                    <a:pt x="32519" y="4357"/>
                  </a:lnTo>
                  <a:lnTo>
                    <a:pt x="31441" y="4043"/>
                  </a:lnTo>
                  <a:lnTo>
                    <a:pt x="30363" y="3729"/>
                  </a:lnTo>
                  <a:lnTo>
                    <a:pt x="29285" y="3369"/>
                  </a:lnTo>
                  <a:lnTo>
                    <a:pt x="28252" y="2965"/>
                  </a:lnTo>
                  <a:lnTo>
                    <a:pt x="27264" y="2561"/>
                  </a:lnTo>
                  <a:lnTo>
                    <a:pt x="26275" y="2112"/>
                  </a:lnTo>
                  <a:lnTo>
                    <a:pt x="25332" y="1618"/>
                  </a:lnTo>
                  <a:lnTo>
                    <a:pt x="24389" y="1124"/>
                  </a:lnTo>
                  <a:lnTo>
                    <a:pt x="23491" y="585"/>
                  </a:lnTo>
                  <a:lnTo>
                    <a:pt x="22637" y="1"/>
                  </a:lnTo>
                  <a:lnTo>
                    <a:pt x="22637" y="1"/>
                  </a:lnTo>
                  <a:lnTo>
                    <a:pt x="20167" y="270"/>
                  </a:lnTo>
                  <a:lnTo>
                    <a:pt x="17787" y="540"/>
                  </a:lnTo>
                  <a:lnTo>
                    <a:pt x="15541" y="809"/>
                  </a:lnTo>
                  <a:lnTo>
                    <a:pt x="13430" y="1124"/>
                  </a:lnTo>
                  <a:lnTo>
                    <a:pt x="11409" y="1483"/>
                  </a:lnTo>
                  <a:lnTo>
                    <a:pt x="9567" y="1842"/>
                  </a:lnTo>
                  <a:lnTo>
                    <a:pt x="7860" y="2246"/>
                  </a:lnTo>
                  <a:lnTo>
                    <a:pt x="6288" y="2651"/>
                  </a:lnTo>
                  <a:lnTo>
                    <a:pt x="4851" y="3055"/>
                  </a:lnTo>
                  <a:lnTo>
                    <a:pt x="3638" y="3504"/>
                  </a:lnTo>
                  <a:lnTo>
                    <a:pt x="2560" y="3953"/>
                  </a:lnTo>
                  <a:lnTo>
                    <a:pt x="1662" y="4447"/>
                  </a:lnTo>
                  <a:lnTo>
                    <a:pt x="1303" y="4672"/>
                  </a:lnTo>
                  <a:lnTo>
                    <a:pt x="943" y="4896"/>
                  </a:lnTo>
                  <a:lnTo>
                    <a:pt x="674" y="5166"/>
                  </a:lnTo>
                  <a:lnTo>
                    <a:pt x="449" y="5390"/>
                  </a:lnTo>
                  <a:lnTo>
                    <a:pt x="270" y="5660"/>
                  </a:lnTo>
                  <a:lnTo>
                    <a:pt x="135" y="5929"/>
                  </a:lnTo>
                  <a:lnTo>
                    <a:pt x="45" y="6154"/>
                  </a:lnTo>
                  <a:lnTo>
                    <a:pt x="0" y="6423"/>
                  </a:lnTo>
                  <a:lnTo>
                    <a:pt x="0" y="6423"/>
                  </a:lnTo>
                  <a:lnTo>
                    <a:pt x="45" y="6603"/>
                  </a:lnTo>
                  <a:lnTo>
                    <a:pt x="90" y="6828"/>
                  </a:lnTo>
                  <a:lnTo>
                    <a:pt x="225" y="7187"/>
                  </a:lnTo>
                  <a:lnTo>
                    <a:pt x="539" y="7546"/>
                  </a:lnTo>
                  <a:lnTo>
                    <a:pt x="898" y="7906"/>
                  </a:lnTo>
                  <a:lnTo>
                    <a:pt x="1393" y="8265"/>
                  </a:lnTo>
                  <a:lnTo>
                    <a:pt x="1976" y="8624"/>
                  </a:lnTo>
                  <a:lnTo>
                    <a:pt x="2650" y="8939"/>
                  </a:lnTo>
                  <a:lnTo>
                    <a:pt x="3459" y="9298"/>
                  </a:lnTo>
                  <a:lnTo>
                    <a:pt x="4312" y="9612"/>
                  </a:lnTo>
                  <a:lnTo>
                    <a:pt x="5255" y="9927"/>
                  </a:lnTo>
                  <a:lnTo>
                    <a:pt x="6333" y="10241"/>
                  </a:lnTo>
                  <a:lnTo>
                    <a:pt x="7456" y="10511"/>
                  </a:lnTo>
                  <a:lnTo>
                    <a:pt x="8669" y="10825"/>
                  </a:lnTo>
                  <a:lnTo>
                    <a:pt x="9926" y="11095"/>
                  </a:lnTo>
                  <a:lnTo>
                    <a:pt x="12756" y="11589"/>
                  </a:lnTo>
                  <a:lnTo>
                    <a:pt x="15810" y="12083"/>
                  </a:lnTo>
                  <a:lnTo>
                    <a:pt x="19179" y="12487"/>
                  </a:lnTo>
                  <a:lnTo>
                    <a:pt x="22772" y="12846"/>
                  </a:lnTo>
                  <a:lnTo>
                    <a:pt x="26545" y="13161"/>
                  </a:lnTo>
                  <a:lnTo>
                    <a:pt x="30542" y="13430"/>
                  </a:lnTo>
                  <a:lnTo>
                    <a:pt x="34720" y="13610"/>
                  </a:lnTo>
                  <a:lnTo>
                    <a:pt x="39031" y="13700"/>
                  </a:lnTo>
                  <a:lnTo>
                    <a:pt x="43478" y="13745"/>
                  </a:lnTo>
                  <a:lnTo>
                    <a:pt x="43478" y="13745"/>
                  </a:lnTo>
                  <a:lnTo>
                    <a:pt x="47925" y="13700"/>
                  </a:lnTo>
                  <a:lnTo>
                    <a:pt x="52236" y="13610"/>
                  </a:lnTo>
                  <a:lnTo>
                    <a:pt x="56369" y="13430"/>
                  </a:lnTo>
                  <a:lnTo>
                    <a:pt x="60366" y="13161"/>
                  </a:lnTo>
                  <a:lnTo>
                    <a:pt x="64184" y="12846"/>
                  </a:lnTo>
                  <a:lnTo>
                    <a:pt x="67777" y="12487"/>
                  </a:lnTo>
                  <a:lnTo>
                    <a:pt x="71101" y="12083"/>
                  </a:lnTo>
                  <a:lnTo>
                    <a:pt x="74200" y="11589"/>
                  </a:lnTo>
                  <a:lnTo>
                    <a:pt x="76985" y="11095"/>
                  </a:lnTo>
                  <a:lnTo>
                    <a:pt x="78287" y="10825"/>
                  </a:lnTo>
                  <a:lnTo>
                    <a:pt x="79500" y="10511"/>
                  </a:lnTo>
                  <a:lnTo>
                    <a:pt x="80623" y="10241"/>
                  </a:lnTo>
                  <a:lnTo>
                    <a:pt x="81656" y="9927"/>
                  </a:lnTo>
                  <a:lnTo>
                    <a:pt x="82644" y="9612"/>
                  </a:lnTo>
                  <a:lnTo>
                    <a:pt x="83497" y="9298"/>
                  </a:lnTo>
                  <a:lnTo>
                    <a:pt x="84261" y="8939"/>
                  </a:lnTo>
                  <a:lnTo>
                    <a:pt x="84935" y="8624"/>
                  </a:lnTo>
                  <a:lnTo>
                    <a:pt x="85563" y="8265"/>
                  </a:lnTo>
                  <a:lnTo>
                    <a:pt x="86013" y="7906"/>
                  </a:lnTo>
                  <a:lnTo>
                    <a:pt x="86417" y="7546"/>
                  </a:lnTo>
                  <a:lnTo>
                    <a:pt x="86686" y="7187"/>
                  </a:lnTo>
                  <a:lnTo>
                    <a:pt x="86866" y="6828"/>
                  </a:lnTo>
                  <a:lnTo>
                    <a:pt x="86911" y="6603"/>
                  </a:lnTo>
                  <a:lnTo>
                    <a:pt x="86911" y="6423"/>
                  </a:lnTo>
                  <a:lnTo>
                    <a:pt x="86911" y="6423"/>
                  </a:lnTo>
                  <a:lnTo>
                    <a:pt x="86866" y="6154"/>
                  </a:lnTo>
                  <a:lnTo>
                    <a:pt x="86821" y="5929"/>
                  </a:lnTo>
                  <a:lnTo>
                    <a:pt x="86686" y="5660"/>
                  </a:lnTo>
                  <a:lnTo>
                    <a:pt x="86507" y="5390"/>
                  </a:lnTo>
                  <a:lnTo>
                    <a:pt x="86237" y="5166"/>
                  </a:lnTo>
                  <a:lnTo>
                    <a:pt x="85968" y="4896"/>
                  </a:lnTo>
                  <a:lnTo>
                    <a:pt x="85653" y="4672"/>
                  </a:lnTo>
                  <a:lnTo>
                    <a:pt x="85249" y="4447"/>
                  </a:lnTo>
                  <a:lnTo>
                    <a:pt x="84396" y="3953"/>
                  </a:lnTo>
                  <a:lnTo>
                    <a:pt x="83318" y="3504"/>
                  </a:lnTo>
                  <a:lnTo>
                    <a:pt x="82060" y="3055"/>
                  </a:lnTo>
                  <a:lnTo>
                    <a:pt x="80668" y="2651"/>
                  </a:lnTo>
                  <a:lnTo>
                    <a:pt x="79096" y="2246"/>
                  </a:lnTo>
                  <a:lnTo>
                    <a:pt x="77389" y="1842"/>
                  </a:lnTo>
                  <a:lnTo>
                    <a:pt x="75502" y="1483"/>
                  </a:lnTo>
                  <a:lnTo>
                    <a:pt x="73526" y="1124"/>
                  </a:lnTo>
                  <a:lnTo>
                    <a:pt x="71370" y="809"/>
                  </a:lnTo>
                  <a:lnTo>
                    <a:pt x="69125" y="540"/>
                  </a:lnTo>
                  <a:lnTo>
                    <a:pt x="66789" y="270"/>
                  </a:lnTo>
                  <a:lnTo>
                    <a:pt x="6431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56"/>
            <p:cNvSpPr/>
            <p:nvPr/>
          </p:nvSpPr>
          <p:spPr>
            <a:xfrm>
              <a:off x="5547075" y="1761550"/>
              <a:ext cx="1393525" cy="344750"/>
            </a:xfrm>
            <a:custGeom>
              <a:rect b="b" l="l" r="r" t="t"/>
              <a:pathLst>
                <a:path extrusionOk="0" h="13790" w="55741">
                  <a:moveTo>
                    <a:pt x="29914" y="1348"/>
                  </a:moveTo>
                  <a:lnTo>
                    <a:pt x="31935" y="1438"/>
                  </a:lnTo>
                  <a:lnTo>
                    <a:pt x="33957" y="1528"/>
                  </a:lnTo>
                  <a:lnTo>
                    <a:pt x="35933" y="1663"/>
                  </a:lnTo>
                  <a:lnTo>
                    <a:pt x="37864" y="1842"/>
                  </a:lnTo>
                  <a:lnTo>
                    <a:pt x="39751" y="2067"/>
                  </a:lnTo>
                  <a:lnTo>
                    <a:pt x="41502" y="2292"/>
                  </a:lnTo>
                  <a:lnTo>
                    <a:pt x="43209" y="2561"/>
                  </a:lnTo>
                  <a:lnTo>
                    <a:pt x="44781" y="2875"/>
                  </a:lnTo>
                  <a:lnTo>
                    <a:pt x="46263" y="3235"/>
                  </a:lnTo>
                  <a:lnTo>
                    <a:pt x="47566" y="3639"/>
                  </a:lnTo>
                  <a:lnTo>
                    <a:pt x="48734" y="4043"/>
                  </a:lnTo>
                  <a:lnTo>
                    <a:pt x="49722" y="4492"/>
                  </a:lnTo>
                  <a:lnTo>
                    <a:pt x="50171" y="4717"/>
                  </a:lnTo>
                  <a:lnTo>
                    <a:pt x="50530" y="4942"/>
                  </a:lnTo>
                  <a:lnTo>
                    <a:pt x="50890" y="5211"/>
                  </a:lnTo>
                  <a:lnTo>
                    <a:pt x="51159" y="5481"/>
                  </a:lnTo>
                  <a:lnTo>
                    <a:pt x="51384" y="5750"/>
                  </a:lnTo>
                  <a:lnTo>
                    <a:pt x="51563" y="6019"/>
                  </a:lnTo>
                  <a:lnTo>
                    <a:pt x="51698" y="6379"/>
                  </a:lnTo>
                  <a:lnTo>
                    <a:pt x="51788" y="6738"/>
                  </a:lnTo>
                  <a:lnTo>
                    <a:pt x="51743" y="7097"/>
                  </a:lnTo>
                  <a:lnTo>
                    <a:pt x="51608" y="7412"/>
                  </a:lnTo>
                  <a:lnTo>
                    <a:pt x="51384" y="7771"/>
                  </a:lnTo>
                  <a:lnTo>
                    <a:pt x="51069" y="8086"/>
                  </a:lnTo>
                  <a:lnTo>
                    <a:pt x="50710" y="8400"/>
                  </a:lnTo>
                  <a:lnTo>
                    <a:pt x="50216" y="8669"/>
                  </a:lnTo>
                  <a:lnTo>
                    <a:pt x="49722" y="8984"/>
                  </a:lnTo>
                  <a:lnTo>
                    <a:pt x="49093" y="9253"/>
                  </a:lnTo>
                  <a:lnTo>
                    <a:pt x="48464" y="9523"/>
                  </a:lnTo>
                  <a:lnTo>
                    <a:pt x="47745" y="9792"/>
                  </a:lnTo>
                  <a:lnTo>
                    <a:pt x="46937" y="10017"/>
                  </a:lnTo>
                  <a:lnTo>
                    <a:pt x="46129" y="10242"/>
                  </a:lnTo>
                  <a:lnTo>
                    <a:pt x="44287" y="10646"/>
                  </a:lnTo>
                  <a:lnTo>
                    <a:pt x="42311" y="11050"/>
                  </a:lnTo>
                  <a:lnTo>
                    <a:pt x="40694" y="11275"/>
                  </a:lnTo>
                  <a:lnTo>
                    <a:pt x="38987" y="11499"/>
                  </a:lnTo>
                  <a:lnTo>
                    <a:pt x="37235" y="11679"/>
                  </a:lnTo>
                  <a:lnTo>
                    <a:pt x="35394" y="11814"/>
                  </a:lnTo>
                  <a:lnTo>
                    <a:pt x="33552" y="11948"/>
                  </a:lnTo>
                  <a:lnTo>
                    <a:pt x="31666" y="12038"/>
                  </a:lnTo>
                  <a:lnTo>
                    <a:pt x="29779" y="12083"/>
                  </a:lnTo>
                  <a:lnTo>
                    <a:pt x="25917" y="12083"/>
                  </a:lnTo>
                  <a:lnTo>
                    <a:pt x="23985" y="12038"/>
                  </a:lnTo>
                  <a:lnTo>
                    <a:pt x="22099" y="11948"/>
                  </a:lnTo>
                  <a:lnTo>
                    <a:pt x="20213" y="11814"/>
                  </a:lnTo>
                  <a:lnTo>
                    <a:pt x="18371" y="11679"/>
                  </a:lnTo>
                  <a:lnTo>
                    <a:pt x="16574" y="11454"/>
                  </a:lnTo>
                  <a:lnTo>
                    <a:pt x="14868" y="11230"/>
                  </a:lnTo>
                  <a:lnTo>
                    <a:pt x="13206" y="11005"/>
                  </a:lnTo>
                  <a:lnTo>
                    <a:pt x="13161" y="10960"/>
                  </a:lnTo>
                  <a:lnTo>
                    <a:pt x="11903" y="10736"/>
                  </a:lnTo>
                  <a:lnTo>
                    <a:pt x="10690" y="10511"/>
                  </a:lnTo>
                  <a:lnTo>
                    <a:pt x="9568" y="10242"/>
                  </a:lnTo>
                  <a:lnTo>
                    <a:pt x="8535" y="9927"/>
                  </a:lnTo>
                  <a:lnTo>
                    <a:pt x="8535" y="9927"/>
                  </a:lnTo>
                  <a:lnTo>
                    <a:pt x="8535" y="9927"/>
                  </a:lnTo>
                  <a:lnTo>
                    <a:pt x="7546" y="9613"/>
                  </a:lnTo>
                  <a:lnTo>
                    <a:pt x="6648" y="9253"/>
                  </a:lnTo>
                  <a:lnTo>
                    <a:pt x="5840" y="8894"/>
                  </a:lnTo>
                  <a:lnTo>
                    <a:pt x="5211" y="8490"/>
                  </a:lnTo>
                  <a:lnTo>
                    <a:pt x="4672" y="8086"/>
                  </a:lnTo>
                  <a:lnTo>
                    <a:pt x="4447" y="7861"/>
                  </a:lnTo>
                  <a:lnTo>
                    <a:pt x="4313" y="7636"/>
                  </a:lnTo>
                  <a:lnTo>
                    <a:pt x="4178" y="7412"/>
                  </a:lnTo>
                  <a:lnTo>
                    <a:pt x="4043" y="7187"/>
                  </a:lnTo>
                  <a:lnTo>
                    <a:pt x="3998" y="6963"/>
                  </a:lnTo>
                  <a:lnTo>
                    <a:pt x="3998" y="6738"/>
                  </a:lnTo>
                  <a:lnTo>
                    <a:pt x="3998" y="6424"/>
                  </a:lnTo>
                  <a:lnTo>
                    <a:pt x="4133" y="6109"/>
                  </a:lnTo>
                  <a:lnTo>
                    <a:pt x="4268" y="5840"/>
                  </a:lnTo>
                  <a:lnTo>
                    <a:pt x="4492" y="5525"/>
                  </a:lnTo>
                  <a:lnTo>
                    <a:pt x="4807" y="5256"/>
                  </a:lnTo>
                  <a:lnTo>
                    <a:pt x="5121" y="5031"/>
                  </a:lnTo>
                  <a:lnTo>
                    <a:pt x="5525" y="4762"/>
                  </a:lnTo>
                  <a:lnTo>
                    <a:pt x="5974" y="4492"/>
                  </a:lnTo>
                  <a:lnTo>
                    <a:pt x="6468" y="4268"/>
                  </a:lnTo>
                  <a:lnTo>
                    <a:pt x="7591" y="3819"/>
                  </a:lnTo>
                  <a:lnTo>
                    <a:pt x="8894" y="3414"/>
                  </a:lnTo>
                  <a:lnTo>
                    <a:pt x="10376" y="3010"/>
                  </a:lnTo>
                  <a:lnTo>
                    <a:pt x="11948" y="2696"/>
                  </a:lnTo>
                  <a:lnTo>
                    <a:pt x="13700" y="2381"/>
                  </a:lnTo>
                  <a:lnTo>
                    <a:pt x="15541" y="2112"/>
                  </a:lnTo>
                  <a:lnTo>
                    <a:pt x="17473" y="1887"/>
                  </a:lnTo>
                  <a:lnTo>
                    <a:pt x="19449" y="1708"/>
                  </a:lnTo>
                  <a:lnTo>
                    <a:pt x="21515" y="1528"/>
                  </a:lnTo>
                  <a:lnTo>
                    <a:pt x="23626" y="1438"/>
                  </a:lnTo>
                  <a:lnTo>
                    <a:pt x="25737" y="1348"/>
                  </a:lnTo>
                  <a:close/>
                  <a:moveTo>
                    <a:pt x="25782" y="1"/>
                  </a:moveTo>
                  <a:lnTo>
                    <a:pt x="23806" y="46"/>
                  </a:lnTo>
                  <a:lnTo>
                    <a:pt x="21874" y="136"/>
                  </a:lnTo>
                  <a:lnTo>
                    <a:pt x="19988" y="270"/>
                  </a:lnTo>
                  <a:lnTo>
                    <a:pt x="18191" y="405"/>
                  </a:lnTo>
                  <a:lnTo>
                    <a:pt x="16485" y="585"/>
                  </a:lnTo>
                  <a:lnTo>
                    <a:pt x="14823" y="764"/>
                  </a:lnTo>
                  <a:lnTo>
                    <a:pt x="13251" y="989"/>
                  </a:lnTo>
                  <a:lnTo>
                    <a:pt x="11768" y="1258"/>
                  </a:lnTo>
                  <a:lnTo>
                    <a:pt x="10376" y="1528"/>
                  </a:lnTo>
                  <a:lnTo>
                    <a:pt x="9029" y="1797"/>
                  </a:lnTo>
                  <a:lnTo>
                    <a:pt x="7771" y="2112"/>
                  </a:lnTo>
                  <a:lnTo>
                    <a:pt x="6648" y="2426"/>
                  </a:lnTo>
                  <a:lnTo>
                    <a:pt x="5570" y="2786"/>
                  </a:lnTo>
                  <a:lnTo>
                    <a:pt x="4582" y="3145"/>
                  </a:lnTo>
                  <a:lnTo>
                    <a:pt x="3684" y="3504"/>
                  </a:lnTo>
                  <a:lnTo>
                    <a:pt x="2830" y="3908"/>
                  </a:lnTo>
                  <a:lnTo>
                    <a:pt x="2112" y="4313"/>
                  </a:lnTo>
                  <a:lnTo>
                    <a:pt x="1483" y="4717"/>
                  </a:lnTo>
                  <a:lnTo>
                    <a:pt x="944" y="5166"/>
                  </a:lnTo>
                  <a:lnTo>
                    <a:pt x="540" y="5570"/>
                  </a:lnTo>
                  <a:lnTo>
                    <a:pt x="225" y="6019"/>
                  </a:lnTo>
                  <a:lnTo>
                    <a:pt x="135" y="6244"/>
                  </a:lnTo>
                  <a:lnTo>
                    <a:pt x="46" y="6469"/>
                  </a:lnTo>
                  <a:lnTo>
                    <a:pt x="1" y="6693"/>
                  </a:lnTo>
                  <a:lnTo>
                    <a:pt x="1" y="6873"/>
                  </a:lnTo>
                  <a:lnTo>
                    <a:pt x="46" y="7277"/>
                  </a:lnTo>
                  <a:lnTo>
                    <a:pt x="180" y="7636"/>
                  </a:lnTo>
                  <a:lnTo>
                    <a:pt x="405" y="7996"/>
                  </a:lnTo>
                  <a:lnTo>
                    <a:pt x="719" y="8400"/>
                  </a:lnTo>
                  <a:lnTo>
                    <a:pt x="1079" y="8759"/>
                  </a:lnTo>
                  <a:lnTo>
                    <a:pt x="1573" y="9119"/>
                  </a:lnTo>
                  <a:lnTo>
                    <a:pt x="2112" y="9478"/>
                  </a:lnTo>
                  <a:lnTo>
                    <a:pt x="2741" y="9837"/>
                  </a:lnTo>
                  <a:lnTo>
                    <a:pt x="3459" y="10197"/>
                  </a:lnTo>
                  <a:lnTo>
                    <a:pt x="4268" y="10511"/>
                  </a:lnTo>
                  <a:lnTo>
                    <a:pt x="5121" y="10825"/>
                  </a:lnTo>
                  <a:lnTo>
                    <a:pt x="6064" y="11185"/>
                  </a:lnTo>
                  <a:lnTo>
                    <a:pt x="7052" y="11454"/>
                  </a:lnTo>
                  <a:lnTo>
                    <a:pt x="8175" y="11769"/>
                  </a:lnTo>
                  <a:lnTo>
                    <a:pt x="9298" y="12038"/>
                  </a:lnTo>
                  <a:lnTo>
                    <a:pt x="10556" y="12308"/>
                  </a:lnTo>
                  <a:lnTo>
                    <a:pt x="12307" y="12622"/>
                  </a:lnTo>
                  <a:lnTo>
                    <a:pt x="14194" y="12936"/>
                  </a:lnTo>
                  <a:lnTo>
                    <a:pt x="16215" y="13161"/>
                  </a:lnTo>
                  <a:lnTo>
                    <a:pt x="18326" y="13386"/>
                  </a:lnTo>
                  <a:lnTo>
                    <a:pt x="20527" y="13565"/>
                  </a:lnTo>
                  <a:lnTo>
                    <a:pt x="22862" y="13700"/>
                  </a:lnTo>
                  <a:lnTo>
                    <a:pt x="25333" y="13745"/>
                  </a:lnTo>
                  <a:lnTo>
                    <a:pt x="27893" y="13790"/>
                  </a:lnTo>
                  <a:lnTo>
                    <a:pt x="30363" y="13745"/>
                  </a:lnTo>
                  <a:lnTo>
                    <a:pt x="32789" y="13700"/>
                  </a:lnTo>
                  <a:lnTo>
                    <a:pt x="35079" y="13565"/>
                  </a:lnTo>
                  <a:lnTo>
                    <a:pt x="37280" y="13386"/>
                  </a:lnTo>
                  <a:lnTo>
                    <a:pt x="39391" y="13206"/>
                  </a:lnTo>
                  <a:lnTo>
                    <a:pt x="41368" y="12936"/>
                  </a:lnTo>
                  <a:lnTo>
                    <a:pt x="43209" y="12667"/>
                  </a:lnTo>
                  <a:lnTo>
                    <a:pt x="44961" y="12353"/>
                  </a:lnTo>
                  <a:lnTo>
                    <a:pt x="46218" y="12083"/>
                  </a:lnTo>
                  <a:lnTo>
                    <a:pt x="47386" y="11814"/>
                  </a:lnTo>
                  <a:lnTo>
                    <a:pt x="48509" y="11499"/>
                  </a:lnTo>
                  <a:lnTo>
                    <a:pt x="49542" y="11230"/>
                  </a:lnTo>
                  <a:lnTo>
                    <a:pt x="50530" y="10870"/>
                  </a:lnTo>
                  <a:lnTo>
                    <a:pt x="51384" y="10556"/>
                  </a:lnTo>
                  <a:lnTo>
                    <a:pt x="52192" y="10197"/>
                  </a:lnTo>
                  <a:lnTo>
                    <a:pt x="52956" y="9882"/>
                  </a:lnTo>
                  <a:lnTo>
                    <a:pt x="53584" y="9523"/>
                  </a:lnTo>
                  <a:lnTo>
                    <a:pt x="54123" y="9164"/>
                  </a:lnTo>
                  <a:lnTo>
                    <a:pt x="54617" y="8759"/>
                  </a:lnTo>
                  <a:lnTo>
                    <a:pt x="55022" y="8400"/>
                  </a:lnTo>
                  <a:lnTo>
                    <a:pt x="55336" y="8041"/>
                  </a:lnTo>
                  <a:lnTo>
                    <a:pt x="55561" y="7636"/>
                  </a:lnTo>
                  <a:lnTo>
                    <a:pt x="55695" y="7277"/>
                  </a:lnTo>
                  <a:lnTo>
                    <a:pt x="55740" y="6873"/>
                  </a:lnTo>
                  <a:lnTo>
                    <a:pt x="55740" y="6648"/>
                  </a:lnTo>
                  <a:lnTo>
                    <a:pt x="55695" y="6424"/>
                  </a:lnTo>
                  <a:lnTo>
                    <a:pt x="55606" y="6199"/>
                  </a:lnTo>
                  <a:lnTo>
                    <a:pt x="55471" y="5975"/>
                  </a:lnTo>
                  <a:lnTo>
                    <a:pt x="55156" y="5525"/>
                  </a:lnTo>
                  <a:lnTo>
                    <a:pt x="54707" y="5076"/>
                  </a:lnTo>
                  <a:lnTo>
                    <a:pt x="54123" y="4627"/>
                  </a:lnTo>
                  <a:lnTo>
                    <a:pt x="53450" y="4178"/>
                  </a:lnTo>
                  <a:lnTo>
                    <a:pt x="52641" y="3774"/>
                  </a:lnTo>
                  <a:lnTo>
                    <a:pt x="51698" y="3325"/>
                  </a:lnTo>
                  <a:lnTo>
                    <a:pt x="50800" y="3010"/>
                  </a:lnTo>
                  <a:lnTo>
                    <a:pt x="49812" y="2651"/>
                  </a:lnTo>
                  <a:lnTo>
                    <a:pt x="48734" y="2336"/>
                  </a:lnTo>
                  <a:lnTo>
                    <a:pt x="47566" y="2022"/>
                  </a:lnTo>
                  <a:lnTo>
                    <a:pt x="46353" y="1708"/>
                  </a:lnTo>
                  <a:lnTo>
                    <a:pt x="45051" y="1438"/>
                  </a:lnTo>
                  <a:lnTo>
                    <a:pt x="43658" y="1169"/>
                  </a:lnTo>
                  <a:lnTo>
                    <a:pt x="42176" y="944"/>
                  </a:lnTo>
                  <a:lnTo>
                    <a:pt x="40649" y="720"/>
                  </a:lnTo>
                  <a:lnTo>
                    <a:pt x="39032" y="540"/>
                  </a:lnTo>
                  <a:lnTo>
                    <a:pt x="37325" y="360"/>
                  </a:lnTo>
                  <a:lnTo>
                    <a:pt x="35573" y="225"/>
                  </a:lnTo>
                  <a:lnTo>
                    <a:pt x="33732" y="136"/>
                  </a:lnTo>
                  <a:lnTo>
                    <a:pt x="31846" y="46"/>
                  </a:lnTo>
                  <a:lnTo>
                    <a:pt x="29914" y="1"/>
                  </a:lnTo>
                  <a:close/>
                </a:path>
              </a:pathLst>
            </a:custGeom>
            <a:solidFill>
              <a:srgbClr val="BB4A2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56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56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56"/>
            <p:cNvSpPr/>
            <p:nvPr/>
          </p:nvSpPr>
          <p:spPr>
            <a:xfrm>
              <a:off x="5547075" y="1761550"/>
              <a:ext cx="1393525" cy="344750"/>
            </a:xfrm>
            <a:custGeom>
              <a:rect b="b" l="l" r="r" t="t"/>
              <a:pathLst>
                <a:path extrusionOk="0" fill="none" h="13790" w="55741">
                  <a:moveTo>
                    <a:pt x="51698" y="3325"/>
                  </a:moveTo>
                  <a:lnTo>
                    <a:pt x="51698" y="3325"/>
                  </a:lnTo>
                  <a:lnTo>
                    <a:pt x="50800" y="3010"/>
                  </a:lnTo>
                  <a:lnTo>
                    <a:pt x="49812" y="2651"/>
                  </a:lnTo>
                  <a:lnTo>
                    <a:pt x="48734" y="2336"/>
                  </a:lnTo>
                  <a:lnTo>
                    <a:pt x="47566" y="2022"/>
                  </a:lnTo>
                  <a:lnTo>
                    <a:pt x="46353" y="1708"/>
                  </a:lnTo>
                  <a:lnTo>
                    <a:pt x="45051" y="1438"/>
                  </a:lnTo>
                  <a:lnTo>
                    <a:pt x="43658" y="1169"/>
                  </a:lnTo>
                  <a:lnTo>
                    <a:pt x="42176" y="944"/>
                  </a:lnTo>
                  <a:lnTo>
                    <a:pt x="40649" y="720"/>
                  </a:lnTo>
                  <a:lnTo>
                    <a:pt x="39032" y="540"/>
                  </a:lnTo>
                  <a:lnTo>
                    <a:pt x="37325" y="360"/>
                  </a:lnTo>
                  <a:lnTo>
                    <a:pt x="35573" y="225"/>
                  </a:lnTo>
                  <a:lnTo>
                    <a:pt x="33732" y="136"/>
                  </a:lnTo>
                  <a:lnTo>
                    <a:pt x="31846" y="46"/>
                  </a:lnTo>
                  <a:lnTo>
                    <a:pt x="29914" y="1"/>
                  </a:lnTo>
                  <a:lnTo>
                    <a:pt x="27893" y="1"/>
                  </a:lnTo>
                  <a:lnTo>
                    <a:pt x="27893" y="1"/>
                  </a:lnTo>
                  <a:lnTo>
                    <a:pt x="25782" y="1"/>
                  </a:lnTo>
                  <a:lnTo>
                    <a:pt x="23806" y="46"/>
                  </a:lnTo>
                  <a:lnTo>
                    <a:pt x="21874" y="136"/>
                  </a:lnTo>
                  <a:lnTo>
                    <a:pt x="19988" y="270"/>
                  </a:lnTo>
                  <a:lnTo>
                    <a:pt x="18191" y="405"/>
                  </a:lnTo>
                  <a:lnTo>
                    <a:pt x="16485" y="585"/>
                  </a:lnTo>
                  <a:lnTo>
                    <a:pt x="14823" y="764"/>
                  </a:lnTo>
                  <a:lnTo>
                    <a:pt x="13251" y="989"/>
                  </a:lnTo>
                  <a:lnTo>
                    <a:pt x="11768" y="1258"/>
                  </a:lnTo>
                  <a:lnTo>
                    <a:pt x="10376" y="1528"/>
                  </a:lnTo>
                  <a:lnTo>
                    <a:pt x="9029" y="1797"/>
                  </a:lnTo>
                  <a:lnTo>
                    <a:pt x="7771" y="2112"/>
                  </a:lnTo>
                  <a:lnTo>
                    <a:pt x="6648" y="2426"/>
                  </a:lnTo>
                  <a:lnTo>
                    <a:pt x="5570" y="2786"/>
                  </a:lnTo>
                  <a:lnTo>
                    <a:pt x="4582" y="3145"/>
                  </a:lnTo>
                  <a:lnTo>
                    <a:pt x="3684" y="3504"/>
                  </a:lnTo>
                  <a:lnTo>
                    <a:pt x="3684" y="3504"/>
                  </a:lnTo>
                  <a:lnTo>
                    <a:pt x="2830" y="3908"/>
                  </a:lnTo>
                  <a:lnTo>
                    <a:pt x="2112" y="4313"/>
                  </a:lnTo>
                  <a:lnTo>
                    <a:pt x="1483" y="4717"/>
                  </a:lnTo>
                  <a:lnTo>
                    <a:pt x="944" y="5166"/>
                  </a:lnTo>
                  <a:lnTo>
                    <a:pt x="540" y="5570"/>
                  </a:lnTo>
                  <a:lnTo>
                    <a:pt x="225" y="6019"/>
                  </a:lnTo>
                  <a:lnTo>
                    <a:pt x="135" y="6244"/>
                  </a:lnTo>
                  <a:lnTo>
                    <a:pt x="46" y="6469"/>
                  </a:lnTo>
                  <a:lnTo>
                    <a:pt x="1" y="6693"/>
                  </a:lnTo>
                  <a:lnTo>
                    <a:pt x="1" y="6873"/>
                  </a:lnTo>
                  <a:lnTo>
                    <a:pt x="1" y="6873"/>
                  </a:lnTo>
                  <a:lnTo>
                    <a:pt x="46" y="7277"/>
                  </a:lnTo>
                  <a:lnTo>
                    <a:pt x="180" y="7636"/>
                  </a:lnTo>
                  <a:lnTo>
                    <a:pt x="405" y="7996"/>
                  </a:lnTo>
                  <a:lnTo>
                    <a:pt x="719" y="8400"/>
                  </a:lnTo>
                  <a:lnTo>
                    <a:pt x="1079" y="8759"/>
                  </a:lnTo>
                  <a:lnTo>
                    <a:pt x="1573" y="9119"/>
                  </a:lnTo>
                  <a:lnTo>
                    <a:pt x="2112" y="9478"/>
                  </a:lnTo>
                  <a:lnTo>
                    <a:pt x="2741" y="9837"/>
                  </a:lnTo>
                  <a:lnTo>
                    <a:pt x="3459" y="10197"/>
                  </a:lnTo>
                  <a:lnTo>
                    <a:pt x="4268" y="10511"/>
                  </a:lnTo>
                  <a:lnTo>
                    <a:pt x="5121" y="10825"/>
                  </a:lnTo>
                  <a:lnTo>
                    <a:pt x="6064" y="11185"/>
                  </a:lnTo>
                  <a:lnTo>
                    <a:pt x="7052" y="11454"/>
                  </a:lnTo>
                  <a:lnTo>
                    <a:pt x="8175" y="11769"/>
                  </a:lnTo>
                  <a:lnTo>
                    <a:pt x="9298" y="12038"/>
                  </a:lnTo>
                  <a:lnTo>
                    <a:pt x="10556" y="12308"/>
                  </a:lnTo>
                  <a:lnTo>
                    <a:pt x="10556" y="12308"/>
                  </a:lnTo>
                  <a:lnTo>
                    <a:pt x="12307" y="12622"/>
                  </a:lnTo>
                  <a:lnTo>
                    <a:pt x="14194" y="12936"/>
                  </a:lnTo>
                  <a:lnTo>
                    <a:pt x="16215" y="13161"/>
                  </a:lnTo>
                  <a:lnTo>
                    <a:pt x="18326" y="13386"/>
                  </a:lnTo>
                  <a:lnTo>
                    <a:pt x="20527" y="13565"/>
                  </a:lnTo>
                  <a:lnTo>
                    <a:pt x="22862" y="13700"/>
                  </a:lnTo>
                  <a:lnTo>
                    <a:pt x="25333" y="13745"/>
                  </a:lnTo>
                  <a:lnTo>
                    <a:pt x="27893" y="13790"/>
                  </a:lnTo>
                  <a:lnTo>
                    <a:pt x="27893" y="13790"/>
                  </a:lnTo>
                  <a:lnTo>
                    <a:pt x="30363" y="13745"/>
                  </a:lnTo>
                  <a:lnTo>
                    <a:pt x="32789" y="13700"/>
                  </a:lnTo>
                  <a:lnTo>
                    <a:pt x="35079" y="13565"/>
                  </a:lnTo>
                  <a:lnTo>
                    <a:pt x="37280" y="13386"/>
                  </a:lnTo>
                  <a:lnTo>
                    <a:pt x="39391" y="13206"/>
                  </a:lnTo>
                  <a:lnTo>
                    <a:pt x="41368" y="12936"/>
                  </a:lnTo>
                  <a:lnTo>
                    <a:pt x="43209" y="12667"/>
                  </a:lnTo>
                  <a:lnTo>
                    <a:pt x="44961" y="12353"/>
                  </a:lnTo>
                  <a:lnTo>
                    <a:pt x="44961" y="12353"/>
                  </a:lnTo>
                  <a:lnTo>
                    <a:pt x="46218" y="12083"/>
                  </a:lnTo>
                  <a:lnTo>
                    <a:pt x="47386" y="11814"/>
                  </a:lnTo>
                  <a:lnTo>
                    <a:pt x="48509" y="11499"/>
                  </a:lnTo>
                  <a:lnTo>
                    <a:pt x="49542" y="11230"/>
                  </a:lnTo>
                  <a:lnTo>
                    <a:pt x="50530" y="10870"/>
                  </a:lnTo>
                  <a:lnTo>
                    <a:pt x="51384" y="10556"/>
                  </a:lnTo>
                  <a:lnTo>
                    <a:pt x="52192" y="10197"/>
                  </a:lnTo>
                  <a:lnTo>
                    <a:pt x="52956" y="9882"/>
                  </a:lnTo>
                  <a:lnTo>
                    <a:pt x="53584" y="9523"/>
                  </a:lnTo>
                  <a:lnTo>
                    <a:pt x="54123" y="9164"/>
                  </a:lnTo>
                  <a:lnTo>
                    <a:pt x="54617" y="8759"/>
                  </a:lnTo>
                  <a:lnTo>
                    <a:pt x="55022" y="8400"/>
                  </a:lnTo>
                  <a:lnTo>
                    <a:pt x="55336" y="8041"/>
                  </a:lnTo>
                  <a:lnTo>
                    <a:pt x="55561" y="7636"/>
                  </a:lnTo>
                  <a:lnTo>
                    <a:pt x="55695" y="7277"/>
                  </a:lnTo>
                  <a:lnTo>
                    <a:pt x="55740" y="6873"/>
                  </a:lnTo>
                  <a:lnTo>
                    <a:pt x="55740" y="6873"/>
                  </a:lnTo>
                  <a:lnTo>
                    <a:pt x="55740" y="6648"/>
                  </a:lnTo>
                  <a:lnTo>
                    <a:pt x="55695" y="6424"/>
                  </a:lnTo>
                  <a:lnTo>
                    <a:pt x="55606" y="6199"/>
                  </a:lnTo>
                  <a:lnTo>
                    <a:pt x="55471" y="5975"/>
                  </a:lnTo>
                  <a:lnTo>
                    <a:pt x="55156" y="5525"/>
                  </a:lnTo>
                  <a:lnTo>
                    <a:pt x="54707" y="5076"/>
                  </a:lnTo>
                  <a:lnTo>
                    <a:pt x="54123" y="4627"/>
                  </a:lnTo>
                  <a:lnTo>
                    <a:pt x="53450" y="4178"/>
                  </a:lnTo>
                  <a:lnTo>
                    <a:pt x="52641" y="3774"/>
                  </a:lnTo>
                  <a:lnTo>
                    <a:pt x="51698" y="332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56"/>
            <p:cNvSpPr/>
            <p:nvPr/>
          </p:nvSpPr>
          <p:spPr>
            <a:xfrm>
              <a:off x="5647025" y="1795250"/>
              <a:ext cx="1194750" cy="268400"/>
            </a:xfrm>
            <a:custGeom>
              <a:rect b="b" l="l" r="r" t="t"/>
              <a:pathLst>
                <a:path extrusionOk="0" fill="none" h="10736" w="47790">
                  <a:moveTo>
                    <a:pt x="38313" y="9702"/>
                  </a:moveTo>
                  <a:lnTo>
                    <a:pt x="38313" y="9702"/>
                  </a:lnTo>
                  <a:lnTo>
                    <a:pt x="36696" y="9927"/>
                  </a:lnTo>
                  <a:lnTo>
                    <a:pt x="34989" y="10151"/>
                  </a:lnTo>
                  <a:lnTo>
                    <a:pt x="33237" y="10331"/>
                  </a:lnTo>
                  <a:lnTo>
                    <a:pt x="31396" y="10466"/>
                  </a:lnTo>
                  <a:lnTo>
                    <a:pt x="29554" y="10600"/>
                  </a:lnTo>
                  <a:lnTo>
                    <a:pt x="27668" y="10690"/>
                  </a:lnTo>
                  <a:lnTo>
                    <a:pt x="25781" y="10735"/>
                  </a:lnTo>
                  <a:lnTo>
                    <a:pt x="23895" y="10735"/>
                  </a:lnTo>
                  <a:lnTo>
                    <a:pt x="23895" y="10735"/>
                  </a:lnTo>
                  <a:lnTo>
                    <a:pt x="21919" y="10735"/>
                  </a:lnTo>
                  <a:lnTo>
                    <a:pt x="19987" y="10690"/>
                  </a:lnTo>
                  <a:lnTo>
                    <a:pt x="18101" y="10600"/>
                  </a:lnTo>
                  <a:lnTo>
                    <a:pt x="16215" y="10466"/>
                  </a:lnTo>
                  <a:lnTo>
                    <a:pt x="14373" y="10331"/>
                  </a:lnTo>
                  <a:lnTo>
                    <a:pt x="12576" y="10106"/>
                  </a:lnTo>
                  <a:lnTo>
                    <a:pt x="10870" y="9882"/>
                  </a:lnTo>
                  <a:lnTo>
                    <a:pt x="9208" y="9657"/>
                  </a:lnTo>
                  <a:lnTo>
                    <a:pt x="9208" y="9657"/>
                  </a:lnTo>
                  <a:lnTo>
                    <a:pt x="9163" y="9612"/>
                  </a:lnTo>
                  <a:lnTo>
                    <a:pt x="9163" y="9612"/>
                  </a:lnTo>
                  <a:lnTo>
                    <a:pt x="7905" y="9388"/>
                  </a:lnTo>
                  <a:lnTo>
                    <a:pt x="6692" y="9163"/>
                  </a:lnTo>
                  <a:lnTo>
                    <a:pt x="5570" y="8894"/>
                  </a:lnTo>
                  <a:lnTo>
                    <a:pt x="4537" y="8579"/>
                  </a:lnTo>
                  <a:lnTo>
                    <a:pt x="4537" y="8579"/>
                  </a:lnTo>
                  <a:lnTo>
                    <a:pt x="3548" y="8265"/>
                  </a:lnTo>
                  <a:lnTo>
                    <a:pt x="2650" y="7905"/>
                  </a:lnTo>
                  <a:lnTo>
                    <a:pt x="1842" y="7546"/>
                  </a:lnTo>
                  <a:lnTo>
                    <a:pt x="1213" y="7142"/>
                  </a:lnTo>
                  <a:lnTo>
                    <a:pt x="674" y="6738"/>
                  </a:lnTo>
                  <a:lnTo>
                    <a:pt x="449" y="6513"/>
                  </a:lnTo>
                  <a:lnTo>
                    <a:pt x="315" y="6288"/>
                  </a:lnTo>
                  <a:lnTo>
                    <a:pt x="180" y="6064"/>
                  </a:lnTo>
                  <a:lnTo>
                    <a:pt x="45" y="5839"/>
                  </a:lnTo>
                  <a:lnTo>
                    <a:pt x="0" y="5615"/>
                  </a:lnTo>
                  <a:lnTo>
                    <a:pt x="0" y="5390"/>
                  </a:lnTo>
                  <a:lnTo>
                    <a:pt x="0" y="5390"/>
                  </a:lnTo>
                  <a:lnTo>
                    <a:pt x="0" y="5076"/>
                  </a:lnTo>
                  <a:lnTo>
                    <a:pt x="0" y="5076"/>
                  </a:lnTo>
                  <a:lnTo>
                    <a:pt x="135" y="4761"/>
                  </a:lnTo>
                  <a:lnTo>
                    <a:pt x="270" y="4492"/>
                  </a:lnTo>
                  <a:lnTo>
                    <a:pt x="494" y="4177"/>
                  </a:lnTo>
                  <a:lnTo>
                    <a:pt x="809" y="3908"/>
                  </a:lnTo>
                  <a:lnTo>
                    <a:pt x="1123" y="3683"/>
                  </a:lnTo>
                  <a:lnTo>
                    <a:pt x="1527" y="3414"/>
                  </a:lnTo>
                  <a:lnTo>
                    <a:pt x="1976" y="3144"/>
                  </a:lnTo>
                  <a:lnTo>
                    <a:pt x="2470" y="2920"/>
                  </a:lnTo>
                  <a:lnTo>
                    <a:pt x="3593" y="2471"/>
                  </a:lnTo>
                  <a:lnTo>
                    <a:pt x="4896" y="2066"/>
                  </a:lnTo>
                  <a:lnTo>
                    <a:pt x="6378" y="1662"/>
                  </a:lnTo>
                  <a:lnTo>
                    <a:pt x="7950" y="1348"/>
                  </a:lnTo>
                  <a:lnTo>
                    <a:pt x="9702" y="1033"/>
                  </a:lnTo>
                  <a:lnTo>
                    <a:pt x="11543" y="764"/>
                  </a:lnTo>
                  <a:lnTo>
                    <a:pt x="13475" y="539"/>
                  </a:lnTo>
                  <a:lnTo>
                    <a:pt x="15451" y="360"/>
                  </a:lnTo>
                  <a:lnTo>
                    <a:pt x="17517" y="180"/>
                  </a:lnTo>
                  <a:lnTo>
                    <a:pt x="19628" y="90"/>
                  </a:lnTo>
                  <a:lnTo>
                    <a:pt x="21739" y="0"/>
                  </a:lnTo>
                  <a:lnTo>
                    <a:pt x="23895" y="0"/>
                  </a:lnTo>
                  <a:lnTo>
                    <a:pt x="23895" y="0"/>
                  </a:lnTo>
                  <a:lnTo>
                    <a:pt x="25916" y="0"/>
                  </a:lnTo>
                  <a:lnTo>
                    <a:pt x="27937" y="90"/>
                  </a:lnTo>
                  <a:lnTo>
                    <a:pt x="29959" y="180"/>
                  </a:lnTo>
                  <a:lnTo>
                    <a:pt x="31935" y="315"/>
                  </a:lnTo>
                  <a:lnTo>
                    <a:pt x="33866" y="494"/>
                  </a:lnTo>
                  <a:lnTo>
                    <a:pt x="35753" y="719"/>
                  </a:lnTo>
                  <a:lnTo>
                    <a:pt x="37504" y="944"/>
                  </a:lnTo>
                  <a:lnTo>
                    <a:pt x="39211" y="1213"/>
                  </a:lnTo>
                  <a:lnTo>
                    <a:pt x="40783" y="1527"/>
                  </a:lnTo>
                  <a:lnTo>
                    <a:pt x="42265" y="1887"/>
                  </a:lnTo>
                  <a:lnTo>
                    <a:pt x="43568" y="2291"/>
                  </a:lnTo>
                  <a:lnTo>
                    <a:pt x="44736" y="2695"/>
                  </a:lnTo>
                  <a:lnTo>
                    <a:pt x="45724" y="3144"/>
                  </a:lnTo>
                  <a:lnTo>
                    <a:pt x="46173" y="3369"/>
                  </a:lnTo>
                  <a:lnTo>
                    <a:pt x="46532" y="3594"/>
                  </a:lnTo>
                  <a:lnTo>
                    <a:pt x="46892" y="3863"/>
                  </a:lnTo>
                  <a:lnTo>
                    <a:pt x="47161" y="4133"/>
                  </a:lnTo>
                  <a:lnTo>
                    <a:pt x="47386" y="4402"/>
                  </a:lnTo>
                  <a:lnTo>
                    <a:pt x="47565" y="4671"/>
                  </a:lnTo>
                  <a:lnTo>
                    <a:pt x="47565" y="4671"/>
                  </a:lnTo>
                  <a:lnTo>
                    <a:pt x="47700" y="5031"/>
                  </a:lnTo>
                  <a:lnTo>
                    <a:pt x="47790" y="5390"/>
                  </a:lnTo>
                  <a:lnTo>
                    <a:pt x="47790" y="5390"/>
                  </a:lnTo>
                  <a:lnTo>
                    <a:pt x="47745" y="5749"/>
                  </a:lnTo>
                  <a:lnTo>
                    <a:pt x="47610" y="6064"/>
                  </a:lnTo>
                  <a:lnTo>
                    <a:pt x="47386" y="6423"/>
                  </a:lnTo>
                  <a:lnTo>
                    <a:pt x="47071" y="6738"/>
                  </a:lnTo>
                  <a:lnTo>
                    <a:pt x="46712" y="7052"/>
                  </a:lnTo>
                  <a:lnTo>
                    <a:pt x="46218" y="7321"/>
                  </a:lnTo>
                  <a:lnTo>
                    <a:pt x="45724" y="7636"/>
                  </a:lnTo>
                  <a:lnTo>
                    <a:pt x="45095" y="7905"/>
                  </a:lnTo>
                  <a:lnTo>
                    <a:pt x="44466" y="8175"/>
                  </a:lnTo>
                  <a:lnTo>
                    <a:pt x="43747" y="8444"/>
                  </a:lnTo>
                  <a:lnTo>
                    <a:pt x="42939" y="8669"/>
                  </a:lnTo>
                  <a:lnTo>
                    <a:pt x="42131" y="8894"/>
                  </a:lnTo>
                  <a:lnTo>
                    <a:pt x="40289" y="9298"/>
                  </a:lnTo>
                  <a:lnTo>
                    <a:pt x="38313" y="970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56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56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h="4178" w="27175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1858" y="4178"/>
                  </a:lnTo>
                  <a:lnTo>
                    <a:pt x="15137" y="4178"/>
                  </a:lnTo>
                  <a:lnTo>
                    <a:pt x="16619" y="4088"/>
                  </a:lnTo>
                  <a:lnTo>
                    <a:pt x="17742" y="3998"/>
                  </a:lnTo>
                  <a:lnTo>
                    <a:pt x="18865" y="3908"/>
                  </a:lnTo>
                  <a:lnTo>
                    <a:pt x="19853" y="3774"/>
                  </a:lnTo>
                  <a:lnTo>
                    <a:pt x="20796" y="3594"/>
                  </a:lnTo>
                  <a:lnTo>
                    <a:pt x="22458" y="3279"/>
                  </a:lnTo>
                  <a:lnTo>
                    <a:pt x="23896" y="2875"/>
                  </a:lnTo>
                  <a:lnTo>
                    <a:pt x="25063" y="2516"/>
                  </a:lnTo>
                  <a:lnTo>
                    <a:pt x="25962" y="2157"/>
                  </a:lnTo>
                  <a:lnTo>
                    <a:pt x="26635" y="1842"/>
                  </a:lnTo>
                  <a:lnTo>
                    <a:pt x="27085" y="1573"/>
                  </a:lnTo>
                  <a:lnTo>
                    <a:pt x="27174" y="1528"/>
                  </a:lnTo>
                  <a:lnTo>
                    <a:pt x="27174" y="1"/>
                  </a:lnTo>
                  <a:lnTo>
                    <a:pt x="26905" y="90"/>
                  </a:lnTo>
                  <a:lnTo>
                    <a:pt x="25692" y="450"/>
                  </a:lnTo>
                  <a:lnTo>
                    <a:pt x="24435" y="764"/>
                  </a:lnTo>
                  <a:lnTo>
                    <a:pt x="23132" y="1079"/>
                  </a:lnTo>
                  <a:lnTo>
                    <a:pt x="21785" y="1303"/>
                  </a:lnTo>
                  <a:lnTo>
                    <a:pt x="20437" y="1528"/>
                  </a:lnTo>
                  <a:lnTo>
                    <a:pt x="19045" y="1707"/>
                  </a:lnTo>
                  <a:lnTo>
                    <a:pt x="17607" y="1842"/>
                  </a:lnTo>
                  <a:lnTo>
                    <a:pt x="16170" y="1932"/>
                  </a:lnTo>
                  <a:lnTo>
                    <a:pt x="14868" y="1977"/>
                  </a:lnTo>
                  <a:lnTo>
                    <a:pt x="12128" y="1977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B4A2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56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fill="none" h="4178" w="27175">
                  <a:moveTo>
                    <a:pt x="27174" y="1"/>
                  </a:moveTo>
                  <a:lnTo>
                    <a:pt x="27174" y="1528"/>
                  </a:lnTo>
                  <a:lnTo>
                    <a:pt x="27085" y="1573"/>
                  </a:lnTo>
                  <a:lnTo>
                    <a:pt x="27085" y="1573"/>
                  </a:lnTo>
                  <a:lnTo>
                    <a:pt x="26635" y="1842"/>
                  </a:lnTo>
                  <a:lnTo>
                    <a:pt x="25962" y="2157"/>
                  </a:lnTo>
                  <a:lnTo>
                    <a:pt x="25063" y="2516"/>
                  </a:lnTo>
                  <a:lnTo>
                    <a:pt x="23896" y="2875"/>
                  </a:lnTo>
                  <a:lnTo>
                    <a:pt x="22458" y="3279"/>
                  </a:lnTo>
                  <a:lnTo>
                    <a:pt x="20796" y="3594"/>
                  </a:lnTo>
                  <a:lnTo>
                    <a:pt x="19853" y="3774"/>
                  </a:lnTo>
                  <a:lnTo>
                    <a:pt x="18865" y="3908"/>
                  </a:lnTo>
                  <a:lnTo>
                    <a:pt x="17742" y="399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5137" y="4178"/>
                  </a:lnTo>
                  <a:lnTo>
                    <a:pt x="13610" y="4178"/>
                  </a:lnTo>
                  <a:lnTo>
                    <a:pt x="13610" y="4178"/>
                  </a:lnTo>
                  <a:lnTo>
                    <a:pt x="11858" y="4178"/>
                  </a:lnTo>
                  <a:lnTo>
                    <a:pt x="10241" y="4088"/>
                  </a:lnTo>
                  <a:lnTo>
                    <a:pt x="10241" y="4088"/>
                  </a:lnTo>
                  <a:lnTo>
                    <a:pt x="9163" y="3998"/>
                  </a:lnTo>
                  <a:lnTo>
                    <a:pt x="8085" y="3863"/>
                  </a:lnTo>
                  <a:lnTo>
                    <a:pt x="7097" y="3729"/>
                  </a:lnTo>
                  <a:lnTo>
                    <a:pt x="6199" y="3594"/>
                  </a:lnTo>
                  <a:lnTo>
                    <a:pt x="4582" y="3235"/>
                  </a:lnTo>
                  <a:lnTo>
                    <a:pt x="3235" y="2875"/>
                  </a:lnTo>
                  <a:lnTo>
                    <a:pt x="2067" y="2471"/>
                  </a:lnTo>
                  <a:lnTo>
                    <a:pt x="1213" y="2112"/>
                  </a:lnTo>
                  <a:lnTo>
                    <a:pt x="540" y="1842"/>
                  </a:lnTo>
                  <a:lnTo>
                    <a:pt x="91" y="1573"/>
                  </a:lnTo>
                  <a:lnTo>
                    <a:pt x="1" y="1528"/>
                  </a:lnTo>
                  <a:lnTo>
                    <a:pt x="1" y="1"/>
                  </a:lnTo>
                  <a:lnTo>
                    <a:pt x="270" y="90"/>
                  </a:lnTo>
                  <a:lnTo>
                    <a:pt x="270" y="90"/>
                  </a:lnTo>
                  <a:lnTo>
                    <a:pt x="1483" y="450"/>
                  </a:lnTo>
                  <a:lnTo>
                    <a:pt x="2696" y="764"/>
                  </a:lnTo>
                  <a:lnTo>
                    <a:pt x="3953" y="1034"/>
                  </a:lnTo>
                  <a:lnTo>
                    <a:pt x="5256" y="1303"/>
                  </a:lnTo>
                  <a:lnTo>
                    <a:pt x="6558" y="1483"/>
                  </a:lnTo>
                  <a:lnTo>
                    <a:pt x="7906" y="1663"/>
                  </a:lnTo>
                  <a:lnTo>
                    <a:pt x="9298" y="179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2128" y="1977"/>
                  </a:lnTo>
                  <a:lnTo>
                    <a:pt x="13610" y="1977"/>
                  </a:lnTo>
                  <a:lnTo>
                    <a:pt x="13610" y="1977"/>
                  </a:lnTo>
                  <a:lnTo>
                    <a:pt x="14868" y="1977"/>
                  </a:lnTo>
                  <a:lnTo>
                    <a:pt x="16170" y="1932"/>
                  </a:lnTo>
                  <a:lnTo>
                    <a:pt x="16170" y="1932"/>
                  </a:lnTo>
                  <a:lnTo>
                    <a:pt x="17607" y="1842"/>
                  </a:lnTo>
                  <a:lnTo>
                    <a:pt x="19045" y="1707"/>
                  </a:lnTo>
                  <a:lnTo>
                    <a:pt x="20437" y="1528"/>
                  </a:lnTo>
                  <a:lnTo>
                    <a:pt x="21785" y="1303"/>
                  </a:lnTo>
                  <a:lnTo>
                    <a:pt x="23132" y="1079"/>
                  </a:lnTo>
                  <a:lnTo>
                    <a:pt x="24435" y="764"/>
                  </a:lnTo>
                  <a:lnTo>
                    <a:pt x="25692" y="450"/>
                  </a:lnTo>
                  <a:lnTo>
                    <a:pt x="26905" y="90"/>
                  </a:lnTo>
                  <a:lnTo>
                    <a:pt x="2717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56"/>
            <p:cNvSpPr/>
            <p:nvPr/>
          </p:nvSpPr>
          <p:spPr>
            <a:xfrm>
              <a:off x="5661625" y="1809850"/>
              <a:ext cx="1164425" cy="134775"/>
            </a:xfrm>
            <a:custGeom>
              <a:rect b="b" l="l" r="r" t="t"/>
              <a:pathLst>
                <a:path extrusionOk="0" h="5391" w="46577">
                  <a:moveTo>
                    <a:pt x="23311" y="0"/>
                  </a:moveTo>
                  <a:lnTo>
                    <a:pt x="20930" y="45"/>
                  </a:lnTo>
                  <a:lnTo>
                    <a:pt x="18685" y="135"/>
                  </a:lnTo>
                  <a:lnTo>
                    <a:pt x="16439" y="225"/>
                  </a:lnTo>
                  <a:lnTo>
                    <a:pt x="14328" y="404"/>
                  </a:lnTo>
                  <a:lnTo>
                    <a:pt x="12307" y="629"/>
                  </a:lnTo>
                  <a:lnTo>
                    <a:pt x="10375" y="854"/>
                  </a:lnTo>
                  <a:lnTo>
                    <a:pt x="8579" y="1123"/>
                  </a:lnTo>
                  <a:lnTo>
                    <a:pt x="6917" y="1438"/>
                  </a:lnTo>
                  <a:lnTo>
                    <a:pt x="5390" y="1797"/>
                  </a:lnTo>
                  <a:lnTo>
                    <a:pt x="4042" y="2156"/>
                  </a:lnTo>
                  <a:lnTo>
                    <a:pt x="2875" y="2560"/>
                  </a:lnTo>
                  <a:lnTo>
                    <a:pt x="1886" y="2965"/>
                  </a:lnTo>
                  <a:lnTo>
                    <a:pt x="1437" y="3189"/>
                  </a:lnTo>
                  <a:lnTo>
                    <a:pt x="1078" y="3414"/>
                  </a:lnTo>
                  <a:lnTo>
                    <a:pt x="764" y="3638"/>
                  </a:lnTo>
                  <a:lnTo>
                    <a:pt x="494" y="3863"/>
                  </a:lnTo>
                  <a:lnTo>
                    <a:pt x="270" y="4087"/>
                  </a:lnTo>
                  <a:lnTo>
                    <a:pt x="135" y="4312"/>
                  </a:lnTo>
                  <a:lnTo>
                    <a:pt x="45" y="4537"/>
                  </a:lnTo>
                  <a:lnTo>
                    <a:pt x="0" y="4806"/>
                  </a:lnTo>
                  <a:lnTo>
                    <a:pt x="45" y="5031"/>
                  </a:lnTo>
                  <a:lnTo>
                    <a:pt x="135" y="5390"/>
                  </a:lnTo>
                  <a:lnTo>
                    <a:pt x="359" y="5121"/>
                  </a:lnTo>
                  <a:lnTo>
                    <a:pt x="674" y="4896"/>
                  </a:lnTo>
                  <a:lnTo>
                    <a:pt x="988" y="4626"/>
                  </a:lnTo>
                  <a:lnTo>
                    <a:pt x="1347" y="4402"/>
                  </a:lnTo>
                  <a:lnTo>
                    <a:pt x="1752" y="4132"/>
                  </a:lnTo>
                  <a:lnTo>
                    <a:pt x="2695" y="3728"/>
                  </a:lnTo>
                  <a:lnTo>
                    <a:pt x="3773" y="3324"/>
                  </a:lnTo>
                  <a:lnTo>
                    <a:pt x="5031" y="2920"/>
                  </a:lnTo>
                  <a:lnTo>
                    <a:pt x="6378" y="2605"/>
                  </a:lnTo>
                  <a:lnTo>
                    <a:pt x="7860" y="2291"/>
                  </a:lnTo>
                  <a:lnTo>
                    <a:pt x="9387" y="2021"/>
                  </a:lnTo>
                  <a:lnTo>
                    <a:pt x="11004" y="1797"/>
                  </a:lnTo>
                  <a:lnTo>
                    <a:pt x="12711" y="1617"/>
                  </a:lnTo>
                  <a:lnTo>
                    <a:pt x="14463" y="1438"/>
                  </a:lnTo>
                  <a:lnTo>
                    <a:pt x="16214" y="1303"/>
                  </a:lnTo>
                  <a:lnTo>
                    <a:pt x="18011" y="1168"/>
                  </a:lnTo>
                  <a:lnTo>
                    <a:pt x="19763" y="1123"/>
                  </a:lnTo>
                  <a:lnTo>
                    <a:pt x="21559" y="1078"/>
                  </a:lnTo>
                  <a:lnTo>
                    <a:pt x="23311" y="1033"/>
                  </a:lnTo>
                  <a:lnTo>
                    <a:pt x="25018" y="1078"/>
                  </a:lnTo>
                  <a:lnTo>
                    <a:pt x="26814" y="1123"/>
                  </a:lnTo>
                  <a:lnTo>
                    <a:pt x="28566" y="1168"/>
                  </a:lnTo>
                  <a:lnTo>
                    <a:pt x="30363" y="1303"/>
                  </a:lnTo>
                  <a:lnTo>
                    <a:pt x="32114" y="1438"/>
                  </a:lnTo>
                  <a:lnTo>
                    <a:pt x="33866" y="1617"/>
                  </a:lnTo>
                  <a:lnTo>
                    <a:pt x="35573" y="1797"/>
                  </a:lnTo>
                  <a:lnTo>
                    <a:pt x="37190" y="2021"/>
                  </a:lnTo>
                  <a:lnTo>
                    <a:pt x="38762" y="2291"/>
                  </a:lnTo>
                  <a:lnTo>
                    <a:pt x="40199" y="2605"/>
                  </a:lnTo>
                  <a:lnTo>
                    <a:pt x="41547" y="2920"/>
                  </a:lnTo>
                  <a:lnTo>
                    <a:pt x="42804" y="3324"/>
                  </a:lnTo>
                  <a:lnTo>
                    <a:pt x="43882" y="3728"/>
                  </a:lnTo>
                  <a:lnTo>
                    <a:pt x="44825" y="4132"/>
                  </a:lnTo>
                  <a:lnTo>
                    <a:pt x="45230" y="4402"/>
                  </a:lnTo>
                  <a:lnTo>
                    <a:pt x="45634" y="4626"/>
                  </a:lnTo>
                  <a:lnTo>
                    <a:pt x="45948" y="4896"/>
                  </a:lnTo>
                  <a:lnTo>
                    <a:pt x="46218" y="5121"/>
                  </a:lnTo>
                  <a:lnTo>
                    <a:pt x="46352" y="5300"/>
                  </a:lnTo>
                  <a:lnTo>
                    <a:pt x="46442" y="5390"/>
                  </a:lnTo>
                  <a:lnTo>
                    <a:pt x="46532" y="5031"/>
                  </a:lnTo>
                  <a:lnTo>
                    <a:pt x="46577" y="4986"/>
                  </a:lnTo>
                  <a:lnTo>
                    <a:pt x="46577" y="4806"/>
                  </a:lnTo>
                  <a:lnTo>
                    <a:pt x="46532" y="4537"/>
                  </a:lnTo>
                  <a:lnTo>
                    <a:pt x="46442" y="4312"/>
                  </a:lnTo>
                  <a:lnTo>
                    <a:pt x="46308" y="4087"/>
                  </a:lnTo>
                  <a:lnTo>
                    <a:pt x="46083" y="3863"/>
                  </a:lnTo>
                  <a:lnTo>
                    <a:pt x="45813" y="3638"/>
                  </a:lnTo>
                  <a:lnTo>
                    <a:pt x="45499" y="3414"/>
                  </a:lnTo>
                  <a:lnTo>
                    <a:pt x="45140" y="3189"/>
                  </a:lnTo>
                  <a:lnTo>
                    <a:pt x="44736" y="2965"/>
                  </a:lnTo>
                  <a:lnTo>
                    <a:pt x="43702" y="2560"/>
                  </a:lnTo>
                  <a:lnTo>
                    <a:pt x="42535" y="2156"/>
                  </a:lnTo>
                  <a:lnTo>
                    <a:pt x="41187" y="1797"/>
                  </a:lnTo>
                  <a:lnTo>
                    <a:pt x="39660" y="1438"/>
                  </a:lnTo>
                  <a:lnTo>
                    <a:pt x="37998" y="1123"/>
                  </a:lnTo>
                  <a:lnTo>
                    <a:pt x="36202" y="854"/>
                  </a:lnTo>
                  <a:lnTo>
                    <a:pt x="34270" y="629"/>
                  </a:lnTo>
                  <a:lnTo>
                    <a:pt x="32249" y="404"/>
                  </a:lnTo>
                  <a:lnTo>
                    <a:pt x="30138" y="225"/>
                  </a:lnTo>
                  <a:lnTo>
                    <a:pt x="27937" y="135"/>
                  </a:lnTo>
                  <a:lnTo>
                    <a:pt x="25647" y="45"/>
                  </a:lnTo>
                  <a:lnTo>
                    <a:pt x="23311" y="0"/>
                  </a:lnTo>
                  <a:close/>
                </a:path>
              </a:pathLst>
            </a:custGeom>
            <a:solidFill>
              <a:srgbClr val="62281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56"/>
            <p:cNvSpPr/>
            <p:nvPr/>
          </p:nvSpPr>
          <p:spPr>
            <a:xfrm>
              <a:off x="5661625" y="1809850"/>
              <a:ext cx="1164425" cy="134775"/>
            </a:xfrm>
            <a:custGeom>
              <a:rect b="b" l="l" r="r" t="t"/>
              <a:pathLst>
                <a:path extrusionOk="0" fill="none" h="5391" w="46577">
                  <a:moveTo>
                    <a:pt x="46577" y="4806"/>
                  </a:moveTo>
                  <a:lnTo>
                    <a:pt x="46577" y="4806"/>
                  </a:lnTo>
                  <a:lnTo>
                    <a:pt x="46577" y="4986"/>
                  </a:lnTo>
                  <a:lnTo>
                    <a:pt x="46577" y="4986"/>
                  </a:lnTo>
                  <a:lnTo>
                    <a:pt x="46532" y="5031"/>
                  </a:lnTo>
                  <a:lnTo>
                    <a:pt x="46442" y="5390"/>
                  </a:lnTo>
                  <a:lnTo>
                    <a:pt x="46352" y="5300"/>
                  </a:lnTo>
                  <a:lnTo>
                    <a:pt x="46218" y="5121"/>
                  </a:lnTo>
                  <a:lnTo>
                    <a:pt x="46218" y="5121"/>
                  </a:lnTo>
                  <a:lnTo>
                    <a:pt x="45948" y="4896"/>
                  </a:lnTo>
                  <a:lnTo>
                    <a:pt x="45634" y="4626"/>
                  </a:lnTo>
                  <a:lnTo>
                    <a:pt x="45230" y="4402"/>
                  </a:lnTo>
                  <a:lnTo>
                    <a:pt x="44825" y="4132"/>
                  </a:lnTo>
                  <a:lnTo>
                    <a:pt x="43882" y="3728"/>
                  </a:lnTo>
                  <a:lnTo>
                    <a:pt x="42804" y="3324"/>
                  </a:lnTo>
                  <a:lnTo>
                    <a:pt x="41547" y="2920"/>
                  </a:lnTo>
                  <a:lnTo>
                    <a:pt x="40199" y="2605"/>
                  </a:lnTo>
                  <a:lnTo>
                    <a:pt x="38762" y="2291"/>
                  </a:lnTo>
                  <a:lnTo>
                    <a:pt x="37190" y="2021"/>
                  </a:lnTo>
                  <a:lnTo>
                    <a:pt x="35573" y="1797"/>
                  </a:lnTo>
                  <a:lnTo>
                    <a:pt x="33866" y="1617"/>
                  </a:lnTo>
                  <a:lnTo>
                    <a:pt x="32114" y="1438"/>
                  </a:lnTo>
                  <a:lnTo>
                    <a:pt x="30363" y="1303"/>
                  </a:lnTo>
                  <a:lnTo>
                    <a:pt x="28566" y="1168"/>
                  </a:lnTo>
                  <a:lnTo>
                    <a:pt x="26814" y="1123"/>
                  </a:lnTo>
                  <a:lnTo>
                    <a:pt x="25018" y="1078"/>
                  </a:lnTo>
                  <a:lnTo>
                    <a:pt x="23311" y="1033"/>
                  </a:lnTo>
                  <a:lnTo>
                    <a:pt x="23311" y="1033"/>
                  </a:lnTo>
                  <a:lnTo>
                    <a:pt x="21559" y="1078"/>
                  </a:lnTo>
                  <a:lnTo>
                    <a:pt x="19763" y="1123"/>
                  </a:lnTo>
                  <a:lnTo>
                    <a:pt x="18011" y="1168"/>
                  </a:lnTo>
                  <a:lnTo>
                    <a:pt x="16214" y="1303"/>
                  </a:lnTo>
                  <a:lnTo>
                    <a:pt x="14463" y="1438"/>
                  </a:lnTo>
                  <a:lnTo>
                    <a:pt x="12711" y="1617"/>
                  </a:lnTo>
                  <a:lnTo>
                    <a:pt x="11004" y="1797"/>
                  </a:lnTo>
                  <a:lnTo>
                    <a:pt x="9387" y="2021"/>
                  </a:lnTo>
                  <a:lnTo>
                    <a:pt x="7860" y="2291"/>
                  </a:lnTo>
                  <a:lnTo>
                    <a:pt x="6378" y="2605"/>
                  </a:lnTo>
                  <a:lnTo>
                    <a:pt x="5031" y="2920"/>
                  </a:lnTo>
                  <a:lnTo>
                    <a:pt x="3773" y="3324"/>
                  </a:lnTo>
                  <a:lnTo>
                    <a:pt x="2695" y="3728"/>
                  </a:lnTo>
                  <a:lnTo>
                    <a:pt x="1752" y="4132"/>
                  </a:lnTo>
                  <a:lnTo>
                    <a:pt x="1347" y="4402"/>
                  </a:lnTo>
                  <a:lnTo>
                    <a:pt x="988" y="4626"/>
                  </a:lnTo>
                  <a:lnTo>
                    <a:pt x="674" y="4896"/>
                  </a:lnTo>
                  <a:lnTo>
                    <a:pt x="359" y="5121"/>
                  </a:lnTo>
                  <a:lnTo>
                    <a:pt x="135" y="5390"/>
                  </a:lnTo>
                  <a:lnTo>
                    <a:pt x="45" y="5031"/>
                  </a:lnTo>
                  <a:lnTo>
                    <a:pt x="45" y="5031"/>
                  </a:lnTo>
                  <a:lnTo>
                    <a:pt x="0" y="4806"/>
                  </a:lnTo>
                  <a:lnTo>
                    <a:pt x="0" y="4806"/>
                  </a:lnTo>
                  <a:lnTo>
                    <a:pt x="45" y="4537"/>
                  </a:lnTo>
                  <a:lnTo>
                    <a:pt x="135" y="4312"/>
                  </a:lnTo>
                  <a:lnTo>
                    <a:pt x="270" y="4087"/>
                  </a:lnTo>
                  <a:lnTo>
                    <a:pt x="494" y="3863"/>
                  </a:lnTo>
                  <a:lnTo>
                    <a:pt x="764" y="3638"/>
                  </a:lnTo>
                  <a:lnTo>
                    <a:pt x="1078" y="3414"/>
                  </a:lnTo>
                  <a:lnTo>
                    <a:pt x="1437" y="3189"/>
                  </a:lnTo>
                  <a:lnTo>
                    <a:pt x="1886" y="2965"/>
                  </a:lnTo>
                  <a:lnTo>
                    <a:pt x="2875" y="2560"/>
                  </a:lnTo>
                  <a:lnTo>
                    <a:pt x="4042" y="2156"/>
                  </a:lnTo>
                  <a:lnTo>
                    <a:pt x="5390" y="1797"/>
                  </a:lnTo>
                  <a:lnTo>
                    <a:pt x="6917" y="1438"/>
                  </a:lnTo>
                  <a:lnTo>
                    <a:pt x="8579" y="1123"/>
                  </a:lnTo>
                  <a:lnTo>
                    <a:pt x="10375" y="854"/>
                  </a:lnTo>
                  <a:lnTo>
                    <a:pt x="12307" y="629"/>
                  </a:lnTo>
                  <a:lnTo>
                    <a:pt x="14328" y="404"/>
                  </a:lnTo>
                  <a:lnTo>
                    <a:pt x="16439" y="225"/>
                  </a:lnTo>
                  <a:lnTo>
                    <a:pt x="18685" y="135"/>
                  </a:lnTo>
                  <a:lnTo>
                    <a:pt x="20930" y="45"/>
                  </a:lnTo>
                  <a:lnTo>
                    <a:pt x="23311" y="0"/>
                  </a:lnTo>
                  <a:lnTo>
                    <a:pt x="23311" y="0"/>
                  </a:lnTo>
                  <a:lnTo>
                    <a:pt x="25647" y="45"/>
                  </a:lnTo>
                  <a:lnTo>
                    <a:pt x="27937" y="135"/>
                  </a:lnTo>
                  <a:lnTo>
                    <a:pt x="30138" y="225"/>
                  </a:lnTo>
                  <a:lnTo>
                    <a:pt x="32249" y="404"/>
                  </a:lnTo>
                  <a:lnTo>
                    <a:pt x="34270" y="629"/>
                  </a:lnTo>
                  <a:lnTo>
                    <a:pt x="36202" y="854"/>
                  </a:lnTo>
                  <a:lnTo>
                    <a:pt x="37998" y="1123"/>
                  </a:lnTo>
                  <a:lnTo>
                    <a:pt x="39660" y="1438"/>
                  </a:lnTo>
                  <a:lnTo>
                    <a:pt x="41187" y="1797"/>
                  </a:lnTo>
                  <a:lnTo>
                    <a:pt x="42535" y="2156"/>
                  </a:lnTo>
                  <a:lnTo>
                    <a:pt x="43702" y="2560"/>
                  </a:lnTo>
                  <a:lnTo>
                    <a:pt x="44736" y="2965"/>
                  </a:lnTo>
                  <a:lnTo>
                    <a:pt x="45140" y="3189"/>
                  </a:lnTo>
                  <a:lnTo>
                    <a:pt x="45499" y="3414"/>
                  </a:lnTo>
                  <a:lnTo>
                    <a:pt x="45813" y="3638"/>
                  </a:lnTo>
                  <a:lnTo>
                    <a:pt x="46083" y="3863"/>
                  </a:lnTo>
                  <a:lnTo>
                    <a:pt x="46308" y="4087"/>
                  </a:lnTo>
                  <a:lnTo>
                    <a:pt x="46442" y="4312"/>
                  </a:lnTo>
                  <a:lnTo>
                    <a:pt x="46532" y="4537"/>
                  </a:lnTo>
                  <a:lnTo>
                    <a:pt x="46577" y="480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56"/>
            <p:cNvSpPr/>
            <p:nvPr/>
          </p:nvSpPr>
          <p:spPr>
            <a:xfrm>
              <a:off x="5676200" y="1851400"/>
              <a:ext cx="1135275" cy="197650"/>
            </a:xfrm>
            <a:custGeom>
              <a:rect b="b" l="l" r="r" t="t"/>
              <a:pathLst>
                <a:path extrusionOk="0" h="7906" w="45411">
                  <a:moveTo>
                    <a:pt x="20392" y="0"/>
                  </a:moveTo>
                  <a:lnTo>
                    <a:pt x="18147" y="90"/>
                  </a:lnTo>
                  <a:lnTo>
                    <a:pt x="16036" y="180"/>
                  </a:lnTo>
                  <a:lnTo>
                    <a:pt x="14059" y="359"/>
                  </a:lnTo>
                  <a:lnTo>
                    <a:pt x="12173" y="539"/>
                  </a:lnTo>
                  <a:lnTo>
                    <a:pt x="10421" y="764"/>
                  </a:lnTo>
                  <a:lnTo>
                    <a:pt x="8759" y="988"/>
                  </a:lnTo>
                  <a:lnTo>
                    <a:pt x="7232" y="1258"/>
                  </a:lnTo>
                  <a:lnTo>
                    <a:pt x="5840" y="1572"/>
                  </a:lnTo>
                  <a:lnTo>
                    <a:pt x="4582" y="1887"/>
                  </a:lnTo>
                  <a:lnTo>
                    <a:pt x="3504" y="2201"/>
                  </a:lnTo>
                  <a:lnTo>
                    <a:pt x="2516" y="2560"/>
                  </a:lnTo>
                  <a:lnTo>
                    <a:pt x="1663" y="2920"/>
                  </a:lnTo>
                  <a:lnTo>
                    <a:pt x="989" y="3279"/>
                  </a:lnTo>
                  <a:lnTo>
                    <a:pt x="495" y="3638"/>
                  </a:lnTo>
                  <a:lnTo>
                    <a:pt x="270" y="3818"/>
                  </a:lnTo>
                  <a:lnTo>
                    <a:pt x="136" y="3998"/>
                  </a:lnTo>
                  <a:lnTo>
                    <a:pt x="1" y="4177"/>
                  </a:lnTo>
                  <a:lnTo>
                    <a:pt x="136" y="4312"/>
                  </a:lnTo>
                  <a:lnTo>
                    <a:pt x="630" y="4626"/>
                  </a:lnTo>
                  <a:lnTo>
                    <a:pt x="1259" y="4941"/>
                  </a:lnTo>
                  <a:lnTo>
                    <a:pt x="2022" y="5255"/>
                  </a:lnTo>
                  <a:lnTo>
                    <a:pt x="2876" y="5614"/>
                  </a:lnTo>
                  <a:lnTo>
                    <a:pt x="3909" y="5884"/>
                  </a:lnTo>
                  <a:lnTo>
                    <a:pt x="5031" y="6198"/>
                  </a:lnTo>
                  <a:lnTo>
                    <a:pt x="6289" y="6468"/>
                  </a:lnTo>
                  <a:lnTo>
                    <a:pt x="7637" y="6737"/>
                  </a:lnTo>
                  <a:lnTo>
                    <a:pt x="9164" y="7007"/>
                  </a:lnTo>
                  <a:lnTo>
                    <a:pt x="10736" y="7231"/>
                  </a:lnTo>
                  <a:lnTo>
                    <a:pt x="12487" y="7411"/>
                  </a:lnTo>
                  <a:lnTo>
                    <a:pt x="14284" y="7591"/>
                  </a:lnTo>
                  <a:lnTo>
                    <a:pt x="16260" y="7725"/>
                  </a:lnTo>
                  <a:lnTo>
                    <a:pt x="18281" y="7815"/>
                  </a:lnTo>
                  <a:lnTo>
                    <a:pt x="20437" y="7860"/>
                  </a:lnTo>
                  <a:lnTo>
                    <a:pt x="22728" y="7905"/>
                  </a:lnTo>
                  <a:lnTo>
                    <a:pt x="24884" y="7860"/>
                  </a:lnTo>
                  <a:lnTo>
                    <a:pt x="26950" y="7815"/>
                  </a:lnTo>
                  <a:lnTo>
                    <a:pt x="28926" y="7725"/>
                  </a:lnTo>
                  <a:lnTo>
                    <a:pt x="30813" y="7591"/>
                  </a:lnTo>
                  <a:lnTo>
                    <a:pt x="32609" y="7456"/>
                  </a:lnTo>
                  <a:lnTo>
                    <a:pt x="34271" y="7276"/>
                  </a:lnTo>
                  <a:lnTo>
                    <a:pt x="35843" y="7052"/>
                  </a:lnTo>
                  <a:lnTo>
                    <a:pt x="37325" y="6827"/>
                  </a:lnTo>
                  <a:lnTo>
                    <a:pt x="38673" y="6558"/>
                  </a:lnTo>
                  <a:lnTo>
                    <a:pt x="39930" y="6288"/>
                  </a:lnTo>
                  <a:lnTo>
                    <a:pt x="41053" y="6019"/>
                  </a:lnTo>
                  <a:lnTo>
                    <a:pt x="42086" y="5749"/>
                  </a:lnTo>
                  <a:lnTo>
                    <a:pt x="42985" y="5435"/>
                  </a:lnTo>
                  <a:lnTo>
                    <a:pt x="43793" y="5120"/>
                  </a:lnTo>
                  <a:lnTo>
                    <a:pt x="44422" y="4806"/>
                  </a:lnTo>
                  <a:lnTo>
                    <a:pt x="44961" y="4492"/>
                  </a:lnTo>
                  <a:lnTo>
                    <a:pt x="45006" y="4492"/>
                  </a:lnTo>
                  <a:lnTo>
                    <a:pt x="45275" y="4312"/>
                  </a:lnTo>
                  <a:lnTo>
                    <a:pt x="45410" y="4177"/>
                  </a:lnTo>
                  <a:lnTo>
                    <a:pt x="45365" y="4132"/>
                  </a:lnTo>
                  <a:lnTo>
                    <a:pt x="45320" y="3998"/>
                  </a:lnTo>
                  <a:lnTo>
                    <a:pt x="45141" y="3818"/>
                  </a:lnTo>
                  <a:lnTo>
                    <a:pt x="44916" y="3638"/>
                  </a:lnTo>
                  <a:lnTo>
                    <a:pt x="44422" y="3279"/>
                  </a:lnTo>
                  <a:lnTo>
                    <a:pt x="43748" y="2920"/>
                  </a:lnTo>
                  <a:lnTo>
                    <a:pt x="42895" y="2560"/>
                  </a:lnTo>
                  <a:lnTo>
                    <a:pt x="41952" y="2201"/>
                  </a:lnTo>
                  <a:lnTo>
                    <a:pt x="40829" y="1887"/>
                  </a:lnTo>
                  <a:lnTo>
                    <a:pt x="39571" y="1572"/>
                  </a:lnTo>
                  <a:lnTo>
                    <a:pt x="38179" y="1258"/>
                  </a:lnTo>
                  <a:lnTo>
                    <a:pt x="36652" y="988"/>
                  </a:lnTo>
                  <a:lnTo>
                    <a:pt x="35035" y="764"/>
                  </a:lnTo>
                  <a:lnTo>
                    <a:pt x="33238" y="539"/>
                  </a:lnTo>
                  <a:lnTo>
                    <a:pt x="31352" y="359"/>
                  </a:lnTo>
                  <a:lnTo>
                    <a:pt x="29375" y="180"/>
                  </a:lnTo>
                  <a:lnTo>
                    <a:pt x="27264" y="90"/>
                  </a:lnTo>
                  <a:lnTo>
                    <a:pt x="25019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56"/>
            <p:cNvSpPr/>
            <p:nvPr/>
          </p:nvSpPr>
          <p:spPr>
            <a:xfrm>
              <a:off x="5676200" y="1851400"/>
              <a:ext cx="1135275" cy="197650"/>
            </a:xfrm>
            <a:custGeom>
              <a:rect b="b" l="l" r="r" t="t"/>
              <a:pathLst>
                <a:path extrusionOk="0" fill="none" h="7906" w="45411">
                  <a:moveTo>
                    <a:pt x="45410" y="4177"/>
                  </a:moveTo>
                  <a:lnTo>
                    <a:pt x="45275" y="4312"/>
                  </a:lnTo>
                  <a:lnTo>
                    <a:pt x="45275" y="4312"/>
                  </a:lnTo>
                  <a:lnTo>
                    <a:pt x="45006" y="4492"/>
                  </a:lnTo>
                  <a:lnTo>
                    <a:pt x="44961" y="4492"/>
                  </a:lnTo>
                  <a:lnTo>
                    <a:pt x="44961" y="4492"/>
                  </a:lnTo>
                  <a:lnTo>
                    <a:pt x="44422" y="4806"/>
                  </a:lnTo>
                  <a:lnTo>
                    <a:pt x="43793" y="5120"/>
                  </a:lnTo>
                  <a:lnTo>
                    <a:pt x="42985" y="5435"/>
                  </a:lnTo>
                  <a:lnTo>
                    <a:pt x="42086" y="5749"/>
                  </a:lnTo>
                  <a:lnTo>
                    <a:pt x="41053" y="6019"/>
                  </a:lnTo>
                  <a:lnTo>
                    <a:pt x="39930" y="6288"/>
                  </a:lnTo>
                  <a:lnTo>
                    <a:pt x="38673" y="6558"/>
                  </a:lnTo>
                  <a:lnTo>
                    <a:pt x="37325" y="6827"/>
                  </a:lnTo>
                  <a:lnTo>
                    <a:pt x="35843" y="7052"/>
                  </a:lnTo>
                  <a:lnTo>
                    <a:pt x="34271" y="7276"/>
                  </a:lnTo>
                  <a:lnTo>
                    <a:pt x="32609" y="7456"/>
                  </a:lnTo>
                  <a:lnTo>
                    <a:pt x="30813" y="7591"/>
                  </a:lnTo>
                  <a:lnTo>
                    <a:pt x="28926" y="7725"/>
                  </a:lnTo>
                  <a:lnTo>
                    <a:pt x="26950" y="7815"/>
                  </a:lnTo>
                  <a:lnTo>
                    <a:pt x="24884" y="7860"/>
                  </a:lnTo>
                  <a:lnTo>
                    <a:pt x="22728" y="7905"/>
                  </a:lnTo>
                  <a:lnTo>
                    <a:pt x="22728" y="7905"/>
                  </a:lnTo>
                  <a:lnTo>
                    <a:pt x="20437" y="7860"/>
                  </a:lnTo>
                  <a:lnTo>
                    <a:pt x="18281" y="7815"/>
                  </a:lnTo>
                  <a:lnTo>
                    <a:pt x="16260" y="7725"/>
                  </a:lnTo>
                  <a:lnTo>
                    <a:pt x="14284" y="7591"/>
                  </a:lnTo>
                  <a:lnTo>
                    <a:pt x="12487" y="7411"/>
                  </a:lnTo>
                  <a:lnTo>
                    <a:pt x="10736" y="7231"/>
                  </a:lnTo>
                  <a:lnTo>
                    <a:pt x="9164" y="7007"/>
                  </a:lnTo>
                  <a:lnTo>
                    <a:pt x="7637" y="6737"/>
                  </a:lnTo>
                  <a:lnTo>
                    <a:pt x="6289" y="6468"/>
                  </a:lnTo>
                  <a:lnTo>
                    <a:pt x="5031" y="6198"/>
                  </a:lnTo>
                  <a:lnTo>
                    <a:pt x="3909" y="5884"/>
                  </a:lnTo>
                  <a:lnTo>
                    <a:pt x="2876" y="5614"/>
                  </a:lnTo>
                  <a:lnTo>
                    <a:pt x="2022" y="5255"/>
                  </a:lnTo>
                  <a:lnTo>
                    <a:pt x="1259" y="4941"/>
                  </a:lnTo>
                  <a:lnTo>
                    <a:pt x="630" y="4626"/>
                  </a:lnTo>
                  <a:lnTo>
                    <a:pt x="136" y="4312"/>
                  </a:lnTo>
                  <a:lnTo>
                    <a:pt x="1" y="4177"/>
                  </a:lnTo>
                  <a:lnTo>
                    <a:pt x="136" y="3998"/>
                  </a:lnTo>
                  <a:lnTo>
                    <a:pt x="136" y="3998"/>
                  </a:lnTo>
                  <a:lnTo>
                    <a:pt x="270" y="3818"/>
                  </a:lnTo>
                  <a:lnTo>
                    <a:pt x="495" y="3638"/>
                  </a:lnTo>
                  <a:lnTo>
                    <a:pt x="989" y="3279"/>
                  </a:lnTo>
                  <a:lnTo>
                    <a:pt x="1663" y="2920"/>
                  </a:lnTo>
                  <a:lnTo>
                    <a:pt x="2516" y="2560"/>
                  </a:lnTo>
                  <a:lnTo>
                    <a:pt x="3504" y="2201"/>
                  </a:lnTo>
                  <a:lnTo>
                    <a:pt x="4582" y="1887"/>
                  </a:lnTo>
                  <a:lnTo>
                    <a:pt x="5840" y="1572"/>
                  </a:lnTo>
                  <a:lnTo>
                    <a:pt x="7232" y="1258"/>
                  </a:lnTo>
                  <a:lnTo>
                    <a:pt x="8759" y="988"/>
                  </a:lnTo>
                  <a:lnTo>
                    <a:pt x="10421" y="764"/>
                  </a:lnTo>
                  <a:lnTo>
                    <a:pt x="12173" y="539"/>
                  </a:lnTo>
                  <a:lnTo>
                    <a:pt x="14059" y="359"/>
                  </a:lnTo>
                  <a:lnTo>
                    <a:pt x="16036" y="180"/>
                  </a:lnTo>
                  <a:lnTo>
                    <a:pt x="18147" y="90"/>
                  </a:lnTo>
                  <a:lnTo>
                    <a:pt x="20392" y="0"/>
                  </a:lnTo>
                  <a:lnTo>
                    <a:pt x="22728" y="0"/>
                  </a:lnTo>
                  <a:lnTo>
                    <a:pt x="22728" y="0"/>
                  </a:lnTo>
                  <a:lnTo>
                    <a:pt x="25019" y="0"/>
                  </a:lnTo>
                  <a:lnTo>
                    <a:pt x="27264" y="90"/>
                  </a:lnTo>
                  <a:lnTo>
                    <a:pt x="29375" y="180"/>
                  </a:lnTo>
                  <a:lnTo>
                    <a:pt x="31352" y="359"/>
                  </a:lnTo>
                  <a:lnTo>
                    <a:pt x="33238" y="539"/>
                  </a:lnTo>
                  <a:lnTo>
                    <a:pt x="35035" y="764"/>
                  </a:lnTo>
                  <a:lnTo>
                    <a:pt x="36652" y="988"/>
                  </a:lnTo>
                  <a:lnTo>
                    <a:pt x="38179" y="1258"/>
                  </a:lnTo>
                  <a:lnTo>
                    <a:pt x="39571" y="1572"/>
                  </a:lnTo>
                  <a:lnTo>
                    <a:pt x="40829" y="1887"/>
                  </a:lnTo>
                  <a:lnTo>
                    <a:pt x="41952" y="2201"/>
                  </a:lnTo>
                  <a:lnTo>
                    <a:pt x="42895" y="2560"/>
                  </a:lnTo>
                  <a:lnTo>
                    <a:pt x="43748" y="2920"/>
                  </a:lnTo>
                  <a:lnTo>
                    <a:pt x="44422" y="3279"/>
                  </a:lnTo>
                  <a:lnTo>
                    <a:pt x="44916" y="3638"/>
                  </a:lnTo>
                  <a:lnTo>
                    <a:pt x="45141" y="3818"/>
                  </a:lnTo>
                  <a:lnTo>
                    <a:pt x="45320" y="3998"/>
                  </a:lnTo>
                  <a:lnTo>
                    <a:pt x="45365" y="4132"/>
                  </a:lnTo>
                  <a:lnTo>
                    <a:pt x="45410" y="417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56"/>
            <p:cNvSpPr/>
            <p:nvPr/>
          </p:nvSpPr>
          <p:spPr>
            <a:xfrm>
              <a:off x="5366300" y="1961425"/>
              <a:ext cx="1755075" cy="2072875"/>
            </a:xfrm>
            <a:custGeom>
              <a:rect b="b" l="l" r="r" t="t"/>
              <a:pathLst>
                <a:path extrusionOk="0" h="82915" w="70203">
                  <a:moveTo>
                    <a:pt x="11858" y="7367"/>
                  </a:moveTo>
                  <a:lnTo>
                    <a:pt x="11903" y="7457"/>
                  </a:lnTo>
                  <a:lnTo>
                    <a:pt x="11409" y="10825"/>
                  </a:lnTo>
                  <a:lnTo>
                    <a:pt x="11364" y="10870"/>
                  </a:lnTo>
                  <a:lnTo>
                    <a:pt x="11319" y="10825"/>
                  </a:lnTo>
                  <a:lnTo>
                    <a:pt x="11813" y="7412"/>
                  </a:lnTo>
                  <a:lnTo>
                    <a:pt x="11858" y="7367"/>
                  </a:lnTo>
                  <a:close/>
                  <a:moveTo>
                    <a:pt x="56414" y="8535"/>
                  </a:moveTo>
                  <a:lnTo>
                    <a:pt x="56459" y="8580"/>
                  </a:lnTo>
                  <a:lnTo>
                    <a:pt x="57132" y="11948"/>
                  </a:lnTo>
                  <a:lnTo>
                    <a:pt x="57087" y="12038"/>
                  </a:lnTo>
                  <a:lnTo>
                    <a:pt x="57043" y="12218"/>
                  </a:lnTo>
                  <a:lnTo>
                    <a:pt x="56998" y="11993"/>
                  </a:lnTo>
                  <a:lnTo>
                    <a:pt x="56369" y="8580"/>
                  </a:lnTo>
                  <a:lnTo>
                    <a:pt x="56414" y="8535"/>
                  </a:lnTo>
                  <a:close/>
                  <a:moveTo>
                    <a:pt x="40065" y="11903"/>
                  </a:moveTo>
                  <a:lnTo>
                    <a:pt x="40110" y="11948"/>
                  </a:lnTo>
                  <a:lnTo>
                    <a:pt x="40110" y="13610"/>
                  </a:lnTo>
                  <a:lnTo>
                    <a:pt x="40065" y="13655"/>
                  </a:lnTo>
                  <a:lnTo>
                    <a:pt x="40020" y="13610"/>
                  </a:lnTo>
                  <a:lnTo>
                    <a:pt x="40020" y="11948"/>
                  </a:lnTo>
                  <a:lnTo>
                    <a:pt x="40065" y="11903"/>
                  </a:lnTo>
                  <a:close/>
                  <a:moveTo>
                    <a:pt x="30677" y="11589"/>
                  </a:moveTo>
                  <a:lnTo>
                    <a:pt x="30722" y="11634"/>
                  </a:lnTo>
                  <a:lnTo>
                    <a:pt x="30722" y="14419"/>
                  </a:lnTo>
                  <a:lnTo>
                    <a:pt x="30677" y="14419"/>
                  </a:lnTo>
                  <a:lnTo>
                    <a:pt x="30632" y="14463"/>
                  </a:lnTo>
                  <a:lnTo>
                    <a:pt x="30632" y="14419"/>
                  </a:lnTo>
                  <a:lnTo>
                    <a:pt x="30588" y="14419"/>
                  </a:lnTo>
                  <a:lnTo>
                    <a:pt x="30588" y="11634"/>
                  </a:lnTo>
                  <a:lnTo>
                    <a:pt x="30632" y="11589"/>
                  </a:lnTo>
                  <a:close/>
                  <a:moveTo>
                    <a:pt x="8804" y="6558"/>
                  </a:moveTo>
                  <a:lnTo>
                    <a:pt x="8849" y="6648"/>
                  </a:lnTo>
                  <a:lnTo>
                    <a:pt x="7501" y="15856"/>
                  </a:lnTo>
                  <a:lnTo>
                    <a:pt x="7411" y="15901"/>
                  </a:lnTo>
                  <a:lnTo>
                    <a:pt x="7366" y="15856"/>
                  </a:lnTo>
                  <a:lnTo>
                    <a:pt x="8714" y="6603"/>
                  </a:lnTo>
                  <a:lnTo>
                    <a:pt x="8759" y="6558"/>
                  </a:lnTo>
                  <a:close/>
                  <a:moveTo>
                    <a:pt x="34585" y="10152"/>
                  </a:moveTo>
                  <a:lnTo>
                    <a:pt x="34585" y="10196"/>
                  </a:lnTo>
                  <a:lnTo>
                    <a:pt x="34585" y="18281"/>
                  </a:lnTo>
                  <a:lnTo>
                    <a:pt x="34585" y="18326"/>
                  </a:lnTo>
                  <a:lnTo>
                    <a:pt x="34495" y="18326"/>
                  </a:lnTo>
                  <a:lnTo>
                    <a:pt x="34495" y="18281"/>
                  </a:lnTo>
                  <a:lnTo>
                    <a:pt x="34495" y="10196"/>
                  </a:lnTo>
                  <a:lnTo>
                    <a:pt x="34495" y="10152"/>
                  </a:lnTo>
                  <a:close/>
                  <a:moveTo>
                    <a:pt x="59693" y="6738"/>
                  </a:moveTo>
                  <a:lnTo>
                    <a:pt x="59737" y="6783"/>
                  </a:lnTo>
                  <a:lnTo>
                    <a:pt x="60142" y="8265"/>
                  </a:lnTo>
                  <a:lnTo>
                    <a:pt x="60546" y="9747"/>
                  </a:lnTo>
                  <a:lnTo>
                    <a:pt x="60905" y="11274"/>
                  </a:lnTo>
                  <a:lnTo>
                    <a:pt x="61220" y="12802"/>
                  </a:lnTo>
                  <a:lnTo>
                    <a:pt x="61489" y="14329"/>
                  </a:lnTo>
                  <a:lnTo>
                    <a:pt x="61759" y="15856"/>
                  </a:lnTo>
                  <a:lnTo>
                    <a:pt x="61983" y="17383"/>
                  </a:lnTo>
                  <a:lnTo>
                    <a:pt x="62163" y="18910"/>
                  </a:lnTo>
                  <a:lnTo>
                    <a:pt x="62163" y="18955"/>
                  </a:lnTo>
                  <a:lnTo>
                    <a:pt x="62118" y="19000"/>
                  </a:lnTo>
                  <a:lnTo>
                    <a:pt x="62073" y="18955"/>
                  </a:lnTo>
                  <a:lnTo>
                    <a:pt x="61893" y="17383"/>
                  </a:lnTo>
                  <a:lnTo>
                    <a:pt x="61669" y="15856"/>
                  </a:lnTo>
                  <a:lnTo>
                    <a:pt x="61399" y="14329"/>
                  </a:lnTo>
                  <a:lnTo>
                    <a:pt x="61130" y="12802"/>
                  </a:lnTo>
                  <a:lnTo>
                    <a:pt x="60771" y="11274"/>
                  </a:lnTo>
                  <a:lnTo>
                    <a:pt x="60456" y="9792"/>
                  </a:lnTo>
                  <a:lnTo>
                    <a:pt x="60052" y="8265"/>
                  </a:lnTo>
                  <a:lnTo>
                    <a:pt x="59648" y="6783"/>
                  </a:lnTo>
                  <a:lnTo>
                    <a:pt x="59648" y="6738"/>
                  </a:lnTo>
                  <a:close/>
                  <a:moveTo>
                    <a:pt x="62073" y="5301"/>
                  </a:moveTo>
                  <a:lnTo>
                    <a:pt x="62837" y="8490"/>
                  </a:lnTo>
                  <a:lnTo>
                    <a:pt x="63510" y="11634"/>
                  </a:lnTo>
                  <a:lnTo>
                    <a:pt x="64094" y="14823"/>
                  </a:lnTo>
                  <a:lnTo>
                    <a:pt x="64588" y="18012"/>
                  </a:lnTo>
                  <a:lnTo>
                    <a:pt x="65037" y="21246"/>
                  </a:lnTo>
                  <a:lnTo>
                    <a:pt x="65352" y="24479"/>
                  </a:lnTo>
                  <a:lnTo>
                    <a:pt x="65621" y="27668"/>
                  </a:lnTo>
                  <a:lnTo>
                    <a:pt x="65801" y="30902"/>
                  </a:lnTo>
                  <a:lnTo>
                    <a:pt x="65756" y="30947"/>
                  </a:lnTo>
                  <a:lnTo>
                    <a:pt x="65711" y="30992"/>
                  </a:lnTo>
                  <a:lnTo>
                    <a:pt x="65711" y="30947"/>
                  </a:lnTo>
                  <a:lnTo>
                    <a:pt x="65666" y="30947"/>
                  </a:lnTo>
                  <a:lnTo>
                    <a:pt x="65532" y="27713"/>
                  </a:lnTo>
                  <a:lnTo>
                    <a:pt x="65262" y="24479"/>
                  </a:lnTo>
                  <a:lnTo>
                    <a:pt x="64948" y="21246"/>
                  </a:lnTo>
                  <a:lnTo>
                    <a:pt x="64498" y="18057"/>
                  </a:lnTo>
                  <a:lnTo>
                    <a:pt x="64004" y="14823"/>
                  </a:lnTo>
                  <a:lnTo>
                    <a:pt x="63421" y="11679"/>
                  </a:lnTo>
                  <a:lnTo>
                    <a:pt x="62747" y="8490"/>
                  </a:lnTo>
                  <a:lnTo>
                    <a:pt x="61983" y="5346"/>
                  </a:lnTo>
                  <a:lnTo>
                    <a:pt x="61983" y="5301"/>
                  </a:lnTo>
                  <a:close/>
                  <a:moveTo>
                    <a:pt x="12307" y="50934"/>
                  </a:moveTo>
                  <a:lnTo>
                    <a:pt x="12352" y="51114"/>
                  </a:lnTo>
                  <a:lnTo>
                    <a:pt x="12397" y="51204"/>
                  </a:lnTo>
                  <a:lnTo>
                    <a:pt x="12352" y="52012"/>
                  </a:lnTo>
                  <a:lnTo>
                    <a:pt x="12352" y="52821"/>
                  </a:lnTo>
                  <a:lnTo>
                    <a:pt x="12397" y="53629"/>
                  </a:lnTo>
                  <a:lnTo>
                    <a:pt x="12487" y="54438"/>
                  </a:lnTo>
                  <a:lnTo>
                    <a:pt x="12622" y="55291"/>
                  </a:lnTo>
                  <a:lnTo>
                    <a:pt x="12801" y="56100"/>
                  </a:lnTo>
                  <a:lnTo>
                    <a:pt x="13026" y="56863"/>
                  </a:lnTo>
                  <a:lnTo>
                    <a:pt x="13295" y="57672"/>
                  </a:lnTo>
                  <a:lnTo>
                    <a:pt x="13565" y="58435"/>
                  </a:lnTo>
                  <a:lnTo>
                    <a:pt x="13879" y="59199"/>
                  </a:lnTo>
                  <a:lnTo>
                    <a:pt x="14283" y="59917"/>
                  </a:lnTo>
                  <a:lnTo>
                    <a:pt x="14643" y="60636"/>
                  </a:lnTo>
                  <a:lnTo>
                    <a:pt x="15092" y="61355"/>
                  </a:lnTo>
                  <a:lnTo>
                    <a:pt x="15586" y="62029"/>
                  </a:lnTo>
                  <a:lnTo>
                    <a:pt x="16080" y="62657"/>
                  </a:lnTo>
                  <a:lnTo>
                    <a:pt x="16619" y="63286"/>
                  </a:lnTo>
                  <a:lnTo>
                    <a:pt x="16619" y="63331"/>
                  </a:lnTo>
                  <a:lnTo>
                    <a:pt x="16574" y="63376"/>
                  </a:lnTo>
                  <a:lnTo>
                    <a:pt x="16529" y="63376"/>
                  </a:lnTo>
                  <a:lnTo>
                    <a:pt x="15990" y="62747"/>
                  </a:lnTo>
                  <a:lnTo>
                    <a:pt x="15496" y="62073"/>
                  </a:lnTo>
                  <a:lnTo>
                    <a:pt x="15002" y="61400"/>
                  </a:lnTo>
                  <a:lnTo>
                    <a:pt x="14553" y="60726"/>
                  </a:lnTo>
                  <a:lnTo>
                    <a:pt x="14194" y="59962"/>
                  </a:lnTo>
                  <a:lnTo>
                    <a:pt x="13789" y="59244"/>
                  </a:lnTo>
                  <a:lnTo>
                    <a:pt x="13475" y="58480"/>
                  </a:lnTo>
                  <a:lnTo>
                    <a:pt x="13205" y="57717"/>
                  </a:lnTo>
                  <a:lnTo>
                    <a:pt x="12936" y="56908"/>
                  </a:lnTo>
                  <a:lnTo>
                    <a:pt x="12711" y="56100"/>
                  </a:lnTo>
                  <a:lnTo>
                    <a:pt x="12532" y="55291"/>
                  </a:lnTo>
                  <a:lnTo>
                    <a:pt x="12397" y="54483"/>
                  </a:lnTo>
                  <a:lnTo>
                    <a:pt x="12307" y="53629"/>
                  </a:lnTo>
                  <a:lnTo>
                    <a:pt x="12262" y="52821"/>
                  </a:lnTo>
                  <a:lnTo>
                    <a:pt x="12262" y="52012"/>
                  </a:lnTo>
                  <a:lnTo>
                    <a:pt x="12262" y="51159"/>
                  </a:lnTo>
                  <a:lnTo>
                    <a:pt x="12307" y="51114"/>
                  </a:lnTo>
                  <a:lnTo>
                    <a:pt x="12307" y="50934"/>
                  </a:lnTo>
                  <a:close/>
                  <a:moveTo>
                    <a:pt x="60142" y="60052"/>
                  </a:moveTo>
                  <a:lnTo>
                    <a:pt x="60187" y="60097"/>
                  </a:lnTo>
                  <a:lnTo>
                    <a:pt x="60142" y="60816"/>
                  </a:lnTo>
                  <a:lnTo>
                    <a:pt x="60052" y="61534"/>
                  </a:lnTo>
                  <a:lnTo>
                    <a:pt x="59962" y="62253"/>
                  </a:lnTo>
                  <a:lnTo>
                    <a:pt x="59782" y="62972"/>
                  </a:lnTo>
                  <a:lnTo>
                    <a:pt x="59603" y="63645"/>
                  </a:lnTo>
                  <a:lnTo>
                    <a:pt x="59333" y="64364"/>
                  </a:lnTo>
                  <a:lnTo>
                    <a:pt x="59064" y="64993"/>
                  </a:lnTo>
                  <a:lnTo>
                    <a:pt x="58749" y="65667"/>
                  </a:lnTo>
                  <a:lnTo>
                    <a:pt x="58390" y="66295"/>
                  </a:lnTo>
                  <a:lnTo>
                    <a:pt x="57986" y="66924"/>
                  </a:lnTo>
                  <a:lnTo>
                    <a:pt x="57582" y="67508"/>
                  </a:lnTo>
                  <a:lnTo>
                    <a:pt x="57132" y="68047"/>
                  </a:lnTo>
                  <a:lnTo>
                    <a:pt x="56638" y="68586"/>
                  </a:lnTo>
                  <a:lnTo>
                    <a:pt x="56099" y="69125"/>
                  </a:lnTo>
                  <a:lnTo>
                    <a:pt x="55560" y="69574"/>
                  </a:lnTo>
                  <a:lnTo>
                    <a:pt x="54976" y="70023"/>
                  </a:lnTo>
                  <a:lnTo>
                    <a:pt x="55111" y="70203"/>
                  </a:lnTo>
                  <a:lnTo>
                    <a:pt x="54932" y="70023"/>
                  </a:lnTo>
                  <a:lnTo>
                    <a:pt x="54932" y="69934"/>
                  </a:lnTo>
                  <a:lnTo>
                    <a:pt x="55515" y="69529"/>
                  </a:lnTo>
                  <a:lnTo>
                    <a:pt x="56054" y="69035"/>
                  </a:lnTo>
                  <a:lnTo>
                    <a:pt x="56549" y="68541"/>
                  </a:lnTo>
                  <a:lnTo>
                    <a:pt x="57043" y="68002"/>
                  </a:lnTo>
                  <a:lnTo>
                    <a:pt x="57492" y="67463"/>
                  </a:lnTo>
                  <a:lnTo>
                    <a:pt x="57896" y="66879"/>
                  </a:lnTo>
                  <a:lnTo>
                    <a:pt x="58300" y="66251"/>
                  </a:lnTo>
                  <a:lnTo>
                    <a:pt x="58660" y="65622"/>
                  </a:lnTo>
                  <a:lnTo>
                    <a:pt x="58974" y="64993"/>
                  </a:lnTo>
                  <a:lnTo>
                    <a:pt x="59243" y="64319"/>
                  </a:lnTo>
                  <a:lnTo>
                    <a:pt x="59468" y="63645"/>
                  </a:lnTo>
                  <a:lnTo>
                    <a:pt x="59693" y="62927"/>
                  </a:lnTo>
                  <a:lnTo>
                    <a:pt x="59827" y="62253"/>
                  </a:lnTo>
                  <a:lnTo>
                    <a:pt x="59962" y="61534"/>
                  </a:lnTo>
                  <a:lnTo>
                    <a:pt x="60052" y="60816"/>
                  </a:lnTo>
                  <a:lnTo>
                    <a:pt x="60097" y="60097"/>
                  </a:lnTo>
                  <a:lnTo>
                    <a:pt x="60142" y="60052"/>
                  </a:lnTo>
                  <a:close/>
                  <a:moveTo>
                    <a:pt x="8804" y="44691"/>
                  </a:move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6619" y="68721"/>
                  </a:lnTo>
                  <a:lnTo>
                    <a:pt x="17517" y="69529"/>
                  </a:lnTo>
                  <a:lnTo>
                    <a:pt x="18460" y="70293"/>
                  </a:lnTo>
                  <a:lnTo>
                    <a:pt x="19449" y="70967"/>
                  </a:lnTo>
                  <a:lnTo>
                    <a:pt x="19449" y="71056"/>
                  </a:lnTo>
                  <a:lnTo>
                    <a:pt x="19404" y="71056"/>
                  </a:lnTo>
                  <a:lnTo>
                    <a:pt x="18460" y="70428"/>
                  </a:lnTo>
                  <a:lnTo>
                    <a:pt x="17607" y="69709"/>
                  </a:lnTo>
                  <a:lnTo>
                    <a:pt x="16754" y="68990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691"/>
                  </a:lnTo>
                  <a:close/>
                  <a:moveTo>
                    <a:pt x="65172" y="54393"/>
                  </a:moveTo>
                  <a:lnTo>
                    <a:pt x="65217" y="54438"/>
                  </a:lnTo>
                  <a:lnTo>
                    <a:pt x="65082" y="56100"/>
                  </a:lnTo>
                  <a:lnTo>
                    <a:pt x="64858" y="57717"/>
                  </a:lnTo>
                  <a:lnTo>
                    <a:pt x="64498" y="59379"/>
                  </a:lnTo>
                  <a:lnTo>
                    <a:pt x="64049" y="60951"/>
                  </a:lnTo>
                  <a:lnTo>
                    <a:pt x="63510" y="62523"/>
                  </a:lnTo>
                  <a:lnTo>
                    <a:pt x="62882" y="64050"/>
                  </a:lnTo>
                  <a:lnTo>
                    <a:pt x="62163" y="65577"/>
                  </a:lnTo>
                  <a:lnTo>
                    <a:pt x="61354" y="67014"/>
                  </a:lnTo>
                  <a:lnTo>
                    <a:pt x="60456" y="68406"/>
                  </a:lnTo>
                  <a:lnTo>
                    <a:pt x="59468" y="69754"/>
                  </a:lnTo>
                  <a:lnTo>
                    <a:pt x="58435" y="71056"/>
                  </a:lnTo>
                  <a:lnTo>
                    <a:pt x="57312" y="72269"/>
                  </a:lnTo>
                  <a:lnTo>
                    <a:pt x="56099" y="73437"/>
                  </a:lnTo>
                  <a:lnTo>
                    <a:pt x="54842" y="74515"/>
                  </a:lnTo>
                  <a:lnTo>
                    <a:pt x="53494" y="75503"/>
                  </a:lnTo>
                  <a:lnTo>
                    <a:pt x="52102" y="76401"/>
                  </a:lnTo>
                  <a:lnTo>
                    <a:pt x="52057" y="76401"/>
                  </a:lnTo>
                  <a:lnTo>
                    <a:pt x="52057" y="76312"/>
                  </a:lnTo>
                  <a:lnTo>
                    <a:pt x="53449" y="75413"/>
                  </a:lnTo>
                  <a:lnTo>
                    <a:pt x="54752" y="74425"/>
                  </a:lnTo>
                  <a:lnTo>
                    <a:pt x="56054" y="73347"/>
                  </a:lnTo>
                  <a:lnTo>
                    <a:pt x="57222" y="72179"/>
                  </a:lnTo>
                  <a:lnTo>
                    <a:pt x="58345" y="70967"/>
                  </a:lnTo>
                  <a:lnTo>
                    <a:pt x="59378" y="69709"/>
                  </a:lnTo>
                  <a:lnTo>
                    <a:pt x="60366" y="68362"/>
                  </a:lnTo>
                  <a:lnTo>
                    <a:pt x="61265" y="66969"/>
                  </a:lnTo>
                  <a:lnTo>
                    <a:pt x="62073" y="65532"/>
                  </a:lnTo>
                  <a:lnTo>
                    <a:pt x="62792" y="64005"/>
                  </a:lnTo>
                  <a:lnTo>
                    <a:pt x="63421" y="62478"/>
                  </a:lnTo>
                  <a:lnTo>
                    <a:pt x="63960" y="60951"/>
                  </a:lnTo>
                  <a:lnTo>
                    <a:pt x="64409" y="59334"/>
                  </a:lnTo>
                  <a:lnTo>
                    <a:pt x="64723" y="57717"/>
                  </a:lnTo>
                  <a:lnTo>
                    <a:pt x="64993" y="56100"/>
                  </a:lnTo>
                  <a:lnTo>
                    <a:pt x="65127" y="54438"/>
                  </a:lnTo>
                  <a:lnTo>
                    <a:pt x="65172" y="54393"/>
                  </a:lnTo>
                  <a:close/>
                  <a:moveTo>
                    <a:pt x="5121" y="37999"/>
                  </a:moveTo>
                  <a:lnTo>
                    <a:pt x="5166" y="38044"/>
                  </a:lnTo>
                  <a:lnTo>
                    <a:pt x="5166" y="38089"/>
                  </a:lnTo>
                  <a:lnTo>
                    <a:pt x="4896" y="39571"/>
                  </a:lnTo>
                  <a:lnTo>
                    <a:pt x="4672" y="41053"/>
                  </a:lnTo>
                  <a:lnTo>
                    <a:pt x="4537" y="42535"/>
                  </a:lnTo>
                  <a:lnTo>
                    <a:pt x="4402" y="44018"/>
                  </a:lnTo>
                  <a:lnTo>
                    <a:pt x="4357" y="45500"/>
                  </a:lnTo>
                  <a:lnTo>
                    <a:pt x="4312" y="46937"/>
                  </a:lnTo>
                  <a:lnTo>
                    <a:pt x="4357" y="48419"/>
                  </a:lnTo>
                  <a:lnTo>
                    <a:pt x="4447" y="49857"/>
                  </a:lnTo>
                  <a:lnTo>
                    <a:pt x="4582" y="51249"/>
                  </a:lnTo>
                  <a:lnTo>
                    <a:pt x="4806" y="52686"/>
                  </a:lnTo>
                  <a:lnTo>
                    <a:pt x="5031" y="54079"/>
                  </a:lnTo>
                  <a:lnTo>
                    <a:pt x="5300" y="55426"/>
                  </a:lnTo>
                  <a:lnTo>
                    <a:pt x="5660" y="56773"/>
                  </a:lnTo>
                  <a:lnTo>
                    <a:pt x="6064" y="58121"/>
                  </a:lnTo>
                  <a:lnTo>
                    <a:pt x="6513" y="59423"/>
                  </a:lnTo>
                  <a:lnTo>
                    <a:pt x="7007" y="60726"/>
                  </a:lnTo>
                  <a:lnTo>
                    <a:pt x="7591" y="62118"/>
                  </a:lnTo>
                  <a:lnTo>
                    <a:pt x="8220" y="63421"/>
                  </a:lnTo>
                  <a:lnTo>
                    <a:pt x="8938" y="64723"/>
                  </a:lnTo>
                  <a:lnTo>
                    <a:pt x="9702" y="65981"/>
                  </a:lnTo>
                  <a:lnTo>
                    <a:pt x="10511" y="67239"/>
                  </a:lnTo>
                  <a:lnTo>
                    <a:pt x="11364" y="68406"/>
                  </a:lnTo>
                  <a:lnTo>
                    <a:pt x="12307" y="69529"/>
                  </a:lnTo>
                  <a:lnTo>
                    <a:pt x="13250" y="70607"/>
                  </a:lnTo>
                  <a:lnTo>
                    <a:pt x="14238" y="71640"/>
                  </a:lnTo>
                  <a:lnTo>
                    <a:pt x="15316" y="72584"/>
                  </a:lnTo>
                  <a:lnTo>
                    <a:pt x="16394" y="73527"/>
                  </a:lnTo>
                  <a:lnTo>
                    <a:pt x="17517" y="74380"/>
                  </a:lnTo>
                  <a:lnTo>
                    <a:pt x="18640" y="75189"/>
                  </a:lnTo>
                  <a:lnTo>
                    <a:pt x="19853" y="75907"/>
                  </a:lnTo>
                  <a:lnTo>
                    <a:pt x="21066" y="76581"/>
                  </a:lnTo>
                  <a:lnTo>
                    <a:pt x="22323" y="77210"/>
                  </a:lnTo>
                  <a:lnTo>
                    <a:pt x="22368" y="77210"/>
                  </a:lnTo>
                  <a:lnTo>
                    <a:pt x="22368" y="77255"/>
                  </a:lnTo>
                  <a:lnTo>
                    <a:pt x="22278" y="77300"/>
                  </a:lnTo>
                  <a:lnTo>
                    <a:pt x="21021" y="76671"/>
                  </a:lnTo>
                  <a:lnTo>
                    <a:pt x="19808" y="75997"/>
                  </a:lnTo>
                  <a:lnTo>
                    <a:pt x="18595" y="75278"/>
                  </a:lnTo>
                  <a:lnTo>
                    <a:pt x="17427" y="74470"/>
                  </a:lnTo>
                  <a:lnTo>
                    <a:pt x="16305" y="73617"/>
                  </a:lnTo>
                  <a:lnTo>
                    <a:pt x="15227" y="72673"/>
                  </a:lnTo>
                  <a:lnTo>
                    <a:pt x="14194" y="71685"/>
                  </a:lnTo>
                  <a:lnTo>
                    <a:pt x="13160" y="70652"/>
                  </a:lnTo>
                  <a:lnTo>
                    <a:pt x="12217" y="69574"/>
                  </a:lnTo>
                  <a:lnTo>
                    <a:pt x="11319" y="68451"/>
                  </a:lnTo>
                  <a:lnTo>
                    <a:pt x="10421" y="67284"/>
                  </a:lnTo>
                  <a:lnTo>
                    <a:pt x="9612" y="66071"/>
                  </a:lnTo>
                  <a:lnTo>
                    <a:pt x="8849" y="64813"/>
                  </a:lnTo>
                  <a:lnTo>
                    <a:pt x="8130" y="63511"/>
                  </a:lnTo>
                  <a:lnTo>
                    <a:pt x="7501" y="62163"/>
                  </a:lnTo>
                  <a:lnTo>
                    <a:pt x="6917" y="60771"/>
                  </a:lnTo>
                  <a:lnTo>
                    <a:pt x="6423" y="59468"/>
                  </a:lnTo>
                  <a:lnTo>
                    <a:pt x="5974" y="58166"/>
                  </a:lnTo>
                  <a:lnTo>
                    <a:pt x="5570" y="56818"/>
                  </a:lnTo>
                  <a:lnTo>
                    <a:pt x="5211" y="55471"/>
                  </a:lnTo>
                  <a:lnTo>
                    <a:pt x="4941" y="54079"/>
                  </a:lnTo>
                  <a:lnTo>
                    <a:pt x="4672" y="52686"/>
                  </a:lnTo>
                  <a:lnTo>
                    <a:pt x="4492" y="51294"/>
                  </a:lnTo>
                  <a:lnTo>
                    <a:pt x="4357" y="49857"/>
                  </a:lnTo>
                  <a:lnTo>
                    <a:pt x="4267" y="48419"/>
                  </a:lnTo>
                  <a:lnTo>
                    <a:pt x="4222" y="46982"/>
                  </a:lnTo>
                  <a:lnTo>
                    <a:pt x="4222" y="45500"/>
                  </a:lnTo>
                  <a:lnTo>
                    <a:pt x="4312" y="44018"/>
                  </a:lnTo>
                  <a:lnTo>
                    <a:pt x="4402" y="42535"/>
                  </a:lnTo>
                  <a:lnTo>
                    <a:pt x="4582" y="41053"/>
                  </a:lnTo>
                  <a:lnTo>
                    <a:pt x="4806" y="39571"/>
                  </a:lnTo>
                  <a:lnTo>
                    <a:pt x="5076" y="38044"/>
                  </a:lnTo>
                  <a:lnTo>
                    <a:pt x="5121" y="37999"/>
                  </a:lnTo>
                  <a:close/>
                  <a:moveTo>
                    <a:pt x="6917" y="1"/>
                  </a:moveTo>
                  <a:lnTo>
                    <a:pt x="6783" y="405"/>
                  </a:lnTo>
                  <a:lnTo>
                    <a:pt x="6199" y="2291"/>
                  </a:lnTo>
                  <a:lnTo>
                    <a:pt x="5480" y="4852"/>
                  </a:lnTo>
                  <a:lnTo>
                    <a:pt x="4627" y="8085"/>
                  </a:lnTo>
                  <a:lnTo>
                    <a:pt x="3728" y="11813"/>
                  </a:lnTo>
                  <a:lnTo>
                    <a:pt x="3279" y="13880"/>
                  </a:lnTo>
                  <a:lnTo>
                    <a:pt x="2830" y="16035"/>
                  </a:lnTo>
                  <a:lnTo>
                    <a:pt x="2381" y="18281"/>
                  </a:lnTo>
                  <a:lnTo>
                    <a:pt x="1932" y="20662"/>
                  </a:lnTo>
                  <a:lnTo>
                    <a:pt x="1572" y="23042"/>
                  </a:lnTo>
                  <a:lnTo>
                    <a:pt x="1168" y="25557"/>
                  </a:lnTo>
                  <a:lnTo>
                    <a:pt x="854" y="28118"/>
                  </a:lnTo>
                  <a:lnTo>
                    <a:pt x="584" y="30678"/>
                  </a:lnTo>
                  <a:lnTo>
                    <a:pt x="360" y="33328"/>
                  </a:lnTo>
                  <a:lnTo>
                    <a:pt x="180" y="35978"/>
                  </a:lnTo>
                  <a:lnTo>
                    <a:pt x="45" y="38673"/>
                  </a:lnTo>
                  <a:lnTo>
                    <a:pt x="0" y="41323"/>
                  </a:lnTo>
                  <a:lnTo>
                    <a:pt x="45" y="44018"/>
                  </a:lnTo>
                  <a:lnTo>
                    <a:pt x="180" y="46668"/>
                  </a:lnTo>
                  <a:lnTo>
                    <a:pt x="360" y="49318"/>
                  </a:lnTo>
                  <a:lnTo>
                    <a:pt x="674" y="51968"/>
                  </a:lnTo>
                  <a:lnTo>
                    <a:pt x="854" y="53225"/>
                  </a:lnTo>
                  <a:lnTo>
                    <a:pt x="1078" y="54528"/>
                  </a:lnTo>
                  <a:lnTo>
                    <a:pt x="1348" y="55785"/>
                  </a:lnTo>
                  <a:lnTo>
                    <a:pt x="1617" y="57043"/>
                  </a:lnTo>
                  <a:lnTo>
                    <a:pt x="1932" y="58301"/>
                  </a:lnTo>
                  <a:lnTo>
                    <a:pt x="2246" y="59513"/>
                  </a:lnTo>
                  <a:lnTo>
                    <a:pt x="2605" y="60726"/>
                  </a:lnTo>
                  <a:lnTo>
                    <a:pt x="3010" y="61894"/>
                  </a:lnTo>
                  <a:lnTo>
                    <a:pt x="3459" y="63062"/>
                  </a:lnTo>
                  <a:lnTo>
                    <a:pt x="3908" y="64229"/>
                  </a:lnTo>
                  <a:lnTo>
                    <a:pt x="4402" y="65352"/>
                  </a:lnTo>
                  <a:lnTo>
                    <a:pt x="4941" y="66430"/>
                  </a:lnTo>
                  <a:lnTo>
                    <a:pt x="5480" y="67508"/>
                  </a:lnTo>
                  <a:lnTo>
                    <a:pt x="6109" y="68586"/>
                  </a:lnTo>
                  <a:lnTo>
                    <a:pt x="6738" y="69574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3193" y="82869"/>
                  </a:lnTo>
                  <a:lnTo>
                    <a:pt x="35124" y="82914"/>
                  </a:lnTo>
                  <a:lnTo>
                    <a:pt x="36831" y="82869"/>
                  </a:lnTo>
                  <a:lnTo>
                    <a:pt x="38493" y="82779"/>
                  </a:lnTo>
                  <a:lnTo>
                    <a:pt x="40514" y="82600"/>
                  </a:lnTo>
                  <a:lnTo>
                    <a:pt x="42445" y="82375"/>
                  </a:lnTo>
                  <a:lnTo>
                    <a:pt x="44332" y="82061"/>
                  </a:lnTo>
                  <a:lnTo>
                    <a:pt x="46128" y="81611"/>
                  </a:lnTo>
                  <a:lnTo>
                    <a:pt x="47880" y="81162"/>
                  </a:lnTo>
                  <a:lnTo>
                    <a:pt x="49542" y="80578"/>
                  </a:lnTo>
                  <a:lnTo>
                    <a:pt x="51159" y="79950"/>
                  </a:lnTo>
                  <a:lnTo>
                    <a:pt x="52731" y="79186"/>
                  </a:lnTo>
                  <a:lnTo>
                    <a:pt x="54213" y="78423"/>
                  </a:lnTo>
                  <a:lnTo>
                    <a:pt x="55650" y="77524"/>
                  </a:lnTo>
                  <a:lnTo>
                    <a:pt x="56998" y="76581"/>
                  </a:lnTo>
                  <a:lnTo>
                    <a:pt x="58300" y="75503"/>
                  </a:lnTo>
                  <a:lnTo>
                    <a:pt x="59513" y="74425"/>
                  </a:lnTo>
                  <a:lnTo>
                    <a:pt x="60681" y="73212"/>
                  </a:lnTo>
                  <a:lnTo>
                    <a:pt x="61759" y="71955"/>
                  </a:lnTo>
                  <a:lnTo>
                    <a:pt x="62792" y="70562"/>
                  </a:lnTo>
                  <a:lnTo>
                    <a:pt x="63465" y="69574"/>
                  </a:lnTo>
                  <a:lnTo>
                    <a:pt x="64094" y="68586"/>
                  </a:lnTo>
                  <a:lnTo>
                    <a:pt x="64723" y="67508"/>
                  </a:lnTo>
                  <a:lnTo>
                    <a:pt x="65307" y="66430"/>
                  </a:lnTo>
                  <a:lnTo>
                    <a:pt x="65801" y="65352"/>
                  </a:lnTo>
                  <a:lnTo>
                    <a:pt x="66295" y="64229"/>
                  </a:lnTo>
                  <a:lnTo>
                    <a:pt x="66789" y="63062"/>
                  </a:lnTo>
                  <a:lnTo>
                    <a:pt x="67193" y="61894"/>
                  </a:lnTo>
                  <a:lnTo>
                    <a:pt x="67598" y="60726"/>
                  </a:lnTo>
                  <a:lnTo>
                    <a:pt x="67957" y="59513"/>
                  </a:lnTo>
                  <a:lnTo>
                    <a:pt x="68316" y="58301"/>
                  </a:lnTo>
                  <a:lnTo>
                    <a:pt x="68586" y="57043"/>
                  </a:lnTo>
                  <a:lnTo>
                    <a:pt x="68900" y="55785"/>
                  </a:lnTo>
                  <a:lnTo>
                    <a:pt x="69125" y="54528"/>
                  </a:lnTo>
                  <a:lnTo>
                    <a:pt x="69349" y="53225"/>
                  </a:lnTo>
                  <a:lnTo>
                    <a:pt x="69529" y="51968"/>
                  </a:lnTo>
                  <a:lnTo>
                    <a:pt x="69843" y="49318"/>
                  </a:lnTo>
                  <a:lnTo>
                    <a:pt x="70068" y="46668"/>
                  </a:lnTo>
                  <a:lnTo>
                    <a:pt x="70158" y="44018"/>
                  </a:lnTo>
                  <a:lnTo>
                    <a:pt x="70203" y="41323"/>
                  </a:lnTo>
                  <a:lnTo>
                    <a:pt x="70158" y="38628"/>
                  </a:lnTo>
                  <a:lnTo>
                    <a:pt x="70068" y="35978"/>
                  </a:lnTo>
                  <a:lnTo>
                    <a:pt x="69888" y="33328"/>
                  </a:lnTo>
                  <a:lnTo>
                    <a:pt x="69664" y="30678"/>
                  </a:lnTo>
                  <a:lnTo>
                    <a:pt x="69349" y="28073"/>
                  </a:lnTo>
                  <a:lnTo>
                    <a:pt x="69035" y="25557"/>
                  </a:lnTo>
                  <a:lnTo>
                    <a:pt x="68676" y="23042"/>
                  </a:lnTo>
                  <a:lnTo>
                    <a:pt x="68271" y="20617"/>
                  </a:lnTo>
                  <a:lnTo>
                    <a:pt x="67867" y="18281"/>
                  </a:lnTo>
                  <a:lnTo>
                    <a:pt x="67418" y="16035"/>
                  </a:lnTo>
                  <a:lnTo>
                    <a:pt x="66969" y="13880"/>
                  </a:lnTo>
                  <a:lnTo>
                    <a:pt x="66475" y="11813"/>
                  </a:lnTo>
                  <a:lnTo>
                    <a:pt x="65576" y="8085"/>
                  </a:lnTo>
                  <a:lnTo>
                    <a:pt x="64723" y="4852"/>
                  </a:lnTo>
                  <a:lnTo>
                    <a:pt x="64004" y="2247"/>
                  </a:lnTo>
                  <a:lnTo>
                    <a:pt x="63421" y="360"/>
                  </a:lnTo>
                  <a:lnTo>
                    <a:pt x="63331" y="1"/>
                  </a:lnTo>
                  <a:lnTo>
                    <a:pt x="63061" y="315"/>
                  </a:lnTo>
                  <a:lnTo>
                    <a:pt x="62792" y="674"/>
                  </a:lnTo>
                  <a:lnTo>
                    <a:pt x="62432" y="1034"/>
                  </a:lnTo>
                  <a:lnTo>
                    <a:pt x="62028" y="1393"/>
                  </a:lnTo>
                  <a:lnTo>
                    <a:pt x="61579" y="1708"/>
                  </a:lnTo>
                  <a:lnTo>
                    <a:pt x="61085" y="2022"/>
                  </a:lnTo>
                  <a:lnTo>
                    <a:pt x="60501" y="2336"/>
                  </a:lnTo>
                  <a:lnTo>
                    <a:pt x="59917" y="2651"/>
                  </a:lnTo>
                  <a:lnTo>
                    <a:pt x="59243" y="2920"/>
                  </a:lnTo>
                  <a:lnTo>
                    <a:pt x="57806" y="3459"/>
                  </a:lnTo>
                  <a:lnTo>
                    <a:pt x="56234" y="3953"/>
                  </a:lnTo>
                  <a:lnTo>
                    <a:pt x="54482" y="4402"/>
                  </a:lnTo>
                  <a:lnTo>
                    <a:pt x="52641" y="4852"/>
                  </a:lnTo>
                  <a:lnTo>
                    <a:pt x="50620" y="5211"/>
                  </a:lnTo>
                  <a:lnTo>
                    <a:pt x="48554" y="5525"/>
                  </a:lnTo>
                  <a:lnTo>
                    <a:pt x="46398" y="5795"/>
                  </a:lnTo>
                  <a:lnTo>
                    <a:pt x="44152" y="6019"/>
                  </a:lnTo>
                  <a:lnTo>
                    <a:pt x="41906" y="6199"/>
                  </a:lnTo>
                  <a:lnTo>
                    <a:pt x="39616" y="6289"/>
                  </a:lnTo>
                  <a:lnTo>
                    <a:pt x="37370" y="6379"/>
                  </a:lnTo>
                  <a:lnTo>
                    <a:pt x="35124" y="6424"/>
                  </a:lnTo>
                  <a:lnTo>
                    <a:pt x="32788" y="6379"/>
                  </a:lnTo>
                  <a:lnTo>
                    <a:pt x="30498" y="6289"/>
                  </a:lnTo>
                  <a:lnTo>
                    <a:pt x="28162" y="6154"/>
                  </a:lnTo>
                  <a:lnTo>
                    <a:pt x="25871" y="5974"/>
                  </a:lnTo>
                  <a:lnTo>
                    <a:pt x="23626" y="5750"/>
                  </a:lnTo>
                  <a:lnTo>
                    <a:pt x="21425" y="5480"/>
                  </a:lnTo>
                  <a:lnTo>
                    <a:pt x="19314" y="5166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close/>
                </a:path>
              </a:pathLst>
            </a:custGeom>
            <a:solidFill>
              <a:srgbClr val="62281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56"/>
            <p:cNvSpPr/>
            <p:nvPr/>
          </p:nvSpPr>
          <p:spPr>
            <a:xfrm>
              <a:off x="5366300" y="1961425"/>
              <a:ext cx="1755075" cy="2072875"/>
            </a:xfrm>
            <a:custGeom>
              <a:rect b="b" l="l" r="r" t="t"/>
              <a:pathLst>
                <a:path extrusionOk="0" fill="none" h="82915" w="70203">
                  <a:moveTo>
                    <a:pt x="63421" y="360"/>
                  </a:moveTo>
                  <a:lnTo>
                    <a:pt x="63331" y="1"/>
                  </a:lnTo>
                  <a:lnTo>
                    <a:pt x="63061" y="315"/>
                  </a:lnTo>
                  <a:lnTo>
                    <a:pt x="63061" y="315"/>
                  </a:lnTo>
                  <a:lnTo>
                    <a:pt x="62792" y="674"/>
                  </a:lnTo>
                  <a:lnTo>
                    <a:pt x="62432" y="1034"/>
                  </a:lnTo>
                  <a:lnTo>
                    <a:pt x="62028" y="1393"/>
                  </a:lnTo>
                  <a:lnTo>
                    <a:pt x="61579" y="1708"/>
                  </a:lnTo>
                  <a:lnTo>
                    <a:pt x="61085" y="2022"/>
                  </a:lnTo>
                  <a:lnTo>
                    <a:pt x="60501" y="2336"/>
                  </a:lnTo>
                  <a:lnTo>
                    <a:pt x="59917" y="2651"/>
                  </a:lnTo>
                  <a:lnTo>
                    <a:pt x="59243" y="2920"/>
                  </a:lnTo>
                  <a:lnTo>
                    <a:pt x="57806" y="3459"/>
                  </a:lnTo>
                  <a:lnTo>
                    <a:pt x="56234" y="3953"/>
                  </a:lnTo>
                  <a:lnTo>
                    <a:pt x="54482" y="4402"/>
                  </a:lnTo>
                  <a:lnTo>
                    <a:pt x="52641" y="4852"/>
                  </a:lnTo>
                  <a:lnTo>
                    <a:pt x="52641" y="4852"/>
                  </a:lnTo>
                  <a:lnTo>
                    <a:pt x="50620" y="5211"/>
                  </a:lnTo>
                  <a:lnTo>
                    <a:pt x="48554" y="5525"/>
                  </a:lnTo>
                  <a:lnTo>
                    <a:pt x="46398" y="5795"/>
                  </a:lnTo>
                  <a:lnTo>
                    <a:pt x="44152" y="6019"/>
                  </a:lnTo>
                  <a:lnTo>
                    <a:pt x="41906" y="6199"/>
                  </a:lnTo>
                  <a:lnTo>
                    <a:pt x="39616" y="6289"/>
                  </a:lnTo>
                  <a:lnTo>
                    <a:pt x="37370" y="6379"/>
                  </a:lnTo>
                  <a:lnTo>
                    <a:pt x="35124" y="6424"/>
                  </a:lnTo>
                  <a:lnTo>
                    <a:pt x="35124" y="6424"/>
                  </a:lnTo>
                  <a:lnTo>
                    <a:pt x="32788" y="6379"/>
                  </a:lnTo>
                  <a:lnTo>
                    <a:pt x="30498" y="6289"/>
                  </a:lnTo>
                  <a:lnTo>
                    <a:pt x="28162" y="6154"/>
                  </a:lnTo>
                  <a:lnTo>
                    <a:pt x="25871" y="5974"/>
                  </a:lnTo>
                  <a:lnTo>
                    <a:pt x="23626" y="5750"/>
                  </a:lnTo>
                  <a:lnTo>
                    <a:pt x="21425" y="5480"/>
                  </a:lnTo>
                  <a:lnTo>
                    <a:pt x="19314" y="5166"/>
                  </a:lnTo>
                  <a:lnTo>
                    <a:pt x="17248" y="4762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lnTo>
                    <a:pt x="6783" y="405"/>
                  </a:lnTo>
                  <a:lnTo>
                    <a:pt x="6783" y="405"/>
                  </a:lnTo>
                  <a:lnTo>
                    <a:pt x="6199" y="2291"/>
                  </a:lnTo>
                  <a:lnTo>
                    <a:pt x="5480" y="4852"/>
                  </a:lnTo>
                  <a:lnTo>
                    <a:pt x="4627" y="8085"/>
                  </a:lnTo>
                  <a:lnTo>
                    <a:pt x="3728" y="11813"/>
                  </a:lnTo>
                  <a:lnTo>
                    <a:pt x="3279" y="13880"/>
                  </a:lnTo>
                  <a:lnTo>
                    <a:pt x="2830" y="16035"/>
                  </a:lnTo>
                  <a:lnTo>
                    <a:pt x="2381" y="18281"/>
                  </a:lnTo>
                  <a:lnTo>
                    <a:pt x="1932" y="20662"/>
                  </a:lnTo>
                  <a:lnTo>
                    <a:pt x="1572" y="23042"/>
                  </a:lnTo>
                  <a:lnTo>
                    <a:pt x="1168" y="25557"/>
                  </a:lnTo>
                  <a:lnTo>
                    <a:pt x="854" y="28118"/>
                  </a:lnTo>
                  <a:lnTo>
                    <a:pt x="584" y="30678"/>
                  </a:lnTo>
                  <a:lnTo>
                    <a:pt x="360" y="33328"/>
                  </a:lnTo>
                  <a:lnTo>
                    <a:pt x="180" y="35978"/>
                  </a:lnTo>
                  <a:lnTo>
                    <a:pt x="45" y="38673"/>
                  </a:lnTo>
                  <a:lnTo>
                    <a:pt x="0" y="41323"/>
                  </a:lnTo>
                  <a:lnTo>
                    <a:pt x="45" y="44018"/>
                  </a:lnTo>
                  <a:lnTo>
                    <a:pt x="180" y="46668"/>
                  </a:lnTo>
                  <a:lnTo>
                    <a:pt x="360" y="49318"/>
                  </a:lnTo>
                  <a:lnTo>
                    <a:pt x="674" y="51968"/>
                  </a:lnTo>
                  <a:lnTo>
                    <a:pt x="854" y="53225"/>
                  </a:lnTo>
                  <a:lnTo>
                    <a:pt x="1078" y="54528"/>
                  </a:lnTo>
                  <a:lnTo>
                    <a:pt x="1348" y="55785"/>
                  </a:lnTo>
                  <a:lnTo>
                    <a:pt x="1617" y="57043"/>
                  </a:lnTo>
                  <a:lnTo>
                    <a:pt x="1932" y="58301"/>
                  </a:lnTo>
                  <a:lnTo>
                    <a:pt x="2246" y="59513"/>
                  </a:lnTo>
                  <a:lnTo>
                    <a:pt x="2605" y="60726"/>
                  </a:lnTo>
                  <a:lnTo>
                    <a:pt x="3010" y="61894"/>
                  </a:lnTo>
                  <a:lnTo>
                    <a:pt x="3459" y="63062"/>
                  </a:lnTo>
                  <a:lnTo>
                    <a:pt x="3908" y="64229"/>
                  </a:lnTo>
                  <a:lnTo>
                    <a:pt x="4402" y="65352"/>
                  </a:lnTo>
                  <a:lnTo>
                    <a:pt x="4941" y="66430"/>
                  </a:lnTo>
                  <a:lnTo>
                    <a:pt x="5480" y="67508"/>
                  </a:lnTo>
                  <a:lnTo>
                    <a:pt x="6109" y="68586"/>
                  </a:lnTo>
                  <a:lnTo>
                    <a:pt x="6738" y="69574"/>
                  </a:lnTo>
                  <a:lnTo>
                    <a:pt x="7411" y="70562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1306" y="82779"/>
                  </a:lnTo>
                  <a:lnTo>
                    <a:pt x="33193" y="82869"/>
                  </a:lnTo>
                  <a:lnTo>
                    <a:pt x="35124" y="82914"/>
                  </a:lnTo>
                  <a:lnTo>
                    <a:pt x="35124" y="82914"/>
                  </a:lnTo>
                  <a:lnTo>
                    <a:pt x="36831" y="82869"/>
                  </a:lnTo>
                  <a:lnTo>
                    <a:pt x="38493" y="82779"/>
                  </a:lnTo>
                  <a:lnTo>
                    <a:pt x="38493" y="82779"/>
                  </a:lnTo>
                  <a:lnTo>
                    <a:pt x="38493" y="82779"/>
                  </a:lnTo>
                  <a:lnTo>
                    <a:pt x="40514" y="82600"/>
                  </a:lnTo>
                  <a:lnTo>
                    <a:pt x="42445" y="82375"/>
                  </a:lnTo>
                  <a:lnTo>
                    <a:pt x="44332" y="82061"/>
                  </a:lnTo>
                  <a:lnTo>
                    <a:pt x="46128" y="81611"/>
                  </a:lnTo>
                  <a:lnTo>
                    <a:pt x="47880" y="81162"/>
                  </a:lnTo>
                  <a:lnTo>
                    <a:pt x="49542" y="80578"/>
                  </a:lnTo>
                  <a:lnTo>
                    <a:pt x="51159" y="79950"/>
                  </a:lnTo>
                  <a:lnTo>
                    <a:pt x="52731" y="79186"/>
                  </a:lnTo>
                  <a:lnTo>
                    <a:pt x="54213" y="78423"/>
                  </a:lnTo>
                  <a:lnTo>
                    <a:pt x="55650" y="77524"/>
                  </a:lnTo>
                  <a:lnTo>
                    <a:pt x="56998" y="76581"/>
                  </a:lnTo>
                  <a:lnTo>
                    <a:pt x="58300" y="75503"/>
                  </a:lnTo>
                  <a:lnTo>
                    <a:pt x="59513" y="74425"/>
                  </a:lnTo>
                  <a:lnTo>
                    <a:pt x="60681" y="73212"/>
                  </a:lnTo>
                  <a:lnTo>
                    <a:pt x="61759" y="71955"/>
                  </a:lnTo>
                  <a:lnTo>
                    <a:pt x="62792" y="70562"/>
                  </a:lnTo>
                  <a:lnTo>
                    <a:pt x="62792" y="70562"/>
                  </a:lnTo>
                  <a:lnTo>
                    <a:pt x="63465" y="69574"/>
                  </a:lnTo>
                  <a:lnTo>
                    <a:pt x="64094" y="68586"/>
                  </a:lnTo>
                  <a:lnTo>
                    <a:pt x="64723" y="67508"/>
                  </a:lnTo>
                  <a:lnTo>
                    <a:pt x="65307" y="66430"/>
                  </a:lnTo>
                  <a:lnTo>
                    <a:pt x="65801" y="65352"/>
                  </a:lnTo>
                  <a:lnTo>
                    <a:pt x="66295" y="64229"/>
                  </a:lnTo>
                  <a:lnTo>
                    <a:pt x="66789" y="63062"/>
                  </a:lnTo>
                  <a:lnTo>
                    <a:pt x="67193" y="61894"/>
                  </a:lnTo>
                  <a:lnTo>
                    <a:pt x="67598" y="60726"/>
                  </a:lnTo>
                  <a:lnTo>
                    <a:pt x="67957" y="59513"/>
                  </a:lnTo>
                  <a:lnTo>
                    <a:pt x="68316" y="58301"/>
                  </a:lnTo>
                  <a:lnTo>
                    <a:pt x="68586" y="57043"/>
                  </a:lnTo>
                  <a:lnTo>
                    <a:pt x="68900" y="55785"/>
                  </a:lnTo>
                  <a:lnTo>
                    <a:pt x="69125" y="54528"/>
                  </a:lnTo>
                  <a:lnTo>
                    <a:pt x="69349" y="53225"/>
                  </a:lnTo>
                  <a:lnTo>
                    <a:pt x="69529" y="51968"/>
                  </a:lnTo>
                  <a:lnTo>
                    <a:pt x="69843" y="49318"/>
                  </a:lnTo>
                  <a:lnTo>
                    <a:pt x="70068" y="46668"/>
                  </a:lnTo>
                  <a:lnTo>
                    <a:pt x="70158" y="44018"/>
                  </a:lnTo>
                  <a:lnTo>
                    <a:pt x="70203" y="41323"/>
                  </a:lnTo>
                  <a:lnTo>
                    <a:pt x="70158" y="38628"/>
                  </a:lnTo>
                  <a:lnTo>
                    <a:pt x="70068" y="35978"/>
                  </a:lnTo>
                  <a:lnTo>
                    <a:pt x="69888" y="33328"/>
                  </a:lnTo>
                  <a:lnTo>
                    <a:pt x="69664" y="30678"/>
                  </a:lnTo>
                  <a:lnTo>
                    <a:pt x="69349" y="28073"/>
                  </a:lnTo>
                  <a:lnTo>
                    <a:pt x="69035" y="25557"/>
                  </a:lnTo>
                  <a:lnTo>
                    <a:pt x="68676" y="23042"/>
                  </a:lnTo>
                  <a:lnTo>
                    <a:pt x="68271" y="20617"/>
                  </a:lnTo>
                  <a:lnTo>
                    <a:pt x="67867" y="18281"/>
                  </a:lnTo>
                  <a:lnTo>
                    <a:pt x="67418" y="16035"/>
                  </a:lnTo>
                  <a:lnTo>
                    <a:pt x="66969" y="13880"/>
                  </a:lnTo>
                  <a:lnTo>
                    <a:pt x="66475" y="11813"/>
                  </a:lnTo>
                  <a:lnTo>
                    <a:pt x="65576" y="8085"/>
                  </a:lnTo>
                  <a:lnTo>
                    <a:pt x="64723" y="4852"/>
                  </a:lnTo>
                  <a:lnTo>
                    <a:pt x="64004" y="2247"/>
                  </a:lnTo>
                  <a:lnTo>
                    <a:pt x="63421" y="36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56"/>
            <p:cNvSpPr/>
            <p:nvPr/>
          </p:nvSpPr>
          <p:spPr>
            <a:xfrm>
              <a:off x="6130975" y="2251125"/>
              <a:ext cx="3400" cy="71900"/>
            </a:xfrm>
            <a:custGeom>
              <a:rect b="b" l="l" r="r" t="t"/>
              <a:pathLst>
                <a:path extrusionOk="0" fill="none" h="2876" w="136">
                  <a:moveTo>
                    <a:pt x="1" y="46"/>
                  </a:moveTo>
                  <a:lnTo>
                    <a:pt x="1" y="46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90" y="1"/>
                  </a:lnTo>
                  <a:lnTo>
                    <a:pt x="135" y="46"/>
                  </a:lnTo>
                  <a:lnTo>
                    <a:pt x="135" y="2831"/>
                  </a:lnTo>
                  <a:lnTo>
                    <a:pt x="135" y="2831"/>
                  </a:lnTo>
                  <a:lnTo>
                    <a:pt x="90" y="2831"/>
                  </a:lnTo>
                  <a:lnTo>
                    <a:pt x="45" y="2875"/>
                  </a:lnTo>
                  <a:lnTo>
                    <a:pt x="45" y="2875"/>
                  </a:lnTo>
                  <a:lnTo>
                    <a:pt x="45" y="2831"/>
                  </a:lnTo>
                  <a:lnTo>
                    <a:pt x="1" y="2831"/>
                  </a:lnTo>
                  <a:lnTo>
                    <a:pt x="1" y="4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56"/>
            <p:cNvSpPr/>
            <p:nvPr/>
          </p:nvSpPr>
          <p:spPr>
            <a:xfrm>
              <a:off x="5571775" y="3078700"/>
              <a:ext cx="280750" cy="659150"/>
            </a:xfrm>
            <a:custGeom>
              <a:rect b="b" l="l" r="r" t="t"/>
              <a:pathLst>
                <a:path extrusionOk="0" fill="none" h="26366" w="11230">
                  <a:moveTo>
                    <a:pt x="11230" y="26276"/>
                  </a:moveTo>
                  <a:lnTo>
                    <a:pt x="11230" y="26365"/>
                  </a:lnTo>
                  <a:lnTo>
                    <a:pt x="11185" y="26365"/>
                  </a:lnTo>
                  <a:lnTo>
                    <a:pt x="11185" y="26365"/>
                  </a:lnTo>
                  <a:lnTo>
                    <a:pt x="10241" y="25737"/>
                  </a:lnTo>
                  <a:lnTo>
                    <a:pt x="9388" y="25018"/>
                  </a:lnTo>
                  <a:lnTo>
                    <a:pt x="8535" y="24299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6603" y="22323"/>
                  </a:lnTo>
                  <a:lnTo>
                    <a:pt x="5570" y="21110"/>
                  </a:lnTo>
                  <a:lnTo>
                    <a:pt x="4627" y="19808"/>
                  </a:lnTo>
                  <a:lnTo>
                    <a:pt x="3774" y="18505"/>
                  </a:lnTo>
                  <a:lnTo>
                    <a:pt x="2965" y="17113"/>
                  </a:lnTo>
                  <a:lnTo>
                    <a:pt x="2292" y="15676"/>
                  </a:lnTo>
                  <a:lnTo>
                    <a:pt x="1663" y="14193"/>
                  </a:lnTo>
                  <a:lnTo>
                    <a:pt x="1169" y="12666"/>
                  </a:lnTo>
                  <a:lnTo>
                    <a:pt x="719" y="11139"/>
                  </a:lnTo>
                  <a:lnTo>
                    <a:pt x="405" y="9567"/>
                  </a:lnTo>
                  <a:lnTo>
                    <a:pt x="180" y="7995"/>
                  </a:lnTo>
                  <a:lnTo>
                    <a:pt x="1" y="6378"/>
                  </a:lnTo>
                  <a:lnTo>
                    <a:pt x="1" y="4806"/>
                  </a:lnTo>
                  <a:lnTo>
                    <a:pt x="46" y="3189"/>
                  </a:lnTo>
                  <a:lnTo>
                    <a:pt x="225" y="1617"/>
                  </a:lnTo>
                  <a:lnTo>
                    <a:pt x="360" y="809"/>
                  </a:lnTo>
                  <a:lnTo>
                    <a:pt x="495" y="45"/>
                  </a:lnTo>
                  <a:lnTo>
                    <a:pt x="495" y="45"/>
                  </a:lnTo>
                  <a:lnTo>
                    <a:pt x="495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85" y="0"/>
                  </a:lnTo>
                  <a:lnTo>
                    <a:pt x="585" y="45"/>
                  </a:lnTo>
                  <a:lnTo>
                    <a:pt x="585" y="45"/>
                  </a:lnTo>
                  <a:lnTo>
                    <a:pt x="315" y="1617"/>
                  </a:lnTo>
                  <a:lnTo>
                    <a:pt x="136" y="3189"/>
                  </a:lnTo>
                  <a:lnTo>
                    <a:pt x="91" y="4761"/>
                  </a:lnTo>
                  <a:lnTo>
                    <a:pt x="136" y="6333"/>
                  </a:lnTo>
                  <a:lnTo>
                    <a:pt x="270" y="7860"/>
                  </a:lnTo>
                  <a:lnTo>
                    <a:pt x="495" y="9432"/>
                  </a:lnTo>
                  <a:lnTo>
                    <a:pt x="809" y="10960"/>
                  </a:lnTo>
                  <a:lnTo>
                    <a:pt x="1214" y="12487"/>
                  </a:lnTo>
                  <a:lnTo>
                    <a:pt x="1708" y="13969"/>
                  </a:lnTo>
                  <a:lnTo>
                    <a:pt x="2292" y="15451"/>
                  </a:lnTo>
                  <a:lnTo>
                    <a:pt x="2965" y="16843"/>
                  </a:lnTo>
                  <a:lnTo>
                    <a:pt x="3729" y="18236"/>
                  </a:lnTo>
                  <a:lnTo>
                    <a:pt x="4582" y="19583"/>
                  </a:lnTo>
                  <a:lnTo>
                    <a:pt x="5480" y="20841"/>
                  </a:lnTo>
                  <a:lnTo>
                    <a:pt x="6469" y="22054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8400" y="24030"/>
                  </a:lnTo>
                  <a:lnTo>
                    <a:pt x="9298" y="24838"/>
                  </a:lnTo>
                  <a:lnTo>
                    <a:pt x="10241" y="25602"/>
                  </a:lnTo>
                  <a:lnTo>
                    <a:pt x="11230" y="2627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56"/>
            <p:cNvSpPr/>
            <p:nvPr/>
          </p:nvSpPr>
          <p:spPr>
            <a:xfrm>
              <a:off x="5672850" y="3234775"/>
              <a:ext cx="108925" cy="311050"/>
            </a:xfrm>
            <a:custGeom>
              <a:rect b="b" l="l" r="r" t="t"/>
              <a:pathLst>
                <a:path extrusionOk="0" fill="none" h="12442" w="4357">
                  <a:moveTo>
                    <a:pt x="4357" y="12352"/>
                  </a:moveTo>
                  <a:lnTo>
                    <a:pt x="4357" y="12352"/>
                  </a:lnTo>
                  <a:lnTo>
                    <a:pt x="4357" y="12397"/>
                  </a:lnTo>
                  <a:lnTo>
                    <a:pt x="4312" y="12442"/>
                  </a:lnTo>
                  <a:lnTo>
                    <a:pt x="4267" y="12442"/>
                  </a:lnTo>
                  <a:lnTo>
                    <a:pt x="4267" y="12442"/>
                  </a:lnTo>
                  <a:lnTo>
                    <a:pt x="3728" y="11813"/>
                  </a:lnTo>
                  <a:lnTo>
                    <a:pt x="3234" y="11139"/>
                  </a:lnTo>
                  <a:lnTo>
                    <a:pt x="2740" y="10466"/>
                  </a:lnTo>
                  <a:lnTo>
                    <a:pt x="2291" y="9792"/>
                  </a:lnTo>
                  <a:lnTo>
                    <a:pt x="1932" y="9028"/>
                  </a:lnTo>
                  <a:lnTo>
                    <a:pt x="1527" y="8310"/>
                  </a:lnTo>
                  <a:lnTo>
                    <a:pt x="1213" y="7546"/>
                  </a:lnTo>
                  <a:lnTo>
                    <a:pt x="943" y="6783"/>
                  </a:lnTo>
                  <a:lnTo>
                    <a:pt x="674" y="5974"/>
                  </a:lnTo>
                  <a:lnTo>
                    <a:pt x="449" y="5166"/>
                  </a:lnTo>
                  <a:lnTo>
                    <a:pt x="270" y="4357"/>
                  </a:lnTo>
                  <a:lnTo>
                    <a:pt x="135" y="3549"/>
                  </a:lnTo>
                  <a:lnTo>
                    <a:pt x="45" y="2695"/>
                  </a:lnTo>
                  <a:lnTo>
                    <a:pt x="0" y="1887"/>
                  </a:lnTo>
                  <a:lnTo>
                    <a:pt x="0" y="1078"/>
                  </a:lnTo>
                  <a:lnTo>
                    <a:pt x="0" y="225"/>
                  </a:lnTo>
                  <a:lnTo>
                    <a:pt x="0" y="225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45" y="0"/>
                  </a:lnTo>
                  <a:lnTo>
                    <a:pt x="90" y="180"/>
                  </a:lnTo>
                  <a:lnTo>
                    <a:pt x="90" y="180"/>
                  </a:lnTo>
                  <a:lnTo>
                    <a:pt x="135" y="270"/>
                  </a:lnTo>
                  <a:lnTo>
                    <a:pt x="135" y="270"/>
                  </a:lnTo>
                  <a:lnTo>
                    <a:pt x="90" y="1078"/>
                  </a:lnTo>
                  <a:lnTo>
                    <a:pt x="90" y="1887"/>
                  </a:lnTo>
                  <a:lnTo>
                    <a:pt x="135" y="2695"/>
                  </a:lnTo>
                  <a:lnTo>
                    <a:pt x="225" y="3504"/>
                  </a:lnTo>
                  <a:lnTo>
                    <a:pt x="360" y="4357"/>
                  </a:lnTo>
                  <a:lnTo>
                    <a:pt x="539" y="5166"/>
                  </a:lnTo>
                  <a:lnTo>
                    <a:pt x="764" y="5929"/>
                  </a:lnTo>
                  <a:lnTo>
                    <a:pt x="1033" y="6738"/>
                  </a:lnTo>
                  <a:lnTo>
                    <a:pt x="1303" y="7501"/>
                  </a:lnTo>
                  <a:lnTo>
                    <a:pt x="1617" y="8265"/>
                  </a:lnTo>
                  <a:lnTo>
                    <a:pt x="2021" y="8983"/>
                  </a:lnTo>
                  <a:lnTo>
                    <a:pt x="2381" y="9702"/>
                  </a:lnTo>
                  <a:lnTo>
                    <a:pt x="2830" y="10421"/>
                  </a:lnTo>
                  <a:lnTo>
                    <a:pt x="3324" y="11095"/>
                  </a:lnTo>
                  <a:lnTo>
                    <a:pt x="3818" y="11723"/>
                  </a:lnTo>
                  <a:lnTo>
                    <a:pt x="4357" y="1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56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495" y="46"/>
                  </a:moveTo>
                  <a:lnTo>
                    <a:pt x="495" y="46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85" y="91"/>
                  </a:lnTo>
                  <a:lnTo>
                    <a:pt x="91" y="3459"/>
                  </a:lnTo>
                  <a:lnTo>
                    <a:pt x="46" y="3504"/>
                  </a:lnTo>
                  <a:lnTo>
                    <a:pt x="46" y="3504"/>
                  </a:lnTo>
                  <a:lnTo>
                    <a:pt x="1" y="3459"/>
                  </a:lnTo>
                  <a:lnTo>
                    <a:pt x="495" y="4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56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1348" y="45"/>
                  </a:moveTo>
                  <a:lnTo>
                    <a:pt x="1348" y="45"/>
                  </a:lnTo>
                  <a:lnTo>
                    <a:pt x="1393" y="0"/>
                  </a:lnTo>
                  <a:lnTo>
                    <a:pt x="1438" y="0"/>
                  </a:lnTo>
                  <a:lnTo>
                    <a:pt x="1438" y="0"/>
                  </a:lnTo>
                  <a:lnTo>
                    <a:pt x="1483" y="90"/>
                  </a:lnTo>
                  <a:lnTo>
                    <a:pt x="135" y="9298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0" y="9298"/>
                  </a:lnTo>
                  <a:lnTo>
                    <a:pt x="1348" y="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56"/>
            <p:cNvSpPr/>
            <p:nvPr/>
          </p:nvSpPr>
          <p:spPr>
            <a:xfrm>
              <a:off x="5471850" y="2911375"/>
              <a:ext cx="453675" cy="982550"/>
            </a:xfrm>
            <a:custGeom>
              <a:rect b="b" l="l" r="r" t="t"/>
              <a:pathLst>
                <a:path extrusionOk="0" fill="none" h="39302" w="18147">
                  <a:moveTo>
                    <a:pt x="18146" y="39257"/>
                  </a:moveTo>
                  <a:lnTo>
                    <a:pt x="18056" y="39302"/>
                  </a:lnTo>
                  <a:lnTo>
                    <a:pt x="18056" y="39302"/>
                  </a:lnTo>
                  <a:lnTo>
                    <a:pt x="16799" y="38673"/>
                  </a:lnTo>
                  <a:lnTo>
                    <a:pt x="15586" y="37999"/>
                  </a:lnTo>
                  <a:lnTo>
                    <a:pt x="14373" y="37280"/>
                  </a:lnTo>
                  <a:lnTo>
                    <a:pt x="13205" y="36472"/>
                  </a:lnTo>
                  <a:lnTo>
                    <a:pt x="12083" y="35619"/>
                  </a:lnTo>
                  <a:lnTo>
                    <a:pt x="11005" y="34675"/>
                  </a:lnTo>
                  <a:lnTo>
                    <a:pt x="9972" y="33687"/>
                  </a:lnTo>
                  <a:lnTo>
                    <a:pt x="8938" y="32654"/>
                  </a:lnTo>
                  <a:lnTo>
                    <a:pt x="7995" y="31576"/>
                  </a:lnTo>
                  <a:lnTo>
                    <a:pt x="7097" y="30453"/>
                  </a:lnTo>
                  <a:lnTo>
                    <a:pt x="6199" y="29286"/>
                  </a:lnTo>
                  <a:lnTo>
                    <a:pt x="5390" y="28073"/>
                  </a:lnTo>
                  <a:lnTo>
                    <a:pt x="4627" y="26815"/>
                  </a:lnTo>
                  <a:lnTo>
                    <a:pt x="3908" y="25513"/>
                  </a:lnTo>
                  <a:lnTo>
                    <a:pt x="3279" y="24165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2201" y="21470"/>
                  </a:lnTo>
                  <a:lnTo>
                    <a:pt x="1752" y="20168"/>
                  </a:lnTo>
                  <a:lnTo>
                    <a:pt x="1348" y="18820"/>
                  </a:lnTo>
                  <a:lnTo>
                    <a:pt x="989" y="17473"/>
                  </a:lnTo>
                  <a:lnTo>
                    <a:pt x="719" y="16081"/>
                  </a:lnTo>
                  <a:lnTo>
                    <a:pt x="450" y="14688"/>
                  </a:lnTo>
                  <a:lnTo>
                    <a:pt x="270" y="13296"/>
                  </a:lnTo>
                  <a:lnTo>
                    <a:pt x="135" y="11859"/>
                  </a:lnTo>
                  <a:lnTo>
                    <a:pt x="45" y="10421"/>
                  </a:lnTo>
                  <a:lnTo>
                    <a:pt x="0" y="8984"/>
                  </a:lnTo>
                  <a:lnTo>
                    <a:pt x="0" y="7502"/>
                  </a:lnTo>
                  <a:lnTo>
                    <a:pt x="90" y="6020"/>
                  </a:lnTo>
                  <a:lnTo>
                    <a:pt x="180" y="4537"/>
                  </a:lnTo>
                  <a:lnTo>
                    <a:pt x="360" y="3055"/>
                  </a:lnTo>
                  <a:lnTo>
                    <a:pt x="584" y="1573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944" y="46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674" y="1573"/>
                  </a:lnTo>
                  <a:lnTo>
                    <a:pt x="450" y="3055"/>
                  </a:lnTo>
                  <a:lnTo>
                    <a:pt x="315" y="4537"/>
                  </a:lnTo>
                  <a:lnTo>
                    <a:pt x="180" y="6020"/>
                  </a:lnTo>
                  <a:lnTo>
                    <a:pt x="135" y="7502"/>
                  </a:lnTo>
                  <a:lnTo>
                    <a:pt x="90" y="8939"/>
                  </a:lnTo>
                  <a:lnTo>
                    <a:pt x="135" y="10421"/>
                  </a:lnTo>
                  <a:lnTo>
                    <a:pt x="225" y="11859"/>
                  </a:lnTo>
                  <a:lnTo>
                    <a:pt x="360" y="13251"/>
                  </a:lnTo>
                  <a:lnTo>
                    <a:pt x="584" y="14688"/>
                  </a:lnTo>
                  <a:lnTo>
                    <a:pt x="809" y="16081"/>
                  </a:lnTo>
                  <a:lnTo>
                    <a:pt x="1078" y="17428"/>
                  </a:lnTo>
                  <a:lnTo>
                    <a:pt x="1438" y="18775"/>
                  </a:lnTo>
                  <a:lnTo>
                    <a:pt x="1842" y="20123"/>
                  </a:lnTo>
                  <a:lnTo>
                    <a:pt x="2291" y="21425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3369" y="24120"/>
                  </a:lnTo>
                  <a:lnTo>
                    <a:pt x="3998" y="25423"/>
                  </a:lnTo>
                  <a:lnTo>
                    <a:pt x="4716" y="26725"/>
                  </a:lnTo>
                  <a:lnTo>
                    <a:pt x="5480" y="27983"/>
                  </a:lnTo>
                  <a:lnTo>
                    <a:pt x="6289" y="29241"/>
                  </a:lnTo>
                  <a:lnTo>
                    <a:pt x="7142" y="30408"/>
                  </a:lnTo>
                  <a:lnTo>
                    <a:pt x="8085" y="31531"/>
                  </a:lnTo>
                  <a:lnTo>
                    <a:pt x="9028" y="32609"/>
                  </a:lnTo>
                  <a:lnTo>
                    <a:pt x="10016" y="33642"/>
                  </a:lnTo>
                  <a:lnTo>
                    <a:pt x="11094" y="34586"/>
                  </a:lnTo>
                  <a:lnTo>
                    <a:pt x="12172" y="35529"/>
                  </a:lnTo>
                  <a:lnTo>
                    <a:pt x="13295" y="36382"/>
                  </a:lnTo>
                  <a:lnTo>
                    <a:pt x="14418" y="37191"/>
                  </a:lnTo>
                  <a:lnTo>
                    <a:pt x="15631" y="37909"/>
                  </a:lnTo>
                  <a:lnTo>
                    <a:pt x="16844" y="38583"/>
                  </a:lnTo>
                  <a:lnTo>
                    <a:pt x="18101" y="39212"/>
                  </a:lnTo>
                  <a:lnTo>
                    <a:pt x="18101" y="39212"/>
                  </a:lnTo>
                  <a:lnTo>
                    <a:pt x="18146" y="39212"/>
                  </a:lnTo>
                  <a:lnTo>
                    <a:pt x="18146" y="3925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56"/>
            <p:cNvSpPr/>
            <p:nvPr/>
          </p:nvSpPr>
          <p:spPr>
            <a:xfrm>
              <a:off x="6228675" y="2215200"/>
              <a:ext cx="2250" cy="204400"/>
            </a:xfrm>
            <a:custGeom>
              <a:rect b="b" l="l" r="r" t="t"/>
              <a:pathLst>
                <a:path extrusionOk="0" fill="none" h="8176" w="90">
                  <a:moveTo>
                    <a:pt x="90" y="8130"/>
                  </a:moveTo>
                  <a:lnTo>
                    <a:pt x="90" y="8130"/>
                  </a:lnTo>
                  <a:lnTo>
                    <a:pt x="90" y="8175"/>
                  </a:lnTo>
                  <a:lnTo>
                    <a:pt x="45" y="8175"/>
                  </a:lnTo>
                  <a:lnTo>
                    <a:pt x="45" y="8175"/>
                  </a:lnTo>
                  <a:lnTo>
                    <a:pt x="0" y="8175"/>
                  </a:lnTo>
                  <a:lnTo>
                    <a:pt x="0" y="8130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1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90" y="1"/>
                  </a:lnTo>
                  <a:lnTo>
                    <a:pt x="90" y="45"/>
                  </a:lnTo>
                  <a:lnTo>
                    <a:pt x="90" y="813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56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1" y="0"/>
                  </a:moveTo>
                  <a:lnTo>
                    <a:pt x="46" y="0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495" y="1527"/>
                  </a:lnTo>
                  <a:lnTo>
                    <a:pt x="899" y="3009"/>
                  </a:lnTo>
                  <a:lnTo>
                    <a:pt x="1258" y="4536"/>
                  </a:lnTo>
                  <a:lnTo>
                    <a:pt x="1573" y="6064"/>
                  </a:lnTo>
                  <a:lnTo>
                    <a:pt x="1842" y="7591"/>
                  </a:lnTo>
                  <a:lnTo>
                    <a:pt x="2112" y="9118"/>
                  </a:lnTo>
                  <a:lnTo>
                    <a:pt x="2336" y="10645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516" y="12217"/>
                  </a:lnTo>
                  <a:lnTo>
                    <a:pt x="2471" y="12262"/>
                  </a:lnTo>
                  <a:lnTo>
                    <a:pt x="2471" y="12262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246" y="10645"/>
                  </a:lnTo>
                  <a:lnTo>
                    <a:pt x="2022" y="9118"/>
                  </a:lnTo>
                  <a:lnTo>
                    <a:pt x="1752" y="7591"/>
                  </a:lnTo>
                  <a:lnTo>
                    <a:pt x="1483" y="6064"/>
                  </a:lnTo>
                  <a:lnTo>
                    <a:pt x="1124" y="4536"/>
                  </a:lnTo>
                  <a:lnTo>
                    <a:pt x="809" y="3054"/>
                  </a:lnTo>
                  <a:lnTo>
                    <a:pt x="405" y="1527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56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180" y="10151"/>
                  </a:moveTo>
                  <a:lnTo>
                    <a:pt x="1" y="9971"/>
                  </a:lnTo>
                  <a:lnTo>
                    <a:pt x="1" y="9882"/>
                  </a:lnTo>
                  <a:lnTo>
                    <a:pt x="1" y="9882"/>
                  </a:lnTo>
                  <a:lnTo>
                    <a:pt x="584" y="9477"/>
                  </a:lnTo>
                  <a:lnTo>
                    <a:pt x="1123" y="8983"/>
                  </a:lnTo>
                  <a:lnTo>
                    <a:pt x="1618" y="8489"/>
                  </a:lnTo>
                  <a:lnTo>
                    <a:pt x="2112" y="7950"/>
                  </a:lnTo>
                  <a:lnTo>
                    <a:pt x="2561" y="7411"/>
                  </a:lnTo>
                  <a:lnTo>
                    <a:pt x="2965" y="6827"/>
                  </a:lnTo>
                  <a:lnTo>
                    <a:pt x="3369" y="6199"/>
                  </a:lnTo>
                  <a:lnTo>
                    <a:pt x="3729" y="5570"/>
                  </a:lnTo>
                  <a:lnTo>
                    <a:pt x="4043" y="4941"/>
                  </a:lnTo>
                  <a:lnTo>
                    <a:pt x="4312" y="4267"/>
                  </a:lnTo>
                  <a:lnTo>
                    <a:pt x="4537" y="3593"/>
                  </a:lnTo>
                  <a:lnTo>
                    <a:pt x="4762" y="2875"/>
                  </a:lnTo>
                  <a:lnTo>
                    <a:pt x="4896" y="2201"/>
                  </a:lnTo>
                  <a:lnTo>
                    <a:pt x="5031" y="1482"/>
                  </a:lnTo>
                  <a:lnTo>
                    <a:pt x="5121" y="764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211" y="0"/>
                  </a:lnTo>
                  <a:lnTo>
                    <a:pt x="5211" y="0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764"/>
                  </a:lnTo>
                  <a:lnTo>
                    <a:pt x="5121" y="1482"/>
                  </a:lnTo>
                  <a:lnTo>
                    <a:pt x="5031" y="2201"/>
                  </a:lnTo>
                  <a:lnTo>
                    <a:pt x="4851" y="2920"/>
                  </a:lnTo>
                  <a:lnTo>
                    <a:pt x="4672" y="3593"/>
                  </a:lnTo>
                  <a:lnTo>
                    <a:pt x="4402" y="4312"/>
                  </a:lnTo>
                  <a:lnTo>
                    <a:pt x="4133" y="4941"/>
                  </a:lnTo>
                  <a:lnTo>
                    <a:pt x="3818" y="5615"/>
                  </a:lnTo>
                  <a:lnTo>
                    <a:pt x="3459" y="6243"/>
                  </a:lnTo>
                  <a:lnTo>
                    <a:pt x="3055" y="6872"/>
                  </a:lnTo>
                  <a:lnTo>
                    <a:pt x="2651" y="7456"/>
                  </a:lnTo>
                  <a:lnTo>
                    <a:pt x="2201" y="7995"/>
                  </a:lnTo>
                  <a:lnTo>
                    <a:pt x="1707" y="8534"/>
                  </a:lnTo>
                  <a:lnTo>
                    <a:pt x="1168" y="9073"/>
                  </a:lnTo>
                  <a:lnTo>
                    <a:pt x="629" y="9522"/>
                  </a:lnTo>
                  <a:lnTo>
                    <a:pt x="45" y="9971"/>
                  </a:lnTo>
                  <a:lnTo>
                    <a:pt x="180" y="101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56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46" y="225"/>
                  </a:moveTo>
                  <a:lnTo>
                    <a:pt x="46" y="0"/>
                  </a:lnTo>
                  <a:lnTo>
                    <a:pt x="46" y="225"/>
                  </a:lnTo>
                  <a:lnTo>
                    <a:pt x="91" y="270"/>
                  </a:lnTo>
                  <a:lnTo>
                    <a:pt x="764" y="3638"/>
                  </a:lnTo>
                  <a:lnTo>
                    <a:pt x="764" y="3638"/>
                  </a:lnTo>
                  <a:lnTo>
                    <a:pt x="719" y="3728"/>
                  </a:lnTo>
                  <a:lnTo>
                    <a:pt x="675" y="3908"/>
                  </a:lnTo>
                  <a:lnTo>
                    <a:pt x="630" y="3683"/>
                  </a:lnTo>
                  <a:lnTo>
                    <a:pt x="1" y="270"/>
                  </a:lnTo>
                  <a:lnTo>
                    <a:pt x="46" y="22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56"/>
            <p:cNvSpPr/>
            <p:nvPr/>
          </p:nvSpPr>
          <p:spPr>
            <a:xfrm>
              <a:off x="6366775" y="2259000"/>
              <a:ext cx="2275" cy="43800"/>
            </a:xfrm>
            <a:custGeom>
              <a:rect b="b" l="l" r="r" t="t"/>
              <a:pathLst>
                <a:path extrusionOk="0" fill="none" h="1752" w="91">
                  <a:moveTo>
                    <a:pt x="1" y="45"/>
                  </a:moveTo>
                  <a:lnTo>
                    <a:pt x="1" y="45"/>
                  </a:lnTo>
                  <a:lnTo>
                    <a:pt x="1" y="45"/>
                  </a:lnTo>
                  <a:lnTo>
                    <a:pt x="46" y="0"/>
                  </a:lnTo>
                  <a:lnTo>
                    <a:pt x="46" y="0"/>
                  </a:lnTo>
                  <a:lnTo>
                    <a:pt x="91" y="45"/>
                  </a:lnTo>
                  <a:lnTo>
                    <a:pt x="91" y="45"/>
                  </a:lnTo>
                  <a:lnTo>
                    <a:pt x="91" y="1707"/>
                  </a:lnTo>
                  <a:lnTo>
                    <a:pt x="91" y="1707"/>
                  </a:lnTo>
                  <a:lnTo>
                    <a:pt x="91" y="1707"/>
                  </a:lnTo>
                  <a:lnTo>
                    <a:pt x="46" y="1752"/>
                  </a:lnTo>
                  <a:lnTo>
                    <a:pt x="46" y="1752"/>
                  </a:lnTo>
                  <a:lnTo>
                    <a:pt x="1" y="1707"/>
                  </a:lnTo>
                  <a:lnTo>
                    <a:pt x="1" y="1707"/>
                  </a:lnTo>
                  <a:lnTo>
                    <a:pt x="1" y="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56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46" y="22009"/>
                  </a:moveTo>
                  <a:lnTo>
                    <a:pt x="1" y="22009"/>
                  </a:lnTo>
                  <a:lnTo>
                    <a:pt x="1" y="21920"/>
                  </a:lnTo>
                  <a:lnTo>
                    <a:pt x="1" y="21920"/>
                  </a:lnTo>
                  <a:lnTo>
                    <a:pt x="1393" y="21021"/>
                  </a:lnTo>
                  <a:lnTo>
                    <a:pt x="2696" y="20033"/>
                  </a:lnTo>
                  <a:lnTo>
                    <a:pt x="3998" y="18955"/>
                  </a:lnTo>
                  <a:lnTo>
                    <a:pt x="5166" y="17787"/>
                  </a:lnTo>
                  <a:lnTo>
                    <a:pt x="6289" y="16575"/>
                  </a:lnTo>
                  <a:lnTo>
                    <a:pt x="7322" y="15317"/>
                  </a:lnTo>
                  <a:lnTo>
                    <a:pt x="8310" y="13970"/>
                  </a:lnTo>
                  <a:lnTo>
                    <a:pt x="9209" y="12577"/>
                  </a:lnTo>
                  <a:lnTo>
                    <a:pt x="10017" y="11140"/>
                  </a:lnTo>
                  <a:lnTo>
                    <a:pt x="10736" y="9613"/>
                  </a:lnTo>
                  <a:lnTo>
                    <a:pt x="11365" y="8086"/>
                  </a:lnTo>
                  <a:lnTo>
                    <a:pt x="11904" y="6559"/>
                  </a:lnTo>
                  <a:lnTo>
                    <a:pt x="12353" y="4942"/>
                  </a:lnTo>
                  <a:lnTo>
                    <a:pt x="12667" y="3325"/>
                  </a:lnTo>
                  <a:lnTo>
                    <a:pt x="12937" y="1708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3116" y="1"/>
                  </a:lnTo>
                  <a:lnTo>
                    <a:pt x="13116" y="1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026" y="1708"/>
                  </a:lnTo>
                  <a:lnTo>
                    <a:pt x="12802" y="3325"/>
                  </a:lnTo>
                  <a:lnTo>
                    <a:pt x="12442" y="4987"/>
                  </a:lnTo>
                  <a:lnTo>
                    <a:pt x="11993" y="6559"/>
                  </a:lnTo>
                  <a:lnTo>
                    <a:pt x="11454" y="8131"/>
                  </a:lnTo>
                  <a:lnTo>
                    <a:pt x="10826" y="9658"/>
                  </a:lnTo>
                  <a:lnTo>
                    <a:pt x="10107" y="11185"/>
                  </a:lnTo>
                  <a:lnTo>
                    <a:pt x="9298" y="12622"/>
                  </a:lnTo>
                  <a:lnTo>
                    <a:pt x="8400" y="14014"/>
                  </a:lnTo>
                  <a:lnTo>
                    <a:pt x="7412" y="15362"/>
                  </a:lnTo>
                  <a:lnTo>
                    <a:pt x="6379" y="16664"/>
                  </a:lnTo>
                  <a:lnTo>
                    <a:pt x="5256" y="17877"/>
                  </a:lnTo>
                  <a:lnTo>
                    <a:pt x="4043" y="19045"/>
                  </a:lnTo>
                  <a:lnTo>
                    <a:pt x="2786" y="20123"/>
                  </a:lnTo>
                  <a:lnTo>
                    <a:pt x="1438" y="21111"/>
                  </a:lnTo>
                  <a:lnTo>
                    <a:pt x="46" y="220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56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3728" y="25916"/>
                  </a:moveTo>
                  <a:lnTo>
                    <a:pt x="3728" y="25916"/>
                  </a:lnTo>
                  <a:lnTo>
                    <a:pt x="3728" y="25871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549" y="22637"/>
                  </a:lnTo>
                  <a:lnTo>
                    <a:pt x="3279" y="19403"/>
                  </a:lnTo>
                  <a:lnTo>
                    <a:pt x="2965" y="16170"/>
                  </a:lnTo>
                  <a:lnTo>
                    <a:pt x="2515" y="12981"/>
                  </a:lnTo>
                  <a:lnTo>
                    <a:pt x="2021" y="9747"/>
                  </a:lnTo>
                  <a:lnTo>
                    <a:pt x="1438" y="6603"/>
                  </a:lnTo>
                  <a:lnTo>
                    <a:pt x="764" y="3414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25"/>
                  </a:lnTo>
                  <a:lnTo>
                    <a:pt x="45" y="225"/>
                  </a:lnTo>
                  <a:lnTo>
                    <a:pt x="45" y="0"/>
                  </a:lnTo>
                  <a:lnTo>
                    <a:pt x="45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854" y="3414"/>
                  </a:lnTo>
                  <a:lnTo>
                    <a:pt x="1527" y="6558"/>
                  </a:lnTo>
                  <a:lnTo>
                    <a:pt x="2111" y="9747"/>
                  </a:lnTo>
                  <a:lnTo>
                    <a:pt x="2605" y="12936"/>
                  </a:lnTo>
                  <a:lnTo>
                    <a:pt x="3054" y="16170"/>
                  </a:lnTo>
                  <a:lnTo>
                    <a:pt x="3369" y="19403"/>
                  </a:lnTo>
                  <a:lnTo>
                    <a:pt x="3638" y="22592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773" y="25871"/>
                  </a:lnTo>
                  <a:lnTo>
                    <a:pt x="3728" y="259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56"/>
            <p:cNvSpPr/>
            <p:nvPr/>
          </p:nvSpPr>
          <p:spPr>
            <a:xfrm>
              <a:off x="5471850" y="2125375"/>
              <a:ext cx="430075" cy="1756200"/>
            </a:xfrm>
            <a:custGeom>
              <a:rect b="b" l="l" r="r" t="t"/>
              <a:pathLst>
                <a:path extrusionOk="0" h="70248" w="17203">
                  <a:moveTo>
                    <a:pt x="7636" y="809"/>
                  </a:moveTo>
                  <a:lnTo>
                    <a:pt x="7591" y="854"/>
                  </a:lnTo>
                  <a:lnTo>
                    <a:pt x="7097" y="4267"/>
                  </a:lnTo>
                  <a:lnTo>
                    <a:pt x="7142" y="4312"/>
                  </a:lnTo>
                  <a:lnTo>
                    <a:pt x="7187" y="4267"/>
                  </a:lnTo>
                  <a:lnTo>
                    <a:pt x="7681" y="899"/>
                  </a:lnTo>
                  <a:lnTo>
                    <a:pt x="7636" y="809"/>
                  </a:lnTo>
                  <a:close/>
                  <a:moveTo>
                    <a:pt x="4537" y="0"/>
                  </a:moveTo>
                  <a:lnTo>
                    <a:pt x="4492" y="45"/>
                  </a:lnTo>
                  <a:lnTo>
                    <a:pt x="3144" y="9298"/>
                  </a:lnTo>
                  <a:lnTo>
                    <a:pt x="3189" y="9343"/>
                  </a:lnTo>
                  <a:lnTo>
                    <a:pt x="3279" y="9298"/>
                  </a:lnTo>
                  <a:lnTo>
                    <a:pt x="4627" y="90"/>
                  </a:lnTo>
                  <a:lnTo>
                    <a:pt x="4582" y="0"/>
                  </a:lnTo>
                  <a:close/>
                  <a:moveTo>
                    <a:pt x="4492" y="38133"/>
                  </a:moveTo>
                  <a:lnTo>
                    <a:pt x="4492" y="38178"/>
                  </a:lnTo>
                  <a:lnTo>
                    <a:pt x="4357" y="38942"/>
                  </a:lnTo>
                  <a:lnTo>
                    <a:pt x="4222" y="39750"/>
                  </a:lnTo>
                  <a:lnTo>
                    <a:pt x="4043" y="41322"/>
                  </a:lnTo>
                  <a:lnTo>
                    <a:pt x="3998" y="42939"/>
                  </a:lnTo>
                  <a:lnTo>
                    <a:pt x="3998" y="44511"/>
                  </a:lnTo>
                  <a:lnTo>
                    <a:pt x="4177" y="46128"/>
                  </a:lnTo>
                  <a:lnTo>
                    <a:pt x="4402" y="47700"/>
                  </a:lnTo>
                  <a:lnTo>
                    <a:pt x="4716" y="49272"/>
                  </a:lnTo>
                  <a:lnTo>
                    <a:pt x="5166" y="50799"/>
                  </a:lnTo>
                  <a:lnTo>
                    <a:pt x="5660" y="52326"/>
                  </a:lnTo>
                  <a:lnTo>
                    <a:pt x="6289" y="53809"/>
                  </a:lnTo>
                  <a:lnTo>
                    <a:pt x="6962" y="55246"/>
                  </a:lnTo>
                  <a:lnTo>
                    <a:pt x="7771" y="56638"/>
                  </a:lnTo>
                  <a:lnTo>
                    <a:pt x="8624" y="57941"/>
                  </a:lnTo>
                  <a:lnTo>
                    <a:pt x="9567" y="59243"/>
                  </a:lnTo>
                  <a:lnTo>
                    <a:pt x="10600" y="60456"/>
                  </a:lnTo>
                  <a:lnTo>
                    <a:pt x="11678" y="61624"/>
                  </a:lnTo>
                  <a:lnTo>
                    <a:pt x="11544" y="61354"/>
                  </a:lnTo>
                  <a:lnTo>
                    <a:pt x="10466" y="60187"/>
                  </a:lnTo>
                  <a:lnTo>
                    <a:pt x="9477" y="58974"/>
                  </a:lnTo>
                  <a:lnTo>
                    <a:pt x="8579" y="57716"/>
                  </a:lnTo>
                  <a:lnTo>
                    <a:pt x="7726" y="56369"/>
                  </a:lnTo>
                  <a:lnTo>
                    <a:pt x="6962" y="54976"/>
                  </a:lnTo>
                  <a:lnTo>
                    <a:pt x="6289" y="53584"/>
                  </a:lnTo>
                  <a:lnTo>
                    <a:pt x="5705" y="52102"/>
                  </a:lnTo>
                  <a:lnTo>
                    <a:pt x="5211" y="50620"/>
                  </a:lnTo>
                  <a:lnTo>
                    <a:pt x="4806" y="49093"/>
                  </a:lnTo>
                  <a:lnTo>
                    <a:pt x="4492" y="47565"/>
                  </a:lnTo>
                  <a:lnTo>
                    <a:pt x="4267" y="45993"/>
                  </a:lnTo>
                  <a:lnTo>
                    <a:pt x="4133" y="44466"/>
                  </a:lnTo>
                  <a:lnTo>
                    <a:pt x="4088" y="42894"/>
                  </a:lnTo>
                  <a:lnTo>
                    <a:pt x="4133" y="41322"/>
                  </a:lnTo>
                  <a:lnTo>
                    <a:pt x="4312" y="39750"/>
                  </a:lnTo>
                  <a:lnTo>
                    <a:pt x="4582" y="38178"/>
                  </a:lnTo>
                  <a:lnTo>
                    <a:pt x="4582" y="38133"/>
                  </a:lnTo>
                  <a:close/>
                  <a:moveTo>
                    <a:pt x="899" y="31441"/>
                  </a:moveTo>
                  <a:lnTo>
                    <a:pt x="854" y="31486"/>
                  </a:lnTo>
                  <a:lnTo>
                    <a:pt x="584" y="33013"/>
                  </a:lnTo>
                  <a:lnTo>
                    <a:pt x="360" y="34495"/>
                  </a:lnTo>
                  <a:lnTo>
                    <a:pt x="180" y="35977"/>
                  </a:lnTo>
                  <a:lnTo>
                    <a:pt x="90" y="37460"/>
                  </a:lnTo>
                  <a:lnTo>
                    <a:pt x="0" y="38942"/>
                  </a:lnTo>
                  <a:lnTo>
                    <a:pt x="0" y="40424"/>
                  </a:lnTo>
                  <a:lnTo>
                    <a:pt x="45" y="41861"/>
                  </a:lnTo>
                  <a:lnTo>
                    <a:pt x="135" y="43299"/>
                  </a:lnTo>
                  <a:lnTo>
                    <a:pt x="270" y="44736"/>
                  </a:lnTo>
                  <a:lnTo>
                    <a:pt x="450" y="46128"/>
                  </a:lnTo>
                  <a:lnTo>
                    <a:pt x="719" y="47521"/>
                  </a:lnTo>
                  <a:lnTo>
                    <a:pt x="989" y="48913"/>
                  </a:lnTo>
                  <a:lnTo>
                    <a:pt x="1348" y="50260"/>
                  </a:lnTo>
                  <a:lnTo>
                    <a:pt x="1752" y="51608"/>
                  </a:lnTo>
                  <a:lnTo>
                    <a:pt x="2201" y="52910"/>
                  </a:lnTo>
                  <a:lnTo>
                    <a:pt x="2695" y="54213"/>
                  </a:lnTo>
                  <a:lnTo>
                    <a:pt x="3234" y="55515"/>
                  </a:lnTo>
                  <a:lnTo>
                    <a:pt x="3863" y="56818"/>
                  </a:lnTo>
                  <a:lnTo>
                    <a:pt x="4537" y="58031"/>
                  </a:lnTo>
                  <a:lnTo>
                    <a:pt x="5255" y="59243"/>
                  </a:lnTo>
                  <a:lnTo>
                    <a:pt x="6019" y="60411"/>
                  </a:lnTo>
                  <a:lnTo>
                    <a:pt x="6827" y="61534"/>
                  </a:lnTo>
                  <a:lnTo>
                    <a:pt x="7681" y="62612"/>
                  </a:lnTo>
                  <a:lnTo>
                    <a:pt x="8534" y="63690"/>
                  </a:lnTo>
                  <a:lnTo>
                    <a:pt x="9477" y="64678"/>
                  </a:lnTo>
                  <a:lnTo>
                    <a:pt x="10466" y="65621"/>
                  </a:lnTo>
                  <a:lnTo>
                    <a:pt x="11499" y="66520"/>
                  </a:lnTo>
                  <a:lnTo>
                    <a:pt x="12532" y="67373"/>
                  </a:lnTo>
                  <a:lnTo>
                    <a:pt x="13610" y="68181"/>
                  </a:lnTo>
                  <a:lnTo>
                    <a:pt x="14733" y="68900"/>
                  </a:lnTo>
                  <a:lnTo>
                    <a:pt x="15855" y="69619"/>
                  </a:lnTo>
                  <a:lnTo>
                    <a:pt x="17023" y="70248"/>
                  </a:lnTo>
                  <a:lnTo>
                    <a:pt x="17203" y="70203"/>
                  </a:lnTo>
                  <a:lnTo>
                    <a:pt x="16035" y="69619"/>
                  </a:lnTo>
                  <a:lnTo>
                    <a:pt x="14912" y="68900"/>
                  </a:lnTo>
                  <a:lnTo>
                    <a:pt x="13789" y="68181"/>
                  </a:lnTo>
                  <a:lnTo>
                    <a:pt x="12666" y="67373"/>
                  </a:lnTo>
                  <a:lnTo>
                    <a:pt x="11633" y="66520"/>
                  </a:lnTo>
                  <a:lnTo>
                    <a:pt x="10600" y="65621"/>
                  </a:lnTo>
                  <a:lnTo>
                    <a:pt x="9612" y="64678"/>
                  </a:lnTo>
                  <a:lnTo>
                    <a:pt x="8669" y="63690"/>
                  </a:lnTo>
                  <a:lnTo>
                    <a:pt x="7771" y="62612"/>
                  </a:lnTo>
                  <a:lnTo>
                    <a:pt x="6917" y="61534"/>
                  </a:lnTo>
                  <a:lnTo>
                    <a:pt x="6109" y="60411"/>
                  </a:lnTo>
                  <a:lnTo>
                    <a:pt x="5345" y="59243"/>
                  </a:lnTo>
                  <a:lnTo>
                    <a:pt x="4627" y="58031"/>
                  </a:lnTo>
                  <a:lnTo>
                    <a:pt x="3953" y="56773"/>
                  </a:lnTo>
                  <a:lnTo>
                    <a:pt x="3324" y="55471"/>
                  </a:lnTo>
                  <a:lnTo>
                    <a:pt x="2785" y="54168"/>
                  </a:lnTo>
                  <a:lnTo>
                    <a:pt x="2291" y="52865"/>
                  </a:lnTo>
                  <a:lnTo>
                    <a:pt x="1842" y="51563"/>
                  </a:lnTo>
                  <a:lnTo>
                    <a:pt x="1438" y="50215"/>
                  </a:lnTo>
                  <a:lnTo>
                    <a:pt x="1078" y="48868"/>
                  </a:lnTo>
                  <a:lnTo>
                    <a:pt x="809" y="47521"/>
                  </a:lnTo>
                  <a:lnTo>
                    <a:pt x="584" y="46128"/>
                  </a:lnTo>
                  <a:lnTo>
                    <a:pt x="360" y="44691"/>
                  </a:lnTo>
                  <a:lnTo>
                    <a:pt x="225" y="43299"/>
                  </a:lnTo>
                  <a:lnTo>
                    <a:pt x="135" y="41861"/>
                  </a:lnTo>
                  <a:lnTo>
                    <a:pt x="90" y="40379"/>
                  </a:lnTo>
                  <a:lnTo>
                    <a:pt x="135" y="38942"/>
                  </a:lnTo>
                  <a:lnTo>
                    <a:pt x="180" y="37460"/>
                  </a:lnTo>
                  <a:lnTo>
                    <a:pt x="315" y="35977"/>
                  </a:lnTo>
                  <a:lnTo>
                    <a:pt x="450" y="34495"/>
                  </a:lnTo>
                  <a:lnTo>
                    <a:pt x="674" y="33013"/>
                  </a:lnTo>
                  <a:lnTo>
                    <a:pt x="944" y="31531"/>
                  </a:lnTo>
                  <a:lnTo>
                    <a:pt x="944" y="31486"/>
                  </a:lnTo>
                  <a:lnTo>
                    <a:pt x="899" y="31441"/>
                  </a:lnTo>
                  <a:close/>
                </a:path>
              </a:pathLst>
            </a:custGeom>
            <a:solidFill>
              <a:srgbClr val="D3D0C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56"/>
            <p:cNvSpPr/>
            <p:nvPr/>
          </p:nvSpPr>
          <p:spPr>
            <a:xfrm>
              <a:off x="5571775" y="3078700"/>
              <a:ext cx="192050" cy="587275"/>
            </a:xfrm>
            <a:custGeom>
              <a:rect b="b" l="l" r="r" t="t"/>
              <a:pathLst>
                <a:path extrusionOk="0" fill="none" h="23491" w="7682">
                  <a:moveTo>
                    <a:pt x="540" y="0"/>
                  </a:moveTo>
                  <a:lnTo>
                    <a:pt x="540" y="0"/>
                  </a:lnTo>
                  <a:lnTo>
                    <a:pt x="540" y="0"/>
                  </a:lnTo>
                  <a:lnTo>
                    <a:pt x="495" y="0"/>
                  </a:lnTo>
                  <a:lnTo>
                    <a:pt x="495" y="45"/>
                  </a:lnTo>
                  <a:lnTo>
                    <a:pt x="495" y="45"/>
                  </a:lnTo>
                  <a:lnTo>
                    <a:pt x="360" y="809"/>
                  </a:lnTo>
                  <a:lnTo>
                    <a:pt x="225" y="1617"/>
                  </a:lnTo>
                  <a:lnTo>
                    <a:pt x="46" y="3189"/>
                  </a:lnTo>
                  <a:lnTo>
                    <a:pt x="1" y="4806"/>
                  </a:lnTo>
                  <a:lnTo>
                    <a:pt x="1" y="6378"/>
                  </a:lnTo>
                  <a:lnTo>
                    <a:pt x="180" y="7995"/>
                  </a:lnTo>
                  <a:lnTo>
                    <a:pt x="405" y="9567"/>
                  </a:lnTo>
                  <a:lnTo>
                    <a:pt x="719" y="11139"/>
                  </a:lnTo>
                  <a:lnTo>
                    <a:pt x="1169" y="12666"/>
                  </a:lnTo>
                  <a:lnTo>
                    <a:pt x="1663" y="14193"/>
                  </a:lnTo>
                  <a:lnTo>
                    <a:pt x="2292" y="15676"/>
                  </a:lnTo>
                  <a:lnTo>
                    <a:pt x="2965" y="17113"/>
                  </a:lnTo>
                  <a:lnTo>
                    <a:pt x="3774" y="18505"/>
                  </a:lnTo>
                  <a:lnTo>
                    <a:pt x="4627" y="19808"/>
                  </a:lnTo>
                  <a:lnTo>
                    <a:pt x="5570" y="21110"/>
                  </a:lnTo>
                  <a:lnTo>
                    <a:pt x="6603" y="22323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6469" y="22054"/>
                  </a:lnTo>
                  <a:lnTo>
                    <a:pt x="5480" y="20841"/>
                  </a:lnTo>
                  <a:lnTo>
                    <a:pt x="4582" y="19583"/>
                  </a:lnTo>
                  <a:lnTo>
                    <a:pt x="3729" y="18236"/>
                  </a:lnTo>
                  <a:lnTo>
                    <a:pt x="2965" y="16843"/>
                  </a:lnTo>
                  <a:lnTo>
                    <a:pt x="2292" y="15451"/>
                  </a:lnTo>
                  <a:lnTo>
                    <a:pt x="1708" y="13969"/>
                  </a:lnTo>
                  <a:lnTo>
                    <a:pt x="1214" y="12487"/>
                  </a:lnTo>
                  <a:lnTo>
                    <a:pt x="809" y="10960"/>
                  </a:lnTo>
                  <a:lnTo>
                    <a:pt x="495" y="9432"/>
                  </a:lnTo>
                  <a:lnTo>
                    <a:pt x="270" y="7860"/>
                  </a:lnTo>
                  <a:lnTo>
                    <a:pt x="136" y="6333"/>
                  </a:lnTo>
                  <a:lnTo>
                    <a:pt x="91" y="4761"/>
                  </a:lnTo>
                  <a:lnTo>
                    <a:pt x="136" y="3189"/>
                  </a:lnTo>
                  <a:lnTo>
                    <a:pt x="315" y="1617"/>
                  </a:lnTo>
                  <a:lnTo>
                    <a:pt x="585" y="45"/>
                  </a:lnTo>
                  <a:lnTo>
                    <a:pt x="585" y="45"/>
                  </a:lnTo>
                  <a:lnTo>
                    <a:pt x="585" y="0"/>
                  </a:lnTo>
                  <a:lnTo>
                    <a:pt x="54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56"/>
            <p:cNvSpPr/>
            <p:nvPr/>
          </p:nvSpPr>
          <p:spPr>
            <a:xfrm>
              <a:off x="5471850" y="2911375"/>
              <a:ext cx="430075" cy="970200"/>
            </a:xfrm>
            <a:custGeom>
              <a:rect b="b" l="l" r="r" t="t"/>
              <a:pathLst>
                <a:path extrusionOk="0" fill="none" h="38808" w="17203">
                  <a:moveTo>
                    <a:pt x="899" y="1"/>
                  </a:moveTo>
                  <a:lnTo>
                    <a:pt x="899" y="1"/>
                  </a:lnTo>
                  <a:lnTo>
                    <a:pt x="899" y="1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584" y="1573"/>
                  </a:lnTo>
                  <a:lnTo>
                    <a:pt x="360" y="3055"/>
                  </a:lnTo>
                  <a:lnTo>
                    <a:pt x="180" y="4537"/>
                  </a:lnTo>
                  <a:lnTo>
                    <a:pt x="90" y="6020"/>
                  </a:lnTo>
                  <a:lnTo>
                    <a:pt x="0" y="7502"/>
                  </a:lnTo>
                  <a:lnTo>
                    <a:pt x="0" y="8984"/>
                  </a:lnTo>
                  <a:lnTo>
                    <a:pt x="45" y="10421"/>
                  </a:lnTo>
                  <a:lnTo>
                    <a:pt x="135" y="11859"/>
                  </a:lnTo>
                  <a:lnTo>
                    <a:pt x="270" y="13296"/>
                  </a:lnTo>
                  <a:lnTo>
                    <a:pt x="450" y="14688"/>
                  </a:lnTo>
                  <a:lnTo>
                    <a:pt x="719" y="16081"/>
                  </a:lnTo>
                  <a:lnTo>
                    <a:pt x="989" y="17473"/>
                  </a:lnTo>
                  <a:lnTo>
                    <a:pt x="1348" y="18820"/>
                  </a:lnTo>
                  <a:lnTo>
                    <a:pt x="1752" y="20168"/>
                  </a:lnTo>
                  <a:lnTo>
                    <a:pt x="2201" y="21470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3234" y="24075"/>
                  </a:lnTo>
                  <a:lnTo>
                    <a:pt x="3863" y="25378"/>
                  </a:lnTo>
                  <a:lnTo>
                    <a:pt x="4537" y="26591"/>
                  </a:lnTo>
                  <a:lnTo>
                    <a:pt x="5255" y="27803"/>
                  </a:lnTo>
                  <a:lnTo>
                    <a:pt x="6019" y="28971"/>
                  </a:lnTo>
                  <a:lnTo>
                    <a:pt x="6827" y="30094"/>
                  </a:lnTo>
                  <a:lnTo>
                    <a:pt x="7681" y="31172"/>
                  </a:lnTo>
                  <a:lnTo>
                    <a:pt x="8534" y="32250"/>
                  </a:lnTo>
                  <a:lnTo>
                    <a:pt x="9477" y="33238"/>
                  </a:lnTo>
                  <a:lnTo>
                    <a:pt x="10466" y="34181"/>
                  </a:lnTo>
                  <a:lnTo>
                    <a:pt x="11499" y="35080"/>
                  </a:lnTo>
                  <a:lnTo>
                    <a:pt x="12532" y="35933"/>
                  </a:lnTo>
                  <a:lnTo>
                    <a:pt x="13610" y="36741"/>
                  </a:lnTo>
                  <a:lnTo>
                    <a:pt x="14733" y="37460"/>
                  </a:lnTo>
                  <a:lnTo>
                    <a:pt x="15855" y="38179"/>
                  </a:lnTo>
                  <a:lnTo>
                    <a:pt x="17023" y="38808"/>
                  </a:lnTo>
                  <a:lnTo>
                    <a:pt x="17023" y="38808"/>
                  </a:lnTo>
                  <a:lnTo>
                    <a:pt x="17203" y="38763"/>
                  </a:lnTo>
                  <a:lnTo>
                    <a:pt x="17203" y="38763"/>
                  </a:lnTo>
                  <a:lnTo>
                    <a:pt x="16035" y="38179"/>
                  </a:lnTo>
                  <a:lnTo>
                    <a:pt x="14912" y="37460"/>
                  </a:lnTo>
                  <a:lnTo>
                    <a:pt x="13789" y="36741"/>
                  </a:lnTo>
                  <a:lnTo>
                    <a:pt x="12666" y="35933"/>
                  </a:lnTo>
                  <a:lnTo>
                    <a:pt x="11633" y="35080"/>
                  </a:lnTo>
                  <a:lnTo>
                    <a:pt x="10600" y="34181"/>
                  </a:lnTo>
                  <a:lnTo>
                    <a:pt x="9612" y="33238"/>
                  </a:lnTo>
                  <a:lnTo>
                    <a:pt x="8669" y="32250"/>
                  </a:lnTo>
                  <a:lnTo>
                    <a:pt x="7771" y="31172"/>
                  </a:lnTo>
                  <a:lnTo>
                    <a:pt x="6917" y="30094"/>
                  </a:lnTo>
                  <a:lnTo>
                    <a:pt x="6109" y="28971"/>
                  </a:lnTo>
                  <a:lnTo>
                    <a:pt x="5345" y="27803"/>
                  </a:lnTo>
                  <a:lnTo>
                    <a:pt x="4627" y="26591"/>
                  </a:lnTo>
                  <a:lnTo>
                    <a:pt x="3953" y="25333"/>
                  </a:lnTo>
                  <a:lnTo>
                    <a:pt x="3324" y="24031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2291" y="21425"/>
                  </a:lnTo>
                  <a:lnTo>
                    <a:pt x="1842" y="20123"/>
                  </a:lnTo>
                  <a:lnTo>
                    <a:pt x="1438" y="18775"/>
                  </a:lnTo>
                  <a:lnTo>
                    <a:pt x="1078" y="17428"/>
                  </a:lnTo>
                  <a:lnTo>
                    <a:pt x="809" y="16081"/>
                  </a:lnTo>
                  <a:lnTo>
                    <a:pt x="584" y="14688"/>
                  </a:lnTo>
                  <a:lnTo>
                    <a:pt x="360" y="13251"/>
                  </a:lnTo>
                  <a:lnTo>
                    <a:pt x="225" y="11859"/>
                  </a:lnTo>
                  <a:lnTo>
                    <a:pt x="135" y="10421"/>
                  </a:lnTo>
                  <a:lnTo>
                    <a:pt x="90" y="8939"/>
                  </a:lnTo>
                  <a:lnTo>
                    <a:pt x="135" y="7502"/>
                  </a:lnTo>
                  <a:lnTo>
                    <a:pt x="180" y="6020"/>
                  </a:lnTo>
                  <a:lnTo>
                    <a:pt x="315" y="4537"/>
                  </a:lnTo>
                  <a:lnTo>
                    <a:pt x="450" y="3055"/>
                  </a:lnTo>
                  <a:lnTo>
                    <a:pt x="674" y="1573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944" y="46"/>
                  </a:lnTo>
                  <a:lnTo>
                    <a:pt x="8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56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540" y="1"/>
                  </a:moveTo>
                  <a:lnTo>
                    <a:pt x="540" y="1"/>
                  </a:lnTo>
                  <a:lnTo>
                    <a:pt x="495" y="46"/>
                  </a:lnTo>
                  <a:lnTo>
                    <a:pt x="1" y="3459"/>
                  </a:lnTo>
                  <a:lnTo>
                    <a:pt x="1" y="3459"/>
                  </a:lnTo>
                  <a:lnTo>
                    <a:pt x="46" y="3504"/>
                  </a:lnTo>
                  <a:lnTo>
                    <a:pt x="91" y="3459"/>
                  </a:lnTo>
                  <a:lnTo>
                    <a:pt x="585" y="91"/>
                  </a:lnTo>
                  <a:lnTo>
                    <a:pt x="585" y="91"/>
                  </a:lnTo>
                  <a:lnTo>
                    <a:pt x="540" y="1"/>
                  </a:lnTo>
                  <a:lnTo>
                    <a:pt x="54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56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1393" y="0"/>
                  </a:moveTo>
                  <a:lnTo>
                    <a:pt x="1393" y="0"/>
                  </a:lnTo>
                  <a:lnTo>
                    <a:pt x="1348" y="45"/>
                  </a:lnTo>
                  <a:lnTo>
                    <a:pt x="0" y="9298"/>
                  </a:lnTo>
                  <a:lnTo>
                    <a:pt x="0" y="9298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135" y="9298"/>
                  </a:lnTo>
                  <a:lnTo>
                    <a:pt x="1483" y="90"/>
                  </a:lnTo>
                  <a:lnTo>
                    <a:pt x="1483" y="90"/>
                  </a:lnTo>
                  <a:lnTo>
                    <a:pt x="1438" y="0"/>
                  </a:lnTo>
                  <a:lnTo>
                    <a:pt x="13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56"/>
            <p:cNvSpPr/>
            <p:nvPr/>
          </p:nvSpPr>
          <p:spPr>
            <a:xfrm>
              <a:off x="5897425" y="3880425"/>
              <a:ext cx="28100" cy="13500"/>
            </a:xfrm>
            <a:custGeom>
              <a:rect b="b" l="l" r="r" t="t"/>
              <a:pathLst>
                <a:path extrusionOk="0" h="540" w="1124">
                  <a:moveTo>
                    <a:pt x="180" y="1"/>
                  </a:moveTo>
                  <a:lnTo>
                    <a:pt x="0" y="46"/>
                  </a:lnTo>
                  <a:lnTo>
                    <a:pt x="1033" y="540"/>
                  </a:lnTo>
                  <a:lnTo>
                    <a:pt x="1123" y="495"/>
                  </a:lnTo>
                  <a:lnTo>
                    <a:pt x="1123" y="450"/>
                  </a:lnTo>
                  <a:lnTo>
                    <a:pt x="1078" y="450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C1BDB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56"/>
            <p:cNvSpPr/>
            <p:nvPr/>
          </p:nvSpPr>
          <p:spPr>
            <a:xfrm>
              <a:off x="5897425" y="3880425"/>
              <a:ext cx="28100" cy="13500"/>
            </a:xfrm>
            <a:custGeom>
              <a:rect b="b" l="l" r="r" t="t"/>
              <a:pathLst>
                <a:path extrusionOk="0" fill="none" h="540" w="1124">
                  <a:moveTo>
                    <a:pt x="180" y="1"/>
                  </a:moveTo>
                  <a:lnTo>
                    <a:pt x="180" y="1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033" y="540"/>
                  </a:lnTo>
                  <a:lnTo>
                    <a:pt x="1123" y="495"/>
                  </a:lnTo>
                  <a:lnTo>
                    <a:pt x="1123" y="495"/>
                  </a:lnTo>
                  <a:lnTo>
                    <a:pt x="1123" y="450"/>
                  </a:lnTo>
                  <a:lnTo>
                    <a:pt x="1078" y="450"/>
                  </a:lnTo>
                  <a:lnTo>
                    <a:pt x="1078" y="450"/>
                  </a:lnTo>
                  <a:lnTo>
                    <a:pt x="18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56"/>
            <p:cNvSpPr/>
            <p:nvPr/>
          </p:nvSpPr>
          <p:spPr>
            <a:xfrm>
              <a:off x="5366300" y="1961425"/>
              <a:ext cx="782675" cy="2069500"/>
            </a:xfrm>
            <a:custGeom>
              <a:rect b="b" l="l" r="r" t="t"/>
              <a:pathLst>
                <a:path extrusionOk="0" h="82780" w="31307">
                  <a:moveTo>
                    <a:pt x="11858" y="7367"/>
                  </a:moveTo>
                  <a:lnTo>
                    <a:pt x="11903" y="7457"/>
                  </a:lnTo>
                  <a:lnTo>
                    <a:pt x="11409" y="10825"/>
                  </a:lnTo>
                  <a:lnTo>
                    <a:pt x="11364" y="10870"/>
                  </a:lnTo>
                  <a:lnTo>
                    <a:pt x="11319" y="10825"/>
                  </a:lnTo>
                  <a:lnTo>
                    <a:pt x="11813" y="7412"/>
                  </a:lnTo>
                  <a:lnTo>
                    <a:pt x="11858" y="7367"/>
                  </a:lnTo>
                  <a:close/>
                  <a:moveTo>
                    <a:pt x="8804" y="6558"/>
                  </a:moveTo>
                  <a:lnTo>
                    <a:pt x="8849" y="6648"/>
                  </a:lnTo>
                  <a:lnTo>
                    <a:pt x="7501" y="15856"/>
                  </a:lnTo>
                  <a:lnTo>
                    <a:pt x="7411" y="15901"/>
                  </a:lnTo>
                  <a:lnTo>
                    <a:pt x="7366" y="15856"/>
                  </a:lnTo>
                  <a:lnTo>
                    <a:pt x="8714" y="6603"/>
                  </a:lnTo>
                  <a:lnTo>
                    <a:pt x="8759" y="6558"/>
                  </a:lnTo>
                  <a:close/>
                  <a:moveTo>
                    <a:pt x="5121" y="37999"/>
                  </a:moveTo>
                  <a:lnTo>
                    <a:pt x="5166" y="38044"/>
                  </a:lnTo>
                  <a:lnTo>
                    <a:pt x="5166" y="38089"/>
                  </a:lnTo>
                  <a:lnTo>
                    <a:pt x="4896" y="39571"/>
                  </a:lnTo>
                  <a:lnTo>
                    <a:pt x="4672" y="41053"/>
                  </a:lnTo>
                  <a:lnTo>
                    <a:pt x="4537" y="42535"/>
                  </a:lnTo>
                  <a:lnTo>
                    <a:pt x="4402" y="44018"/>
                  </a:lnTo>
                  <a:lnTo>
                    <a:pt x="4357" y="45500"/>
                  </a:lnTo>
                  <a:lnTo>
                    <a:pt x="4312" y="46937"/>
                  </a:lnTo>
                  <a:lnTo>
                    <a:pt x="4357" y="48419"/>
                  </a:lnTo>
                  <a:lnTo>
                    <a:pt x="4447" y="49857"/>
                  </a:lnTo>
                  <a:lnTo>
                    <a:pt x="4582" y="51249"/>
                  </a:lnTo>
                  <a:lnTo>
                    <a:pt x="4806" y="52686"/>
                  </a:lnTo>
                  <a:lnTo>
                    <a:pt x="5031" y="54079"/>
                  </a:lnTo>
                  <a:lnTo>
                    <a:pt x="5300" y="55426"/>
                  </a:lnTo>
                  <a:lnTo>
                    <a:pt x="5660" y="56773"/>
                  </a:lnTo>
                  <a:lnTo>
                    <a:pt x="6064" y="58121"/>
                  </a:lnTo>
                  <a:lnTo>
                    <a:pt x="6513" y="59423"/>
                  </a:lnTo>
                  <a:lnTo>
                    <a:pt x="7007" y="60726"/>
                  </a:lnTo>
                  <a:lnTo>
                    <a:pt x="7546" y="62029"/>
                  </a:lnTo>
                  <a:lnTo>
                    <a:pt x="8175" y="63331"/>
                  </a:lnTo>
                  <a:lnTo>
                    <a:pt x="8849" y="64589"/>
                  </a:lnTo>
                  <a:lnTo>
                    <a:pt x="9567" y="65801"/>
                  </a:lnTo>
                  <a:lnTo>
                    <a:pt x="10331" y="66969"/>
                  </a:lnTo>
                  <a:lnTo>
                    <a:pt x="11139" y="68092"/>
                  </a:lnTo>
                  <a:lnTo>
                    <a:pt x="11993" y="69170"/>
                  </a:lnTo>
                  <a:lnTo>
                    <a:pt x="12891" y="70248"/>
                  </a:lnTo>
                  <a:lnTo>
                    <a:pt x="13834" y="71236"/>
                  </a:lnTo>
                  <a:lnTo>
                    <a:pt x="14822" y="72179"/>
                  </a:lnTo>
                  <a:lnTo>
                    <a:pt x="15855" y="73078"/>
                  </a:lnTo>
                  <a:lnTo>
                    <a:pt x="16888" y="73931"/>
                  </a:lnTo>
                  <a:lnTo>
                    <a:pt x="18011" y="74739"/>
                  </a:lnTo>
                  <a:lnTo>
                    <a:pt x="19134" y="75458"/>
                  </a:lnTo>
                  <a:lnTo>
                    <a:pt x="20257" y="76177"/>
                  </a:lnTo>
                  <a:lnTo>
                    <a:pt x="21425" y="76761"/>
                  </a:lnTo>
                  <a:lnTo>
                    <a:pt x="22323" y="77210"/>
                  </a:lnTo>
                  <a:lnTo>
                    <a:pt x="22368" y="77210"/>
                  </a:lnTo>
                  <a:lnTo>
                    <a:pt x="22368" y="77255"/>
                  </a:lnTo>
                  <a:lnTo>
                    <a:pt x="22278" y="77300"/>
                  </a:lnTo>
                  <a:lnTo>
                    <a:pt x="21245" y="76806"/>
                  </a:lnTo>
                  <a:lnTo>
                    <a:pt x="20077" y="76177"/>
                  </a:lnTo>
                  <a:lnTo>
                    <a:pt x="18955" y="75458"/>
                  </a:lnTo>
                  <a:lnTo>
                    <a:pt x="17832" y="74739"/>
                  </a:lnTo>
                  <a:lnTo>
                    <a:pt x="16754" y="73931"/>
                  </a:lnTo>
                  <a:lnTo>
                    <a:pt x="15721" y="73078"/>
                  </a:lnTo>
                  <a:lnTo>
                    <a:pt x="14688" y="72179"/>
                  </a:lnTo>
                  <a:lnTo>
                    <a:pt x="13699" y="71236"/>
                  </a:lnTo>
                  <a:lnTo>
                    <a:pt x="12756" y="70248"/>
                  </a:lnTo>
                  <a:lnTo>
                    <a:pt x="11903" y="69170"/>
                  </a:lnTo>
                  <a:lnTo>
                    <a:pt x="11049" y="68092"/>
                  </a:lnTo>
                  <a:lnTo>
                    <a:pt x="10241" y="66969"/>
                  </a:lnTo>
                  <a:lnTo>
                    <a:pt x="9477" y="65801"/>
                  </a:lnTo>
                  <a:lnTo>
                    <a:pt x="8759" y="64589"/>
                  </a:lnTo>
                  <a:lnTo>
                    <a:pt x="8085" y="63376"/>
                  </a:lnTo>
                  <a:lnTo>
                    <a:pt x="7456" y="62073"/>
                  </a:lnTo>
                  <a:lnTo>
                    <a:pt x="6917" y="60771"/>
                  </a:lnTo>
                  <a:lnTo>
                    <a:pt x="6423" y="59468"/>
                  </a:lnTo>
                  <a:lnTo>
                    <a:pt x="5974" y="58166"/>
                  </a:lnTo>
                  <a:lnTo>
                    <a:pt x="5570" y="56818"/>
                  </a:lnTo>
                  <a:lnTo>
                    <a:pt x="5211" y="55471"/>
                  </a:lnTo>
                  <a:lnTo>
                    <a:pt x="4941" y="54079"/>
                  </a:lnTo>
                  <a:lnTo>
                    <a:pt x="4672" y="52686"/>
                  </a:lnTo>
                  <a:lnTo>
                    <a:pt x="4492" y="51294"/>
                  </a:lnTo>
                  <a:lnTo>
                    <a:pt x="4357" y="49857"/>
                  </a:lnTo>
                  <a:lnTo>
                    <a:pt x="4267" y="48419"/>
                  </a:lnTo>
                  <a:lnTo>
                    <a:pt x="4222" y="46982"/>
                  </a:lnTo>
                  <a:lnTo>
                    <a:pt x="4222" y="45500"/>
                  </a:lnTo>
                  <a:lnTo>
                    <a:pt x="4312" y="44018"/>
                  </a:lnTo>
                  <a:lnTo>
                    <a:pt x="4402" y="42535"/>
                  </a:lnTo>
                  <a:lnTo>
                    <a:pt x="4582" y="41053"/>
                  </a:lnTo>
                  <a:lnTo>
                    <a:pt x="4806" y="39571"/>
                  </a:lnTo>
                  <a:lnTo>
                    <a:pt x="5076" y="38044"/>
                  </a:lnTo>
                  <a:lnTo>
                    <a:pt x="5121" y="37999"/>
                  </a:lnTo>
                  <a:close/>
                  <a:moveTo>
                    <a:pt x="6917" y="1"/>
                  </a:moveTo>
                  <a:lnTo>
                    <a:pt x="6783" y="405"/>
                  </a:lnTo>
                  <a:lnTo>
                    <a:pt x="6019" y="2875"/>
                  </a:lnTo>
                  <a:lnTo>
                    <a:pt x="5076" y="6424"/>
                  </a:lnTo>
                  <a:lnTo>
                    <a:pt x="4492" y="8535"/>
                  </a:lnTo>
                  <a:lnTo>
                    <a:pt x="3953" y="10870"/>
                  </a:lnTo>
                  <a:lnTo>
                    <a:pt x="3369" y="13385"/>
                  </a:lnTo>
                  <a:lnTo>
                    <a:pt x="2785" y="16080"/>
                  </a:lnTo>
                  <a:lnTo>
                    <a:pt x="2246" y="18955"/>
                  </a:lnTo>
                  <a:lnTo>
                    <a:pt x="1752" y="21919"/>
                  </a:lnTo>
                  <a:lnTo>
                    <a:pt x="1258" y="25018"/>
                  </a:lnTo>
                  <a:lnTo>
                    <a:pt x="854" y="28207"/>
                  </a:lnTo>
                  <a:lnTo>
                    <a:pt x="494" y="31441"/>
                  </a:lnTo>
                  <a:lnTo>
                    <a:pt x="225" y="34765"/>
                  </a:lnTo>
                  <a:lnTo>
                    <a:pt x="90" y="38089"/>
                  </a:lnTo>
                  <a:lnTo>
                    <a:pt x="45" y="39796"/>
                  </a:lnTo>
                  <a:lnTo>
                    <a:pt x="0" y="41457"/>
                  </a:lnTo>
                  <a:lnTo>
                    <a:pt x="45" y="43479"/>
                  </a:lnTo>
                  <a:lnTo>
                    <a:pt x="90" y="45455"/>
                  </a:lnTo>
                  <a:lnTo>
                    <a:pt x="225" y="47431"/>
                  </a:lnTo>
                  <a:lnTo>
                    <a:pt x="405" y="49407"/>
                  </a:lnTo>
                  <a:lnTo>
                    <a:pt x="629" y="51384"/>
                  </a:lnTo>
                  <a:lnTo>
                    <a:pt x="899" y="53315"/>
                  </a:lnTo>
                  <a:lnTo>
                    <a:pt x="1213" y="55246"/>
                  </a:lnTo>
                  <a:lnTo>
                    <a:pt x="1617" y="57133"/>
                  </a:lnTo>
                  <a:lnTo>
                    <a:pt x="2111" y="58974"/>
                  </a:lnTo>
                  <a:lnTo>
                    <a:pt x="2650" y="60771"/>
                  </a:lnTo>
                  <a:lnTo>
                    <a:pt x="3234" y="62523"/>
                  </a:lnTo>
                  <a:lnTo>
                    <a:pt x="3908" y="64229"/>
                  </a:lnTo>
                  <a:lnTo>
                    <a:pt x="4672" y="65936"/>
                  </a:lnTo>
                  <a:lnTo>
                    <a:pt x="5525" y="67553"/>
                  </a:lnTo>
                  <a:lnTo>
                    <a:pt x="6423" y="69080"/>
                  </a:lnTo>
                  <a:lnTo>
                    <a:pt x="6917" y="69844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0004" y="82195"/>
                  </a:lnTo>
                  <a:lnTo>
                    <a:pt x="28746" y="81567"/>
                  </a:lnTo>
                  <a:lnTo>
                    <a:pt x="27533" y="80893"/>
                  </a:lnTo>
                  <a:lnTo>
                    <a:pt x="26366" y="80174"/>
                  </a:lnTo>
                  <a:lnTo>
                    <a:pt x="25243" y="79411"/>
                  </a:lnTo>
                  <a:lnTo>
                    <a:pt x="24165" y="78557"/>
                  </a:lnTo>
                  <a:lnTo>
                    <a:pt x="23132" y="77704"/>
                  </a:lnTo>
                  <a:lnTo>
                    <a:pt x="22144" y="76806"/>
                  </a:lnTo>
                  <a:lnTo>
                    <a:pt x="21245" y="75862"/>
                  </a:lnTo>
                  <a:lnTo>
                    <a:pt x="20347" y="74829"/>
                  </a:lnTo>
                  <a:lnTo>
                    <a:pt x="19494" y="73796"/>
                  </a:lnTo>
                  <a:lnTo>
                    <a:pt x="18730" y="72763"/>
                  </a:lnTo>
                  <a:lnTo>
                    <a:pt x="17966" y="71640"/>
                  </a:lnTo>
                  <a:lnTo>
                    <a:pt x="17248" y="70517"/>
                  </a:lnTo>
                  <a:lnTo>
                    <a:pt x="16574" y="69395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691"/>
                  </a:lnTo>
                  <a:lnTo>
                    <a:pt x="8804" y="44691"/>
                  </a:ln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4867" y="66071"/>
                  </a:lnTo>
                  <a:lnTo>
                    <a:pt x="14059" y="64184"/>
                  </a:lnTo>
                  <a:lnTo>
                    <a:pt x="13340" y="62253"/>
                  </a:lnTo>
                  <a:lnTo>
                    <a:pt x="12711" y="60277"/>
                  </a:lnTo>
                  <a:lnTo>
                    <a:pt x="12127" y="58301"/>
                  </a:lnTo>
                  <a:lnTo>
                    <a:pt x="11588" y="56324"/>
                  </a:lnTo>
                  <a:lnTo>
                    <a:pt x="11184" y="54303"/>
                  </a:lnTo>
                  <a:lnTo>
                    <a:pt x="10780" y="52282"/>
                  </a:lnTo>
                  <a:lnTo>
                    <a:pt x="10466" y="50306"/>
                  </a:lnTo>
                  <a:lnTo>
                    <a:pt x="10196" y="48284"/>
                  </a:lnTo>
                  <a:lnTo>
                    <a:pt x="9972" y="46353"/>
                  </a:lnTo>
                  <a:lnTo>
                    <a:pt x="9837" y="44422"/>
                  </a:lnTo>
                  <a:lnTo>
                    <a:pt x="9702" y="42490"/>
                  </a:lnTo>
                  <a:lnTo>
                    <a:pt x="9612" y="40649"/>
                  </a:lnTo>
                  <a:lnTo>
                    <a:pt x="9567" y="38852"/>
                  </a:lnTo>
                  <a:lnTo>
                    <a:pt x="9567" y="37101"/>
                  </a:lnTo>
                  <a:lnTo>
                    <a:pt x="9612" y="35708"/>
                  </a:lnTo>
                  <a:lnTo>
                    <a:pt x="9702" y="34361"/>
                  </a:lnTo>
                  <a:lnTo>
                    <a:pt x="9792" y="33013"/>
                  </a:lnTo>
                  <a:lnTo>
                    <a:pt x="9927" y="31666"/>
                  </a:lnTo>
                  <a:lnTo>
                    <a:pt x="10061" y="30274"/>
                  </a:lnTo>
                  <a:lnTo>
                    <a:pt x="10241" y="28926"/>
                  </a:lnTo>
                  <a:lnTo>
                    <a:pt x="10690" y="26276"/>
                  </a:lnTo>
                  <a:lnTo>
                    <a:pt x="11229" y="23626"/>
                  </a:lnTo>
                  <a:lnTo>
                    <a:pt x="11813" y="21111"/>
                  </a:lnTo>
                  <a:lnTo>
                    <a:pt x="12442" y="18641"/>
                  </a:lnTo>
                  <a:lnTo>
                    <a:pt x="13116" y="16350"/>
                  </a:lnTo>
                  <a:lnTo>
                    <a:pt x="13789" y="14149"/>
                  </a:lnTo>
                  <a:lnTo>
                    <a:pt x="14463" y="12173"/>
                  </a:lnTo>
                  <a:lnTo>
                    <a:pt x="15092" y="10331"/>
                  </a:lnTo>
                  <a:lnTo>
                    <a:pt x="15676" y="8714"/>
                  </a:lnTo>
                  <a:lnTo>
                    <a:pt x="16664" y="6199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close/>
                </a:path>
              </a:pathLst>
            </a:custGeom>
            <a:solidFill>
              <a:srgbClr val="562410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56"/>
            <p:cNvSpPr/>
            <p:nvPr/>
          </p:nvSpPr>
          <p:spPr>
            <a:xfrm>
              <a:off x="5471850" y="2911375"/>
              <a:ext cx="453675" cy="982550"/>
            </a:xfrm>
            <a:custGeom>
              <a:rect b="b" l="l" r="r" t="t"/>
              <a:pathLst>
                <a:path extrusionOk="0" fill="none" h="39302" w="18147">
                  <a:moveTo>
                    <a:pt x="17023" y="38808"/>
                  </a:moveTo>
                  <a:lnTo>
                    <a:pt x="17023" y="38808"/>
                  </a:lnTo>
                  <a:lnTo>
                    <a:pt x="15855" y="38179"/>
                  </a:lnTo>
                  <a:lnTo>
                    <a:pt x="14733" y="37460"/>
                  </a:lnTo>
                  <a:lnTo>
                    <a:pt x="13610" y="36741"/>
                  </a:lnTo>
                  <a:lnTo>
                    <a:pt x="12532" y="35933"/>
                  </a:lnTo>
                  <a:lnTo>
                    <a:pt x="11499" y="35080"/>
                  </a:lnTo>
                  <a:lnTo>
                    <a:pt x="10466" y="34181"/>
                  </a:lnTo>
                  <a:lnTo>
                    <a:pt x="9477" y="33238"/>
                  </a:lnTo>
                  <a:lnTo>
                    <a:pt x="8534" y="32250"/>
                  </a:lnTo>
                  <a:lnTo>
                    <a:pt x="7681" y="31172"/>
                  </a:lnTo>
                  <a:lnTo>
                    <a:pt x="6827" y="30094"/>
                  </a:lnTo>
                  <a:lnTo>
                    <a:pt x="6019" y="28971"/>
                  </a:lnTo>
                  <a:lnTo>
                    <a:pt x="5255" y="27803"/>
                  </a:lnTo>
                  <a:lnTo>
                    <a:pt x="4537" y="26591"/>
                  </a:lnTo>
                  <a:lnTo>
                    <a:pt x="3863" y="25378"/>
                  </a:lnTo>
                  <a:lnTo>
                    <a:pt x="3234" y="24075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2201" y="21470"/>
                  </a:lnTo>
                  <a:lnTo>
                    <a:pt x="1752" y="20168"/>
                  </a:lnTo>
                  <a:lnTo>
                    <a:pt x="1348" y="18820"/>
                  </a:lnTo>
                  <a:lnTo>
                    <a:pt x="989" y="17473"/>
                  </a:lnTo>
                  <a:lnTo>
                    <a:pt x="719" y="16081"/>
                  </a:lnTo>
                  <a:lnTo>
                    <a:pt x="450" y="14688"/>
                  </a:lnTo>
                  <a:lnTo>
                    <a:pt x="270" y="13296"/>
                  </a:lnTo>
                  <a:lnTo>
                    <a:pt x="135" y="11859"/>
                  </a:lnTo>
                  <a:lnTo>
                    <a:pt x="45" y="10421"/>
                  </a:lnTo>
                  <a:lnTo>
                    <a:pt x="0" y="8984"/>
                  </a:lnTo>
                  <a:lnTo>
                    <a:pt x="0" y="7502"/>
                  </a:lnTo>
                  <a:lnTo>
                    <a:pt x="90" y="6020"/>
                  </a:lnTo>
                  <a:lnTo>
                    <a:pt x="180" y="4537"/>
                  </a:lnTo>
                  <a:lnTo>
                    <a:pt x="360" y="3055"/>
                  </a:lnTo>
                  <a:lnTo>
                    <a:pt x="584" y="1573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944" y="46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674" y="1573"/>
                  </a:lnTo>
                  <a:lnTo>
                    <a:pt x="450" y="3055"/>
                  </a:lnTo>
                  <a:lnTo>
                    <a:pt x="315" y="4537"/>
                  </a:lnTo>
                  <a:lnTo>
                    <a:pt x="180" y="6020"/>
                  </a:lnTo>
                  <a:lnTo>
                    <a:pt x="135" y="7502"/>
                  </a:lnTo>
                  <a:lnTo>
                    <a:pt x="90" y="8939"/>
                  </a:lnTo>
                  <a:lnTo>
                    <a:pt x="135" y="10421"/>
                  </a:lnTo>
                  <a:lnTo>
                    <a:pt x="225" y="11859"/>
                  </a:lnTo>
                  <a:lnTo>
                    <a:pt x="360" y="13251"/>
                  </a:lnTo>
                  <a:lnTo>
                    <a:pt x="584" y="14688"/>
                  </a:lnTo>
                  <a:lnTo>
                    <a:pt x="809" y="16081"/>
                  </a:lnTo>
                  <a:lnTo>
                    <a:pt x="1078" y="17428"/>
                  </a:lnTo>
                  <a:lnTo>
                    <a:pt x="1438" y="18775"/>
                  </a:lnTo>
                  <a:lnTo>
                    <a:pt x="1842" y="20123"/>
                  </a:lnTo>
                  <a:lnTo>
                    <a:pt x="2291" y="21425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3324" y="24031"/>
                  </a:lnTo>
                  <a:lnTo>
                    <a:pt x="3953" y="25333"/>
                  </a:lnTo>
                  <a:lnTo>
                    <a:pt x="4627" y="26591"/>
                  </a:lnTo>
                  <a:lnTo>
                    <a:pt x="5345" y="27803"/>
                  </a:lnTo>
                  <a:lnTo>
                    <a:pt x="6109" y="28971"/>
                  </a:lnTo>
                  <a:lnTo>
                    <a:pt x="6917" y="30094"/>
                  </a:lnTo>
                  <a:lnTo>
                    <a:pt x="7771" y="31172"/>
                  </a:lnTo>
                  <a:lnTo>
                    <a:pt x="8669" y="32250"/>
                  </a:lnTo>
                  <a:lnTo>
                    <a:pt x="9612" y="33238"/>
                  </a:lnTo>
                  <a:lnTo>
                    <a:pt x="10600" y="34181"/>
                  </a:lnTo>
                  <a:lnTo>
                    <a:pt x="11633" y="35080"/>
                  </a:lnTo>
                  <a:lnTo>
                    <a:pt x="12666" y="35933"/>
                  </a:lnTo>
                  <a:lnTo>
                    <a:pt x="13789" y="36741"/>
                  </a:lnTo>
                  <a:lnTo>
                    <a:pt x="14912" y="37460"/>
                  </a:lnTo>
                  <a:lnTo>
                    <a:pt x="16035" y="38179"/>
                  </a:lnTo>
                  <a:lnTo>
                    <a:pt x="17203" y="38763"/>
                  </a:lnTo>
                  <a:lnTo>
                    <a:pt x="17203" y="38763"/>
                  </a:lnTo>
                  <a:lnTo>
                    <a:pt x="18101" y="39212"/>
                  </a:lnTo>
                  <a:lnTo>
                    <a:pt x="18101" y="39212"/>
                  </a:lnTo>
                  <a:lnTo>
                    <a:pt x="18146" y="39212"/>
                  </a:lnTo>
                  <a:lnTo>
                    <a:pt x="18146" y="39257"/>
                  </a:lnTo>
                  <a:lnTo>
                    <a:pt x="18056" y="39302"/>
                  </a:lnTo>
                  <a:lnTo>
                    <a:pt x="18056" y="39302"/>
                  </a:lnTo>
                  <a:lnTo>
                    <a:pt x="17023" y="388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56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46" y="3504"/>
                  </a:moveTo>
                  <a:lnTo>
                    <a:pt x="46" y="3504"/>
                  </a:lnTo>
                  <a:lnTo>
                    <a:pt x="1" y="3459"/>
                  </a:lnTo>
                  <a:lnTo>
                    <a:pt x="495" y="46"/>
                  </a:lnTo>
                  <a:lnTo>
                    <a:pt x="495" y="46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85" y="91"/>
                  </a:lnTo>
                  <a:lnTo>
                    <a:pt x="91" y="3459"/>
                  </a:lnTo>
                  <a:lnTo>
                    <a:pt x="46" y="350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56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45" y="9343"/>
                  </a:moveTo>
                  <a:lnTo>
                    <a:pt x="45" y="9343"/>
                  </a:lnTo>
                  <a:lnTo>
                    <a:pt x="45" y="9343"/>
                  </a:lnTo>
                  <a:lnTo>
                    <a:pt x="0" y="9298"/>
                  </a:lnTo>
                  <a:lnTo>
                    <a:pt x="1348" y="45"/>
                  </a:lnTo>
                  <a:lnTo>
                    <a:pt x="1348" y="45"/>
                  </a:lnTo>
                  <a:lnTo>
                    <a:pt x="1393" y="0"/>
                  </a:lnTo>
                  <a:lnTo>
                    <a:pt x="1438" y="0"/>
                  </a:lnTo>
                  <a:lnTo>
                    <a:pt x="1438" y="0"/>
                  </a:lnTo>
                  <a:lnTo>
                    <a:pt x="1483" y="90"/>
                  </a:lnTo>
                  <a:lnTo>
                    <a:pt x="135" y="9298"/>
                  </a:lnTo>
                  <a:lnTo>
                    <a:pt x="45" y="934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56"/>
            <p:cNvSpPr/>
            <p:nvPr/>
          </p:nvSpPr>
          <p:spPr>
            <a:xfrm>
              <a:off x="5366300" y="1961425"/>
              <a:ext cx="782675" cy="2069500"/>
            </a:xfrm>
            <a:custGeom>
              <a:rect b="b" l="l" r="r" t="t"/>
              <a:pathLst>
                <a:path extrusionOk="0" fill="none" h="82780" w="31307">
                  <a:moveTo>
                    <a:pt x="6917" y="1"/>
                  </a:moveTo>
                  <a:lnTo>
                    <a:pt x="6783" y="405"/>
                  </a:lnTo>
                  <a:lnTo>
                    <a:pt x="6783" y="405"/>
                  </a:lnTo>
                  <a:lnTo>
                    <a:pt x="6019" y="2875"/>
                  </a:lnTo>
                  <a:lnTo>
                    <a:pt x="5076" y="6424"/>
                  </a:lnTo>
                  <a:lnTo>
                    <a:pt x="4492" y="8535"/>
                  </a:lnTo>
                  <a:lnTo>
                    <a:pt x="3953" y="10870"/>
                  </a:lnTo>
                  <a:lnTo>
                    <a:pt x="3369" y="13385"/>
                  </a:lnTo>
                  <a:lnTo>
                    <a:pt x="2785" y="16080"/>
                  </a:lnTo>
                  <a:lnTo>
                    <a:pt x="2246" y="18955"/>
                  </a:lnTo>
                  <a:lnTo>
                    <a:pt x="1752" y="21919"/>
                  </a:lnTo>
                  <a:lnTo>
                    <a:pt x="1258" y="25018"/>
                  </a:lnTo>
                  <a:lnTo>
                    <a:pt x="854" y="28207"/>
                  </a:lnTo>
                  <a:lnTo>
                    <a:pt x="494" y="31441"/>
                  </a:lnTo>
                  <a:lnTo>
                    <a:pt x="225" y="34765"/>
                  </a:lnTo>
                  <a:lnTo>
                    <a:pt x="90" y="38089"/>
                  </a:lnTo>
                  <a:lnTo>
                    <a:pt x="45" y="39796"/>
                  </a:lnTo>
                  <a:lnTo>
                    <a:pt x="0" y="41457"/>
                  </a:lnTo>
                  <a:lnTo>
                    <a:pt x="0" y="41457"/>
                  </a:lnTo>
                  <a:lnTo>
                    <a:pt x="45" y="43479"/>
                  </a:lnTo>
                  <a:lnTo>
                    <a:pt x="90" y="45455"/>
                  </a:lnTo>
                  <a:lnTo>
                    <a:pt x="225" y="47431"/>
                  </a:lnTo>
                  <a:lnTo>
                    <a:pt x="405" y="49407"/>
                  </a:lnTo>
                  <a:lnTo>
                    <a:pt x="629" y="51384"/>
                  </a:lnTo>
                  <a:lnTo>
                    <a:pt x="899" y="53315"/>
                  </a:lnTo>
                  <a:lnTo>
                    <a:pt x="1213" y="55246"/>
                  </a:lnTo>
                  <a:lnTo>
                    <a:pt x="1617" y="57133"/>
                  </a:lnTo>
                  <a:lnTo>
                    <a:pt x="2111" y="58974"/>
                  </a:lnTo>
                  <a:lnTo>
                    <a:pt x="2650" y="60771"/>
                  </a:lnTo>
                  <a:lnTo>
                    <a:pt x="3234" y="62523"/>
                  </a:lnTo>
                  <a:lnTo>
                    <a:pt x="3908" y="64229"/>
                  </a:lnTo>
                  <a:lnTo>
                    <a:pt x="4672" y="65936"/>
                  </a:lnTo>
                  <a:lnTo>
                    <a:pt x="5525" y="67553"/>
                  </a:lnTo>
                  <a:lnTo>
                    <a:pt x="6423" y="69080"/>
                  </a:lnTo>
                  <a:lnTo>
                    <a:pt x="6917" y="69844"/>
                  </a:lnTo>
                  <a:lnTo>
                    <a:pt x="7411" y="70562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1306" y="82779"/>
                  </a:lnTo>
                  <a:lnTo>
                    <a:pt x="30004" y="82195"/>
                  </a:lnTo>
                  <a:lnTo>
                    <a:pt x="28746" y="81567"/>
                  </a:lnTo>
                  <a:lnTo>
                    <a:pt x="27533" y="80893"/>
                  </a:lnTo>
                  <a:lnTo>
                    <a:pt x="26366" y="80174"/>
                  </a:lnTo>
                  <a:lnTo>
                    <a:pt x="25243" y="79411"/>
                  </a:lnTo>
                  <a:lnTo>
                    <a:pt x="24165" y="78557"/>
                  </a:lnTo>
                  <a:lnTo>
                    <a:pt x="23132" y="77704"/>
                  </a:lnTo>
                  <a:lnTo>
                    <a:pt x="22144" y="76806"/>
                  </a:lnTo>
                  <a:lnTo>
                    <a:pt x="21245" y="75862"/>
                  </a:lnTo>
                  <a:lnTo>
                    <a:pt x="20347" y="74829"/>
                  </a:lnTo>
                  <a:lnTo>
                    <a:pt x="19494" y="73796"/>
                  </a:lnTo>
                  <a:lnTo>
                    <a:pt x="18730" y="72763"/>
                  </a:lnTo>
                  <a:lnTo>
                    <a:pt x="17966" y="71640"/>
                  </a:lnTo>
                  <a:lnTo>
                    <a:pt x="17248" y="70517"/>
                  </a:lnTo>
                  <a:lnTo>
                    <a:pt x="16574" y="69395"/>
                  </a:lnTo>
                  <a:lnTo>
                    <a:pt x="15900" y="68182"/>
                  </a:lnTo>
                  <a:lnTo>
                    <a:pt x="15900" y="68182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736"/>
                  </a:lnTo>
                  <a:lnTo>
                    <a:pt x="8714" y="44691"/>
                  </a:lnTo>
                  <a:lnTo>
                    <a:pt x="8759" y="44691"/>
                  </a:lnTo>
                  <a:lnTo>
                    <a:pt x="8759" y="44691"/>
                  </a:lnTo>
                  <a:lnTo>
                    <a:pt x="8759" y="44691"/>
                  </a:lnTo>
                  <a:lnTo>
                    <a:pt x="8804" y="44691"/>
                  </a:lnTo>
                  <a:lnTo>
                    <a:pt x="8804" y="44736"/>
                  </a:ln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4867" y="66071"/>
                  </a:lnTo>
                  <a:lnTo>
                    <a:pt x="14059" y="64184"/>
                  </a:lnTo>
                  <a:lnTo>
                    <a:pt x="13340" y="62253"/>
                  </a:lnTo>
                  <a:lnTo>
                    <a:pt x="12711" y="60277"/>
                  </a:lnTo>
                  <a:lnTo>
                    <a:pt x="12127" y="58301"/>
                  </a:lnTo>
                  <a:lnTo>
                    <a:pt x="11588" y="56324"/>
                  </a:lnTo>
                  <a:lnTo>
                    <a:pt x="11184" y="54303"/>
                  </a:lnTo>
                  <a:lnTo>
                    <a:pt x="10780" y="52282"/>
                  </a:lnTo>
                  <a:lnTo>
                    <a:pt x="10466" y="50306"/>
                  </a:lnTo>
                  <a:lnTo>
                    <a:pt x="10196" y="48284"/>
                  </a:lnTo>
                  <a:lnTo>
                    <a:pt x="9972" y="46353"/>
                  </a:lnTo>
                  <a:lnTo>
                    <a:pt x="9837" y="44422"/>
                  </a:lnTo>
                  <a:lnTo>
                    <a:pt x="9702" y="42490"/>
                  </a:lnTo>
                  <a:lnTo>
                    <a:pt x="9612" y="40649"/>
                  </a:lnTo>
                  <a:lnTo>
                    <a:pt x="9567" y="38852"/>
                  </a:lnTo>
                  <a:lnTo>
                    <a:pt x="9567" y="37101"/>
                  </a:lnTo>
                  <a:lnTo>
                    <a:pt x="9567" y="37101"/>
                  </a:lnTo>
                  <a:lnTo>
                    <a:pt x="9612" y="35708"/>
                  </a:lnTo>
                  <a:lnTo>
                    <a:pt x="9702" y="34361"/>
                  </a:lnTo>
                  <a:lnTo>
                    <a:pt x="9792" y="33013"/>
                  </a:lnTo>
                  <a:lnTo>
                    <a:pt x="9927" y="31666"/>
                  </a:lnTo>
                  <a:lnTo>
                    <a:pt x="10061" y="30274"/>
                  </a:lnTo>
                  <a:lnTo>
                    <a:pt x="10241" y="28926"/>
                  </a:lnTo>
                  <a:lnTo>
                    <a:pt x="10690" y="26276"/>
                  </a:lnTo>
                  <a:lnTo>
                    <a:pt x="11229" y="23626"/>
                  </a:lnTo>
                  <a:lnTo>
                    <a:pt x="11813" y="21111"/>
                  </a:lnTo>
                  <a:lnTo>
                    <a:pt x="12442" y="18641"/>
                  </a:lnTo>
                  <a:lnTo>
                    <a:pt x="13116" y="16350"/>
                  </a:lnTo>
                  <a:lnTo>
                    <a:pt x="13789" y="14149"/>
                  </a:lnTo>
                  <a:lnTo>
                    <a:pt x="14463" y="12173"/>
                  </a:lnTo>
                  <a:lnTo>
                    <a:pt x="15092" y="10331"/>
                  </a:lnTo>
                  <a:lnTo>
                    <a:pt x="15676" y="8714"/>
                  </a:lnTo>
                  <a:lnTo>
                    <a:pt x="16664" y="6199"/>
                  </a:lnTo>
                  <a:lnTo>
                    <a:pt x="17248" y="4762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56"/>
            <p:cNvSpPr/>
            <p:nvPr/>
          </p:nvSpPr>
          <p:spPr>
            <a:xfrm>
              <a:off x="5647025" y="1922125"/>
              <a:ext cx="113425" cy="87625"/>
            </a:xfrm>
            <a:custGeom>
              <a:rect b="b" l="l" r="r" t="t"/>
              <a:pathLst>
                <a:path extrusionOk="0" h="3505" w="4537">
                  <a:moveTo>
                    <a:pt x="0" y="1"/>
                  </a:moveTo>
                  <a:lnTo>
                    <a:pt x="0" y="315"/>
                  </a:lnTo>
                  <a:lnTo>
                    <a:pt x="0" y="540"/>
                  </a:lnTo>
                  <a:lnTo>
                    <a:pt x="45" y="764"/>
                  </a:lnTo>
                  <a:lnTo>
                    <a:pt x="180" y="989"/>
                  </a:lnTo>
                  <a:lnTo>
                    <a:pt x="315" y="1213"/>
                  </a:lnTo>
                  <a:lnTo>
                    <a:pt x="449" y="1438"/>
                  </a:lnTo>
                  <a:lnTo>
                    <a:pt x="674" y="1663"/>
                  </a:lnTo>
                  <a:lnTo>
                    <a:pt x="1213" y="2067"/>
                  </a:lnTo>
                  <a:lnTo>
                    <a:pt x="1842" y="2471"/>
                  </a:lnTo>
                  <a:lnTo>
                    <a:pt x="2650" y="2830"/>
                  </a:lnTo>
                  <a:lnTo>
                    <a:pt x="3548" y="3190"/>
                  </a:lnTo>
                  <a:lnTo>
                    <a:pt x="4537" y="3504"/>
                  </a:lnTo>
                  <a:lnTo>
                    <a:pt x="3593" y="3145"/>
                  </a:lnTo>
                  <a:lnTo>
                    <a:pt x="2785" y="2741"/>
                  </a:lnTo>
                  <a:lnTo>
                    <a:pt x="2066" y="2291"/>
                  </a:lnTo>
                  <a:lnTo>
                    <a:pt x="1482" y="1842"/>
                  </a:lnTo>
                  <a:lnTo>
                    <a:pt x="988" y="1393"/>
                  </a:lnTo>
                  <a:lnTo>
                    <a:pt x="584" y="944"/>
                  </a:lnTo>
                  <a:lnTo>
                    <a:pt x="270" y="45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D0C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56"/>
            <p:cNvSpPr/>
            <p:nvPr/>
          </p:nvSpPr>
          <p:spPr>
            <a:xfrm>
              <a:off x="5647025" y="1922125"/>
              <a:ext cx="113425" cy="87625"/>
            </a:xfrm>
            <a:custGeom>
              <a:rect b="b" l="l" r="r" t="t"/>
              <a:pathLst>
                <a:path extrusionOk="0" fill="none" h="3505" w="453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315"/>
                  </a:lnTo>
                  <a:lnTo>
                    <a:pt x="0" y="315"/>
                  </a:lnTo>
                  <a:lnTo>
                    <a:pt x="0" y="540"/>
                  </a:lnTo>
                  <a:lnTo>
                    <a:pt x="45" y="764"/>
                  </a:lnTo>
                  <a:lnTo>
                    <a:pt x="180" y="989"/>
                  </a:lnTo>
                  <a:lnTo>
                    <a:pt x="315" y="1213"/>
                  </a:lnTo>
                  <a:lnTo>
                    <a:pt x="449" y="1438"/>
                  </a:lnTo>
                  <a:lnTo>
                    <a:pt x="674" y="1663"/>
                  </a:lnTo>
                  <a:lnTo>
                    <a:pt x="1213" y="2067"/>
                  </a:lnTo>
                  <a:lnTo>
                    <a:pt x="1842" y="2471"/>
                  </a:lnTo>
                  <a:lnTo>
                    <a:pt x="2650" y="2830"/>
                  </a:lnTo>
                  <a:lnTo>
                    <a:pt x="3548" y="3190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3593" y="3145"/>
                  </a:lnTo>
                  <a:lnTo>
                    <a:pt x="2785" y="2741"/>
                  </a:lnTo>
                  <a:lnTo>
                    <a:pt x="2066" y="2291"/>
                  </a:lnTo>
                  <a:lnTo>
                    <a:pt x="1482" y="1842"/>
                  </a:lnTo>
                  <a:lnTo>
                    <a:pt x="988" y="1393"/>
                  </a:lnTo>
                  <a:lnTo>
                    <a:pt x="584" y="944"/>
                  </a:lnTo>
                  <a:lnTo>
                    <a:pt x="270" y="450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56"/>
            <p:cNvSpPr/>
            <p:nvPr/>
          </p:nvSpPr>
          <p:spPr>
            <a:xfrm>
              <a:off x="5547075" y="1849150"/>
              <a:ext cx="330150" cy="220100"/>
            </a:xfrm>
            <a:custGeom>
              <a:rect b="b" l="l" r="r" t="t"/>
              <a:pathLst>
                <a:path extrusionOk="0" h="8804" w="13206">
                  <a:moveTo>
                    <a:pt x="3684" y="0"/>
                  </a:moveTo>
                  <a:lnTo>
                    <a:pt x="2830" y="404"/>
                  </a:lnTo>
                  <a:lnTo>
                    <a:pt x="2112" y="809"/>
                  </a:lnTo>
                  <a:lnTo>
                    <a:pt x="1483" y="1213"/>
                  </a:lnTo>
                  <a:lnTo>
                    <a:pt x="944" y="1662"/>
                  </a:lnTo>
                  <a:lnTo>
                    <a:pt x="540" y="2066"/>
                  </a:lnTo>
                  <a:lnTo>
                    <a:pt x="225" y="2515"/>
                  </a:lnTo>
                  <a:lnTo>
                    <a:pt x="135" y="2740"/>
                  </a:lnTo>
                  <a:lnTo>
                    <a:pt x="46" y="2965"/>
                  </a:lnTo>
                  <a:lnTo>
                    <a:pt x="1" y="3189"/>
                  </a:lnTo>
                  <a:lnTo>
                    <a:pt x="1" y="3369"/>
                  </a:lnTo>
                  <a:lnTo>
                    <a:pt x="46" y="3773"/>
                  </a:lnTo>
                  <a:lnTo>
                    <a:pt x="180" y="4132"/>
                  </a:lnTo>
                  <a:lnTo>
                    <a:pt x="405" y="4492"/>
                  </a:lnTo>
                  <a:lnTo>
                    <a:pt x="719" y="4896"/>
                  </a:lnTo>
                  <a:lnTo>
                    <a:pt x="1079" y="5255"/>
                  </a:lnTo>
                  <a:lnTo>
                    <a:pt x="1573" y="5615"/>
                  </a:lnTo>
                  <a:lnTo>
                    <a:pt x="2112" y="5974"/>
                  </a:lnTo>
                  <a:lnTo>
                    <a:pt x="2741" y="6333"/>
                  </a:lnTo>
                  <a:lnTo>
                    <a:pt x="3459" y="6693"/>
                  </a:lnTo>
                  <a:lnTo>
                    <a:pt x="4268" y="7007"/>
                  </a:lnTo>
                  <a:lnTo>
                    <a:pt x="5121" y="7321"/>
                  </a:lnTo>
                  <a:lnTo>
                    <a:pt x="6064" y="7681"/>
                  </a:lnTo>
                  <a:lnTo>
                    <a:pt x="7052" y="7950"/>
                  </a:lnTo>
                  <a:lnTo>
                    <a:pt x="8175" y="8265"/>
                  </a:lnTo>
                  <a:lnTo>
                    <a:pt x="9298" y="8534"/>
                  </a:lnTo>
                  <a:lnTo>
                    <a:pt x="10556" y="8804"/>
                  </a:lnTo>
                  <a:lnTo>
                    <a:pt x="13206" y="7501"/>
                  </a:lnTo>
                  <a:lnTo>
                    <a:pt x="13161" y="7456"/>
                  </a:lnTo>
                  <a:lnTo>
                    <a:pt x="11813" y="7276"/>
                  </a:lnTo>
                  <a:lnTo>
                    <a:pt x="10601" y="7007"/>
                  </a:lnTo>
                  <a:lnTo>
                    <a:pt x="9523" y="6738"/>
                  </a:lnTo>
                  <a:lnTo>
                    <a:pt x="8535" y="6423"/>
                  </a:lnTo>
                  <a:lnTo>
                    <a:pt x="7546" y="6109"/>
                  </a:lnTo>
                  <a:lnTo>
                    <a:pt x="6648" y="5749"/>
                  </a:lnTo>
                  <a:lnTo>
                    <a:pt x="5840" y="5390"/>
                  </a:lnTo>
                  <a:lnTo>
                    <a:pt x="5211" y="4986"/>
                  </a:lnTo>
                  <a:lnTo>
                    <a:pt x="4672" y="4582"/>
                  </a:lnTo>
                  <a:lnTo>
                    <a:pt x="4447" y="4357"/>
                  </a:lnTo>
                  <a:lnTo>
                    <a:pt x="4313" y="4132"/>
                  </a:lnTo>
                  <a:lnTo>
                    <a:pt x="4178" y="3908"/>
                  </a:lnTo>
                  <a:lnTo>
                    <a:pt x="4043" y="3683"/>
                  </a:lnTo>
                  <a:lnTo>
                    <a:pt x="3998" y="3459"/>
                  </a:lnTo>
                  <a:lnTo>
                    <a:pt x="3998" y="3234"/>
                  </a:lnTo>
                  <a:lnTo>
                    <a:pt x="3998" y="2920"/>
                  </a:lnTo>
                  <a:lnTo>
                    <a:pt x="3863" y="2471"/>
                  </a:lnTo>
                  <a:lnTo>
                    <a:pt x="3729" y="2066"/>
                  </a:lnTo>
                  <a:lnTo>
                    <a:pt x="3639" y="1662"/>
                  </a:lnTo>
                  <a:lnTo>
                    <a:pt x="3594" y="1303"/>
                  </a:lnTo>
                  <a:lnTo>
                    <a:pt x="3594" y="943"/>
                  </a:lnTo>
                  <a:lnTo>
                    <a:pt x="3594" y="584"/>
                  </a:lnTo>
                  <a:lnTo>
                    <a:pt x="3684" y="0"/>
                  </a:lnTo>
                  <a:close/>
                </a:path>
              </a:pathLst>
            </a:custGeom>
            <a:solidFill>
              <a:srgbClr val="9D401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56"/>
            <p:cNvSpPr/>
            <p:nvPr/>
          </p:nvSpPr>
          <p:spPr>
            <a:xfrm>
              <a:off x="5547075" y="1849150"/>
              <a:ext cx="330150" cy="220100"/>
            </a:xfrm>
            <a:custGeom>
              <a:rect b="b" l="l" r="r" t="t"/>
              <a:pathLst>
                <a:path extrusionOk="0" fill="none" h="8804" w="13206">
                  <a:moveTo>
                    <a:pt x="3684" y="0"/>
                  </a:moveTo>
                  <a:lnTo>
                    <a:pt x="3684" y="0"/>
                  </a:lnTo>
                  <a:lnTo>
                    <a:pt x="2830" y="404"/>
                  </a:lnTo>
                  <a:lnTo>
                    <a:pt x="2112" y="809"/>
                  </a:lnTo>
                  <a:lnTo>
                    <a:pt x="1483" y="1213"/>
                  </a:lnTo>
                  <a:lnTo>
                    <a:pt x="944" y="1662"/>
                  </a:lnTo>
                  <a:lnTo>
                    <a:pt x="540" y="2066"/>
                  </a:lnTo>
                  <a:lnTo>
                    <a:pt x="225" y="2515"/>
                  </a:lnTo>
                  <a:lnTo>
                    <a:pt x="135" y="2740"/>
                  </a:lnTo>
                  <a:lnTo>
                    <a:pt x="46" y="2965"/>
                  </a:lnTo>
                  <a:lnTo>
                    <a:pt x="1" y="3189"/>
                  </a:lnTo>
                  <a:lnTo>
                    <a:pt x="1" y="3369"/>
                  </a:lnTo>
                  <a:lnTo>
                    <a:pt x="1" y="3369"/>
                  </a:lnTo>
                  <a:lnTo>
                    <a:pt x="46" y="3773"/>
                  </a:lnTo>
                  <a:lnTo>
                    <a:pt x="180" y="4132"/>
                  </a:lnTo>
                  <a:lnTo>
                    <a:pt x="405" y="4492"/>
                  </a:lnTo>
                  <a:lnTo>
                    <a:pt x="719" y="4896"/>
                  </a:lnTo>
                  <a:lnTo>
                    <a:pt x="1079" y="5255"/>
                  </a:lnTo>
                  <a:lnTo>
                    <a:pt x="1573" y="5615"/>
                  </a:lnTo>
                  <a:lnTo>
                    <a:pt x="2112" y="5974"/>
                  </a:lnTo>
                  <a:lnTo>
                    <a:pt x="2741" y="6333"/>
                  </a:lnTo>
                  <a:lnTo>
                    <a:pt x="3459" y="6693"/>
                  </a:lnTo>
                  <a:lnTo>
                    <a:pt x="4268" y="7007"/>
                  </a:lnTo>
                  <a:lnTo>
                    <a:pt x="5121" y="7321"/>
                  </a:lnTo>
                  <a:lnTo>
                    <a:pt x="6064" y="7681"/>
                  </a:lnTo>
                  <a:lnTo>
                    <a:pt x="7052" y="7950"/>
                  </a:lnTo>
                  <a:lnTo>
                    <a:pt x="8175" y="8265"/>
                  </a:lnTo>
                  <a:lnTo>
                    <a:pt x="9298" y="8534"/>
                  </a:lnTo>
                  <a:lnTo>
                    <a:pt x="10556" y="8804"/>
                  </a:lnTo>
                  <a:lnTo>
                    <a:pt x="13206" y="7501"/>
                  </a:lnTo>
                  <a:lnTo>
                    <a:pt x="13206" y="7501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1813" y="7276"/>
                  </a:lnTo>
                  <a:lnTo>
                    <a:pt x="10601" y="7007"/>
                  </a:lnTo>
                  <a:lnTo>
                    <a:pt x="9523" y="6738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7546" y="6109"/>
                  </a:lnTo>
                  <a:lnTo>
                    <a:pt x="6648" y="5749"/>
                  </a:lnTo>
                  <a:lnTo>
                    <a:pt x="5840" y="5390"/>
                  </a:lnTo>
                  <a:lnTo>
                    <a:pt x="5211" y="4986"/>
                  </a:lnTo>
                  <a:lnTo>
                    <a:pt x="4672" y="4582"/>
                  </a:lnTo>
                  <a:lnTo>
                    <a:pt x="4447" y="4357"/>
                  </a:lnTo>
                  <a:lnTo>
                    <a:pt x="4313" y="4132"/>
                  </a:lnTo>
                  <a:lnTo>
                    <a:pt x="4178" y="3908"/>
                  </a:lnTo>
                  <a:lnTo>
                    <a:pt x="4043" y="3683"/>
                  </a:lnTo>
                  <a:lnTo>
                    <a:pt x="3998" y="3459"/>
                  </a:lnTo>
                  <a:lnTo>
                    <a:pt x="3998" y="3234"/>
                  </a:lnTo>
                  <a:lnTo>
                    <a:pt x="3998" y="3234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863" y="2471"/>
                  </a:lnTo>
                  <a:lnTo>
                    <a:pt x="3729" y="2066"/>
                  </a:lnTo>
                  <a:lnTo>
                    <a:pt x="3639" y="1662"/>
                  </a:lnTo>
                  <a:lnTo>
                    <a:pt x="3594" y="1303"/>
                  </a:lnTo>
                  <a:lnTo>
                    <a:pt x="3594" y="943"/>
                  </a:lnTo>
                  <a:lnTo>
                    <a:pt x="3594" y="584"/>
                  </a:lnTo>
                  <a:lnTo>
                    <a:pt x="368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56"/>
            <p:cNvSpPr/>
            <p:nvPr/>
          </p:nvSpPr>
          <p:spPr>
            <a:xfrm>
              <a:off x="5904150" y="3999450"/>
              <a:ext cx="267275" cy="102200"/>
            </a:xfrm>
            <a:custGeom>
              <a:rect b="b" l="l" r="r" t="t"/>
              <a:pathLst>
                <a:path extrusionOk="0" h="4088" w="10691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D401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56"/>
            <p:cNvSpPr/>
            <p:nvPr/>
          </p:nvSpPr>
          <p:spPr>
            <a:xfrm>
              <a:off x="5904150" y="3999450"/>
              <a:ext cx="267275" cy="102200"/>
            </a:xfrm>
            <a:custGeom>
              <a:rect b="b" l="l" r="r" t="t"/>
              <a:pathLst>
                <a:path extrusionOk="0" fill="none" h="4088" w="10691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56"/>
            <p:cNvSpPr/>
            <p:nvPr/>
          </p:nvSpPr>
          <p:spPr>
            <a:xfrm>
              <a:off x="6308400" y="3999450"/>
              <a:ext cx="275125" cy="102200"/>
            </a:xfrm>
            <a:custGeom>
              <a:rect b="b" l="l" r="r" t="t"/>
              <a:pathLst>
                <a:path extrusionOk="0" h="4088" w="11005">
                  <a:moveTo>
                    <a:pt x="11004" y="1"/>
                  </a:moveTo>
                  <a:lnTo>
                    <a:pt x="10735" y="90"/>
                  </a:lnTo>
                  <a:lnTo>
                    <a:pt x="9522" y="450"/>
                  </a:lnTo>
                  <a:lnTo>
                    <a:pt x="8265" y="764"/>
                  </a:lnTo>
                  <a:lnTo>
                    <a:pt x="6962" y="1079"/>
                  </a:lnTo>
                  <a:lnTo>
                    <a:pt x="5615" y="1303"/>
                  </a:lnTo>
                  <a:lnTo>
                    <a:pt x="4267" y="1528"/>
                  </a:lnTo>
                  <a:lnTo>
                    <a:pt x="2875" y="1707"/>
                  </a:lnTo>
                  <a:lnTo>
                    <a:pt x="1437" y="1842"/>
                  </a:lnTo>
                  <a:lnTo>
                    <a:pt x="0" y="1932"/>
                  </a:lnTo>
                  <a:lnTo>
                    <a:pt x="449" y="4088"/>
                  </a:lnTo>
                  <a:lnTo>
                    <a:pt x="1572" y="3998"/>
                  </a:lnTo>
                  <a:lnTo>
                    <a:pt x="2695" y="3908"/>
                  </a:lnTo>
                  <a:lnTo>
                    <a:pt x="3683" y="3774"/>
                  </a:lnTo>
                  <a:lnTo>
                    <a:pt x="4626" y="3594"/>
                  </a:lnTo>
                  <a:lnTo>
                    <a:pt x="6288" y="3279"/>
                  </a:lnTo>
                  <a:lnTo>
                    <a:pt x="7726" y="2875"/>
                  </a:lnTo>
                  <a:lnTo>
                    <a:pt x="8893" y="2516"/>
                  </a:lnTo>
                  <a:lnTo>
                    <a:pt x="9792" y="2157"/>
                  </a:lnTo>
                  <a:lnTo>
                    <a:pt x="10465" y="1842"/>
                  </a:lnTo>
                  <a:lnTo>
                    <a:pt x="10915" y="1573"/>
                  </a:lnTo>
                  <a:lnTo>
                    <a:pt x="11004" y="1528"/>
                  </a:lnTo>
                  <a:lnTo>
                    <a:pt x="11004" y="1"/>
                  </a:lnTo>
                  <a:close/>
                </a:path>
              </a:pathLst>
            </a:custGeom>
            <a:solidFill>
              <a:srgbClr val="C96E4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56"/>
            <p:cNvSpPr/>
            <p:nvPr/>
          </p:nvSpPr>
          <p:spPr>
            <a:xfrm>
              <a:off x="6308400" y="3999450"/>
              <a:ext cx="275125" cy="102200"/>
            </a:xfrm>
            <a:custGeom>
              <a:rect b="b" l="l" r="r" t="t"/>
              <a:pathLst>
                <a:path extrusionOk="0" fill="none" h="4088" w="11005">
                  <a:moveTo>
                    <a:pt x="11004" y="1"/>
                  </a:moveTo>
                  <a:lnTo>
                    <a:pt x="10735" y="90"/>
                  </a:lnTo>
                  <a:lnTo>
                    <a:pt x="10735" y="90"/>
                  </a:lnTo>
                  <a:lnTo>
                    <a:pt x="9522" y="450"/>
                  </a:lnTo>
                  <a:lnTo>
                    <a:pt x="8265" y="764"/>
                  </a:lnTo>
                  <a:lnTo>
                    <a:pt x="6962" y="1079"/>
                  </a:lnTo>
                  <a:lnTo>
                    <a:pt x="5615" y="1303"/>
                  </a:lnTo>
                  <a:lnTo>
                    <a:pt x="4267" y="1528"/>
                  </a:lnTo>
                  <a:lnTo>
                    <a:pt x="2875" y="1707"/>
                  </a:lnTo>
                  <a:lnTo>
                    <a:pt x="1437" y="1842"/>
                  </a:lnTo>
                  <a:lnTo>
                    <a:pt x="0" y="1932"/>
                  </a:lnTo>
                  <a:lnTo>
                    <a:pt x="449" y="4088"/>
                  </a:lnTo>
                  <a:lnTo>
                    <a:pt x="449" y="4088"/>
                  </a:lnTo>
                  <a:lnTo>
                    <a:pt x="449" y="4088"/>
                  </a:lnTo>
                  <a:lnTo>
                    <a:pt x="1572" y="3998"/>
                  </a:lnTo>
                  <a:lnTo>
                    <a:pt x="2695" y="3908"/>
                  </a:lnTo>
                  <a:lnTo>
                    <a:pt x="3683" y="3774"/>
                  </a:lnTo>
                  <a:lnTo>
                    <a:pt x="4626" y="3594"/>
                  </a:lnTo>
                  <a:lnTo>
                    <a:pt x="6288" y="3279"/>
                  </a:lnTo>
                  <a:lnTo>
                    <a:pt x="7726" y="2875"/>
                  </a:lnTo>
                  <a:lnTo>
                    <a:pt x="8893" y="2516"/>
                  </a:lnTo>
                  <a:lnTo>
                    <a:pt x="9792" y="2157"/>
                  </a:lnTo>
                  <a:lnTo>
                    <a:pt x="10465" y="1842"/>
                  </a:lnTo>
                  <a:lnTo>
                    <a:pt x="10915" y="1573"/>
                  </a:lnTo>
                  <a:lnTo>
                    <a:pt x="11004" y="1528"/>
                  </a:lnTo>
                  <a:lnTo>
                    <a:pt x="1100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56"/>
            <p:cNvSpPr/>
            <p:nvPr/>
          </p:nvSpPr>
          <p:spPr>
            <a:xfrm>
              <a:off x="6604825" y="1844650"/>
              <a:ext cx="335775" cy="225725"/>
            </a:xfrm>
            <a:custGeom>
              <a:rect b="b" l="l" r="r" t="t"/>
              <a:pathLst>
                <a:path extrusionOk="0" h="9029" w="13431">
                  <a:moveTo>
                    <a:pt x="9388" y="1"/>
                  </a:moveTo>
                  <a:lnTo>
                    <a:pt x="9478" y="584"/>
                  </a:lnTo>
                  <a:lnTo>
                    <a:pt x="9523" y="1213"/>
                  </a:lnTo>
                  <a:lnTo>
                    <a:pt x="9523" y="1573"/>
                  </a:lnTo>
                  <a:lnTo>
                    <a:pt x="9478" y="1932"/>
                  </a:lnTo>
                  <a:lnTo>
                    <a:pt x="9388" y="2291"/>
                  </a:lnTo>
                  <a:lnTo>
                    <a:pt x="9253" y="2695"/>
                  </a:lnTo>
                  <a:lnTo>
                    <a:pt x="9388" y="3055"/>
                  </a:lnTo>
                  <a:lnTo>
                    <a:pt x="9478" y="3414"/>
                  </a:lnTo>
                  <a:lnTo>
                    <a:pt x="9433" y="3773"/>
                  </a:lnTo>
                  <a:lnTo>
                    <a:pt x="9298" y="4088"/>
                  </a:lnTo>
                  <a:lnTo>
                    <a:pt x="9074" y="4447"/>
                  </a:lnTo>
                  <a:lnTo>
                    <a:pt x="8759" y="4762"/>
                  </a:lnTo>
                  <a:lnTo>
                    <a:pt x="8400" y="5076"/>
                  </a:lnTo>
                  <a:lnTo>
                    <a:pt x="7906" y="5345"/>
                  </a:lnTo>
                  <a:lnTo>
                    <a:pt x="7412" y="5660"/>
                  </a:lnTo>
                  <a:lnTo>
                    <a:pt x="6783" y="5929"/>
                  </a:lnTo>
                  <a:lnTo>
                    <a:pt x="6154" y="6199"/>
                  </a:lnTo>
                  <a:lnTo>
                    <a:pt x="5435" y="6468"/>
                  </a:lnTo>
                  <a:lnTo>
                    <a:pt x="4627" y="6693"/>
                  </a:lnTo>
                  <a:lnTo>
                    <a:pt x="3819" y="6918"/>
                  </a:lnTo>
                  <a:lnTo>
                    <a:pt x="1977" y="7322"/>
                  </a:lnTo>
                  <a:lnTo>
                    <a:pt x="1" y="7726"/>
                  </a:lnTo>
                  <a:lnTo>
                    <a:pt x="2651" y="9029"/>
                  </a:lnTo>
                  <a:lnTo>
                    <a:pt x="3908" y="8759"/>
                  </a:lnTo>
                  <a:lnTo>
                    <a:pt x="5076" y="8490"/>
                  </a:lnTo>
                  <a:lnTo>
                    <a:pt x="6199" y="8175"/>
                  </a:lnTo>
                  <a:lnTo>
                    <a:pt x="7232" y="7906"/>
                  </a:lnTo>
                  <a:lnTo>
                    <a:pt x="8220" y="7546"/>
                  </a:lnTo>
                  <a:lnTo>
                    <a:pt x="9074" y="7232"/>
                  </a:lnTo>
                  <a:lnTo>
                    <a:pt x="9882" y="6873"/>
                  </a:lnTo>
                  <a:lnTo>
                    <a:pt x="10646" y="6558"/>
                  </a:lnTo>
                  <a:lnTo>
                    <a:pt x="11274" y="6199"/>
                  </a:lnTo>
                  <a:lnTo>
                    <a:pt x="11813" y="5840"/>
                  </a:lnTo>
                  <a:lnTo>
                    <a:pt x="12307" y="5435"/>
                  </a:lnTo>
                  <a:lnTo>
                    <a:pt x="12712" y="5076"/>
                  </a:lnTo>
                  <a:lnTo>
                    <a:pt x="13026" y="4717"/>
                  </a:lnTo>
                  <a:lnTo>
                    <a:pt x="13251" y="4312"/>
                  </a:lnTo>
                  <a:lnTo>
                    <a:pt x="13385" y="3953"/>
                  </a:lnTo>
                  <a:lnTo>
                    <a:pt x="13430" y="3549"/>
                  </a:lnTo>
                  <a:lnTo>
                    <a:pt x="13430" y="3324"/>
                  </a:lnTo>
                  <a:lnTo>
                    <a:pt x="13385" y="3100"/>
                  </a:lnTo>
                  <a:lnTo>
                    <a:pt x="13296" y="2875"/>
                  </a:lnTo>
                  <a:lnTo>
                    <a:pt x="13161" y="2651"/>
                  </a:lnTo>
                  <a:lnTo>
                    <a:pt x="12846" y="2201"/>
                  </a:lnTo>
                  <a:lnTo>
                    <a:pt x="12397" y="1752"/>
                  </a:lnTo>
                  <a:lnTo>
                    <a:pt x="11813" y="1303"/>
                  </a:lnTo>
                  <a:lnTo>
                    <a:pt x="11140" y="854"/>
                  </a:lnTo>
                  <a:lnTo>
                    <a:pt x="10331" y="450"/>
                  </a:lnTo>
                  <a:lnTo>
                    <a:pt x="9388" y="1"/>
                  </a:lnTo>
                  <a:close/>
                </a:path>
              </a:pathLst>
            </a:custGeom>
            <a:solidFill>
              <a:srgbClr val="C96E4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56"/>
            <p:cNvSpPr/>
            <p:nvPr/>
          </p:nvSpPr>
          <p:spPr>
            <a:xfrm>
              <a:off x="6604825" y="1844650"/>
              <a:ext cx="335775" cy="225725"/>
            </a:xfrm>
            <a:custGeom>
              <a:rect b="b" l="l" r="r" t="t"/>
              <a:pathLst>
                <a:path extrusionOk="0" fill="none" h="9029" w="13431">
                  <a:moveTo>
                    <a:pt x="9388" y="1"/>
                  </a:moveTo>
                  <a:lnTo>
                    <a:pt x="9388" y="1"/>
                  </a:lnTo>
                  <a:lnTo>
                    <a:pt x="9478" y="584"/>
                  </a:lnTo>
                  <a:lnTo>
                    <a:pt x="9523" y="1213"/>
                  </a:lnTo>
                  <a:lnTo>
                    <a:pt x="9523" y="1573"/>
                  </a:lnTo>
                  <a:lnTo>
                    <a:pt x="9478" y="1932"/>
                  </a:lnTo>
                  <a:lnTo>
                    <a:pt x="9388" y="2291"/>
                  </a:lnTo>
                  <a:lnTo>
                    <a:pt x="9253" y="2695"/>
                  </a:lnTo>
                  <a:lnTo>
                    <a:pt x="9253" y="2695"/>
                  </a:lnTo>
                  <a:lnTo>
                    <a:pt x="9388" y="3055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33" y="3773"/>
                  </a:lnTo>
                  <a:lnTo>
                    <a:pt x="9298" y="4088"/>
                  </a:lnTo>
                  <a:lnTo>
                    <a:pt x="9074" y="4447"/>
                  </a:lnTo>
                  <a:lnTo>
                    <a:pt x="8759" y="4762"/>
                  </a:lnTo>
                  <a:lnTo>
                    <a:pt x="8400" y="5076"/>
                  </a:lnTo>
                  <a:lnTo>
                    <a:pt x="7906" y="5345"/>
                  </a:lnTo>
                  <a:lnTo>
                    <a:pt x="7412" y="5660"/>
                  </a:lnTo>
                  <a:lnTo>
                    <a:pt x="6783" y="5929"/>
                  </a:lnTo>
                  <a:lnTo>
                    <a:pt x="6154" y="6199"/>
                  </a:lnTo>
                  <a:lnTo>
                    <a:pt x="5435" y="6468"/>
                  </a:lnTo>
                  <a:lnTo>
                    <a:pt x="4627" y="6693"/>
                  </a:lnTo>
                  <a:lnTo>
                    <a:pt x="3819" y="6918"/>
                  </a:lnTo>
                  <a:lnTo>
                    <a:pt x="1977" y="7322"/>
                  </a:lnTo>
                  <a:lnTo>
                    <a:pt x="1" y="7726"/>
                  </a:lnTo>
                  <a:lnTo>
                    <a:pt x="2651" y="9029"/>
                  </a:lnTo>
                  <a:lnTo>
                    <a:pt x="2651" y="9029"/>
                  </a:lnTo>
                  <a:lnTo>
                    <a:pt x="3908" y="8759"/>
                  </a:lnTo>
                  <a:lnTo>
                    <a:pt x="5076" y="8490"/>
                  </a:lnTo>
                  <a:lnTo>
                    <a:pt x="6199" y="8175"/>
                  </a:lnTo>
                  <a:lnTo>
                    <a:pt x="7232" y="7906"/>
                  </a:lnTo>
                  <a:lnTo>
                    <a:pt x="8220" y="7546"/>
                  </a:lnTo>
                  <a:lnTo>
                    <a:pt x="9074" y="7232"/>
                  </a:lnTo>
                  <a:lnTo>
                    <a:pt x="9882" y="6873"/>
                  </a:lnTo>
                  <a:lnTo>
                    <a:pt x="10646" y="6558"/>
                  </a:lnTo>
                  <a:lnTo>
                    <a:pt x="11274" y="6199"/>
                  </a:lnTo>
                  <a:lnTo>
                    <a:pt x="11813" y="5840"/>
                  </a:lnTo>
                  <a:lnTo>
                    <a:pt x="12307" y="5435"/>
                  </a:lnTo>
                  <a:lnTo>
                    <a:pt x="12712" y="5076"/>
                  </a:lnTo>
                  <a:lnTo>
                    <a:pt x="13026" y="4717"/>
                  </a:lnTo>
                  <a:lnTo>
                    <a:pt x="13251" y="4312"/>
                  </a:lnTo>
                  <a:lnTo>
                    <a:pt x="13385" y="3953"/>
                  </a:lnTo>
                  <a:lnTo>
                    <a:pt x="13430" y="3549"/>
                  </a:lnTo>
                  <a:lnTo>
                    <a:pt x="13430" y="3549"/>
                  </a:lnTo>
                  <a:lnTo>
                    <a:pt x="13430" y="3324"/>
                  </a:lnTo>
                  <a:lnTo>
                    <a:pt x="13385" y="3100"/>
                  </a:lnTo>
                  <a:lnTo>
                    <a:pt x="13296" y="2875"/>
                  </a:lnTo>
                  <a:lnTo>
                    <a:pt x="13161" y="2651"/>
                  </a:lnTo>
                  <a:lnTo>
                    <a:pt x="12846" y="2201"/>
                  </a:lnTo>
                  <a:lnTo>
                    <a:pt x="12397" y="1752"/>
                  </a:lnTo>
                  <a:lnTo>
                    <a:pt x="11813" y="1303"/>
                  </a:lnTo>
                  <a:lnTo>
                    <a:pt x="11140" y="854"/>
                  </a:lnTo>
                  <a:lnTo>
                    <a:pt x="10331" y="450"/>
                  </a:lnTo>
                  <a:lnTo>
                    <a:pt x="938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56"/>
            <p:cNvSpPr/>
            <p:nvPr/>
          </p:nvSpPr>
          <p:spPr>
            <a:xfrm>
              <a:off x="6667700" y="2093925"/>
              <a:ext cx="343625" cy="1777550"/>
            </a:xfrm>
            <a:custGeom>
              <a:rect b="b" l="l" r="r" t="t"/>
              <a:pathLst>
                <a:path extrusionOk="0" h="71102" w="13745">
                  <a:moveTo>
                    <a:pt x="4358" y="3235"/>
                  </a:moveTo>
                  <a:lnTo>
                    <a:pt x="4313" y="3280"/>
                  </a:lnTo>
                  <a:lnTo>
                    <a:pt x="4942" y="6693"/>
                  </a:lnTo>
                  <a:lnTo>
                    <a:pt x="4987" y="6918"/>
                  </a:lnTo>
                  <a:lnTo>
                    <a:pt x="5031" y="6738"/>
                  </a:lnTo>
                  <a:lnTo>
                    <a:pt x="5076" y="6648"/>
                  </a:lnTo>
                  <a:lnTo>
                    <a:pt x="4403" y="3280"/>
                  </a:lnTo>
                  <a:lnTo>
                    <a:pt x="4358" y="3235"/>
                  </a:lnTo>
                  <a:close/>
                  <a:moveTo>
                    <a:pt x="7592" y="1438"/>
                  </a:moveTo>
                  <a:lnTo>
                    <a:pt x="7592" y="1483"/>
                  </a:lnTo>
                  <a:lnTo>
                    <a:pt x="7996" y="2965"/>
                  </a:lnTo>
                  <a:lnTo>
                    <a:pt x="8400" y="4492"/>
                  </a:lnTo>
                  <a:lnTo>
                    <a:pt x="8715" y="5974"/>
                  </a:lnTo>
                  <a:lnTo>
                    <a:pt x="9074" y="7502"/>
                  </a:lnTo>
                  <a:lnTo>
                    <a:pt x="9343" y="9029"/>
                  </a:lnTo>
                  <a:lnTo>
                    <a:pt x="9613" y="10556"/>
                  </a:lnTo>
                  <a:lnTo>
                    <a:pt x="9837" y="12083"/>
                  </a:lnTo>
                  <a:lnTo>
                    <a:pt x="10017" y="13655"/>
                  </a:lnTo>
                  <a:lnTo>
                    <a:pt x="10062" y="13700"/>
                  </a:lnTo>
                  <a:lnTo>
                    <a:pt x="10107" y="13655"/>
                  </a:lnTo>
                  <a:lnTo>
                    <a:pt x="10107" y="13610"/>
                  </a:lnTo>
                  <a:lnTo>
                    <a:pt x="9927" y="12083"/>
                  </a:lnTo>
                  <a:lnTo>
                    <a:pt x="9703" y="10556"/>
                  </a:lnTo>
                  <a:lnTo>
                    <a:pt x="9433" y="9029"/>
                  </a:lnTo>
                  <a:lnTo>
                    <a:pt x="9164" y="7502"/>
                  </a:lnTo>
                  <a:lnTo>
                    <a:pt x="8849" y="5974"/>
                  </a:lnTo>
                  <a:lnTo>
                    <a:pt x="8490" y="4447"/>
                  </a:lnTo>
                  <a:lnTo>
                    <a:pt x="8086" y="2965"/>
                  </a:lnTo>
                  <a:lnTo>
                    <a:pt x="7681" y="1483"/>
                  </a:lnTo>
                  <a:lnTo>
                    <a:pt x="7637" y="1438"/>
                  </a:lnTo>
                  <a:close/>
                  <a:moveTo>
                    <a:pt x="9927" y="1"/>
                  </a:moveTo>
                  <a:lnTo>
                    <a:pt x="9927" y="46"/>
                  </a:lnTo>
                  <a:lnTo>
                    <a:pt x="10691" y="3190"/>
                  </a:lnTo>
                  <a:lnTo>
                    <a:pt x="11365" y="6379"/>
                  </a:lnTo>
                  <a:lnTo>
                    <a:pt x="11948" y="9523"/>
                  </a:lnTo>
                  <a:lnTo>
                    <a:pt x="12442" y="12757"/>
                  </a:lnTo>
                  <a:lnTo>
                    <a:pt x="12892" y="15946"/>
                  </a:lnTo>
                  <a:lnTo>
                    <a:pt x="13206" y="19179"/>
                  </a:lnTo>
                  <a:lnTo>
                    <a:pt x="13476" y="22413"/>
                  </a:lnTo>
                  <a:lnTo>
                    <a:pt x="13610" y="25647"/>
                  </a:lnTo>
                  <a:lnTo>
                    <a:pt x="13655" y="25647"/>
                  </a:lnTo>
                  <a:lnTo>
                    <a:pt x="13655" y="25692"/>
                  </a:lnTo>
                  <a:lnTo>
                    <a:pt x="13700" y="25647"/>
                  </a:lnTo>
                  <a:lnTo>
                    <a:pt x="13745" y="25602"/>
                  </a:lnTo>
                  <a:lnTo>
                    <a:pt x="13565" y="22368"/>
                  </a:lnTo>
                  <a:lnTo>
                    <a:pt x="13296" y="19179"/>
                  </a:lnTo>
                  <a:lnTo>
                    <a:pt x="12981" y="15946"/>
                  </a:lnTo>
                  <a:lnTo>
                    <a:pt x="12532" y="12712"/>
                  </a:lnTo>
                  <a:lnTo>
                    <a:pt x="12038" y="9523"/>
                  </a:lnTo>
                  <a:lnTo>
                    <a:pt x="11454" y="6334"/>
                  </a:lnTo>
                  <a:lnTo>
                    <a:pt x="10781" y="3190"/>
                  </a:lnTo>
                  <a:lnTo>
                    <a:pt x="10017" y="1"/>
                  </a:lnTo>
                  <a:close/>
                  <a:moveTo>
                    <a:pt x="8086" y="54752"/>
                  </a:moveTo>
                  <a:lnTo>
                    <a:pt x="8041" y="54797"/>
                  </a:lnTo>
                  <a:lnTo>
                    <a:pt x="7996" y="55516"/>
                  </a:lnTo>
                  <a:lnTo>
                    <a:pt x="7906" y="56234"/>
                  </a:lnTo>
                  <a:lnTo>
                    <a:pt x="7771" y="56953"/>
                  </a:lnTo>
                  <a:lnTo>
                    <a:pt x="7637" y="57627"/>
                  </a:lnTo>
                  <a:lnTo>
                    <a:pt x="7412" y="58345"/>
                  </a:lnTo>
                  <a:lnTo>
                    <a:pt x="7187" y="59019"/>
                  </a:lnTo>
                  <a:lnTo>
                    <a:pt x="6918" y="59693"/>
                  </a:lnTo>
                  <a:lnTo>
                    <a:pt x="6604" y="60322"/>
                  </a:lnTo>
                  <a:lnTo>
                    <a:pt x="6244" y="60951"/>
                  </a:lnTo>
                  <a:lnTo>
                    <a:pt x="5840" y="61579"/>
                  </a:lnTo>
                  <a:lnTo>
                    <a:pt x="5436" y="62163"/>
                  </a:lnTo>
                  <a:lnTo>
                    <a:pt x="4987" y="62702"/>
                  </a:lnTo>
                  <a:lnTo>
                    <a:pt x="4493" y="63241"/>
                  </a:lnTo>
                  <a:lnTo>
                    <a:pt x="3998" y="63735"/>
                  </a:lnTo>
                  <a:lnTo>
                    <a:pt x="3459" y="64229"/>
                  </a:lnTo>
                  <a:lnTo>
                    <a:pt x="2876" y="64634"/>
                  </a:lnTo>
                  <a:lnTo>
                    <a:pt x="2876" y="64723"/>
                  </a:lnTo>
                  <a:lnTo>
                    <a:pt x="3055" y="64903"/>
                  </a:lnTo>
                  <a:lnTo>
                    <a:pt x="2920" y="64723"/>
                  </a:lnTo>
                  <a:lnTo>
                    <a:pt x="3504" y="64274"/>
                  </a:lnTo>
                  <a:lnTo>
                    <a:pt x="4043" y="63825"/>
                  </a:lnTo>
                  <a:lnTo>
                    <a:pt x="4582" y="63286"/>
                  </a:lnTo>
                  <a:lnTo>
                    <a:pt x="5076" y="62747"/>
                  </a:lnTo>
                  <a:lnTo>
                    <a:pt x="5526" y="62208"/>
                  </a:lnTo>
                  <a:lnTo>
                    <a:pt x="5930" y="61624"/>
                  </a:lnTo>
                  <a:lnTo>
                    <a:pt x="6334" y="60995"/>
                  </a:lnTo>
                  <a:lnTo>
                    <a:pt x="6693" y="60367"/>
                  </a:lnTo>
                  <a:lnTo>
                    <a:pt x="7008" y="59693"/>
                  </a:lnTo>
                  <a:lnTo>
                    <a:pt x="7277" y="59064"/>
                  </a:lnTo>
                  <a:lnTo>
                    <a:pt x="7547" y="58345"/>
                  </a:lnTo>
                  <a:lnTo>
                    <a:pt x="7726" y="57672"/>
                  </a:lnTo>
                  <a:lnTo>
                    <a:pt x="7906" y="56953"/>
                  </a:lnTo>
                  <a:lnTo>
                    <a:pt x="7996" y="56234"/>
                  </a:lnTo>
                  <a:lnTo>
                    <a:pt x="8086" y="55516"/>
                  </a:lnTo>
                  <a:lnTo>
                    <a:pt x="8131" y="54797"/>
                  </a:lnTo>
                  <a:lnTo>
                    <a:pt x="8086" y="54752"/>
                  </a:lnTo>
                  <a:close/>
                  <a:moveTo>
                    <a:pt x="13116" y="49093"/>
                  </a:moveTo>
                  <a:lnTo>
                    <a:pt x="13071" y="49138"/>
                  </a:lnTo>
                  <a:lnTo>
                    <a:pt x="12937" y="50800"/>
                  </a:lnTo>
                  <a:lnTo>
                    <a:pt x="12667" y="52417"/>
                  </a:lnTo>
                  <a:lnTo>
                    <a:pt x="12353" y="54034"/>
                  </a:lnTo>
                  <a:lnTo>
                    <a:pt x="11904" y="55651"/>
                  </a:lnTo>
                  <a:lnTo>
                    <a:pt x="11365" y="57178"/>
                  </a:lnTo>
                  <a:lnTo>
                    <a:pt x="10736" y="58705"/>
                  </a:lnTo>
                  <a:lnTo>
                    <a:pt x="10017" y="60232"/>
                  </a:lnTo>
                  <a:lnTo>
                    <a:pt x="9209" y="61669"/>
                  </a:lnTo>
                  <a:lnTo>
                    <a:pt x="8310" y="63062"/>
                  </a:lnTo>
                  <a:lnTo>
                    <a:pt x="7322" y="64409"/>
                  </a:lnTo>
                  <a:lnTo>
                    <a:pt x="6289" y="65667"/>
                  </a:lnTo>
                  <a:lnTo>
                    <a:pt x="5166" y="66879"/>
                  </a:lnTo>
                  <a:lnTo>
                    <a:pt x="3998" y="68047"/>
                  </a:lnTo>
                  <a:lnTo>
                    <a:pt x="2696" y="69125"/>
                  </a:lnTo>
                  <a:lnTo>
                    <a:pt x="1393" y="70113"/>
                  </a:lnTo>
                  <a:lnTo>
                    <a:pt x="1" y="71012"/>
                  </a:lnTo>
                  <a:lnTo>
                    <a:pt x="1" y="71101"/>
                  </a:lnTo>
                  <a:lnTo>
                    <a:pt x="46" y="71101"/>
                  </a:lnTo>
                  <a:lnTo>
                    <a:pt x="1438" y="70203"/>
                  </a:lnTo>
                  <a:lnTo>
                    <a:pt x="2786" y="69215"/>
                  </a:lnTo>
                  <a:lnTo>
                    <a:pt x="4043" y="68137"/>
                  </a:lnTo>
                  <a:lnTo>
                    <a:pt x="5256" y="66969"/>
                  </a:lnTo>
                  <a:lnTo>
                    <a:pt x="6379" y="65756"/>
                  </a:lnTo>
                  <a:lnTo>
                    <a:pt x="7412" y="64454"/>
                  </a:lnTo>
                  <a:lnTo>
                    <a:pt x="8400" y="63106"/>
                  </a:lnTo>
                  <a:lnTo>
                    <a:pt x="9298" y="61714"/>
                  </a:lnTo>
                  <a:lnTo>
                    <a:pt x="10107" y="60277"/>
                  </a:lnTo>
                  <a:lnTo>
                    <a:pt x="10826" y="58750"/>
                  </a:lnTo>
                  <a:lnTo>
                    <a:pt x="11454" y="57223"/>
                  </a:lnTo>
                  <a:lnTo>
                    <a:pt x="11993" y="55651"/>
                  </a:lnTo>
                  <a:lnTo>
                    <a:pt x="12442" y="54079"/>
                  </a:lnTo>
                  <a:lnTo>
                    <a:pt x="12802" y="52417"/>
                  </a:lnTo>
                  <a:lnTo>
                    <a:pt x="13026" y="50800"/>
                  </a:lnTo>
                  <a:lnTo>
                    <a:pt x="13161" y="49138"/>
                  </a:lnTo>
                  <a:lnTo>
                    <a:pt x="13116" y="490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56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5211" y="0"/>
                  </a:moveTo>
                  <a:lnTo>
                    <a:pt x="5211" y="0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121" y="764"/>
                  </a:lnTo>
                  <a:lnTo>
                    <a:pt x="5031" y="1482"/>
                  </a:lnTo>
                  <a:lnTo>
                    <a:pt x="4896" y="2201"/>
                  </a:lnTo>
                  <a:lnTo>
                    <a:pt x="4762" y="2875"/>
                  </a:lnTo>
                  <a:lnTo>
                    <a:pt x="4537" y="3593"/>
                  </a:lnTo>
                  <a:lnTo>
                    <a:pt x="4312" y="4267"/>
                  </a:lnTo>
                  <a:lnTo>
                    <a:pt x="4043" y="4941"/>
                  </a:lnTo>
                  <a:lnTo>
                    <a:pt x="3729" y="5570"/>
                  </a:lnTo>
                  <a:lnTo>
                    <a:pt x="3369" y="6199"/>
                  </a:lnTo>
                  <a:lnTo>
                    <a:pt x="2965" y="6827"/>
                  </a:lnTo>
                  <a:lnTo>
                    <a:pt x="2561" y="7411"/>
                  </a:lnTo>
                  <a:lnTo>
                    <a:pt x="2112" y="7950"/>
                  </a:lnTo>
                  <a:lnTo>
                    <a:pt x="1618" y="8489"/>
                  </a:lnTo>
                  <a:lnTo>
                    <a:pt x="1123" y="8983"/>
                  </a:lnTo>
                  <a:lnTo>
                    <a:pt x="584" y="9477"/>
                  </a:lnTo>
                  <a:lnTo>
                    <a:pt x="1" y="9882"/>
                  </a:lnTo>
                  <a:lnTo>
                    <a:pt x="1" y="9971"/>
                  </a:lnTo>
                  <a:lnTo>
                    <a:pt x="180" y="10151"/>
                  </a:lnTo>
                  <a:lnTo>
                    <a:pt x="45" y="9971"/>
                  </a:lnTo>
                  <a:lnTo>
                    <a:pt x="45" y="9971"/>
                  </a:lnTo>
                  <a:lnTo>
                    <a:pt x="629" y="9522"/>
                  </a:lnTo>
                  <a:lnTo>
                    <a:pt x="1168" y="9073"/>
                  </a:lnTo>
                  <a:lnTo>
                    <a:pt x="1707" y="8534"/>
                  </a:lnTo>
                  <a:lnTo>
                    <a:pt x="2201" y="7995"/>
                  </a:lnTo>
                  <a:lnTo>
                    <a:pt x="2651" y="7456"/>
                  </a:lnTo>
                  <a:lnTo>
                    <a:pt x="3055" y="6872"/>
                  </a:lnTo>
                  <a:lnTo>
                    <a:pt x="3459" y="6243"/>
                  </a:lnTo>
                  <a:lnTo>
                    <a:pt x="3818" y="5615"/>
                  </a:lnTo>
                  <a:lnTo>
                    <a:pt x="4133" y="4941"/>
                  </a:lnTo>
                  <a:lnTo>
                    <a:pt x="4402" y="4312"/>
                  </a:lnTo>
                  <a:lnTo>
                    <a:pt x="4672" y="3593"/>
                  </a:lnTo>
                  <a:lnTo>
                    <a:pt x="4851" y="2920"/>
                  </a:lnTo>
                  <a:lnTo>
                    <a:pt x="5031" y="2201"/>
                  </a:lnTo>
                  <a:lnTo>
                    <a:pt x="5121" y="1482"/>
                  </a:lnTo>
                  <a:lnTo>
                    <a:pt x="5211" y="764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56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13116" y="1"/>
                  </a:moveTo>
                  <a:lnTo>
                    <a:pt x="13116" y="1"/>
                  </a:lnTo>
                  <a:lnTo>
                    <a:pt x="13116" y="1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2937" y="1708"/>
                  </a:lnTo>
                  <a:lnTo>
                    <a:pt x="12667" y="3325"/>
                  </a:lnTo>
                  <a:lnTo>
                    <a:pt x="12353" y="4942"/>
                  </a:lnTo>
                  <a:lnTo>
                    <a:pt x="11904" y="6559"/>
                  </a:lnTo>
                  <a:lnTo>
                    <a:pt x="11365" y="8086"/>
                  </a:lnTo>
                  <a:lnTo>
                    <a:pt x="10736" y="9613"/>
                  </a:lnTo>
                  <a:lnTo>
                    <a:pt x="10017" y="11140"/>
                  </a:lnTo>
                  <a:lnTo>
                    <a:pt x="9209" y="12577"/>
                  </a:lnTo>
                  <a:lnTo>
                    <a:pt x="8310" y="13970"/>
                  </a:lnTo>
                  <a:lnTo>
                    <a:pt x="7322" y="15317"/>
                  </a:lnTo>
                  <a:lnTo>
                    <a:pt x="6289" y="16575"/>
                  </a:lnTo>
                  <a:lnTo>
                    <a:pt x="5166" y="17787"/>
                  </a:lnTo>
                  <a:lnTo>
                    <a:pt x="3998" y="18955"/>
                  </a:lnTo>
                  <a:lnTo>
                    <a:pt x="2696" y="20033"/>
                  </a:lnTo>
                  <a:lnTo>
                    <a:pt x="1393" y="21021"/>
                  </a:lnTo>
                  <a:lnTo>
                    <a:pt x="1" y="21920"/>
                  </a:lnTo>
                  <a:lnTo>
                    <a:pt x="1" y="22009"/>
                  </a:lnTo>
                  <a:lnTo>
                    <a:pt x="46" y="22009"/>
                  </a:lnTo>
                  <a:lnTo>
                    <a:pt x="46" y="22009"/>
                  </a:lnTo>
                  <a:lnTo>
                    <a:pt x="1438" y="21111"/>
                  </a:lnTo>
                  <a:lnTo>
                    <a:pt x="2786" y="20123"/>
                  </a:lnTo>
                  <a:lnTo>
                    <a:pt x="4043" y="19045"/>
                  </a:lnTo>
                  <a:lnTo>
                    <a:pt x="5256" y="17877"/>
                  </a:lnTo>
                  <a:lnTo>
                    <a:pt x="6379" y="16664"/>
                  </a:lnTo>
                  <a:lnTo>
                    <a:pt x="7412" y="15362"/>
                  </a:lnTo>
                  <a:lnTo>
                    <a:pt x="8400" y="14014"/>
                  </a:lnTo>
                  <a:lnTo>
                    <a:pt x="9298" y="12622"/>
                  </a:lnTo>
                  <a:lnTo>
                    <a:pt x="10107" y="11185"/>
                  </a:lnTo>
                  <a:lnTo>
                    <a:pt x="10826" y="9658"/>
                  </a:lnTo>
                  <a:lnTo>
                    <a:pt x="11454" y="8131"/>
                  </a:lnTo>
                  <a:lnTo>
                    <a:pt x="11993" y="6559"/>
                  </a:lnTo>
                  <a:lnTo>
                    <a:pt x="12442" y="4987"/>
                  </a:lnTo>
                  <a:lnTo>
                    <a:pt x="12802" y="3325"/>
                  </a:lnTo>
                  <a:lnTo>
                    <a:pt x="13026" y="1708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1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56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46" y="0"/>
                  </a:moveTo>
                  <a:lnTo>
                    <a:pt x="46" y="225"/>
                  </a:lnTo>
                  <a:lnTo>
                    <a:pt x="1" y="270"/>
                  </a:lnTo>
                  <a:lnTo>
                    <a:pt x="630" y="3683"/>
                  </a:lnTo>
                  <a:lnTo>
                    <a:pt x="675" y="3908"/>
                  </a:lnTo>
                  <a:lnTo>
                    <a:pt x="719" y="3728"/>
                  </a:lnTo>
                  <a:lnTo>
                    <a:pt x="719" y="3728"/>
                  </a:lnTo>
                  <a:lnTo>
                    <a:pt x="764" y="3638"/>
                  </a:lnTo>
                  <a:lnTo>
                    <a:pt x="91" y="270"/>
                  </a:lnTo>
                  <a:lnTo>
                    <a:pt x="46" y="225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56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46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405" y="1527"/>
                  </a:lnTo>
                  <a:lnTo>
                    <a:pt x="809" y="3054"/>
                  </a:lnTo>
                  <a:lnTo>
                    <a:pt x="1124" y="4536"/>
                  </a:lnTo>
                  <a:lnTo>
                    <a:pt x="1483" y="6064"/>
                  </a:lnTo>
                  <a:lnTo>
                    <a:pt x="1752" y="7591"/>
                  </a:lnTo>
                  <a:lnTo>
                    <a:pt x="2022" y="9118"/>
                  </a:lnTo>
                  <a:lnTo>
                    <a:pt x="2246" y="10645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71" y="12262"/>
                  </a:lnTo>
                  <a:lnTo>
                    <a:pt x="2471" y="12262"/>
                  </a:lnTo>
                  <a:lnTo>
                    <a:pt x="2516" y="12217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336" y="10645"/>
                  </a:lnTo>
                  <a:lnTo>
                    <a:pt x="2112" y="9118"/>
                  </a:lnTo>
                  <a:lnTo>
                    <a:pt x="1842" y="7591"/>
                  </a:lnTo>
                  <a:lnTo>
                    <a:pt x="1573" y="6064"/>
                  </a:lnTo>
                  <a:lnTo>
                    <a:pt x="1258" y="4536"/>
                  </a:lnTo>
                  <a:lnTo>
                    <a:pt x="899" y="3009"/>
                  </a:lnTo>
                  <a:lnTo>
                    <a:pt x="495" y="1527"/>
                  </a:lnTo>
                  <a:lnTo>
                    <a:pt x="90" y="45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56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45" y="0"/>
                  </a:moveTo>
                  <a:lnTo>
                    <a:pt x="45" y="225"/>
                  </a:lnTo>
                  <a:lnTo>
                    <a:pt x="45" y="225"/>
                  </a:lnTo>
                  <a:lnTo>
                    <a:pt x="0" y="22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764" y="3414"/>
                  </a:lnTo>
                  <a:lnTo>
                    <a:pt x="1438" y="6603"/>
                  </a:lnTo>
                  <a:lnTo>
                    <a:pt x="2021" y="9747"/>
                  </a:lnTo>
                  <a:lnTo>
                    <a:pt x="2515" y="12981"/>
                  </a:lnTo>
                  <a:lnTo>
                    <a:pt x="2965" y="16170"/>
                  </a:lnTo>
                  <a:lnTo>
                    <a:pt x="3279" y="19403"/>
                  </a:lnTo>
                  <a:lnTo>
                    <a:pt x="3549" y="22637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728" y="25871"/>
                  </a:lnTo>
                  <a:lnTo>
                    <a:pt x="3728" y="25916"/>
                  </a:lnTo>
                  <a:lnTo>
                    <a:pt x="3728" y="25916"/>
                  </a:lnTo>
                  <a:lnTo>
                    <a:pt x="3773" y="25871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638" y="22592"/>
                  </a:lnTo>
                  <a:lnTo>
                    <a:pt x="3369" y="19403"/>
                  </a:lnTo>
                  <a:lnTo>
                    <a:pt x="3054" y="16170"/>
                  </a:lnTo>
                  <a:lnTo>
                    <a:pt x="2605" y="12936"/>
                  </a:lnTo>
                  <a:lnTo>
                    <a:pt x="2111" y="9747"/>
                  </a:lnTo>
                  <a:lnTo>
                    <a:pt x="1527" y="6558"/>
                  </a:lnTo>
                  <a:lnTo>
                    <a:pt x="854" y="3414"/>
                  </a:lnTo>
                  <a:lnTo>
                    <a:pt x="90" y="225"/>
                  </a:lnTo>
                  <a:lnTo>
                    <a:pt x="45" y="225"/>
                  </a:lnTo>
                  <a:lnTo>
                    <a:pt x="4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56"/>
            <p:cNvSpPr/>
            <p:nvPr/>
          </p:nvSpPr>
          <p:spPr>
            <a:xfrm>
              <a:off x="6328600" y="1961425"/>
              <a:ext cx="792775" cy="2069500"/>
            </a:xfrm>
            <a:custGeom>
              <a:rect b="b" l="l" r="r" t="t"/>
              <a:pathLst>
                <a:path extrusionOk="0" h="82780" w="31711">
                  <a:moveTo>
                    <a:pt x="17922" y="8535"/>
                  </a:moveTo>
                  <a:lnTo>
                    <a:pt x="17967" y="8580"/>
                  </a:lnTo>
                  <a:lnTo>
                    <a:pt x="18640" y="11948"/>
                  </a:lnTo>
                  <a:lnTo>
                    <a:pt x="18595" y="12038"/>
                  </a:lnTo>
                  <a:lnTo>
                    <a:pt x="18551" y="12218"/>
                  </a:lnTo>
                  <a:lnTo>
                    <a:pt x="18506" y="11993"/>
                  </a:lnTo>
                  <a:lnTo>
                    <a:pt x="17877" y="8580"/>
                  </a:lnTo>
                  <a:lnTo>
                    <a:pt x="17922" y="8535"/>
                  </a:lnTo>
                  <a:close/>
                  <a:moveTo>
                    <a:pt x="21201" y="6738"/>
                  </a:moveTo>
                  <a:lnTo>
                    <a:pt x="21245" y="6783"/>
                  </a:lnTo>
                  <a:lnTo>
                    <a:pt x="21650" y="8265"/>
                  </a:lnTo>
                  <a:lnTo>
                    <a:pt x="22054" y="9747"/>
                  </a:lnTo>
                  <a:lnTo>
                    <a:pt x="22413" y="11274"/>
                  </a:lnTo>
                  <a:lnTo>
                    <a:pt x="22728" y="12802"/>
                  </a:lnTo>
                  <a:lnTo>
                    <a:pt x="22997" y="14329"/>
                  </a:lnTo>
                  <a:lnTo>
                    <a:pt x="23267" y="15856"/>
                  </a:lnTo>
                  <a:lnTo>
                    <a:pt x="23491" y="17383"/>
                  </a:lnTo>
                  <a:lnTo>
                    <a:pt x="23671" y="18910"/>
                  </a:lnTo>
                  <a:lnTo>
                    <a:pt x="23671" y="18955"/>
                  </a:lnTo>
                  <a:lnTo>
                    <a:pt x="23626" y="19000"/>
                  </a:lnTo>
                  <a:lnTo>
                    <a:pt x="23581" y="18955"/>
                  </a:lnTo>
                  <a:lnTo>
                    <a:pt x="23401" y="17383"/>
                  </a:lnTo>
                  <a:lnTo>
                    <a:pt x="23177" y="15856"/>
                  </a:lnTo>
                  <a:lnTo>
                    <a:pt x="22907" y="14329"/>
                  </a:lnTo>
                  <a:lnTo>
                    <a:pt x="22638" y="12802"/>
                  </a:lnTo>
                  <a:lnTo>
                    <a:pt x="22279" y="11274"/>
                  </a:lnTo>
                  <a:lnTo>
                    <a:pt x="21964" y="9792"/>
                  </a:lnTo>
                  <a:lnTo>
                    <a:pt x="21560" y="8265"/>
                  </a:lnTo>
                  <a:lnTo>
                    <a:pt x="21156" y="6783"/>
                  </a:lnTo>
                  <a:lnTo>
                    <a:pt x="21156" y="6738"/>
                  </a:lnTo>
                  <a:close/>
                  <a:moveTo>
                    <a:pt x="23581" y="5301"/>
                  </a:moveTo>
                  <a:lnTo>
                    <a:pt x="24345" y="8490"/>
                  </a:lnTo>
                  <a:lnTo>
                    <a:pt x="25018" y="11634"/>
                  </a:lnTo>
                  <a:lnTo>
                    <a:pt x="25602" y="14823"/>
                  </a:lnTo>
                  <a:lnTo>
                    <a:pt x="26096" y="18012"/>
                  </a:lnTo>
                  <a:lnTo>
                    <a:pt x="26545" y="21246"/>
                  </a:lnTo>
                  <a:lnTo>
                    <a:pt x="26860" y="24479"/>
                  </a:lnTo>
                  <a:lnTo>
                    <a:pt x="27129" y="27668"/>
                  </a:lnTo>
                  <a:lnTo>
                    <a:pt x="27309" y="30902"/>
                  </a:lnTo>
                  <a:lnTo>
                    <a:pt x="27264" y="30947"/>
                  </a:lnTo>
                  <a:lnTo>
                    <a:pt x="27219" y="30992"/>
                  </a:lnTo>
                  <a:lnTo>
                    <a:pt x="27219" y="30947"/>
                  </a:lnTo>
                  <a:lnTo>
                    <a:pt x="27174" y="30947"/>
                  </a:lnTo>
                  <a:lnTo>
                    <a:pt x="27040" y="27713"/>
                  </a:lnTo>
                  <a:lnTo>
                    <a:pt x="26770" y="24479"/>
                  </a:lnTo>
                  <a:lnTo>
                    <a:pt x="26456" y="21246"/>
                  </a:lnTo>
                  <a:lnTo>
                    <a:pt x="26006" y="18057"/>
                  </a:lnTo>
                  <a:lnTo>
                    <a:pt x="25512" y="14823"/>
                  </a:lnTo>
                  <a:lnTo>
                    <a:pt x="24929" y="11679"/>
                  </a:lnTo>
                  <a:lnTo>
                    <a:pt x="24255" y="8490"/>
                  </a:lnTo>
                  <a:lnTo>
                    <a:pt x="23491" y="5346"/>
                  </a:lnTo>
                  <a:lnTo>
                    <a:pt x="23491" y="5301"/>
                  </a:lnTo>
                  <a:close/>
                  <a:moveTo>
                    <a:pt x="21650" y="60052"/>
                  </a:moveTo>
                  <a:lnTo>
                    <a:pt x="21695" y="60097"/>
                  </a:lnTo>
                  <a:lnTo>
                    <a:pt x="21650" y="60816"/>
                  </a:lnTo>
                  <a:lnTo>
                    <a:pt x="21560" y="61534"/>
                  </a:lnTo>
                  <a:lnTo>
                    <a:pt x="21470" y="62253"/>
                  </a:lnTo>
                  <a:lnTo>
                    <a:pt x="21290" y="62972"/>
                  </a:lnTo>
                  <a:lnTo>
                    <a:pt x="21111" y="63645"/>
                  </a:lnTo>
                  <a:lnTo>
                    <a:pt x="20841" y="64364"/>
                  </a:lnTo>
                  <a:lnTo>
                    <a:pt x="20572" y="64993"/>
                  </a:lnTo>
                  <a:lnTo>
                    <a:pt x="20257" y="65667"/>
                  </a:lnTo>
                  <a:lnTo>
                    <a:pt x="19898" y="66295"/>
                  </a:lnTo>
                  <a:lnTo>
                    <a:pt x="19494" y="66924"/>
                  </a:lnTo>
                  <a:lnTo>
                    <a:pt x="19090" y="67508"/>
                  </a:lnTo>
                  <a:lnTo>
                    <a:pt x="18640" y="68047"/>
                  </a:lnTo>
                  <a:lnTo>
                    <a:pt x="18146" y="68586"/>
                  </a:lnTo>
                  <a:lnTo>
                    <a:pt x="17607" y="69125"/>
                  </a:lnTo>
                  <a:lnTo>
                    <a:pt x="17068" y="69574"/>
                  </a:lnTo>
                  <a:lnTo>
                    <a:pt x="16484" y="70023"/>
                  </a:lnTo>
                  <a:lnTo>
                    <a:pt x="16619" y="70203"/>
                  </a:lnTo>
                  <a:lnTo>
                    <a:pt x="16440" y="70023"/>
                  </a:lnTo>
                  <a:lnTo>
                    <a:pt x="16440" y="69934"/>
                  </a:lnTo>
                  <a:lnTo>
                    <a:pt x="17023" y="69529"/>
                  </a:lnTo>
                  <a:lnTo>
                    <a:pt x="17562" y="69035"/>
                  </a:lnTo>
                  <a:lnTo>
                    <a:pt x="18057" y="68541"/>
                  </a:lnTo>
                  <a:lnTo>
                    <a:pt x="18551" y="68002"/>
                  </a:lnTo>
                  <a:lnTo>
                    <a:pt x="19000" y="67463"/>
                  </a:lnTo>
                  <a:lnTo>
                    <a:pt x="19404" y="66879"/>
                  </a:lnTo>
                  <a:lnTo>
                    <a:pt x="19808" y="66251"/>
                  </a:lnTo>
                  <a:lnTo>
                    <a:pt x="20168" y="65622"/>
                  </a:lnTo>
                  <a:lnTo>
                    <a:pt x="20482" y="64993"/>
                  </a:lnTo>
                  <a:lnTo>
                    <a:pt x="20751" y="64319"/>
                  </a:lnTo>
                  <a:lnTo>
                    <a:pt x="20976" y="63645"/>
                  </a:lnTo>
                  <a:lnTo>
                    <a:pt x="21201" y="62927"/>
                  </a:lnTo>
                  <a:lnTo>
                    <a:pt x="21335" y="62253"/>
                  </a:lnTo>
                  <a:lnTo>
                    <a:pt x="21470" y="61534"/>
                  </a:lnTo>
                  <a:lnTo>
                    <a:pt x="21560" y="60816"/>
                  </a:lnTo>
                  <a:lnTo>
                    <a:pt x="21605" y="60097"/>
                  </a:lnTo>
                  <a:lnTo>
                    <a:pt x="21650" y="60052"/>
                  </a:lnTo>
                  <a:close/>
                  <a:moveTo>
                    <a:pt x="26680" y="54393"/>
                  </a:moveTo>
                  <a:lnTo>
                    <a:pt x="26725" y="54438"/>
                  </a:lnTo>
                  <a:lnTo>
                    <a:pt x="26590" y="56100"/>
                  </a:lnTo>
                  <a:lnTo>
                    <a:pt x="26366" y="57717"/>
                  </a:lnTo>
                  <a:lnTo>
                    <a:pt x="26006" y="59379"/>
                  </a:lnTo>
                  <a:lnTo>
                    <a:pt x="25557" y="60951"/>
                  </a:lnTo>
                  <a:lnTo>
                    <a:pt x="25018" y="62523"/>
                  </a:lnTo>
                  <a:lnTo>
                    <a:pt x="24390" y="64050"/>
                  </a:lnTo>
                  <a:lnTo>
                    <a:pt x="23671" y="65577"/>
                  </a:lnTo>
                  <a:lnTo>
                    <a:pt x="22862" y="67014"/>
                  </a:lnTo>
                  <a:lnTo>
                    <a:pt x="21964" y="68406"/>
                  </a:lnTo>
                  <a:lnTo>
                    <a:pt x="20976" y="69754"/>
                  </a:lnTo>
                  <a:lnTo>
                    <a:pt x="19943" y="71056"/>
                  </a:lnTo>
                  <a:lnTo>
                    <a:pt x="18820" y="72269"/>
                  </a:lnTo>
                  <a:lnTo>
                    <a:pt x="17607" y="73437"/>
                  </a:lnTo>
                  <a:lnTo>
                    <a:pt x="16350" y="74515"/>
                  </a:lnTo>
                  <a:lnTo>
                    <a:pt x="15002" y="75503"/>
                  </a:lnTo>
                  <a:lnTo>
                    <a:pt x="13610" y="76401"/>
                  </a:lnTo>
                  <a:lnTo>
                    <a:pt x="13565" y="76401"/>
                  </a:lnTo>
                  <a:lnTo>
                    <a:pt x="13565" y="76312"/>
                  </a:lnTo>
                  <a:lnTo>
                    <a:pt x="14957" y="75413"/>
                  </a:lnTo>
                  <a:lnTo>
                    <a:pt x="16260" y="74425"/>
                  </a:lnTo>
                  <a:lnTo>
                    <a:pt x="17562" y="73347"/>
                  </a:lnTo>
                  <a:lnTo>
                    <a:pt x="18730" y="72179"/>
                  </a:lnTo>
                  <a:lnTo>
                    <a:pt x="19853" y="70967"/>
                  </a:lnTo>
                  <a:lnTo>
                    <a:pt x="20886" y="69709"/>
                  </a:lnTo>
                  <a:lnTo>
                    <a:pt x="21874" y="68362"/>
                  </a:lnTo>
                  <a:lnTo>
                    <a:pt x="22773" y="66969"/>
                  </a:lnTo>
                  <a:lnTo>
                    <a:pt x="23581" y="65532"/>
                  </a:lnTo>
                  <a:lnTo>
                    <a:pt x="24300" y="64005"/>
                  </a:lnTo>
                  <a:lnTo>
                    <a:pt x="24929" y="62478"/>
                  </a:lnTo>
                  <a:lnTo>
                    <a:pt x="25468" y="60951"/>
                  </a:lnTo>
                  <a:lnTo>
                    <a:pt x="25917" y="59334"/>
                  </a:lnTo>
                  <a:lnTo>
                    <a:pt x="26231" y="57717"/>
                  </a:lnTo>
                  <a:lnTo>
                    <a:pt x="26501" y="56100"/>
                  </a:lnTo>
                  <a:lnTo>
                    <a:pt x="26635" y="54438"/>
                  </a:lnTo>
                  <a:lnTo>
                    <a:pt x="26680" y="54393"/>
                  </a:lnTo>
                  <a:close/>
                  <a:moveTo>
                    <a:pt x="24839" y="1"/>
                  </a:moveTo>
                  <a:lnTo>
                    <a:pt x="24569" y="315"/>
                  </a:lnTo>
                  <a:lnTo>
                    <a:pt x="24300" y="674"/>
                  </a:lnTo>
                  <a:lnTo>
                    <a:pt x="23940" y="1034"/>
                  </a:lnTo>
                  <a:lnTo>
                    <a:pt x="23536" y="1393"/>
                  </a:lnTo>
                  <a:lnTo>
                    <a:pt x="23087" y="1708"/>
                  </a:lnTo>
                  <a:lnTo>
                    <a:pt x="22593" y="2022"/>
                  </a:lnTo>
                  <a:lnTo>
                    <a:pt x="22009" y="2336"/>
                  </a:lnTo>
                  <a:lnTo>
                    <a:pt x="21425" y="2651"/>
                  </a:lnTo>
                  <a:lnTo>
                    <a:pt x="20751" y="2920"/>
                  </a:lnTo>
                  <a:lnTo>
                    <a:pt x="19314" y="3459"/>
                  </a:lnTo>
                  <a:lnTo>
                    <a:pt x="17742" y="3953"/>
                  </a:lnTo>
                  <a:lnTo>
                    <a:pt x="15990" y="4402"/>
                  </a:lnTo>
                  <a:lnTo>
                    <a:pt x="14149" y="4852"/>
                  </a:lnTo>
                  <a:lnTo>
                    <a:pt x="14778" y="6334"/>
                  </a:lnTo>
                  <a:lnTo>
                    <a:pt x="15766" y="8894"/>
                  </a:lnTo>
                  <a:lnTo>
                    <a:pt x="16350" y="10511"/>
                  </a:lnTo>
                  <a:lnTo>
                    <a:pt x="17023" y="12352"/>
                  </a:lnTo>
                  <a:lnTo>
                    <a:pt x="17652" y="14329"/>
                  </a:lnTo>
                  <a:lnTo>
                    <a:pt x="18326" y="16530"/>
                  </a:lnTo>
                  <a:lnTo>
                    <a:pt x="19000" y="18820"/>
                  </a:lnTo>
                  <a:lnTo>
                    <a:pt x="19629" y="21246"/>
                  </a:lnTo>
                  <a:lnTo>
                    <a:pt x="20168" y="23761"/>
                  </a:lnTo>
                  <a:lnTo>
                    <a:pt x="20707" y="26366"/>
                  </a:lnTo>
                  <a:lnTo>
                    <a:pt x="21156" y="29016"/>
                  </a:lnTo>
                  <a:lnTo>
                    <a:pt x="21335" y="30363"/>
                  </a:lnTo>
                  <a:lnTo>
                    <a:pt x="21470" y="31711"/>
                  </a:lnTo>
                  <a:lnTo>
                    <a:pt x="21605" y="33058"/>
                  </a:lnTo>
                  <a:lnTo>
                    <a:pt x="21695" y="34406"/>
                  </a:lnTo>
                  <a:lnTo>
                    <a:pt x="21784" y="35753"/>
                  </a:lnTo>
                  <a:lnTo>
                    <a:pt x="21784" y="37101"/>
                  </a:lnTo>
                  <a:lnTo>
                    <a:pt x="21784" y="40020"/>
                  </a:lnTo>
                  <a:lnTo>
                    <a:pt x="21740" y="41592"/>
                  </a:lnTo>
                  <a:lnTo>
                    <a:pt x="21650" y="43164"/>
                  </a:lnTo>
                  <a:lnTo>
                    <a:pt x="21560" y="44736"/>
                  </a:lnTo>
                  <a:lnTo>
                    <a:pt x="21425" y="46353"/>
                  </a:lnTo>
                  <a:lnTo>
                    <a:pt x="21245" y="48015"/>
                  </a:lnTo>
                  <a:lnTo>
                    <a:pt x="21021" y="49677"/>
                  </a:lnTo>
                  <a:lnTo>
                    <a:pt x="20751" y="51339"/>
                  </a:lnTo>
                  <a:lnTo>
                    <a:pt x="20482" y="53001"/>
                  </a:lnTo>
                  <a:lnTo>
                    <a:pt x="20123" y="54707"/>
                  </a:lnTo>
                  <a:lnTo>
                    <a:pt x="19763" y="56369"/>
                  </a:lnTo>
                  <a:lnTo>
                    <a:pt x="19359" y="58031"/>
                  </a:lnTo>
                  <a:lnTo>
                    <a:pt x="18865" y="59693"/>
                  </a:lnTo>
                  <a:lnTo>
                    <a:pt x="18371" y="61355"/>
                  </a:lnTo>
                  <a:lnTo>
                    <a:pt x="17787" y="62972"/>
                  </a:lnTo>
                  <a:lnTo>
                    <a:pt x="17158" y="64589"/>
                  </a:lnTo>
                  <a:lnTo>
                    <a:pt x="16484" y="66161"/>
                  </a:lnTo>
                  <a:lnTo>
                    <a:pt x="15721" y="67688"/>
                  </a:lnTo>
                  <a:lnTo>
                    <a:pt x="14957" y="69215"/>
                  </a:lnTo>
                  <a:lnTo>
                    <a:pt x="14104" y="70652"/>
                  </a:lnTo>
                  <a:lnTo>
                    <a:pt x="13161" y="72089"/>
                  </a:lnTo>
                  <a:lnTo>
                    <a:pt x="12173" y="73437"/>
                  </a:lnTo>
                  <a:lnTo>
                    <a:pt x="11095" y="74784"/>
                  </a:lnTo>
                  <a:lnTo>
                    <a:pt x="9972" y="76042"/>
                  </a:lnTo>
                  <a:lnTo>
                    <a:pt x="8804" y="77210"/>
                  </a:lnTo>
                  <a:lnTo>
                    <a:pt x="7546" y="78333"/>
                  </a:lnTo>
                  <a:lnTo>
                    <a:pt x="6199" y="79411"/>
                  </a:lnTo>
                  <a:lnTo>
                    <a:pt x="5480" y="79905"/>
                  </a:lnTo>
                  <a:lnTo>
                    <a:pt x="4762" y="80354"/>
                  </a:lnTo>
                  <a:lnTo>
                    <a:pt x="4043" y="80803"/>
                  </a:lnTo>
                  <a:lnTo>
                    <a:pt x="3279" y="81252"/>
                  </a:lnTo>
                  <a:lnTo>
                    <a:pt x="2471" y="81656"/>
                  </a:lnTo>
                  <a:lnTo>
                    <a:pt x="1662" y="82061"/>
                  </a:lnTo>
                  <a:lnTo>
                    <a:pt x="854" y="82420"/>
                  </a:lnTo>
                  <a:lnTo>
                    <a:pt x="1" y="82779"/>
                  </a:lnTo>
                  <a:lnTo>
                    <a:pt x="2022" y="82600"/>
                  </a:lnTo>
                  <a:lnTo>
                    <a:pt x="3953" y="82375"/>
                  </a:lnTo>
                  <a:lnTo>
                    <a:pt x="5840" y="82061"/>
                  </a:lnTo>
                  <a:lnTo>
                    <a:pt x="7636" y="81611"/>
                  </a:lnTo>
                  <a:lnTo>
                    <a:pt x="9388" y="81162"/>
                  </a:lnTo>
                  <a:lnTo>
                    <a:pt x="11050" y="80578"/>
                  </a:lnTo>
                  <a:lnTo>
                    <a:pt x="12667" y="79950"/>
                  </a:lnTo>
                  <a:lnTo>
                    <a:pt x="14239" y="79186"/>
                  </a:lnTo>
                  <a:lnTo>
                    <a:pt x="15721" y="78423"/>
                  </a:lnTo>
                  <a:lnTo>
                    <a:pt x="17158" y="77524"/>
                  </a:lnTo>
                  <a:lnTo>
                    <a:pt x="18506" y="76581"/>
                  </a:lnTo>
                  <a:lnTo>
                    <a:pt x="19808" y="75503"/>
                  </a:lnTo>
                  <a:lnTo>
                    <a:pt x="21021" y="74425"/>
                  </a:lnTo>
                  <a:lnTo>
                    <a:pt x="22189" y="73212"/>
                  </a:lnTo>
                  <a:lnTo>
                    <a:pt x="23267" y="71955"/>
                  </a:lnTo>
                  <a:lnTo>
                    <a:pt x="24300" y="70562"/>
                  </a:lnTo>
                  <a:lnTo>
                    <a:pt x="24794" y="69844"/>
                  </a:lnTo>
                  <a:lnTo>
                    <a:pt x="25288" y="69080"/>
                  </a:lnTo>
                  <a:lnTo>
                    <a:pt x="26231" y="67553"/>
                  </a:lnTo>
                  <a:lnTo>
                    <a:pt x="27040" y="65936"/>
                  </a:lnTo>
                  <a:lnTo>
                    <a:pt x="27803" y="64229"/>
                  </a:lnTo>
                  <a:lnTo>
                    <a:pt x="28477" y="62523"/>
                  </a:lnTo>
                  <a:lnTo>
                    <a:pt x="29106" y="60771"/>
                  </a:lnTo>
                  <a:lnTo>
                    <a:pt x="29645" y="58974"/>
                  </a:lnTo>
                  <a:lnTo>
                    <a:pt x="30094" y="57133"/>
                  </a:lnTo>
                  <a:lnTo>
                    <a:pt x="30498" y="55246"/>
                  </a:lnTo>
                  <a:lnTo>
                    <a:pt x="30857" y="53315"/>
                  </a:lnTo>
                  <a:lnTo>
                    <a:pt x="31127" y="51384"/>
                  </a:lnTo>
                  <a:lnTo>
                    <a:pt x="31351" y="49407"/>
                  </a:lnTo>
                  <a:lnTo>
                    <a:pt x="31531" y="47431"/>
                  </a:lnTo>
                  <a:lnTo>
                    <a:pt x="31621" y="45455"/>
                  </a:lnTo>
                  <a:lnTo>
                    <a:pt x="31711" y="43479"/>
                  </a:lnTo>
                  <a:lnTo>
                    <a:pt x="31711" y="41457"/>
                  </a:lnTo>
                  <a:lnTo>
                    <a:pt x="31711" y="39796"/>
                  </a:lnTo>
                  <a:lnTo>
                    <a:pt x="31666" y="38089"/>
                  </a:lnTo>
                  <a:lnTo>
                    <a:pt x="31486" y="34765"/>
                  </a:lnTo>
                  <a:lnTo>
                    <a:pt x="31217" y="31441"/>
                  </a:lnTo>
                  <a:lnTo>
                    <a:pt x="30902" y="28163"/>
                  </a:lnTo>
                  <a:lnTo>
                    <a:pt x="30453" y="25018"/>
                  </a:lnTo>
                  <a:lnTo>
                    <a:pt x="30004" y="21919"/>
                  </a:lnTo>
                  <a:lnTo>
                    <a:pt x="29465" y="18955"/>
                  </a:lnTo>
                  <a:lnTo>
                    <a:pt x="28926" y="16080"/>
                  </a:lnTo>
                  <a:lnTo>
                    <a:pt x="28342" y="13385"/>
                  </a:lnTo>
                  <a:lnTo>
                    <a:pt x="27758" y="10870"/>
                  </a:lnTo>
                  <a:lnTo>
                    <a:pt x="27219" y="8535"/>
                  </a:lnTo>
                  <a:lnTo>
                    <a:pt x="26680" y="6424"/>
                  </a:lnTo>
                  <a:lnTo>
                    <a:pt x="25692" y="2875"/>
                  </a:lnTo>
                  <a:lnTo>
                    <a:pt x="24929" y="360"/>
                  </a:lnTo>
                  <a:lnTo>
                    <a:pt x="24839" y="1"/>
                  </a:lnTo>
                  <a:close/>
                </a:path>
              </a:pathLst>
            </a:custGeom>
            <a:solidFill>
              <a:srgbClr val="81534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56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180" y="10151"/>
                  </a:moveTo>
                  <a:lnTo>
                    <a:pt x="1" y="9971"/>
                  </a:lnTo>
                  <a:lnTo>
                    <a:pt x="1" y="9882"/>
                  </a:lnTo>
                  <a:lnTo>
                    <a:pt x="1" y="9882"/>
                  </a:lnTo>
                  <a:lnTo>
                    <a:pt x="584" y="9477"/>
                  </a:lnTo>
                  <a:lnTo>
                    <a:pt x="1123" y="8983"/>
                  </a:lnTo>
                  <a:lnTo>
                    <a:pt x="1618" y="8489"/>
                  </a:lnTo>
                  <a:lnTo>
                    <a:pt x="2112" y="7950"/>
                  </a:lnTo>
                  <a:lnTo>
                    <a:pt x="2561" y="7411"/>
                  </a:lnTo>
                  <a:lnTo>
                    <a:pt x="2965" y="6827"/>
                  </a:lnTo>
                  <a:lnTo>
                    <a:pt x="3369" y="6199"/>
                  </a:lnTo>
                  <a:lnTo>
                    <a:pt x="3729" y="5570"/>
                  </a:lnTo>
                  <a:lnTo>
                    <a:pt x="4043" y="4941"/>
                  </a:lnTo>
                  <a:lnTo>
                    <a:pt x="4312" y="4267"/>
                  </a:lnTo>
                  <a:lnTo>
                    <a:pt x="4537" y="3593"/>
                  </a:lnTo>
                  <a:lnTo>
                    <a:pt x="4762" y="2875"/>
                  </a:lnTo>
                  <a:lnTo>
                    <a:pt x="4896" y="2201"/>
                  </a:lnTo>
                  <a:lnTo>
                    <a:pt x="5031" y="1482"/>
                  </a:lnTo>
                  <a:lnTo>
                    <a:pt x="5121" y="764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211" y="0"/>
                  </a:lnTo>
                  <a:lnTo>
                    <a:pt x="5211" y="0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764"/>
                  </a:lnTo>
                  <a:lnTo>
                    <a:pt x="5121" y="1482"/>
                  </a:lnTo>
                  <a:lnTo>
                    <a:pt x="5031" y="2201"/>
                  </a:lnTo>
                  <a:lnTo>
                    <a:pt x="4851" y="2920"/>
                  </a:lnTo>
                  <a:lnTo>
                    <a:pt x="4672" y="3593"/>
                  </a:lnTo>
                  <a:lnTo>
                    <a:pt x="4402" y="4312"/>
                  </a:lnTo>
                  <a:lnTo>
                    <a:pt x="4133" y="4941"/>
                  </a:lnTo>
                  <a:lnTo>
                    <a:pt x="3818" y="5615"/>
                  </a:lnTo>
                  <a:lnTo>
                    <a:pt x="3459" y="6243"/>
                  </a:lnTo>
                  <a:lnTo>
                    <a:pt x="3055" y="6872"/>
                  </a:lnTo>
                  <a:lnTo>
                    <a:pt x="2651" y="7456"/>
                  </a:lnTo>
                  <a:lnTo>
                    <a:pt x="2201" y="7995"/>
                  </a:lnTo>
                  <a:lnTo>
                    <a:pt x="1707" y="8534"/>
                  </a:lnTo>
                  <a:lnTo>
                    <a:pt x="1168" y="9073"/>
                  </a:lnTo>
                  <a:lnTo>
                    <a:pt x="629" y="9522"/>
                  </a:lnTo>
                  <a:lnTo>
                    <a:pt x="45" y="9971"/>
                  </a:lnTo>
                  <a:lnTo>
                    <a:pt x="180" y="101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56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46" y="22009"/>
                  </a:moveTo>
                  <a:lnTo>
                    <a:pt x="1" y="22009"/>
                  </a:lnTo>
                  <a:lnTo>
                    <a:pt x="1" y="21920"/>
                  </a:lnTo>
                  <a:lnTo>
                    <a:pt x="1" y="21920"/>
                  </a:lnTo>
                  <a:lnTo>
                    <a:pt x="1393" y="21021"/>
                  </a:lnTo>
                  <a:lnTo>
                    <a:pt x="2696" y="20033"/>
                  </a:lnTo>
                  <a:lnTo>
                    <a:pt x="3998" y="18955"/>
                  </a:lnTo>
                  <a:lnTo>
                    <a:pt x="5166" y="17787"/>
                  </a:lnTo>
                  <a:lnTo>
                    <a:pt x="6289" y="16575"/>
                  </a:lnTo>
                  <a:lnTo>
                    <a:pt x="7322" y="15317"/>
                  </a:lnTo>
                  <a:lnTo>
                    <a:pt x="8310" y="13970"/>
                  </a:lnTo>
                  <a:lnTo>
                    <a:pt x="9209" y="12577"/>
                  </a:lnTo>
                  <a:lnTo>
                    <a:pt x="10017" y="11140"/>
                  </a:lnTo>
                  <a:lnTo>
                    <a:pt x="10736" y="9613"/>
                  </a:lnTo>
                  <a:lnTo>
                    <a:pt x="11365" y="8086"/>
                  </a:lnTo>
                  <a:lnTo>
                    <a:pt x="11904" y="6559"/>
                  </a:lnTo>
                  <a:lnTo>
                    <a:pt x="12353" y="4942"/>
                  </a:lnTo>
                  <a:lnTo>
                    <a:pt x="12667" y="3325"/>
                  </a:lnTo>
                  <a:lnTo>
                    <a:pt x="12937" y="1708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3116" y="1"/>
                  </a:lnTo>
                  <a:lnTo>
                    <a:pt x="13116" y="1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026" y="1708"/>
                  </a:lnTo>
                  <a:lnTo>
                    <a:pt x="12802" y="3325"/>
                  </a:lnTo>
                  <a:lnTo>
                    <a:pt x="12442" y="4987"/>
                  </a:lnTo>
                  <a:lnTo>
                    <a:pt x="11993" y="6559"/>
                  </a:lnTo>
                  <a:lnTo>
                    <a:pt x="11454" y="8131"/>
                  </a:lnTo>
                  <a:lnTo>
                    <a:pt x="10826" y="9658"/>
                  </a:lnTo>
                  <a:lnTo>
                    <a:pt x="10107" y="11185"/>
                  </a:lnTo>
                  <a:lnTo>
                    <a:pt x="9298" y="12622"/>
                  </a:lnTo>
                  <a:lnTo>
                    <a:pt x="8400" y="14014"/>
                  </a:lnTo>
                  <a:lnTo>
                    <a:pt x="7412" y="15362"/>
                  </a:lnTo>
                  <a:lnTo>
                    <a:pt x="6379" y="16664"/>
                  </a:lnTo>
                  <a:lnTo>
                    <a:pt x="5256" y="17877"/>
                  </a:lnTo>
                  <a:lnTo>
                    <a:pt x="4043" y="19045"/>
                  </a:lnTo>
                  <a:lnTo>
                    <a:pt x="2786" y="20123"/>
                  </a:lnTo>
                  <a:lnTo>
                    <a:pt x="1438" y="21111"/>
                  </a:lnTo>
                  <a:lnTo>
                    <a:pt x="46" y="220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56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675" y="3908"/>
                  </a:moveTo>
                  <a:lnTo>
                    <a:pt x="630" y="3683"/>
                  </a:lnTo>
                  <a:lnTo>
                    <a:pt x="1" y="270"/>
                  </a:lnTo>
                  <a:lnTo>
                    <a:pt x="46" y="225"/>
                  </a:lnTo>
                  <a:lnTo>
                    <a:pt x="46" y="0"/>
                  </a:lnTo>
                  <a:lnTo>
                    <a:pt x="46" y="225"/>
                  </a:lnTo>
                  <a:lnTo>
                    <a:pt x="91" y="270"/>
                  </a:lnTo>
                  <a:lnTo>
                    <a:pt x="764" y="3638"/>
                  </a:lnTo>
                  <a:lnTo>
                    <a:pt x="764" y="3638"/>
                  </a:lnTo>
                  <a:lnTo>
                    <a:pt x="719" y="3728"/>
                  </a:lnTo>
                  <a:lnTo>
                    <a:pt x="675" y="39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56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2471" y="12262"/>
                  </a:moveTo>
                  <a:lnTo>
                    <a:pt x="2471" y="12262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246" y="10645"/>
                  </a:lnTo>
                  <a:lnTo>
                    <a:pt x="2022" y="9118"/>
                  </a:lnTo>
                  <a:lnTo>
                    <a:pt x="1752" y="7591"/>
                  </a:lnTo>
                  <a:lnTo>
                    <a:pt x="1483" y="6064"/>
                  </a:lnTo>
                  <a:lnTo>
                    <a:pt x="1124" y="4536"/>
                  </a:lnTo>
                  <a:lnTo>
                    <a:pt x="809" y="3054"/>
                  </a:lnTo>
                  <a:lnTo>
                    <a:pt x="405" y="1527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0"/>
                  </a:lnTo>
                  <a:lnTo>
                    <a:pt x="1" y="0"/>
                  </a:lnTo>
                  <a:lnTo>
                    <a:pt x="46" y="0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495" y="1527"/>
                  </a:lnTo>
                  <a:lnTo>
                    <a:pt x="899" y="3009"/>
                  </a:lnTo>
                  <a:lnTo>
                    <a:pt x="1258" y="4536"/>
                  </a:lnTo>
                  <a:lnTo>
                    <a:pt x="1573" y="6064"/>
                  </a:lnTo>
                  <a:lnTo>
                    <a:pt x="1842" y="7591"/>
                  </a:lnTo>
                  <a:lnTo>
                    <a:pt x="2112" y="9118"/>
                  </a:lnTo>
                  <a:lnTo>
                    <a:pt x="2336" y="10645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516" y="12217"/>
                  </a:lnTo>
                  <a:lnTo>
                    <a:pt x="2471" y="1226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56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3728" y="25916"/>
                  </a:moveTo>
                  <a:lnTo>
                    <a:pt x="3728" y="25916"/>
                  </a:lnTo>
                  <a:lnTo>
                    <a:pt x="3728" y="25871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549" y="22637"/>
                  </a:lnTo>
                  <a:lnTo>
                    <a:pt x="3279" y="19403"/>
                  </a:lnTo>
                  <a:lnTo>
                    <a:pt x="2965" y="16170"/>
                  </a:lnTo>
                  <a:lnTo>
                    <a:pt x="2515" y="12981"/>
                  </a:lnTo>
                  <a:lnTo>
                    <a:pt x="2021" y="9747"/>
                  </a:lnTo>
                  <a:lnTo>
                    <a:pt x="1438" y="6603"/>
                  </a:lnTo>
                  <a:lnTo>
                    <a:pt x="764" y="3414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25"/>
                  </a:lnTo>
                  <a:lnTo>
                    <a:pt x="45" y="225"/>
                  </a:lnTo>
                  <a:lnTo>
                    <a:pt x="45" y="0"/>
                  </a:lnTo>
                  <a:lnTo>
                    <a:pt x="45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854" y="3414"/>
                  </a:lnTo>
                  <a:lnTo>
                    <a:pt x="1527" y="6558"/>
                  </a:lnTo>
                  <a:lnTo>
                    <a:pt x="2111" y="9747"/>
                  </a:lnTo>
                  <a:lnTo>
                    <a:pt x="2605" y="12936"/>
                  </a:lnTo>
                  <a:lnTo>
                    <a:pt x="3054" y="16170"/>
                  </a:lnTo>
                  <a:lnTo>
                    <a:pt x="3369" y="19403"/>
                  </a:lnTo>
                  <a:lnTo>
                    <a:pt x="3638" y="22592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773" y="25871"/>
                  </a:lnTo>
                  <a:lnTo>
                    <a:pt x="3728" y="259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56"/>
            <p:cNvSpPr/>
            <p:nvPr/>
          </p:nvSpPr>
          <p:spPr>
            <a:xfrm>
              <a:off x="6328600" y="1961425"/>
              <a:ext cx="792775" cy="2069500"/>
            </a:xfrm>
            <a:custGeom>
              <a:rect b="b" l="l" r="r" t="t"/>
              <a:pathLst>
                <a:path extrusionOk="0" fill="none" h="82780" w="31711">
                  <a:moveTo>
                    <a:pt x="24839" y="1"/>
                  </a:moveTo>
                  <a:lnTo>
                    <a:pt x="24569" y="315"/>
                  </a:lnTo>
                  <a:lnTo>
                    <a:pt x="24569" y="315"/>
                  </a:lnTo>
                  <a:lnTo>
                    <a:pt x="24300" y="674"/>
                  </a:lnTo>
                  <a:lnTo>
                    <a:pt x="23940" y="1034"/>
                  </a:lnTo>
                  <a:lnTo>
                    <a:pt x="23536" y="1393"/>
                  </a:lnTo>
                  <a:lnTo>
                    <a:pt x="23087" y="1708"/>
                  </a:lnTo>
                  <a:lnTo>
                    <a:pt x="22593" y="2022"/>
                  </a:lnTo>
                  <a:lnTo>
                    <a:pt x="22009" y="2336"/>
                  </a:lnTo>
                  <a:lnTo>
                    <a:pt x="21425" y="2651"/>
                  </a:lnTo>
                  <a:lnTo>
                    <a:pt x="20751" y="2920"/>
                  </a:lnTo>
                  <a:lnTo>
                    <a:pt x="19314" y="3459"/>
                  </a:lnTo>
                  <a:lnTo>
                    <a:pt x="17742" y="3953"/>
                  </a:lnTo>
                  <a:lnTo>
                    <a:pt x="15990" y="4402"/>
                  </a:lnTo>
                  <a:lnTo>
                    <a:pt x="14149" y="4852"/>
                  </a:lnTo>
                  <a:lnTo>
                    <a:pt x="14149" y="4852"/>
                  </a:lnTo>
                  <a:lnTo>
                    <a:pt x="14778" y="6334"/>
                  </a:lnTo>
                  <a:lnTo>
                    <a:pt x="15766" y="8894"/>
                  </a:lnTo>
                  <a:lnTo>
                    <a:pt x="16350" y="10511"/>
                  </a:lnTo>
                  <a:lnTo>
                    <a:pt x="17023" y="12352"/>
                  </a:lnTo>
                  <a:lnTo>
                    <a:pt x="17652" y="14329"/>
                  </a:lnTo>
                  <a:lnTo>
                    <a:pt x="18326" y="16530"/>
                  </a:lnTo>
                  <a:lnTo>
                    <a:pt x="19000" y="18820"/>
                  </a:lnTo>
                  <a:lnTo>
                    <a:pt x="19629" y="21246"/>
                  </a:lnTo>
                  <a:lnTo>
                    <a:pt x="20168" y="23761"/>
                  </a:lnTo>
                  <a:lnTo>
                    <a:pt x="20707" y="26366"/>
                  </a:lnTo>
                  <a:lnTo>
                    <a:pt x="21156" y="29016"/>
                  </a:lnTo>
                  <a:lnTo>
                    <a:pt x="21335" y="30363"/>
                  </a:lnTo>
                  <a:lnTo>
                    <a:pt x="21470" y="31711"/>
                  </a:lnTo>
                  <a:lnTo>
                    <a:pt x="21605" y="33058"/>
                  </a:lnTo>
                  <a:lnTo>
                    <a:pt x="21695" y="34406"/>
                  </a:lnTo>
                  <a:lnTo>
                    <a:pt x="21784" y="35753"/>
                  </a:lnTo>
                  <a:lnTo>
                    <a:pt x="21784" y="37101"/>
                  </a:lnTo>
                  <a:lnTo>
                    <a:pt x="21784" y="37101"/>
                  </a:lnTo>
                  <a:lnTo>
                    <a:pt x="21784" y="40020"/>
                  </a:lnTo>
                  <a:lnTo>
                    <a:pt x="21740" y="41592"/>
                  </a:lnTo>
                  <a:lnTo>
                    <a:pt x="21650" y="43164"/>
                  </a:lnTo>
                  <a:lnTo>
                    <a:pt x="21560" y="44736"/>
                  </a:lnTo>
                  <a:lnTo>
                    <a:pt x="21425" y="46353"/>
                  </a:lnTo>
                  <a:lnTo>
                    <a:pt x="21245" y="48015"/>
                  </a:lnTo>
                  <a:lnTo>
                    <a:pt x="21021" y="49677"/>
                  </a:lnTo>
                  <a:lnTo>
                    <a:pt x="20751" y="51339"/>
                  </a:lnTo>
                  <a:lnTo>
                    <a:pt x="20482" y="53001"/>
                  </a:lnTo>
                  <a:lnTo>
                    <a:pt x="20123" y="54707"/>
                  </a:lnTo>
                  <a:lnTo>
                    <a:pt x="19763" y="56369"/>
                  </a:lnTo>
                  <a:lnTo>
                    <a:pt x="19359" y="58031"/>
                  </a:lnTo>
                  <a:lnTo>
                    <a:pt x="18865" y="59693"/>
                  </a:lnTo>
                  <a:lnTo>
                    <a:pt x="18371" y="61355"/>
                  </a:lnTo>
                  <a:lnTo>
                    <a:pt x="17787" y="62972"/>
                  </a:lnTo>
                  <a:lnTo>
                    <a:pt x="17158" y="64589"/>
                  </a:lnTo>
                  <a:lnTo>
                    <a:pt x="16484" y="66161"/>
                  </a:lnTo>
                  <a:lnTo>
                    <a:pt x="15721" y="67688"/>
                  </a:lnTo>
                  <a:lnTo>
                    <a:pt x="14957" y="69215"/>
                  </a:lnTo>
                  <a:lnTo>
                    <a:pt x="14104" y="70652"/>
                  </a:lnTo>
                  <a:lnTo>
                    <a:pt x="13161" y="72089"/>
                  </a:lnTo>
                  <a:lnTo>
                    <a:pt x="12173" y="73437"/>
                  </a:lnTo>
                  <a:lnTo>
                    <a:pt x="11095" y="74784"/>
                  </a:lnTo>
                  <a:lnTo>
                    <a:pt x="9972" y="76042"/>
                  </a:lnTo>
                  <a:lnTo>
                    <a:pt x="8804" y="77210"/>
                  </a:lnTo>
                  <a:lnTo>
                    <a:pt x="7546" y="78333"/>
                  </a:lnTo>
                  <a:lnTo>
                    <a:pt x="6199" y="79411"/>
                  </a:lnTo>
                  <a:lnTo>
                    <a:pt x="5480" y="79905"/>
                  </a:lnTo>
                  <a:lnTo>
                    <a:pt x="4762" y="80354"/>
                  </a:lnTo>
                  <a:lnTo>
                    <a:pt x="4043" y="80803"/>
                  </a:lnTo>
                  <a:lnTo>
                    <a:pt x="3279" y="81252"/>
                  </a:lnTo>
                  <a:lnTo>
                    <a:pt x="2471" y="81656"/>
                  </a:lnTo>
                  <a:lnTo>
                    <a:pt x="1662" y="82061"/>
                  </a:lnTo>
                  <a:lnTo>
                    <a:pt x="854" y="82420"/>
                  </a:lnTo>
                  <a:lnTo>
                    <a:pt x="1" y="82779"/>
                  </a:lnTo>
                  <a:lnTo>
                    <a:pt x="1" y="82779"/>
                  </a:lnTo>
                  <a:lnTo>
                    <a:pt x="2022" y="82600"/>
                  </a:lnTo>
                  <a:lnTo>
                    <a:pt x="3953" y="82375"/>
                  </a:lnTo>
                  <a:lnTo>
                    <a:pt x="5840" y="82061"/>
                  </a:lnTo>
                  <a:lnTo>
                    <a:pt x="7636" y="81611"/>
                  </a:lnTo>
                  <a:lnTo>
                    <a:pt x="9388" y="81162"/>
                  </a:lnTo>
                  <a:lnTo>
                    <a:pt x="11050" y="80578"/>
                  </a:lnTo>
                  <a:lnTo>
                    <a:pt x="12667" y="79950"/>
                  </a:lnTo>
                  <a:lnTo>
                    <a:pt x="14239" y="79186"/>
                  </a:lnTo>
                  <a:lnTo>
                    <a:pt x="15721" y="78423"/>
                  </a:lnTo>
                  <a:lnTo>
                    <a:pt x="17158" y="77524"/>
                  </a:lnTo>
                  <a:lnTo>
                    <a:pt x="18506" y="76581"/>
                  </a:lnTo>
                  <a:lnTo>
                    <a:pt x="19808" y="75503"/>
                  </a:lnTo>
                  <a:lnTo>
                    <a:pt x="21021" y="74425"/>
                  </a:lnTo>
                  <a:lnTo>
                    <a:pt x="22189" y="73212"/>
                  </a:lnTo>
                  <a:lnTo>
                    <a:pt x="23267" y="71955"/>
                  </a:lnTo>
                  <a:lnTo>
                    <a:pt x="24300" y="70562"/>
                  </a:lnTo>
                  <a:lnTo>
                    <a:pt x="24300" y="70562"/>
                  </a:lnTo>
                  <a:lnTo>
                    <a:pt x="24794" y="69844"/>
                  </a:lnTo>
                  <a:lnTo>
                    <a:pt x="25288" y="69080"/>
                  </a:lnTo>
                  <a:lnTo>
                    <a:pt x="26231" y="67553"/>
                  </a:lnTo>
                  <a:lnTo>
                    <a:pt x="27040" y="65936"/>
                  </a:lnTo>
                  <a:lnTo>
                    <a:pt x="27803" y="64229"/>
                  </a:lnTo>
                  <a:lnTo>
                    <a:pt x="28477" y="62523"/>
                  </a:lnTo>
                  <a:lnTo>
                    <a:pt x="29106" y="60771"/>
                  </a:lnTo>
                  <a:lnTo>
                    <a:pt x="29645" y="58974"/>
                  </a:lnTo>
                  <a:lnTo>
                    <a:pt x="30094" y="57133"/>
                  </a:lnTo>
                  <a:lnTo>
                    <a:pt x="30498" y="55246"/>
                  </a:lnTo>
                  <a:lnTo>
                    <a:pt x="30857" y="53315"/>
                  </a:lnTo>
                  <a:lnTo>
                    <a:pt x="31127" y="51384"/>
                  </a:lnTo>
                  <a:lnTo>
                    <a:pt x="31351" y="49407"/>
                  </a:lnTo>
                  <a:lnTo>
                    <a:pt x="31531" y="47431"/>
                  </a:lnTo>
                  <a:lnTo>
                    <a:pt x="31621" y="45455"/>
                  </a:lnTo>
                  <a:lnTo>
                    <a:pt x="31711" y="43479"/>
                  </a:lnTo>
                  <a:lnTo>
                    <a:pt x="31711" y="41457"/>
                  </a:lnTo>
                  <a:lnTo>
                    <a:pt x="31711" y="41457"/>
                  </a:lnTo>
                  <a:lnTo>
                    <a:pt x="31711" y="39796"/>
                  </a:lnTo>
                  <a:lnTo>
                    <a:pt x="31666" y="38089"/>
                  </a:lnTo>
                  <a:lnTo>
                    <a:pt x="31486" y="34765"/>
                  </a:lnTo>
                  <a:lnTo>
                    <a:pt x="31217" y="31441"/>
                  </a:lnTo>
                  <a:lnTo>
                    <a:pt x="30902" y="28163"/>
                  </a:lnTo>
                  <a:lnTo>
                    <a:pt x="30453" y="25018"/>
                  </a:lnTo>
                  <a:lnTo>
                    <a:pt x="30004" y="21919"/>
                  </a:lnTo>
                  <a:lnTo>
                    <a:pt x="29465" y="18955"/>
                  </a:lnTo>
                  <a:lnTo>
                    <a:pt x="28926" y="16080"/>
                  </a:lnTo>
                  <a:lnTo>
                    <a:pt x="28342" y="13385"/>
                  </a:lnTo>
                  <a:lnTo>
                    <a:pt x="27758" y="10870"/>
                  </a:lnTo>
                  <a:lnTo>
                    <a:pt x="27219" y="8535"/>
                  </a:lnTo>
                  <a:lnTo>
                    <a:pt x="26680" y="6424"/>
                  </a:lnTo>
                  <a:lnTo>
                    <a:pt x="25692" y="2875"/>
                  </a:lnTo>
                  <a:lnTo>
                    <a:pt x="24929" y="360"/>
                  </a:lnTo>
                  <a:lnTo>
                    <a:pt x="2483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56"/>
            <p:cNvSpPr/>
            <p:nvPr/>
          </p:nvSpPr>
          <p:spPr>
            <a:xfrm>
              <a:off x="6356675" y="1889575"/>
              <a:ext cx="360475" cy="110050"/>
            </a:xfrm>
            <a:custGeom>
              <a:rect b="b" l="l" r="r" t="t"/>
              <a:pathLst>
                <a:path extrusionOk="0" h="4402" w="14419">
                  <a:moveTo>
                    <a:pt x="1393" y="0"/>
                  </a:moveTo>
                  <a:lnTo>
                    <a:pt x="674" y="45"/>
                  </a:lnTo>
                  <a:lnTo>
                    <a:pt x="360" y="90"/>
                  </a:lnTo>
                  <a:lnTo>
                    <a:pt x="90" y="180"/>
                  </a:lnTo>
                  <a:lnTo>
                    <a:pt x="1" y="315"/>
                  </a:lnTo>
                  <a:lnTo>
                    <a:pt x="45" y="449"/>
                  </a:lnTo>
                  <a:lnTo>
                    <a:pt x="135" y="539"/>
                  </a:lnTo>
                  <a:lnTo>
                    <a:pt x="315" y="674"/>
                  </a:lnTo>
                  <a:lnTo>
                    <a:pt x="584" y="719"/>
                  </a:lnTo>
                  <a:lnTo>
                    <a:pt x="854" y="809"/>
                  </a:lnTo>
                  <a:lnTo>
                    <a:pt x="1438" y="898"/>
                  </a:lnTo>
                  <a:lnTo>
                    <a:pt x="2965" y="1078"/>
                  </a:lnTo>
                  <a:lnTo>
                    <a:pt x="4492" y="1258"/>
                  </a:lnTo>
                  <a:lnTo>
                    <a:pt x="5211" y="1393"/>
                  </a:lnTo>
                  <a:lnTo>
                    <a:pt x="5884" y="1527"/>
                  </a:lnTo>
                  <a:lnTo>
                    <a:pt x="6513" y="1752"/>
                  </a:lnTo>
                  <a:lnTo>
                    <a:pt x="7007" y="1976"/>
                  </a:lnTo>
                  <a:lnTo>
                    <a:pt x="7187" y="2111"/>
                  </a:lnTo>
                  <a:lnTo>
                    <a:pt x="7322" y="2246"/>
                  </a:lnTo>
                  <a:lnTo>
                    <a:pt x="7411" y="2426"/>
                  </a:lnTo>
                  <a:lnTo>
                    <a:pt x="7411" y="2560"/>
                  </a:lnTo>
                  <a:lnTo>
                    <a:pt x="7411" y="2695"/>
                  </a:lnTo>
                  <a:lnTo>
                    <a:pt x="7322" y="2830"/>
                  </a:lnTo>
                  <a:lnTo>
                    <a:pt x="7142" y="3010"/>
                  </a:lnTo>
                  <a:lnTo>
                    <a:pt x="6917" y="3099"/>
                  </a:lnTo>
                  <a:lnTo>
                    <a:pt x="6558" y="3234"/>
                  </a:lnTo>
                  <a:lnTo>
                    <a:pt x="6199" y="3324"/>
                  </a:lnTo>
                  <a:lnTo>
                    <a:pt x="5390" y="3548"/>
                  </a:lnTo>
                  <a:lnTo>
                    <a:pt x="5031" y="3683"/>
                  </a:lnTo>
                  <a:lnTo>
                    <a:pt x="4806" y="3863"/>
                  </a:lnTo>
                  <a:lnTo>
                    <a:pt x="4762" y="3953"/>
                  </a:lnTo>
                  <a:lnTo>
                    <a:pt x="4762" y="4043"/>
                  </a:lnTo>
                  <a:lnTo>
                    <a:pt x="4851" y="4132"/>
                  </a:lnTo>
                  <a:lnTo>
                    <a:pt x="4941" y="4222"/>
                  </a:lnTo>
                  <a:lnTo>
                    <a:pt x="5211" y="4312"/>
                  </a:lnTo>
                  <a:lnTo>
                    <a:pt x="5480" y="4357"/>
                  </a:lnTo>
                  <a:lnTo>
                    <a:pt x="6154" y="4402"/>
                  </a:lnTo>
                  <a:lnTo>
                    <a:pt x="6423" y="4357"/>
                  </a:lnTo>
                  <a:lnTo>
                    <a:pt x="7636" y="4357"/>
                  </a:lnTo>
                  <a:lnTo>
                    <a:pt x="8894" y="4312"/>
                  </a:lnTo>
                  <a:lnTo>
                    <a:pt x="10106" y="4222"/>
                  </a:lnTo>
                  <a:lnTo>
                    <a:pt x="11319" y="4087"/>
                  </a:lnTo>
                  <a:lnTo>
                    <a:pt x="11858" y="3998"/>
                  </a:lnTo>
                  <a:lnTo>
                    <a:pt x="12397" y="3863"/>
                  </a:lnTo>
                  <a:lnTo>
                    <a:pt x="12891" y="3728"/>
                  </a:lnTo>
                  <a:lnTo>
                    <a:pt x="13340" y="3548"/>
                  </a:lnTo>
                  <a:lnTo>
                    <a:pt x="13745" y="3369"/>
                  </a:lnTo>
                  <a:lnTo>
                    <a:pt x="14059" y="3144"/>
                  </a:lnTo>
                  <a:lnTo>
                    <a:pt x="14284" y="2920"/>
                  </a:lnTo>
                  <a:lnTo>
                    <a:pt x="14418" y="2695"/>
                  </a:lnTo>
                  <a:lnTo>
                    <a:pt x="14418" y="2560"/>
                  </a:lnTo>
                  <a:lnTo>
                    <a:pt x="14418" y="2471"/>
                  </a:lnTo>
                  <a:lnTo>
                    <a:pt x="14373" y="2336"/>
                  </a:lnTo>
                  <a:lnTo>
                    <a:pt x="14328" y="2201"/>
                  </a:lnTo>
                  <a:lnTo>
                    <a:pt x="14104" y="1976"/>
                  </a:lnTo>
                  <a:lnTo>
                    <a:pt x="13834" y="1707"/>
                  </a:lnTo>
                  <a:lnTo>
                    <a:pt x="13430" y="1527"/>
                  </a:lnTo>
                  <a:lnTo>
                    <a:pt x="13026" y="1303"/>
                  </a:lnTo>
                  <a:lnTo>
                    <a:pt x="12487" y="1123"/>
                  </a:lnTo>
                  <a:lnTo>
                    <a:pt x="11948" y="988"/>
                  </a:lnTo>
                  <a:lnTo>
                    <a:pt x="10870" y="719"/>
                  </a:lnTo>
                  <a:lnTo>
                    <a:pt x="9612" y="539"/>
                  </a:lnTo>
                  <a:lnTo>
                    <a:pt x="8310" y="360"/>
                  </a:lnTo>
                  <a:lnTo>
                    <a:pt x="6917" y="225"/>
                  </a:lnTo>
                  <a:lnTo>
                    <a:pt x="5525" y="135"/>
                  </a:lnTo>
                  <a:lnTo>
                    <a:pt x="4178" y="90"/>
                  </a:lnTo>
                  <a:lnTo>
                    <a:pt x="1573" y="0"/>
                  </a:lnTo>
                  <a:close/>
                </a:path>
              </a:pathLst>
            </a:custGeom>
            <a:solidFill>
              <a:srgbClr val="99C462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56"/>
            <p:cNvSpPr/>
            <p:nvPr/>
          </p:nvSpPr>
          <p:spPr>
            <a:xfrm>
              <a:off x="6356675" y="1889575"/>
              <a:ext cx="360475" cy="110050"/>
            </a:xfrm>
            <a:custGeom>
              <a:rect b="b" l="l" r="r" t="t"/>
              <a:pathLst>
                <a:path extrusionOk="0" fill="none" h="4402" w="14419">
                  <a:moveTo>
                    <a:pt x="1393" y="0"/>
                  </a:moveTo>
                  <a:lnTo>
                    <a:pt x="1393" y="0"/>
                  </a:lnTo>
                  <a:lnTo>
                    <a:pt x="674" y="45"/>
                  </a:lnTo>
                  <a:lnTo>
                    <a:pt x="360" y="90"/>
                  </a:lnTo>
                  <a:lnTo>
                    <a:pt x="90" y="180"/>
                  </a:lnTo>
                  <a:lnTo>
                    <a:pt x="90" y="180"/>
                  </a:lnTo>
                  <a:lnTo>
                    <a:pt x="1" y="315"/>
                  </a:lnTo>
                  <a:lnTo>
                    <a:pt x="45" y="449"/>
                  </a:lnTo>
                  <a:lnTo>
                    <a:pt x="135" y="539"/>
                  </a:lnTo>
                  <a:lnTo>
                    <a:pt x="315" y="674"/>
                  </a:lnTo>
                  <a:lnTo>
                    <a:pt x="315" y="674"/>
                  </a:lnTo>
                  <a:lnTo>
                    <a:pt x="584" y="719"/>
                  </a:lnTo>
                  <a:lnTo>
                    <a:pt x="854" y="809"/>
                  </a:lnTo>
                  <a:lnTo>
                    <a:pt x="1438" y="898"/>
                  </a:lnTo>
                  <a:lnTo>
                    <a:pt x="1438" y="898"/>
                  </a:lnTo>
                  <a:lnTo>
                    <a:pt x="2965" y="1078"/>
                  </a:lnTo>
                  <a:lnTo>
                    <a:pt x="4492" y="1258"/>
                  </a:lnTo>
                  <a:lnTo>
                    <a:pt x="4492" y="1258"/>
                  </a:lnTo>
                  <a:lnTo>
                    <a:pt x="5211" y="1393"/>
                  </a:lnTo>
                  <a:lnTo>
                    <a:pt x="5884" y="1527"/>
                  </a:lnTo>
                  <a:lnTo>
                    <a:pt x="6513" y="1752"/>
                  </a:lnTo>
                  <a:lnTo>
                    <a:pt x="7007" y="1976"/>
                  </a:lnTo>
                  <a:lnTo>
                    <a:pt x="7007" y="1976"/>
                  </a:lnTo>
                  <a:lnTo>
                    <a:pt x="7187" y="2111"/>
                  </a:lnTo>
                  <a:lnTo>
                    <a:pt x="7322" y="2246"/>
                  </a:lnTo>
                  <a:lnTo>
                    <a:pt x="7411" y="2426"/>
                  </a:lnTo>
                  <a:lnTo>
                    <a:pt x="7411" y="2560"/>
                  </a:lnTo>
                  <a:lnTo>
                    <a:pt x="7411" y="2695"/>
                  </a:lnTo>
                  <a:lnTo>
                    <a:pt x="7322" y="2830"/>
                  </a:lnTo>
                  <a:lnTo>
                    <a:pt x="7142" y="3010"/>
                  </a:lnTo>
                  <a:lnTo>
                    <a:pt x="6917" y="3099"/>
                  </a:lnTo>
                  <a:lnTo>
                    <a:pt x="6917" y="3099"/>
                  </a:lnTo>
                  <a:lnTo>
                    <a:pt x="6558" y="3234"/>
                  </a:lnTo>
                  <a:lnTo>
                    <a:pt x="6199" y="3324"/>
                  </a:lnTo>
                  <a:lnTo>
                    <a:pt x="5390" y="3548"/>
                  </a:lnTo>
                  <a:lnTo>
                    <a:pt x="5390" y="3548"/>
                  </a:lnTo>
                  <a:lnTo>
                    <a:pt x="5031" y="3683"/>
                  </a:lnTo>
                  <a:lnTo>
                    <a:pt x="4806" y="3863"/>
                  </a:lnTo>
                  <a:lnTo>
                    <a:pt x="4762" y="3953"/>
                  </a:lnTo>
                  <a:lnTo>
                    <a:pt x="4762" y="4043"/>
                  </a:lnTo>
                  <a:lnTo>
                    <a:pt x="4851" y="4132"/>
                  </a:lnTo>
                  <a:lnTo>
                    <a:pt x="4941" y="4222"/>
                  </a:lnTo>
                  <a:lnTo>
                    <a:pt x="4941" y="4222"/>
                  </a:lnTo>
                  <a:lnTo>
                    <a:pt x="5211" y="4312"/>
                  </a:lnTo>
                  <a:lnTo>
                    <a:pt x="5480" y="4357"/>
                  </a:lnTo>
                  <a:lnTo>
                    <a:pt x="6154" y="4402"/>
                  </a:lnTo>
                  <a:lnTo>
                    <a:pt x="6154" y="4402"/>
                  </a:lnTo>
                  <a:lnTo>
                    <a:pt x="6423" y="4357"/>
                  </a:lnTo>
                  <a:lnTo>
                    <a:pt x="6423" y="4357"/>
                  </a:lnTo>
                  <a:lnTo>
                    <a:pt x="7636" y="4357"/>
                  </a:lnTo>
                  <a:lnTo>
                    <a:pt x="8894" y="4312"/>
                  </a:lnTo>
                  <a:lnTo>
                    <a:pt x="10106" y="4222"/>
                  </a:lnTo>
                  <a:lnTo>
                    <a:pt x="11319" y="4087"/>
                  </a:lnTo>
                  <a:lnTo>
                    <a:pt x="11319" y="4087"/>
                  </a:lnTo>
                  <a:lnTo>
                    <a:pt x="11858" y="3998"/>
                  </a:lnTo>
                  <a:lnTo>
                    <a:pt x="12397" y="3863"/>
                  </a:lnTo>
                  <a:lnTo>
                    <a:pt x="12891" y="3728"/>
                  </a:lnTo>
                  <a:lnTo>
                    <a:pt x="13340" y="3548"/>
                  </a:lnTo>
                  <a:lnTo>
                    <a:pt x="13745" y="3369"/>
                  </a:lnTo>
                  <a:lnTo>
                    <a:pt x="14059" y="3144"/>
                  </a:lnTo>
                  <a:lnTo>
                    <a:pt x="14284" y="2920"/>
                  </a:lnTo>
                  <a:lnTo>
                    <a:pt x="14418" y="2695"/>
                  </a:lnTo>
                  <a:lnTo>
                    <a:pt x="14418" y="2695"/>
                  </a:lnTo>
                  <a:lnTo>
                    <a:pt x="14418" y="2560"/>
                  </a:lnTo>
                  <a:lnTo>
                    <a:pt x="14418" y="2471"/>
                  </a:lnTo>
                  <a:lnTo>
                    <a:pt x="14373" y="2336"/>
                  </a:lnTo>
                  <a:lnTo>
                    <a:pt x="14328" y="2201"/>
                  </a:lnTo>
                  <a:lnTo>
                    <a:pt x="14104" y="1976"/>
                  </a:lnTo>
                  <a:lnTo>
                    <a:pt x="13834" y="1707"/>
                  </a:lnTo>
                  <a:lnTo>
                    <a:pt x="13430" y="1527"/>
                  </a:lnTo>
                  <a:lnTo>
                    <a:pt x="13026" y="1303"/>
                  </a:lnTo>
                  <a:lnTo>
                    <a:pt x="12487" y="1123"/>
                  </a:lnTo>
                  <a:lnTo>
                    <a:pt x="11948" y="988"/>
                  </a:lnTo>
                  <a:lnTo>
                    <a:pt x="11948" y="988"/>
                  </a:lnTo>
                  <a:lnTo>
                    <a:pt x="10870" y="719"/>
                  </a:lnTo>
                  <a:lnTo>
                    <a:pt x="9612" y="539"/>
                  </a:lnTo>
                  <a:lnTo>
                    <a:pt x="8310" y="360"/>
                  </a:lnTo>
                  <a:lnTo>
                    <a:pt x="6917" y="225"/>
                  </a:lnTo>
                  <a:lnTo>
                    <a:pt x="5525" y="135"/>
                  </a:lnTo>
                  <a:lnTo>
                    <a:pt x="4178" y="90"/>
                  </a:lnTo>
                  <a:lnTo>
                    <a:pt x="1573" y="0"/>
                  </a:lnTo>
                  <a:lnTo>
                    <a:pt x="1573" y="0"/>
                  </a:lnTo>
                  <a:lnTo>
                    <a:pt x="13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56"/>
            <p:cNvSpPr/>
            <p:nvPr/>
          </p:nvSpPr>
          <p:spPr>
            <a:xfrm>
              <a:off x="6379125" y="1981650"/>
              <a:ext cx="52800" cy="17975"/>
            </a:xfrm>
            <a:custGeom>
              <a:rect b="b" l="l" r="r" t="t"/>
              <a:pathLst>
                <a:path extrusionOk="0" h="719" w="2112">
                  <a:moveTo>
                    <a:pt x="630" y="0"/>
                  </a:moveTo>
                  <a:lnTo>
                    <a:pt x="315" y="90"/>
                  </a:lnTo>
                  <a:lnTo>
                    <a:pt x="91" y="225"/>
                  </a:lnTo>
                  <a:lnTo>
                    <a:pt x="1" y="270"/>
                  </a:lnTo>
                  <a:lnTo>
                    <a:pt x="1" y="360"/>
                  </a:lnTo>
                  <a:lnTo>
                    <a:pt x="1" y="449"/>
                  </a:lnTo>
                  <a:lnTo>
                    <a:pt x="91" y="494"/>
                  </a:lnTo>
                  <a:lnTo>
                    <a:pt x="315" y="629"/>
                  </a:lnTo>
                  <a:lnTo>
                    <a:pt x="630" y="719"/>
                  </a:lnTo>
                  <a:lnTo>
                    <a:pt x="1438" y="719"/>
                  </a:lnTo>
                  <a:lnTo>
                    <a:pt x="1797" y="629"/>
                  </a:lnTo>
                  <a:lnTo>
                    <a:pt x="2022" y="494"/>
                  </a:lnTo>
                  <a:lnTo>
                    <a:pt x="2067" y="449"/>
                  </a:lnTo>
                  <a:lnTo>
                    <a:pt x="2112" y="360"/>
                  </a:lnTo>
                  <a:lnTo>
                    <a:pt x="2067" y="270"/>
                  </a:lnTo>
                  <a:lnTo>
                    <a:pt x="2022" y="225"/>
                  </a:lnTo>
                  <a:lnTo>
                    <a:pt x="1797" y="90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rgbClr val="99C462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56"/>
            <p:cNvSpPr/>
            <p:nvPr/>
          </p:nvSpPr>
          <p:spPr>
            <a:xfrm>
              <a:off x="6379125" y="1981650"/>
              <a:ext cx="52800" cy="17975"/>
            </a:xfrm>
            <a:custGeom>
              <a:rect b="b" l="l" r="r" t="t"/>
              <a:pathLst>
                <a:path extrusionOk="0" fill="none" h="719" w="2112">
                  <a:moveTo>
                    <a:pt x="1034" y="0"/>
                  </a:moveTo>
                  <a:lnTo>
                    <a:pt x="1034" y="0"/>
                  </a:lnTo>
                  <a:lnTo>
                    <a:pt x="630" y="0"/>
                  </a:lnTo>
                  <a:lnTo>
                    <a:pt x="315" y="90"/>
                  </a:lnTo>
                  <a:lnTo>
                    <a:pt x="91" y="225"/>
                  </a:lnTo>
                  <a:lnTo>
                    <a:pt x="1" y="270"/>
                  </a:lnTo>
                  <a:lnTo>
                    <a:pt x="1" y="360"/>
                  </a:lnTo>
                  <a:lnTo>
                    <a:pt x="1" y="360"/>
                  </a:lnTo>
                  <a:lnTo>
                    <a:pt x="1" y="449"/>
                  </a:lnTo>
                  <a:lnTo>
                    <a:pt x="91" y="494"/>
                  </a:lnTo>
                  <a:lnTo>
                    <a:pt x="315" y="629"/>
                  </a:lnTo>
                  <a:lnTo>
                    <a:pt x="630" y="719"/>
                  </a:lnTo>
                  <a:lnTo>
                    <a:pt x="1034" y="719"/>
                  </a:lnTo>
                  <a:lnTo>
                    <a:pt x="1034" y="719"/>
                  </a:lnTo>
                  <a:lnTo>
                    <a:pt x="1438" y="719"/>
                  </a:lnTo>
                  <a:lnTo>
                    <a:pt x="1797" y="629"/>
                  </a:lnTo>
                  <a:lnTo>
                    <a:pt x="2022" y="494"/>
                  </a:lnTo>
                  <a:lnTo>
                    <a:pt x="2067" y="449"/>
                  </a:lnTo>
                  <a:lnTo>
                    <a:pt x="2112" y="360"/>
                  </a:lnTo>
                  <a:lnTo>
                    <a:pt x="2112" y="360"/>
                  </a:lnTo>
                  <a:lnTo>
                    <a:pt x="2067" y="270"/>
                  </a:lnTo>
                  <a:lnTo>
                    <a:pt x="2022" y="225"/>
                  </a:lnTo>
                  <a:lnTo>
                    <a:pt x="1797" y="90"/>
                  </a:lnTo>
                  <a:lnTo>
                    <a:pt x="1438" y="0"/>
                  </a:lnTo>
                  <a:lnTo>
                    <a:pt x="103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56"/>
            <p:cNvSpPr/>
            <p:nvPr/>
          </p:nvSpPr>
          <p:spPr>
            <a:xfrm>
              <a:off x="5522375" y="1736850"/>
              <a:ext cx="1442925" cy="394150"/>
            </a:xfrm>
            <a:custGeom>
              <a:rect b="b" l="l" r="r" t="t"/>
              <a:pathLst>
                <a:path extrusionOk="0" h="15766" w="57717">
                  <a:moveTo>
                    <a:pt x="28881" y="1348"/>
                  </a:moveTo>
                  <a:lnTo>
                    <a:pt x="31845" y="1393"/>
                  </a:lnTo>
                  <a:lnTo>
                    <a:pt x="34675" y="1528"/>
                  </a:lnTo>
                  <a:lnTo>
                    <a:pt x="37415" y="1708"/>
                  </a:lnTo>
                  <a:lnTo>
                    <a:pt x="39975" y="1932"/>
                  </a:lnTo>
                  <a:lnTo>
                    <a:pt x="42400" y="2246"/>
                  </a:lnTo>
                  <a:lnTo>
                    <a:pt x="44691" y="2606"/>
                  </a:lnTo>
                  <a:lnTo>
                    <a:pt x="46757" y="3010"/>
                  </a:lnTo>
                  <a:lnTo>
                    <a:pt x="48689" y="3459"/>
                  </a:lnTo>
                  <a:lnTo>
                    <a:pt x="50395" y="3953"/>
                  </a:lnTo>
                  <a:lnTo>
                    <a:pt x="51922" y="4447"/>
                  </a:lnTo>
                  <a:lnTo>
                    <a:pt x="53225" y="4986"/>
                  </a:lnTo>
                  <a:lnTo>
                    <a:pt x="53809" y="5301"/>
                  </a:lnTo>
                  <a:lnTo>
                    <a:pt x="54303" y="5570"/>
                  </a:lnTo>
                  <a:lnTo>
                    <a:pt x="54797" y="5840"/>
                  </a:lnTo>
                  <a:lnTo>
                    <a:pt x="55201" y="6154"/>
                  </a:lnTo>
                  <a:lnTo>
                    <a:pt x="55516" y="6424"/>
                  </a:lnTo>
                  <a:lnTo>
                    <a:pt x="55830" y="6693"/>
                  </a:lnTo>
                  <a:lnTo>
                    <a:pt x="56055" y="7007"/>
                  </a:lnTo>
                  <a:lnTo>
                    <a:pt x="56189" y="7277"/>
                  </a:lnTo>
                  <a:lnTo>
                    <a:pt x="56324" y="7591"/>
                  </a:lnTo>
                  <a:lnTo>
                    <a:pt x="56324" y="7861"/>
                  </a:lnTo>
                  <a:lnTo>
                    <a:pt x="56324" y="8175"/>
                  </a:lnTo>
                  <a:lnTo>
                    <a:pt x="56189" y="8445"/>
                  </a:lnTo>
                  <a:lnTo>
                    <a:pt x="56055" y="8759"/>
                  </a:lnTo>
                  <a:lnTo>
                    <a:pt x="55830" y="9029"/>
                  </a:lnTo>
                  <a:lnTo>
                    <a:pt x="55516" y="9343"/>
                  </a:lnTo>
                  <a:lnTo>
                    <a:pt x="55201" y="9613"/>
                  </a:lnTo>
                  <a:lnTo>
                    <a:pt x="54797" y="9927"/>
                  </a:lnTo>
                  <a:lnTo>
                    <a:pt x="54303" y="10196"/>
                  </a:lnTo>
                  <a:lnTo>
                    <a:pt x="53809" y="10466"/>
                  </a:lnTo>
                  <a:lnTo>
                    <a:pt x="53225" y="10735"/>
                  </a:lnTo>
                  <a:lnTo>
                    <a:pt x="51922" y="11274"/>
                  </a:lnTo>
                  <a:lnTo>
                    <a:pt x="50395" y="11813"/>
                  </a:lnTo>
                  <a:lnTo>
                    <a:pt x="48689" y="12307"/>
                  </a:lnTo>
                  <a:lnTo>
                    <a:pt x="46757" y="12757"/>
                  </a:lnTo>
                  <a:lnTo>
                    <a:pt x="44691" y="13161"/>
                  </a:lnTo>
                  <a:lnTo>
                    <a:pt x="42400" y="13520"/>
                  </a:lnTo>
                  <a:lnTo>
                    <a:pt x="39975" y="13790"/>
                  </a:lnTo>
                  <a:lnTo>
                    <a:pt x="37415" y="14059"/>
                  </a:lnTo>
                  <a:lnTo>
                    <a:pt x="34675" y="14239"/>
                  </a:lnTo>
                  <a:lnTo>
                    <a:pt x="31845" y="14374"/>
                  </a:lnTo>
                  <a:lnTo>
                    <a:pt x="25872" y="14374"/>
                  </a:lnTo>
                  <a:lnTo>
                    <a:pt x="23042" y="14239"/>
                  </a:lnTo>
                  <a:lnTo>
                    <a:pt x="20302" y="14059"/>
                  </a:lnTo>
                  <a:lnTo>
                    <a:pt x="17742" y="13790"/>
                  </a:lnTo>
                  <a:lnTo>
                    <a:pt x="15317" y="13520"/>
                  </a:lnTo>
                  <a:lnTo>
                    <a:pt x="13071" y="13161"/>
                  </a:lnTo>
                  <a:lnTo>
                    <a:pt x="10960" y="12757"/>
                  </a:lnTo>
                  <a:lnTo>
                    <a:pt x="9029" y="12307"/>
                  </a:lnTo>
                  <a:lnTo>
                    <a:pt x="7322" y="11813"/>
                  </a:lnTo>
                  <a:lnTo>
                    <a:pt x="5795" y="11274"/>
                  </a:lnTo>
                  <a:lnTo>
                    <a:pt x="4492" y="10735"/>
                  </a:lnTo>
                  <a:lnTo>
                    <a:pt x="3908" y="10466"/>
                  </a:lnTo>
                  <a:lnTo>
                    <a:pt x="3414" y="10196"/>
                  </a:lnTo>
                  <a:lnTo>
                    <a:pt x="2920" y="9927"/>
                  </a:lnTo>
                  <a:lnTo>
                    <a:pt x="2516" y="9613"/>
                  </a:lnTo>
                  <a:lnTo>
                    <a:pt x="2201" y="9343"/>
                  </a:lnTo>
                  <a:lnTo>
                    <a:pt x="1887" y="9029"/>
                  </a:lnTo>
                  <a:lnTo>
                    <a:pt x="1662" y="8759"/>
                  </a:lnTo>
                  <a:lnTo>
                    <a:pt x="1528" y="8445"/>
                  </a:lnTo>
                  <a:lnTo>
                    <a:pt x="1438" y="8175"/>
                  </a:lnTo>
                  <a:lnTo>
                    <a:pt x="1393" y="7861"/>
                  </a:lnTo>
                  <a:lnTo>
                    <a:pt x="1438" y="7591"/>
                  </a:lnTo>
                  <a:lnTo>
                    <a:pt x="1528" y="7277"/>
                  </a:lnTo>
                  <a:lnTo>
                    <a:pt x="1662" y="7007"/>
                  </a:lnTo>
                  <a:lnTo>
                    <a:pt x="1887" y="6693"/>
                  </a:lnTo>
                  <a:lnTo>
                    <a:pt x="2201" y="6424"/>
                  </a:lnTo>
                  <a:lnTo>
                    <a:pt x="2516" y="6154"/>
                  </a:lnTo>
                  <a:lnTo>
                    <a:pt x="2920" y="5840"/>
                  </a:lnTo>
                  <a:lnTo>
                    <a:pt x="3414" y="5570"/>
                  </a:lnTo>
                  <a:lnTo>
                    <a:pt x="3908" y="5301"/>
                  </a:lnTo>
                  <a:lnTo>
                    <a:pt x="4492" y="4986"/>
                  </a:lnTo>
                  <a:lnTo>
                    <a:pt x="5795" y="4447"/>
                  </a:lnTo>
                  <a:lnTo>
                    <a:pt x="7322" y="3953"/>
                  </a:lnTo>
                  <a:lnTo>
                    <a:pt x="9029" y="3459"/>
                  </a:lnTo>
                  <a:lnTo>
                    <a:pt x="10960" y="3010"/>
                  </a:lnTo>
                  <a:lnTo>
                    <a:pt x="13071" y="2606"/>
                  </a:lnTo>
                  <a:lnTo>
                    <a:pt x="15317" y="2246"/>
                  </a:lnTo>
                  <a:lnTo>
                    <a:pt x="17742" y="1932"/>
                  </a:lnTo>
                  <a:lnTo>
                    <a:pt x="20302" y="1708"/>
                  </a:lnTo>
                  <a:lnTo>
                    <a:pt x="23042" y="1528"/>
                  </a:lnTo>
                  <a:lnTo>
                    <a:pt x="25872" y="1393"/>
                  </a:lnTo>
                  <a:lnTo>
                    <a:pt x="28881" y="1348"/>
                  </a:lnTo>
                  <a:close/>
                  <a:moveTo>
                    <a:pt x="26231" y="1"/>
                  </a:moveTo>
                  <a:lnTo>
                    <a:pt x="23626" y="91"/>
                  </a:lnTo>
                  <a:lnTo>
                    <a:pt x="21021" y="270"/>
                  </a:lnTo>
                  <a:lnTo>
                    <a:pt x="18461" y="495"/>
                  </a:lnTo>
                  <a:lnTo>
                    <a:pt x="15990" y="764"/>
                  </a:lnTo>
                  <a:lnTo>
                    <a:pt x="13565" y="1124"/>
                  </a:lnTo>
                  <a:lnTo>
                    <a:pt x="11319" y="1528"/>
                  </a:lnTo>
                  <a:lnTo>
                    <a:pt x="9208" y="2022"/>
                  </a:lnTo>
                  <a:lnTo>
                    <a:pt x="7232" y="2516"/>
                  </a:lnTo>
                  <a:lnTo>
                    <a:pt x="6289" y="2830"/>
                  </a:lnTo>
                  <a:lnTo>
                    <a:pt x="5435" y="3145"/>
                  </a:lnTo>
                  <a:lnTo>
                    <a:pt x="4627" y="3459"/>
                  </a:lnTo>
                  <a:lnTo>
                    <a:pt x="3863" y="3774"/>
                  </a:lnTo>
                  <a:lnTo>
                    <a:pt x="3190" y="4133"/>
                  </a:lnTo>
                  <a:lnTo>
                    <a:pt x="2561" y="4492"/>
                  </a:lnTo>
                  <a:lnTo>
                    <a:pt x="1977" y="4852"/>
                  </a:lnTo>
                  <a:lnTo>
                    <a:pt x="1483" y="5256"/>
                  </a:lnTo>
                  <a:lnTo>
                    <a:pt x="1034" y="5660"/>
                  </a:lnTo>
                  <a:lnTo>
                    <a:pt x="674" y="6064"/>
                  </a:lnTo>
                  <a:lnTo>
                    <a:pt x="360" y="6513"/>
                  </a:lnTo>
                  <a:lnTo>
                    <a:pt x="180" y="6963"/>
                  </a:lnTo>
                  <a:lnTo>
                    <a:pt x="45" y="7412"/>
                  </a:lnTo>
                  <a:lnTo>
                    <a:pt x="1" y="7861"/>
                  </a:lnTo>
                  <a:lnTo>
                    <a:pt x="45" y="8355"/>
                  </a:lnTo>
                  <a:lnTo>
                    <a:pt x="180" y="8804"/>
                  </a:lnTo>
                  <a:lnTo>
                    <a:pt x="360" y="9253"/>
                  </a:lnTo>
                  <a:lnTo>
                    <a:pt x="674" y="9702"/>
                  </a:lnTo>
                  <a:lnTo>
                    <a:pt x="1034" y="10107"/>
                  </a:lnTo>
                  <a:lnTo>
                    <a:pt x="1483" y="10511"/>
                  </a:lnTo>
                  <a:lnTo>
                    <a:pt x="1977" y="10915"/>
                  </a:lnTo>
                  <a:lnTo>
                    <a:pt x="2561" y="11274"/>
                  </a:lnTo>
                  <a:lnTo>
                    <a:pt x="3190" y="11634"/>
                  </a:lnTo>
                  <a:lnTo>
                    <a:pt x="3863" y="11993"/>
                  </a:lnTo>
                  <a:lnTo>
                    <a:pt x="4627" y="12307"/>
                  </a:lnTo>
                  <a:lnTo>
                    <a:pt x="5435" y="12622"/>
                  </a:lnTo>
                  <a:lnTo>
                    <a:pt x="6289" y="12936"/>
                  </a:lnTo>
                  <a:lnTo>
                    <a:pt x="7232" y="13206"/>
                  </a:lnTo>
                  <a:lnTo>
                    <a:pt x="9208" y="13745"/>
                  </a:lnTo>
                  <a:lnTo>
                    <a:pt x="11319" y="14239"/>
                  </a:lnTo>
                  <a:lnTo>
                    <a:pt x="13565" y="14643"/>
                  </a:lnTo>
                  <a:lnTo>
                    <a:pt x="15990" y="14957"/>
                  </a:lnTo>
                  <a:lnTo>
                    <a:pt x="18461" y="15272"/>
                  </a:lnTo>
                  <a:lnTo>
                    <a:pt x="21021" y="15496"/>
                  </a:lnTo>
                  <a:lnTo>
                    <a:pt x="23626" y="15631"/>
                  </a:lnTo>
                  <a:lnTo>
                    <a:pt x="26231" y="15766"/>
                  </a:lnTo>
                  <a:lnTo>
                    <a:pt x="31486" y="15766"/>
                  </a:lnTo>
                  <a:lnTo>
                    <a:pt x="34136" y="15631"/>
                  </a:lnTo>
                  <a:lnTo>
                    <a:pt x="36741" y="15496"/>
                  </a:lnTo>
                  <a:lnTo>
                    <a:pt x="39256" y="15272"/>
                  </a:lnTo>
                  <a:lnTo>
                    <a:pt x="41772" y="14957"/>
                  </a:lnTo>
                  <a:lnTo>
                    <a:pt x="44152" y="14643"/>
                  </a:lnTo>
                  <a:lnTo>
                    <a:pt x="46398" y="14239"/>
                  </a:lnTo>
                  <a:lnTo>
                    <a:pt x="48554" y="13745"/>
                  </a:lnTo>
                  <a:lnTo>
                    <a:pt x="50485" y="13206"/>
                  </a:lnTo>
                  <a:lnTo>
                    <a:pt x="51428" y="12936"/>
                  </a:lnTo>
                  <a:lnTo>
                    <a:pt x="52282" y="12622"/>
                  </a:lnTo>
                  <a:lnTo>
                    <a:pt x="53090" y="12307"/>
                  </a:lnTo>
                  <a:lnTo>
                    <a:pt x="53854" y="11993"/>
                  </a:lnTo>
                  <a:lnTo>
                    <a:pt x="54528" y="11634"/>
                  </a:lnTo>
                  <a:lnTo>
                    <a:pt x="55156" y="11274"/>
                  </a:lnTo>
                  <a:lnTo>
                    <a:pt x="55740" y="10915"/>
                  </a:lnTo>
                  <a:lnTo>
                    <a:pt x="56234" y="10511"/>
                  </a:lnTo>
                  <a:lnTo>
                    <a:pt x="56683" y="10107"/>
                  </a:lnTo>
                  <a:lnTo>
                    <a:pt x="57043" y="9702"/>
                  </a:lnTo>
                  <a:lnTo>
                    <a:pt x="57357" y="9253"/>
                  </a:lnTo>
                  <a:lnTo>
                    <a:pt x="57537" y="8804"/>
                  </a:lnTo>
                  <a:lnTo>
                    <a:pt x="57672" y="8355"/>
                  </a:lnTo>
                  <a:lnTo>
                    <a:pt x="57717" y="7861"/>
                  </a:lnTo>
                  <a:lnTo>
                    <a:pt x="57672" y="7412"/>
                  </a:lnTo>
                  <a:lnTo>
                    <a:pt x="57537" y="6963"/>
                  </a:lnTo>
                  <a:lnTo>
                    <a:pt x="57357" y="6513"/>
                  </a:lnTo>
                  <a:lnTo>
                    <a:pt x="57043" y="6064"/>
                  </a:lnTo>
                  <a:lnTo>
                    <a:pt x="56683" y="5660"/>
                  </a:lnTo>
                  <a:lnTo>
                    <a:pt x="56234" y="5256"/>
                  </a:lnTo>
                  <a:lnTo>
                    <a:pt x="55740" y="4852"/>
                  </a:lnTo>
                  <a:lnTo>
                    <a:pt x="55156" y="4492"/>
                  </a:lnTo>
                  <a:lnTo>
                    <a:pt x="54528" y="4133"/>
                  </a:lnTo>
                  <a:lnTo>
                    <a:pt x="53854" y="3774"/>
                  </a:lnTo>
                  <a:lnTo>
                    <a:pt x="53090" y="3459"/>
                  </a:lnTo>
                  <a:lnTo>
                    <a:pt x="52282" y="3145"/>
                  </a:lnTo>
                  <a:lnTo>
                    <a:pt x="51428" y="2830"/>
                  </a:lnTo>
                  <a:lnTo>
                    <a:pt x="50485" y="2516"/>
                  </a:lnTo>
                  <a:lnTo>
                    <a:pt x="48554" y="2022"/>
                  </a:lnTo>
                  <a:lnTo>
                    <a:pt x="46398" y="1528"/>
                  </a:lnTo>
                  <a:lnTo>
                    <a:pt x="44152" y="1124"/>
                  </a:lnTo>
                  <a:lnTo>
                    <a:pt x="41772" y="764"/>
                  </a:lnTo>
                  <a:lnTo>
                    <a:pt x="39256" y="495"/>
                  </a:lnTo>
                  <a:lnTo>
                    <a:pt x="36741" y="270"/>
                  </a:lnTo>
                  <a:lnTo>
                    <a:pt x="34136" y="91"/>
                  </a:lnTo>
                  <a:lnTo>
                    <a:pt x="31486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56"/>
            <p:cNvSpPr/>
            <p:nvPr/>
          </p:nvSpPr>
          <p:spPr>
            <a:xfrm>
              <a:off x="5650375" y="1826675"/>
              <a:ext cx="1186925" cy="146000"/>
            </a:xfrm>
            <a:custGeom>
              <a:rect b="b" l="l" r="r" t="t"/>
              <a:pathLst>
                <a:path extrusionOk="0" h="5840" w="47477">
                  <a:moveTo>
                    <a:pt x="21785" y="1"/>
                  </a:moveTo>
                  <a:lnTo>
                    <a:pt x="19853" y="46"/>
                  </a:lnTo>
                  <a:lnTo>
                    <a:pt x="17877" y="136"/>
                  </a:lnTo>
                  <a:lnTo>
                    <a:pt x="15946" y="270"/>
                  </a:lnTo>
                  <a:lnTo>
                    <a:pt x="14014" y="450"/>
                  </a:lnTo>
                  <a:lnTo>
                    <a:pt x="12173" y="630"/>
                  </a:lnTo>
                  <a:lnTo>
                    <a:pt x="10376" y="899"/>
                  </a:lnTo>
                  <a:lnTo>
                    <a:pt x="8670" y="1169"/>
                  </a:lnTo>
                  <a:lnTo>
                    <a:pt x="7053" y="1483"/>
                  </a:lnTo>
                  <a:lnTo>
                    <a:pt x="5570" y="1842"/>
                  </a:lnTo>
                  <a:lnTo>
                    <a:pt x="4223" y="2247"/>
                  </a:lnTo>
                  <a:lnTo>
                    <a:pt x="3010" y="2651"/>
                  </a:lnTo>
                  <a:lnTo>
                    <a:pt x="2471" y="2920"/>
                  </a:lnTo>
                  <a:lnTo>
                    <a:pt x="1977" y="3145"/>
                  </a:lnTo>
                  <a:lnTo>
                    <a:pt x="1528" y="3414"/>
                  </a:lnTo>
                  <a:lnTo>
                    <a:pt x="1169" y="3684"/>
                  </a:lnTo>
                  <a:lnTo>
                    <a:pt x="809" y="3953"/>
                  </a:lnTo>
                  <a:lnTo>
                    <a:pt x="495" y="4223"/>
                  </a:lnTo>
                  <a:lnTo>
                    <a:pt x="270" y="4537"/>
                  </a:lnTo>
                  <a:lnTo>
                    <a:pt x="91" y="4852"/>
                  </a:lnTo>
                  <a:lnTo>
                    <a:pt x="46" y="4987"/>
                  </a:lnTo>
                  <a:lnTo>
                    <a:pt x="1" y="5076"/>
                  </a:lnTo>
                  <a:lnTo>
                    <a:pt x="46" y="5346"/>
                  </a:lnTo>
                  <a:lnTo>
                    <a:pt x="181" y="5570"/>
                  </a:lnTo>
                  <a:lnTo>
                    <a:pt x="270" y="5660"/>
                  </a:lnTo>
                  <a:lnTo>
                    <a:pt x="405" y="5750"/>
                  </a:lnTo>
                  <a:lnTo>
                    <a:pt x="540" y="5795"/>
                  </a:lnTo>
                  <a:lnTo>
                    <a:pt x="675" y="5840"/>
                  </a:lnTo>
                  <a:lnTo>
                    <a:pt x="944" y="5795"/>
                  </a:lnTo>
                  <a:lnTo>
                    <a:pt x="1169" y="5660"/>
                  </a:lnTo>
                  <a:lnTo>
                    <a:pt x="1259" y="5570"/>
                  </a:lnTo>
                  <a:lnTo>
                    <a:pt x="1348" y="5436"/>
                  </a:lnTo>
                  <a:lnTo>
                    <a:pt x="1438" y="5256"/>
                  </a:lnTo>
                  <a:lnTo>
                    <a:pt x="1618" y="5076"/>
                  </a:lnTo>
                  <a:lnTo>
                    <a:pt x="1797" y="4897"/>
                  </a:lnTo>
                  <a:lnTo>
                    <a:pt x="2067" y="4717"/>
                  </a:lnTo>
                  <a:lnTo>
                    <a:pt x="2651" y="4313"/>
                  </a:lnTo>
                  <a:lnTo>
                    <a:pt x="3459" y="3953"/>
                  </a:lnTo>
                  <a:lnTo>
                    <a:pt x="4403" y="3639"/>
                  </a:lnTo>
                  <a:lnTo>
                    <a:pt x="5525" y="3280"/>
                  </a:lnTo>
                  <a:lnTo>
                    <a:pt x="6783" y="2965"/>
                  </a:lnTo>
                  <a:lnTo>
                    <a:pt x="8175" y="2651"/>
                  </a:lnTo>
                  <a:lnTo>
                    <a:pt x="9703" y="2381"/>
                  </a:lnTo>
                  <a:lnTo>
                    <a:pt x="11364" y="2157"/>
                  </a:lnTo>
                  <a:lnTo>
                    <a:pt x="13161" y="1932"/>
                  </a:lnTo>
                  <a:lnTo>
                    <a:pt x="15047" y="1708"/>
                  </a:lnTo>
                  <a:lnTo>
                    <a:pt x="17069" y="1573"/>
                  </a:lnTo>
                  <a:lnTo>
                    <a:pt x="19180" y="1438"/>
                  </a:lnTo>
                  <a:lnTo>
                    <a:pt x="21425" y="1393"/>
                  </a:lnTo>
                  <a:lnTo>
                    <a:pt x="23761" y="1348"/>
                  </a:lnTo>
                  <a:lnTo>
                    <a:pt x="26097" y="1393"/>
                  </a:lnTo>
                  <a:lnTo>
                    <a:pt x="28297" y="1483"/>
                  </a:lnTo>
                  <a:lnTo>
                    <a:pt x="30453" y="1573"/>
                  </a:lnTo>
                  <a:lnTo>
                    <a:pt x="32475" y="1708"/>
                  </a:lnTo>
                  <a:lnTo>
                    <a:pt x="34406" y="1932"/>
                  </a:lnTo>
                  <a:lnTo>
                    <a:pt x="36158" y="2157"/>
                  </a:lnTo>
                  <a:lnTo>
                    <a:pt x="37819" y="2381"/>
                  </a:lnTo>
                  <a:lnTo>
                    <a:pt x="39391" y="2651"/>
                  </a:lnTo>
                  <a:lnTo>
                    <a:pt x="40784" y="2965"/>
                  </a:lnTo>
                  <a:lnTo>
                    <a:pt x="41997" y="3280"/>
                  </a:lnTo>
                  <a:lnTo>
                    <a:pt x="43119" y="3639"/>
                  </a:lnTo>
                  <a:lnTo>
                    <a:pt x="44063" y="3998"/>
                  </a:lnTo>
                  <a:lnTo>
                    <a:pt x="44826" y="4358"/>
                  </a:lnTo>
                  <a:lnTo>
                    <a:pt x="45455" y="4717"/>
                  </a:lnTo>
                  <a:lnTo>
                    <a:pt x="45680" y="4897"/>
                  </a:lnTo>
                  <a:lnTo>
                    <a:pt x="45904" y="5076"/>
                  </a:lnTo>
                  <a:lnTo>
                    <a:pt x="46039" y="5256"/>
                  </a:lnTo>
                  <a:lnTo>
                    <a:pt x="46174" y="5436"/>
                  </a:lnTo>
                  <a:lnTo>
                    <a:pt x="46263" y="5615"/>
                  </a:lnTo>
                  <a:lnTo>
                    <a:pt x="46398" y="5750"/>
                  </a:lnTo>
                  <a:lnTo>
                    <a:pt x="46578" y="5840"/>
                  </a:lnTo>
                  <a:lnTo>
                    <a:pt x="46937" y="5840"/>
                  </a:lnTo>
                  <a:lnTo>
                    <a:pt x="47072" y="5795"/>
                  </a:lnTo>
                  <a:lnTo>
                    <a:pt x="47207" y="5705"/>
                  </a:lnTo>
                  <a:lnTo>
                    <a:pt x="47297" y="5615"/>
                  </a:lnTo>
                  <a:lnTo>
                    <a:pt x="47431" y="5391"/>
                  </a:lnTo>
                  <a:lnTo>
                    <a:pt x="47476" y="5121"/>
                  </a:lnTo>
                  <a:lnTo>
                    <a:pt x="47476" y="4987"/>
                  </a:lnTo>
                  <a:lnTo>
                    <a:pt x="47431" y="4897"/>
                  </a:lnTo>
                  <a:lnTo>
                    <a:pt x="47252" y="4582"/>
                  </a:lnTo>
                  <a:lnTo>
                    <a:pt x="47027" y="4313"/>
                  </a:lnTo>
                  <a:lnTo>
                    <a:pt x="46758" y="3998"/>
                  </a:lnTo>
                  <a:lnTo>
                    <a:pt x="46398" y="3729"/>
                  </a:lnTo>
                  <a:lnTo>
                    <a:pt x="46039" y="3504"/>
                  </a:lnTo>
                  <a:lnTo>
                    <a:pt x="45590" y="3235"/>
                  </a:lnTo>
                  <a:lnTo>
                    <a:pt x="45096" y="3010"/>
                  </a:lnTo>
                  <a:lnTo>
                    <a:pt x="44602" y="2741"/>
                  </a:lnTo>
                  <a:lnTo>
                    <a:pt x="43434" y="2337"/>
                  </a:lnTo>
                  <a:lnTo>
                    <a:pt x="42086" y="1932"/>
                  </a:lnTo>
                  <a:lnTo>
                    <a:pt x="40604" y="1573"/>
                  </a:lnTo>
                  <a:lnTo>
                    <a:pt x="39032" y="1214"/>
                  </a:lnTo>
                  <a:lnTo>
                    <a:pt x="37325" y="944"/>
                  </a:lnTo>
                  <a:lnTo>
                    <a:pt x="35529" y="675"/>
                  </a:lnTo>
                  <a:lnTo>
                    <a:pt x="33642" y="495"/>
                  </a:lnTo>
                  <a:lnTo>
                    <a:pt x="31711" y="315"/>
                  </a:lnTo>
                  <a:lnTo>
                    <a:pt x="29735" y="181"/>
                  </a:lnTo>
                  <a:lnTo>
                    <a:pt x="27758" y="46"/>
                  </a:lnTo>
                  <a:lnTo>
                    <a:pt x="25737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56"/>
            <p:cNvSpPr/>
            <p:nvPr/>
          </p:nvSpPr>
          <p:spPr>
            <a:xfrm>
              <a:off x="5636900" y="1785150"/>
              <a:ext cx="1213875" cy="288600"/>
            </a:xfrm>
            <a:custGeom>
              <a:rect b="b" l="l" r="r" t="t"/>
              <a:pathLst>
                <a:path extrusionOk="0" h="11544" w="48555">
                  <a:moveTo>
                    <a:pt x="24300" y="1392"/>
                  </a:moveTo>
                  <a:lnTo>
                    <a:pt x="26860" y="1437"/>
                  </a:lnTo>
                  <a:lnTo>
                    <a:pt x="29330" y="1527"/>
                  </a:lnTo>
                  <a:lnTo>
                    <a:pt x="31666" y="1662"/>
                  </a:lnTo>
                  <a:lnTo>
                    <a:pt x="33867" y="1842"/>
                  </a:lnTo>
                  <a:lnTo>
                    <a:pt x="35888" y="2066"/>
                  </a:lnTo>
                  <a:lnTo>
                    <a:pt x="37775" y="2291"/>
                  </a:lnTo>
                  <a:lnTo>
                    <a:pt x="39481" y="2605"/>
                  </a:lnTo>
                  <a:lnTo>
                    <a:pt x="41053" y="2920"/>
                  </a:lnTo>
                  <a:lnTo>
                    <a:pt x="42446" y="3234"/>
                  </a:lnTo>
                  <a:lnTo>
                    <a:pt x="43658" y="3593"/>
                  </a:lnTo>
                  <a:lnTo>
                    <a:pt x="44736" y="3953"/>
                  </a:lnTo>
                  <a:lnTo>
                    <a:pt x="45590" y="4312"/>
                  </a:lnTo>
                  <a:lnTo>
                    <a:pt x="46308" y="4716"/>
                  </a:lnTo>
                  <a:lnTo>
                    <a:pt x="46578" y="4896"/>
                  </a:lnTo>
                  <a:lnTo>
                    <a:pt x="46802" y="5075"/>
                  </a:lnTo>
                  <a:lnTo>
                    <a:pt x="46937" y="5255"/>
                  </a:lnTo>
                  <a:lnTo>
                    <a:pt x="47072" y="5435"/>
                  </a:lnTo>
                  <a:lnTo>
                    <a:pt x="47162" y="5614"/>
                  </a:lnTo>
                  <a:lnTo>
                    <a:pt x="47207" y="5794"/>
                  </a:lnTo>
                  <a:lnTo>
                    <a:pt x="47162" y="5974"/>
                  </a:lnTo>
                  <a:lnTo>
                    <a:pt x="47072" y="6153"/>
                  </a:lnTo>
                  <a:lnTo>
                    <a:pt x="46937" y="6333"/>
                  </a:lnTo>
                  <a:lnTo>
                    <a:pt x="46802" y="6513"/>
                  </a:lnTo>
                  <a:lnTo>
                    <a:pt x="46578" y="6692"/>
                  </a:lnTo>
                  <a:lnTo>
                    <a:pt x="46308" y="6872"/>
                  </a:lnTo>
                  <a:lnTo>
                    <a:pt x="45590" y="7231"/>
                  </a:lnTo>
                  <a:lnTo>
                    <a:pt x="44736" y="7591"/>
                  </a:lnTo>
                  <a:lnTo>
                    <a:pt x="43658" y="7950"/>
                  </a:lnTo>
                  <a:lnTo>
                    <a:pt x="42446" y="8309"/>
                  </a:lnTo>
                  <a:lnTo>
                    <a:pt x="41053" y="8669"/>
                  </a:lnTo>
                  <a:lnTo>
                    <a:pt x="39481" y="8983"/>
                  </a:lnTo>
                  <a:lnTo>
                    <a:pt x="37775" y="9253"/>
                  </a:lnTo>
                  <a:lnTo>
                    <a:pt x="35888" y="9522"/>
                  </a:lnTo>
                  <a:lnTo>
                    <a:pt x="33867" y="9747"/>
                  </a:lnTo>
                  <a:lnTo>
                    <a:pt x="31666" y="9926"/>
                  </a:lnTo>
                  <a:lnTo>
                    <a:pt x="29330" y="10061"/>
                  </a:lnTo>
                  <a:lnTo>
                    <a:pt x="26860" y="10151"/>
                  </a:lnTo>
                  <a:lnTo>
                    <a:pt x="21695" y="10151"/>
                  </a:lnTo>
                  <a:lnTo>
                    <a:pt x="19225" y="10061"/>
                  </a:lnTo>
                  <a:lnTo>
                    <a:pt x="16889" y="9926"/>
                  </a:lnTo>
                  <a:lnTo>
                    <a:pt x="14733" y="9747"/>
                  </a:lnTo>
                  <a:lnTo>
                    <a:pt x="12667" y="9522"/>
                  </a:lnTo>
                  <a:lnTo>
                    <a:pt x="10781" y="9253"/>
                  </a:lnTo>
                  <a:lnTo>
                    <a:pt x="9074" y="8983"/>
                  </a:lnTo>
                  <a:lnTo>
                    <a:pt x="7502" y="8669"/>
                  </a:lnTo>
                  <a:lnTo>
                    <a:pt x="6109" y="8309"/>
                  </a:lnTo>
                  <a:lnTo>
                    <a:pt x="4897" y="7950"/>
                  </a:lnTo>
                  <a:lnTo>
                    <a:pt x="3819" y="7591"/>
                  </a:lnTo>
                  <a:lnTo>
                    <a:pt x="2965" y="7231"/>
                  </a:lnTo>
                  <a:lnTo>
                    <a:pt x="2292" y="6872"/>
                  </a:lnTo>
                  <a:lnTo>
                    <a:pt x="2022" y="6692"/>
                  </a:lnTo>
                  <a:lnTo>
                    <a:pt x="1798" y="6513"/>
                  </a:lnTo>
                  <a:lnTo>
                    <a:pt x="1618" y="6333"/>
                  </a:lnTo>
                  <a:lnTo>
                    <a:pt x="1483" y="6153"/>
                  </a:lnTo>
                  <a:lnTo>
                    <a:pt x="1393" y="5974"/>
                  </a:lnTo>
                  <a:lnTo>
                    <a:pt x="1393" y="5794"/>
                  </a:lnTo>
                  <a:lnTo>
                    <a:pt x="1393" y="5614"/>
                  </a:lnTo>
                  <a:lnTo>
                    <a:pt x="1483" y="5435"/>
                  </a:lnTo>
                  <a:lnTo>
                    <a:pt x="1618" y="5255"/>
                  </a:lnTo>
                  <a:lnTo>
                    <a:pt x="1798" y="5075"/>
                  </a:lnTo>
                  <a:lnTo>
                    <a:pt x="2022" y="4896"/>
                  </a:lnTo>
                  <a:lnTo>
                    <a:pt x="2292" y="4716"/>
                  </a:lnTo>
                  <a:lnTo>
                    <a:pt x="2965" y="4312"/>
                  </a:lnTo>
                  <a:lnTo>
                    <a:pt x="3819" y="3953"/>
                  </a:lnTo>
                  <a:lnTo>
                    <a:pt x="4897" y="3593"/>
                  </a:lnTo>
                  <a:lnTo>
                    <a:pt x="6109" y="3234"/>
                  </a:lnTo>
                  <a:lnTo>
                    <a:pt x="7502" y="2920"/>
                  </a:lnTo>
                  <a:lnTo>
                    <a:pt x="9074" y="2605"/>
                  </a:lnTo>
                  <a:lnTo>
                    <a:pt x="10781" y="2291"/>
                  </a:lnTo>
                  <a:lnTo>
                    <a:pt x="12667" y="2066"/>
                  </a:lnTo>
                  <a:lnTo>
                    <a:pt x="14733" y="1842"/>
                  </a:lnTo>
                  <a:lnTo>
                    <a:pt x="16889" y="1662"/>
                  </a:lnTo>
                  <a:lnTo>
                    <a:pt x="19225" y="1527"/>
                  </a:lnTo>
                  <a:lnTo>
                    <a:pt x="21695" y="1437"/>
                  </a:lnTo>
                  <a:lnTo>
                    <a:pt x="24300" y="1392"/>
                  </a:lnTo>
                  <a:close/>
                  <a:moveTo>
                    <a:pt x="24300" y="0"/>
                  </a:moveTo>
                  <a:lnTo>
                    <a:pt x="22009" y="45"/>
                  </a:lnTo>
                  <a:lnTo>
                    <a:pt x="19764" y="90"/>
                  </a:lnTo>
                  <a:lnTo>
                    <a:pt x="17563" y="225"/>
                  </a:lnTo>
                  <a:lnTo>
                    <a:pt x="15407" y="404"/>
                  </a:lnTo>
                  <a:lnTo>
                    <a:pt x="13296" y="584"/>
                  </a:lnTo>
                  <a:lnTo>
                    <a:pt x="11275" y="853"/>
                  </a:lnTo>
                  <a:lnTo>
                    <a:pt x="9388" y="1123"/>
                  </a:lnTo>
                  <a:lnTo>
                    <a:pt x="7592" y="1482"/>
                  </a:lnTo>
                  <a:lnTo>
                    <a:pt x="5975" y="1842"/>
                  </a:lnTo>
                  <a:lnTo>
                    <a:pt x="4492" y="2291"/>
                  </a:lnTo>
                  <a:lnTo>
                    <a:pt x="3190" y="2785"/>
                  </a:lnTo>
                  <a:lnTo>
                    <a:pt x="2606" y="3009"/>
                  </a:lnTo>
                  <a:lnTo>
                    <a:pt x="2112" y="3279"/>
                  </a:lnTo>
                  <a:lnTo>
                    <a:pt x="1618" y="3548"/>
                  </a:lnTo>
                  <a:lnTo>
                    <a:pt x="1214" y="3863"/>
                  </a:lnTo>
                  <a:lnTo>
                    <a:pt x="854" y="4132"/>
                  </a:lnTo>
                  <a:lnTo>
                    <a:pt x="540" y="4447"/>
                  </a:lnTo>
                  <a:lnTo>
                    <a:pt x="315" y="4761"/>
                  </a:lnTo>
                  <a:lnTo>
                    <a:pt x="136" y="5075"/>
                  </a:lnTo>
                  <a:lnTo>
                    <a:pt x="46" y="5435"/>
                  </a:lnTo>
                  <a:lnTo>
                    <a:pt x="1" y="5794"/>
                  </a:lnTo>
                  <a:lnTo>
                    <a:pt x="46" y="6109"/>
                  </a:lnTo>
                  <a:lnTo>
                    <a:pt x="136" y="6468"/>
                  </a:lnTo>
                  <a:lnTo>
                    <a:pt x="315" y="6782"/>
                  </a:lnTo>
                  <a:lnTo>
                    <a:pt x="540" y="7097"/>
                  </a:lnTo>
                  <a:lnTo>
                    <a:pt x="854" y="7411"/>
                  </a:lnTo>
                  <a:lnTo>
                    <a:pt x="1214" y="7725"/>
                  </a:lnTo>
                  <a:lnTo>
                    <a:pt x="1618" y="7995"/>
                  </a:lnTo>
                  <a:lnTo>
                    <a:pt x="2112" y="8264"/>
                  </a:lnTo>
                  <a:lnTo>
                    <a:pt x="2606" y="8534"/>
                  </a:lnTo>
                  <a:lnTo>
                    <a:pt x="3190" y="8803"/>
                  </a:lnTo>
                  <a:lnTo>
                    <a:pt x="4492" y="9253"/>
                  </a:lnTo>
                  <a:lnTo>
                    <a:pt x="5975" y="9702"/>
                  </a:lnTo>
                  <a:lnTo>
                    <a:pt x="7592" y="10061"/>
                  </a:lnTo>
                  <a:lnTo>
                    <a:pt x="9388" y="10420"/>
                  </a:lnTo>
                  <a:lnTo>
                    <a:pt x="11275" y="10735"/>
                  </a:lnTo>
                  <a:lnTo>
                    <a:pt x="13296" y="10959"/>
                  </a:lnTo>
                  <a:lnTo>
                    <a:pt x="15407" y="11184"/>
                  </a:lnTo>
                  <a:lnTo>
                    <a:pt x="17563" y="11319"/>
                  </a:lnTo>
                  <a:lnTo>
                    <a:pt x="19764" y="11453"/>
                  </a:lnTo>
                  <a:lnTo>
                    <a:pt x="22009" y="11543"/>
                  </a:lnTo>
                  <a:lnTo>
                    <a:pt x="26546" y="11543"/>
                  </a:lnTo>
                  <a:lnTo>
                    <a:pt x="28792" y="11453"/>
                  </a:lnTo>
                  <a:lnTo>
                    <a:pt x="30992" y="11319"/>
                  </a:lnTo>
                  <a:lnTo>
                    <a:pt x="33148" y="11184"/>
                  </a:lnTo>
                  <a:lnTo>
                    <a:pt x="35259" y="10959"/>
                  </a:lnTo>
                  <a:lnTo>
                    <a:pt x="37280" y="10735"/>
                  </a:lnTo>
                  <a:lnTo>
                    <a:pt x="39167" y="10420"/>
                  </a:lnTo>
                  <a:lnTo>
                    <a:pt x="40964" y="10061"/>
                  </a:lnTo>
                  <a:lnTo>
                    <a:pt x="42580" y="9702"/>
                  </a:lnTo>
                  <a:lnTo>
                    <a:pt x="44063" y="9253"/>
                  </a:lnTo>
                  <a:lnTo>
                    <a:pt x="45365" y="8803"/>
                  </a:lnTo>
                  <a:lnTo>
                    <a:pt x="45949" y="8534"/>
                  </a:lnTo>
                  <a:lnTo>
                    <a:pt x="46488" y="8264"/>
                  </a:lnTo>
                  <a:lnTo>
                    <a:pt x="46937" y="7995"/>
                  </a:lnTo>
                  <a:lnTo>
                    <a:pt x="47341" y="7725"/>
                  </a:lnTo>
                  <a:lnTo>
                    <a:pt x="47701" y="7411"/>
                  </a:lnTo>
                  <a:lnTo>
                    <a:pt x="48015" y="7097"/>
                  </a:lnTo>
                  <a:lnTo>
                    <a:pt x="48240" y="6782"/>
                  </a:lnTo>
                  <a:lnTo>
                    <a:pt x="48419" y="6468"/>
                  </a:lnTo>
                  <a:lnTo>
                    <a:pt x="48509" y="6109"/>
                  </a:lnTo>
                  <a:lnTo>
                    <a:pt x="48554" y="5794"/>
                  </a:lnTo>
                  <a:lnTo>
                    <a:pt x="48509" y="5435"/>
                  </a:lnTo>
                  <a:lnTo>
                    <a:pt x="48419" y="5075"/>
                  </a:lnTo>
                  <a:lnTo>
                    <a:pt x="48240" y="4761"/>
                  </a:lnTo>
                  <a:lnTo>
                    <a:pt x="48015" y="4447"/>
                  </a:lnTo>
                  <a:lnTo>
                    <a:pt x="47701" y="4132"/>
                  </a:lnTo>
                  <a:lnTo>
                    <a:pt x="47341" y="3863"/>
                  </a:lnTo>
                  <a:lnTo>
                    <a:pt x="46937" y="3548"/>
                  </a:lnTo>
                  <a:lnTo>
                    <a:pt x="46488" y="3279"/>
                  </a:lnTo>
                  <a:lnTo>
                    <a:pt x="45949" y="3009"/>
                  </a:lnTo>
                  <a:lnTo>
                    <a:pt x="45365" y="2785"/>
                  </a:lnTo>
                  <a:lnTo>
                    <a:pt x="44063" y="2291"/>
                  </a:lnTo>
                  <a:lnTo>
                    <a:pt x="42580" y="1842"/>
                  </a:lnTo>
                  <a:lnTo>
                    <a:pt x="40964" y="1482"/>
                  </a:lnTo>
                  <a:lnTo>
                    <a:pt x="39167" y="1123"/>
                  </a:lnTo>
                  <a:lnTo>
                    <a:pt x="37280" y="853"/>
                  </a:lnTo>
                  <a:lnTo>
                    <a:pt x="35259" y="584"/>
                  </a:lnTo>
                  <a:lnTo>
                    <a:pt x="33148" y="404"/>
                  </a:lnTo>
                  <a:lnTo>
                    <a:pt x="30992" y="225"/>
                  </a:lnTo>
                  <a:lnTo>
                    <a:pt x="28792" y="90"/>
                  </a:lnTo>
                  <a:lnTo>
                    <a:pt x="26546" y="45"/>
                  </a:lnTo>
                  <a:lnTo>
                    <a:pt x="2430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56"/>
            <p:cNvSpPr/>
            <p:nvPr/>
          </p:nvSpPr>
          <p:spPr>
            <a:xfrm>
              <a:off x="5341600" y="1916525"/>
              <a:ext cx="919650" cy="2142475"/>
            </a:xfrm>
            <a:custGeom>
              <a:rect b="b" l="l" r="r" t="t"/>
              <a:pathLst>
                <a:path extrusionOk="0" h="85699" w="36786">
                  <a:moveTo>
                    <a:pt x="7860" y="0"/>
                  </a:moveTo>
                  <a:lnTo>
                    <a:pt x="7636" y="90"/>
                  </a:lnTo>
                  <a:lnTo>
                    <a:pt x="7411" y="225"/>
                  </a:lnTo>
                  <a:lnTo>
                    <a:pt x="7321" y="359"/>
                  </a:lnTo>
                  <a:lnTo>
                    <a:pt x="7276" y="449"/>
                  </a:lnTo>
                  <a:lnTo>
                    <a:pt x="6558" y="2695"/>
                  </a:lnTo>
                  <a:lnTo>
                    <a:pt x="5839" y="5210"/>
                  </a:lnTo>
                  <a:lnTo>
                    <a:pt x="4896" y="8534"/>
                  </a:lnTo>
                  <a:lnTo>
                    <a:pt x="3908" y="12576"/>
                  </a:lnTo>
                  <a:lnTo>
                    <a:pt x="3414" y="14822"/>
                  </a:lnTo>
                  <a:lnTo>
                    <a:pt x="2875" y="17203"/>
                  </a:lnTo>
                  <a:lnTo>
                    <a:pt x="2381" y="19673"/>
                  </a:lnTo>
                  <a:lnTo>
                    <a:pt x="1932" y="22278"/>
                  </a:lnTo>
                  <a:lnTo>
                    <a:pt x="1482" y="24973"/>
                  </a:lnTo>
                  <a:lnTo>
                    <a:pt x="1078" y="27713"/>
                  </a:lnTo>
                  <a:lnTo>
                    <a:pt x="719" y="30408"/>
                  </a:lnTo>
                  <a:lnTo>
                    <a:pt x="449" y="33147"/>
                  </a:lnTo>
                  <a:lnTo>
                    <a:pt x="225" y="35977"/>
                  </a:lnTo>
                  <a:lnTo>
                    <a:pt x="45" y="38897"/>
                  </a:lnTo>
                  <a:lnTo>
                    <a:pt x="0" y="41861"/>
                  </a:lnTo>
                  <a:lnTo>
                    <a:pt x="0" y="44870"/>
                  </a:lnTo>
                  <a:lnTo>
                    <a:pt x="45" y="46397"/>
                  </a:lnTo>
                  <a:lnTo>
                    <a:pt x="90" y="47880"/>
                  </a:lnTo>
                  <a:lnTo>
                    <a:pt x="225" y="49407"/>
                  </a:lnTo>
                  <a:lnTo>
                    <a:pt x="315" y="50934"/>
                  </a:lnTo>
                  <a:lnTo>
                    <a:pt x="494" y="52416"/>
                  </a:lnTo>
                  <a:lnTo>
                    <a:pt x="674" y="53943"/>
                  </a:lnTo>
                  <a:lnTo>
                    <a:pt x="899" y="55425"/>
                  </a:lnTo>
                  <a:lnTo>
                    <a:pt x="1168" y="56908"/>
                  </a:lnTo>
                  <a:lnTo>
                    <a:pt x="1482" y="58345"/>
                  </a:lnTo>
                  <a:lnTo>
                    <a:pt x="1797" y="59782"/>
                  </a:lnTo>
                  <a:lnTo>
                    <a:pt x="2201" y="61219"/>
                  </a:lnTo>
                  <a:lnTo>
                    <a:pt x="2605" y="62657"/>
                  </a:lnTo>
                  <a:lnTo>
                    <a:pt x="3054" y="64049"/>
                  </a:lnTo>
                  <a:lnTo>
                    <a:pt x="3593" y="65397"/>
                  </a:lnTo>
                  <a:lnTo>
                    <a:pt x="4132" y="66744"/>
                  </a:lnTo>
                  <a:lnTo>
                    <a:pt x="4716" y="68047"/>
                  </a:lnTo>
                  <a:lnTo>
                    <a:pt x="5345" y="69304"/>
                  </a:lnTo>
                  <a:lnTo>
                    <a:pt x="6064" y="70562"/>
                  </a:lnTo>
                  <a:lnTo>
                    <a:pt x="6827" y="71774"/>
                  </a:lnTo>
                  <a:lnTo>
                    <a:pt x="7591" y="72942"/>
                  </a:lnTo>
                  <a:lnTo>
                    <a:pt x="8175" y="73751"/>
                  </a:lnTo>
                  <a:lnTo>
                    <a:pt x="8759" y="74469"/>
                  </a:lnTo>
                  <a:lnTo>
                    <a:pt x="9387" y="75233"/>
                  </a:lnTo>
                  <a:lnTo>
                    <a:pt x="10016" y="75907"/>
                  </a:lnTo>
                  <a:lnTo>
                    <a:pt x="10690" y="76625"/>
                  </a:lnTo>
                  <a:lnTo>
                    <a:pt x="11364" y="77254"/>
                  </a:lnTo>
                  <a:lnTo>
                    <a:pt x="12082" y="77883"/>
                  </a:lnTo>
                  <a:lnTo>
                    <a:pt x="12801" y="78512"/>
                  </a:lnTo>
                  <a:lnTo>
                    <a:pt x="13520" y="79096"/>
                  </a:lnTo>
                  <a:lnTo>
                    <a:pt x="14283" y="79635"/>
                  </a:lnTo>
                  <a:lnTo>
                    <a:pt x="15092" y="80174"/>
                  </a:lnTo>
                  <a:lnTo>
                    <a:pt x="15900" y="80713"/>
                  </a:lnTo>
                  <a:lnTo>
                    <a:pt x="16709" y="81162"/>
                  </a:lnTo>
                  <a:lnTo>
                    <a:pt x="17562" y="81656"/>
                  </a:lnTo>
                  <a:lnTo>
                    <a:pt x="18415" y="82060"/>
                  </a:lnTo>
                  <a:lnTo>
                    <a:pt x="19314" y="82509"/>
                  </a:lnTo>
                  <a:lnTo>
                    <a:pt x="20212" y="82869"/>
                  </a:lnTo>
                  <a:lnTo>
                    <a:pt x="21110" y="83228"/>
                  </a:lnTo>
                  <a:lnTo>
                    <a:pt x="22054" y="83587"/>
                  </a:lnTo>
                  <a:lnTo>
                    <a:pt x="23042" y="83902"/>
                  </a:lnTo>
                  <a:lnTo>
                    <a:pt x="23985" y="84171"/>
                  </a:lnTo>
                  <a:lnTo>
                    <a:pt x="25018" y="84441"/>
                  </a:lnTo>
                  <a:lnTo>
                    <a:pt x="26051" y="84665"/>
                  </a:lnTo>
                  <a:lnTo>
                    <a:pt x="27084" y="84890"/>
                  </a:lnTo>
                  <a:lnTo>
                    <a:pt x="28117" y="85069"/>
                  </a:lnTo>
                  <a:lnTo>
                    <a:pt x="29195" y="85249"/>
                  </a:lnTo>
                  <a:lnTo>
                    <a:pt x="30318" y="85384"/>
                  </a:lnTo>
                  <a:lnTo>
                    <a:pt x="31441" y="85474"/>
                  </a:lnTo>
                  <a:lnTo>
                    <a:pt x="33731" y="85653"/>
                  </a:lnTo>
                  <a:lnTo>
                    <a:pt x="36112" y="85698"/>
                  </a:lnTo>
                  <a:lnTo>
                    <a:pt x="36247" y="85698"/>
                  </a:lnTo>
                  <a:lnTo>
                    <a:pt x="36381" y="85653"/>
                  </a:lnTo>
                  <a:lnTo>
                    <a:pt x="36606" y="85474"/>
                  </a:lnTo>
                  <a:lnTo>
                    <a:pt x="36741" y="85249"/>
                  </a:lnTo>
                  <a:lnTo>
                    <a:pt x="36786" y="85159"/>
                  </a:lnTo>
                  <a:lnTo>
                    <a:pt x="36786" y="84980"/>
                  </a:lnTo>
                  <a:lnTo>
                    <a:pt x="36786" y="84845"/>
                  </a:lnTo>
                  <a:lnTo>
                    <a:pt x="36741" y="84710"/>
                  </a:lnTo>
                  <a:lnTo>
                    <a:pt x="36606" y="84530"/>
                  </a:lnTo>
                  <a:lnTo>
                    <a:pt x="36381" y="84351"/>
                  </a:lnTo>
                  <a:lnTo>
                    <a:pt x="36247" y="84306"/>
                  </a:lnTo>
                  <a:lnTo>
                    <a:pt x="36112" y="84306"/>
                  </a:lnTo>
                  <a:lnTo>
                    <a:pt x="33821" y="84261"/>
                  </a:lnTo>
                  <a:lnTo>
                    <a:pt x="31620" y="84126"/>
                  </a:lnTo>
                  <a:lnTo>
                    <a:pt x="29465" y="83902"/>
                  </a:lnTo>
                  <a:lnTo>
                    <a:pt x="27398" y="83542"/>
                  </a:lnTo>
                  <a:lnTo>
                    <a:pt x="26410" y="83363"/>
                  </a:lnTo>
                  <a:lnTo>
                    <a:pt x="25422" y="83093"/>
                  </a:lnTo>
                  <a:lnTo>
                    <a:pt x="24479" y="82869"/>
                  </a:lnTo>
                  <a:lnTo>
                    <a:pt x="23536" y="82599"/>
                  </a:lnTo>
                  <a:lnTo>
                    <a:pt x="22593" y="82285"/>
                  </a:lnTo>
                  <a:lnTo>
                    <a:pt x="21694" y="81970"/>
                  </a:lnTo>
                  <a:lnTo>
                    <a:pt x="20796" y="81611"/>
                  </a:lnTo>
                  <a:lnTo>
                    <a:pt x="19943" y="81252"/>
                  </a:lnTo>
                  <a:lnTo>
                    <a:pt x="19089" y="80847"/>
                  </a:lnTo>
                  <a:lnTo>
                    <a:pt x="18236" y="80443"/>
                  </a:lnTo>
                  <a:lnTo>
                    <a:pt x="17427" y="79994"/>
                  </a:lnTo>
                  <a:lnTo>
                    <a:pt x="16664" y="79545"/>
                  </a:lnTo>
                  <a:lnTo>
                    <a:pt x="15900" y="79051"/>
                  </a:lnTo>
                  <a:lnTo>
                    <a:pt x="15137" y="78557"/>
                  </a:lnTo>
                  <a:lnTo>
                    <a:pt x="14418" y="78018"/>
                  </a:lnTo>
                  <a:lnTo>
                    <a:pt x="13699" y="77434"/>
                  </a:lnTo>
                  <a:lnTo>
                    <a:pt x="13026" y="76895"/>
                  </a:lnTo>
                  <a:lnTo>
                    <a:pt x="12352" y="76266"/>
                  </a:lnTo>
                  <a:lnTo>
                    <a:pt x="11678" y="75637"/>
                  </a:lnTo>
                  <a:lnTo>
                    <a:pt x="11049" y="75008"/>
                  </a:lnTo>
                  <a:lnTo>
                    <a:pt x="10421" y="74335"/>
                  </a:lnTo>
                  <a:lnTo>
                    <a:pt x="9837" y="73616"/>
                  </a:lnTo>
                  <a:lnTo>
                    <a:pt x="9298" y="72897"/>
                  </a:lnTo>
                  <a:lnTo>
                    <a:pt x="8714" y="72134"/>
                  </a:lnTo>
                  <a:lnTo>
                    <a:pt x="7995" y="71056"/>
                  </a:lnTo>
                  <a:lnTo>
                    <a:pt x="7276" y="69933"/>
                  </a:lnTo>
                  <a:lnTo>
                    <a:pt x="6648" y="68765"/>
                  </a:lnTo>
                  <a:lnTo>
                    <a:pt x="6019" y="67597"/>
                  </a:lnTo>
                  <a:lnTo>
                    <a:pt x="5480" y="66385"/>
                  </a:lnTo>
                  <a:lnTo>
                    <a:pt x="4941" y="65127"/>
                  </a:lnTo>
                  <a:lnTo>
                    <a:pt x="4447" y="63825"/>
                  </a:lnTo>
                  <a:lnTo>
                    <a:pt x="3998" y="62522"/>
                  </a:lnTo>
                  <a:lnTo>
                    <a:pt x="3593" y="61219"/>
                  </a:lnTo>
                  <a:lnTo>
                    <a:pt x="3234" y="59872"/>
                  </a:lnTo>
                  <a:lnTo>
                    <a:pt x="2920" y="58525"/>
                  </a:lnTo>
                  <a:lnTo>
                    <a:pt x="2605" y="57132"/>
                  </a:lnTo>
                  <a:lnTo>
                    <a:pt x="2381" y="55695"/>
                  </a:lnTo>
                  <a:lnTo>
                    <a:pt x="2111" y="54303"/>
                  </a:lnTo>
                  <a:lnTo>
                    <a:pt x="1932" y="52865"/>
                  </a:lnTo>
                  <a:lnTo>
                    <a:pt x="1752" y="51428"/>
                  </a:lnTo>
                  <a:lnTo>
                    <a:pt x="1617" y="49991"/>
                  </a:lnTo>
                  <a:lnTo>
                    <a:pt x="1527" y="48508"/>
                  </a:lnTo>
                  <a:lnTo>
                    <a:pt x="1438" y="47071"/>
                  </a:lnTo>
                  <a:lnTo>
                    <a:pt x="1393" y="45589"/>
                  </a:lnTo>
                  <a:lnTo>
                    <a:pt x="1393" y="42625"/>
                  </a:lnTo>
                  <a:lnTo>
                    <a:pt x="1438" y="39660"/>
                  </a:lnTo>
                  <a:lnTo>
                    <a:pt x="1572" y="36741"/>
                  </a:lnTo>
                  <a:lnTo>
                    <a:pt x="1797" y="33821"/>
                  </a:lnTo>
                  <a:lnTo>
                    <a:pt x="2111" y="30947"/>
                  </a:lnTo>
                  <a:lnTo>
                    <a:pt x="2471" y="28117"/>
                  </a:lnTo>
                  <a:lnTo>
                    <a:pt x="2830" y="25377"/>
                  </a:lnTo>
                  <a:lnTo>
                    <a:pt x="3279" y="22682"/>
                  </a:lnTo>
                  <a:lnTo>
                    <a:pt x="3728" y="20122"/>
                  </a:lnTo>
                  <a:lnTo>
                    <a:pt x="4222" y="17652"/>
                  </a:lnTo>
                  <a:lnTo>
                    <a:pt x="4716" y="15271"/>
                  </a:lnTo>
                  <a:lnTo>
                    <a:pt x="5255" y="13026"/>
                  </a:lnTo>
                  <a:lnTo>
                    <a:pt x="6243" y="9028"/>
                  </a:lnTo>
                  <a:lnTo>
                    <a:pt x="7142" y="5704"/>
                  </a:lnTo>
                  <a:lnTo>
                    <a:pt x="7860" y="3189"/>
                  </a:lnTo>
                  <a:lnTo>
                    <a:pt x="8579" y="898"/>
                  </a:lnTo>
                  <a:lnTo>
                    <a:pt x="8624" y="764"/>
                  </a:lnTo>
                  <a:lnTo>
                    <a:pt x="8624" y="629"/>
                  </a:lnTo>
                  <a:lnTo>
                    <a:pt x="8534" y="404"/>
                  </a:lnTo>
                  <a:lnTo>
                    <a:pt x="8399" y="180"/>
                  </a:lnTo>
                  <a:lnTo>
                    <a:pt x="8265" y="90"/>
                  </a:lnTo>
                  <a:lnTo>
                    <a:pt x="8130" y="45"/>
                  </a:lnTo>
                  <a:lnTo>
                    <a:pt x="7995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56"/>
            <p:cNvSpPr/>
            <p:nvPr/>
          </p:nvSpPr>
          <p:spPr>
            <a:xfrm>
              <a:off x="5879450" y="3971375"/>
              <a:ext cx="381800" cy="158350"/>
            </a:xfrm>
            <a:custGeom>
              <a:rect b="b" l="l" r="r" t="t"/>
              <a:pathLst>
                <a:path extrusionOk="0" h="6334" w="15272">
                  <a:moveTo>
                    <a:pt x="674" y="1"/>
                  </a:moveTo>
                  <a:lnTo>
                    <a:pt x="540" y="46"/>
                  </a:lnTo>
                  <a:lnTo>
                    <a:pt x="405" y="91"/>
                  </a:lnTo>
                  <a:lnTo>
                    <a:pt x="180" y="225"/>
                  </a:lnTo>
                  <a:lnTo>
                    <a:pt x="45" y="450"/>
                  </a:lnTo>
                  <a:lnTo>
                    <a:pt x="1" y="585"/>
                  </a:lnTo>
                  <a:lnTo>
                    <a:pt x="1" y="719"/>
                  </a:lnTo>
                  <a:lnTo>
                    <a:pt x="1" y="2786"/>
                  </a:lnTo>
                  <a:lnTo>
                    <a:pt x="1" y="2965"/>
                  </a:lnTo>
                  <a:lnTo>
                    <a:pt x="90" y="3100"/>
                  </a:lnTo>
                  <a:lnTo>
                    <a:pt x="180" y="3235"/>
                  </a:lnTo>
                  <a:lnTo>
                    <a:pt x="270" y="3369"/>
                  </a:lnTo>
                  <a:lnTo>
                    <a:pt x="540" y="3549"/>
                  </a:lnTo>
                  <a:lnTo>
                    <a:pt x="1168" y="3863"/>
                  </a:lnTo>
                  <a:lnTo>
                    <a:pt x="2201" y="4358"/>
                  </a:lnTo>
                  <a:lnTo>
                    <a:pt x="2920" y="4627"/>
                  </a:lnTo>
                  <a:lnTo>
                    <a:pt x="3729" y="4897"/>
                  </a:lnTo>
                  <a:lnTo>
                    <a:pt x="4627" y="5166"/>
                  </a:lnTo>
                  <a:lnTo>
                    <a:pt x="5660" y="5391"/>
                  </a:lnTo>
                  <a:lnTo>
                    <a:pt x="6828" y="5660"/>
                  </a:lnTo>
                  <a:lnTo>
                    <a:pt x="8130" y="5885"/>
                  </a:lnTo>
                  <a:lnTo>
                    <a:pt x="9523" y="6064"/>
                  </a:lnTo>
                  <a:lnTo>
                    <a:pt x="11095" y="6199"/>
                  </a:lnTo>
                  <a:lnTo>
                    <a:pt x="12756" y="6289"/>
                  </a:lnTo>
                  <a:lnTo>
                    <a:pt x="14598" y="6334"/>
                  </a:lnTo>
                  <a:lnTo>
                    <a:pt x="14733" y="6289"/>
                  </a:lnTo>
                  <a:lnTo>
                    <a:pt x="14867" y="6244"/>
                  </a:lnTo>
                  <a:lnTo>
                    <a:pt x="15092" y="6109"/>
                  </a:lnTo>
                  <a:lnTo>
                    <a:pt x="15227" y="5885"/>
                  </a:lnTo>
                  <a:lnTo>
                    <a:pt x="15272" y="5750"/>
                  </a:lnTo>
                  <a:lnTo>
                    <a:pt x="15272" y="5615"/>
                  </a:lnTo>
                  <a:lnTo>
                    <a:pt x="15272" y="5480"/>
                  </a:lnTo>
                  <a:lnTo>
                    <a:pt x="15227" y="5346"/>
                  </a:lnTo>
                  <a:lnTo>
                    <a:pt x="15092" y="5121"/>
                  </a:lnTo>
                  <a:lnTo>
                    <a:pt x="14867" y="4986"/>
                  </a:lnTo>
                  <a:lnTo>
                    <a:pt x="14733" y="4941"/>
                  </a:lnTo>
                  <a:lnTo>
                    <a:pt x="14598" y="4941"/>
                  </a:lnTo>
                  <a:lnTo>
                    <a:pt x="13116" y="4897"/>
                  </a:lnTo>
                  <a:lnTo>
                    <a:pt x="11723" y="4852"/>
                  </a:lnTo>
                  <a:lnTo>
                    <a:pt x="10421" y="4762"/>
                  </a:lnTo>
                  <a:lnTo>
                    <a:pt x="9253" y="4627"/>
                  </a:lnTo>
                  <a:lnTo>
                    <a:pt x="8130" y="4447"/>
                  </a:lnTo>
                  <a:lnTo>
                    <a:pt x="7097" y="4313"/>
                  </a:lnTo>
                  <a:lnTo>
                    <a:pt x="6199" y="4088"/>
                  </a:lnTo>
                  <a:lnTo>
                    <a:pt x="5345" y="3908"/>
                  </a:lnTo>
                  <a:lnTo>
                    <a:pt x="3863" y="3459"/>
                  </a:lnTo>
                  <a:lnTo>
                    <a:pt x="2740" y="3055"/>
                  </a:lnTo>
                  <a:lnTo>
                    <a:pt x="1932" y="2696"/>
                  </a:lnTo>
                  <a:lnTo>
                    <a:pt x="1393" y="2426"/>
                  </a:lnTo>
                  <a:lnTo>
                    <a:pt x="1393" y="719"/>
                  </a:lnTo>
                  <a:lnTo>
                    <a:pt x="1348" y="585"/>
                  </a:lnTo>
                  <a:lnTo>
                    <a:pt x="1303" y="450"/>
                  </a:lnTo>
                  <a:lnTo>
                    <a:pt x="1168" y="225"/>
                  </a:lnTo>
                  <a:lnTo>
                    <a:pt x="944" y="91"/>
                  </a:lnTo>
                  <a:lnTo>
                    <a:pt x="809" y="46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56"/>
            <p:cNvSpPr/>
            <p:nvPr/>
          </p:nvSpPr>
          <p:spPr>
            <a:xfrm>
              <a:off x="6226425" y="1916525"/>
              <a:ext cx="920775" cy="2142475"/>
            </a:xfrm>
            <a:custGeom>
              <a:rect b="b" l="l" r="r" t="t"/>
              <a:pathLst>
                <a:path extrusionOk="0" h="85699" w="36831">
                  <a:moveTo>
                    <a:pt x="28791" y="0"/>
                  </a:moveTo>
                  <a:lnTo>
                    <a:pt x="28656" y="45"/>
                  </a:lnTo>
                  <a:lnTo>
                    <a:pt x="28521" y="90"/>
                  </a:lnTo>
                  <a:lnTo>
                    <a:pt x="28432" y="180"/>
                  </a:lnTo>
                  <a:lnTo>
                    <a:pt x="28252" y="404"/>
                  </a:lnTo>
                  <a:lnTo>
                    <a:pt x="28207" y="629"/>
                  </a:lnTo>
                  <a:lnTo>
                    <a:pt x="28207" y="764"/>
                  </a:lnTo>
                  <a:lnTo>
                    <a:pt x="28207" y="898"/>
                  </a:lnTo>
                  <a:lnTo>
                    <a:pt x="28926" y="3189"/>
                  </a:lnTo>
                  <a:lnTo>
                    <a:pt x="29689" y="5704"/>
                  </a:lnTo>
                  <a:lnTo>
                    <a:pt x="30588" y="9028"/>
                  </a:lnTo>
                  <a:lnTo>
                    <a:pt x="31576" y="13026"/>
                  </a:lnTo>
                  <a:lnTo>
                    <a:pt x="32070" y="15271"/>
                  </a:lnTo>
                  <a:lnTo>
                    <a:pt x="32564" y="17607"/>
                  </a:lnTo>
                  <a:lnTo>
                    <a:pt x="33058" y="20122"/>
                  </a:lnTo>
                  <a:lnTo>
                    <a:pt x="33507" y="22682"/>
                  </a:lnTo>
                  <a:lnTo>
                    <a:pt x="33956" y="25377"/>
                  </a:lnTo>
                  <a:lnTo>
                    <a:pt x="34360" y="28117"/>
                  </a:lnTo>
                  <a:lnTo>
                    <a:pt x="34720" y="30947"/>
                  </a:lnTo>
                  <a:lnTo>
                    <a:pt x="34989" y="33821"/>
                  </a:lnTo>
                  <a:lnTo>
                    <a:pt x="35214" y="36741"/>
                  </a:lnTo>
                  <a:lnTo>
                    <a:pt x="35349" y="39660"/>
                  </a:lnTo>
                  <a:lnTo>
                    <a:pt x="35438" y="42625"/>
                  </a:lnTo>
                  <a:lnTo>
                    <a:pt x="35393" y="45589"/>
                  </a:lnTo>
                  <a:lnTo>
                    <a:pt x="35349" y="47071"/>
                  </a:lnTo>
                  <a:lnTo>
                    <a:pt x="35259" y="48508"/>
                  </a:lnTo>
                  <a:lnTo>
                    <a:pt x="35169" y="49991"/>
                  </a:lnTo>
                  <a:lnTo>
                    <a:pt x="35034" y="51428"/>
                  </a:lnTo>
                  <a:lnTo>
                    <a:pt x="34854" y="52865"/>
                  </a:lnTo>
                  <a:lnTo>
                    <a:pt x="34675" y="54303"/>
                  </a:lnTo>
                  <a:lnTo>
                    <a:pt x="34450" y="55695"/>
                  </a:lnTo>
                  <a:lnTo>
                    <a:pt x="34181" y="57132"/>
                  </a:lnTo>
                  <a:lnTo>
                    <a:pt x="33866" y="58480"/>
                  </a:lnTo>
                  <a:lnTo>
                    <a:pt x="33552" y="59872"/>
                  </a:lnTo>
                  <a:lnTo>
                    <a:pt x="33193" y="61219"/>
                  </a:lnTo>
                  <a:lnTo>
                    <a:pt x="32788" y="62522"/>
                  </a:lnTo>
                  <a:lnTo>
                    <a:pt x="32339" y="63825"/>
                  </a:lnTo>
                  <a:lnTo>
                    <a:pt x="31845" y="65127"/>
                  </a:lnTo>
                  <a:lnTo>
                    <a:pt x="31351" y="66340"/>
                  </a:lnTo>
                  <a:lnTo>
                    <a:pt x="30767" y="67597"/>
                  </a:lnTo>
                  <a:lnTo>
                    <a:pt x="30183" y="68765"/>
                  </a:lnTo>
                  <a:lnTo>
                    <a:pt x="29510" y="69933"/>
                  </a:lnTo>
                  <a:lnTo>
                    <a:pt x="28836" y="71056"/>
                  </a:lnTo>
                  <a:lnTo>
                    <a:pt x="28072" y="72134"/>
                  </a:lnTo>
                  <a:lnTo>
                    <a:pt x="27533" y="72897"/>
                  </a:lnTo>
                  <a:lnTo>
                    <a:pt x="26949" y="73616"/>
                  </a:lnTo>
                  <a:lnTo>
                    <a:pt x="26366" y="74335"/>
                  </a:lnTo>
                  <a:lnTo>
                    <a:pt x="25737" y="75008"/>
                  </a:lnTo>
                  <a:lnTo>
                    <a:pt x="25108" y="75637"/>
                  </a:lnTo>
                  <a:lnTo>
                    <a:pt x="24479" y="76266"/>
                  </a:lnTo>
                  <a:lnTo>
                    <a:pt x="23805" y="76895"/>
                  </a:lnTo>
                  <a:lnTo>
                    <a:pt x="23087" y="77434"/>
                  </a:lnTo>
                  <a:lnTo>
                    <a:pt x="22413" y="78018"/>
                  </a:lnTo>
                  <a:lnTo>
                    <a:pt x="21649" y="78557"/>
                  </a:lnTo>
                  <a:lnTo>
                    <a:pt x="20931" y="79051"/>
                  </a:lnTo>
                  <a:lnTo>
                    <a:pt x="20122" y="79545"/>
                  </a:lnTo>
                  <a:lnTo>
                    <a:pt x="19359" y="79994"/>
                  </a:lnTo>
                  <a:lnTo>
                    <a:pt x="18550" y="80443"/>
                  </a:lnTo>
                  <a:lnTo>
                    <a:pt x="17697" y="80847"/>
                  </a:lnTo>
                  <a:lnTo>
                    <a:pt x="16888" y="81252"/>
                  </a:lnTo>
                  <a:lnTo>
                    <a:pt x="15990" y="81611"/>
                  </a:lnTo>
                  <a:lnTo>
                    <a:pt x="15137" y="81970"/>
                  </a:lnTo>
                  <a:lnTo>
                    <a:pt x="14194" y="82285"/>
                  </a:lnTo>
                  <a:lnTo>
                    <a:pt x="13295" y="82599"/>
                  </a:lnTo>
                  <a:lnTo>
                    <a:pt x="12352" y="82869"/>
                  </a:lnTo>
                  <a:lnTo>
                    <a:pt x="11364" y="83093"/>
                  </a:lnTo>
                  <a:lnTo>
                    <a:pt x="10376" y="83363"/>
                  </a:lnTo>
                  <a:lnTo>
                    <a:pt x="9388" y="83542"/>
                  </a:lnTo>
                  <a:lnTo>
                    <a:pt x="7322" y="83902"/>
                  </a:lnTo>
                  <a:lnTo>
                    <a:pt x="5211" y="84126"/>
                  </a:lnTo>
                  <a:lnTo>
                    <a:pt x="2965" y="84261"/>
                  </a:lnTo>
                  <a:lnTo>
                    <a:pt x="719" y="84306"/>
                  </a:lnTo>
                  <a:lnTo>
                    <a:pt x="539" y="84306"/>
                  </a:lnTo>
                  <a:lnTo>
                    <a:pt x="449" y="84351"/>
                  </a:lnTo>
                  <a:lnTo>
                    <a:pt x="225" y="84530"/>
                  </a:lnTo>
                  <a:lnTo>
                    <a:pt x="45" y="84710"/>
                  </a:lnTo>
                  <a:lnTo>
                    <a:pt x="45" y="84845"/>
                  </a:lnTo>
                  <a:lnTo>
                    <a:pt x="0" y="84980"/>
                  </a:lnTo>
                  <a:lnTo>
                    <a:pt x="45" y="85159"/>
                  </a:lnTo>
                  <a:lnTo>
                    <a:pt x="45" y="85249"/>
                  </a:lnTo>
                  <a:lnTo>
                    <a:pt x="225" y="85474"/>
                  </a:lnTo>
                  <a:lnTo>
                    <a:pt x="449" y="85653"/>
                  </a:lnTo>
                  <a:lnTo>
                    <a:pt x="539" y="85698"/>
                  </a:lnTo>
                  <a:lnTo>
                    <a:pt x="719" y="85698"/>
                  </a:lnTo>
                  <a:lnTo>
                    <a:pt x="3055" y="85653"/>
                  </a:lnTo>
                  <a:lnTo>
                    <a:pt x="5390" y="85474"/>
                  </a:lnTo>
                  <a:lnTo>
                    <a:pt x="6468" y="85384"/>
                  </a:lnTo>
                  <a:lnTo>
                    <a:pt x="7591" y="85249"/>
                  </a:lnTo>
                  <a:lnTo>
                    <a:pt x="8669" y="85069"/>
                  </a:lnTo>
                  <a:lnTo>
                    <a:pt x="9747" y="84890"/>
                  </a:lnTo>
                  <a:lnTo>
                    <a:pt x="10780" y="84665"/>
                  </a:lnTo>
                  <a:lnTo>
                    <a:pt x="11813" y="84441"/>
                  </a:lnTo>
                  <a:lnTo>
                    <a:pt x="12801" y="84171"/>
                  </a:lnTo>
                  <a:lnTo>
                    <a:pt x="13789" y="83902"/>
                  </a:lnTo>
                  <a:lnTo>
                    <a:pt x="14733" y="83587"/>
                  </a:lnTo>
                  <a:lnTo>
                    <a:pt x="15676" y="83228"/>
                  </a:lnTo>
                  <a:lnTo>
                    <a:pt x="16619" y="82869"/>
                  </a:lnTo>
                  <a:lnTo>
                    <a:pt x="17517" y="82509"/>
                  </a:lnTo>
                  <a:lnTo>
                    <a:pt x="18371" y="82060"/>
                  </a:lnTo>
                  <a:lnTo>
                    <a:pt x="19269" y="81656"/>
                  </a:lnTo>
                  <a:lnTo>
                    <a:pt x="20077" y="81162"/>
                  </a:lnTo>
                  <a:lnTo>
                    <a:pt x="20931" y="80713"/>
                  </a:lnTo>
                  <a:lnTo>
                    <a:pt x="21739" y="80174"/>
                  </a:lnTo>
                  <a:lnTo>
                    <a:pt x="22503" y="79635"/>
                  </a:lnTo>
                  <a:lnTo>
                    <a:pt x="23266" y="79096"/>
                  </a:lnTo>
                  <a:lnTo>
                    <a:pt x="23985" y="78512"/>
                  </a:lnTo>
                  <a:lnTo>
                    <a:pt x="24704" y="77883"/>
                  </a:lnTo>
                  <a:lnTo>
                    <a:pt x="25422" y="77254"/>
                  </a:lnTo>
                  <a:lnTo>
                    <a:pt x="26096" y="76625"/>
                  </a:lnTo>
                  <a:lnTo>
                    <a:pt x="26770" y="75907"/>
                  </a:lnTo>
                  <a:lnTo>
                    <a:pt x="27399" y="75233"/>
                  </a:lnTo>
                  <a:lnTo>
                    <a:pt x="28027" y="74469"/>
                  </a:lnTo>
                  <a:lnTo>
                    <a:pt x="28611" y="73751"/>
                  </a:lnTo>
                  <a:lnTo>
                    <a:pt x="29195" y="72942"/>
                  </a:lnTo>
                  <a:lnTo>
                    <a:pt x="30004" y="71774"/>
                  </a:lnTo>
                  <a:lnTo>
                    <a:pt x="30722" y="70562"/>
                  </a:lnTo>
                  <a:lnTo>
                    <a:pt x="31441" y="69304"/>
                  </a:lnTo>
                  <a:lnTo>
                    <a:pt x="32070" y="68047"/>
                  </a:lnTo>
                  <a:lnTo>
                    <a:pt x="32654" y="66744"/>
                  </a:lnTo>
                  <a:lnTo>
                    <a:pt x="33238" y="65397"/>
                  </a:lnTo>
                  <a:lnTo>
                    <a:pt x="33732" y="64049"/>
                  </a:lnTo>
                  <a:lnTo>
                    <a:pt x="34181" y="62657"/>
                  </a:lnTo>
                  <a:lnTo>
                    <a:pt x="34630" y="61219"/>
                  </a:lnTo>
                  <a:lnTo>
                    <a:pt x="34989" y="59782"/>
                  </a:lnTo>
                  <a:lnTo>
                    <a:pt x="35304" y="58345"/>
                  </a:lnTo>
                  <a:lnTo>
                    <a:pt x="35618" y="56908"/>
                  </a:lnTo>
                  <a:lnTo>
                    <a:pt x="35888" y="55425"/>
                  </a:lnTo>
                  <a:lnTo>
                    <a:pt x="36112" y="53943"/>
                  </a:lnTo>
                  <a:lnTo>
                    <a:pt x="36292" y="52416"/>
                  </a:lnTo>
                  <a:lnTo>
                    <a:pt x="36471" y="50934"/>
                  </a:lnTo>
                  <a:lnTo>
                    <a:pt x="36606" y="49407"/>
                  </a:lnTo>
                  <a:lnTo>
                    <a:pt x="36696" y="47880"/>
                  </a:lnTo>
                  <a:lnTo>
                    <a:pt x="36741" y="46397"/>
                  </a:lnTo>
                  <a:lnTo>
                    <a:pt x="36786" y="44870"/>
                  </a:lnTo>
                  <a:lnTo>
                    <a:pt x="36831" y="41861"/>
                  </a:lnTo>
                  <a:lnTo>
                    <a:pt x="36741" y="38897"/>
                  </a:lnTo>
                  <a:lnTo>
                    <a:pt x="36561" y="35977"/>
                  </a:lnTo>
                  <a:lnTo>
                    <a:pt x="36337" y="33147"/>
                  </a:lnTo>
                  <a:lnTo>
                    <a:pt x="36067" y="30408"/>
                  </a:lnTo>
                  <a:lnTo>
                    <a:pt x="35708" y="27713"/>
                  </a:lnTo>
                  <a:lnTo>
                    <a:pt x="35349" y="24973"/>
                  </a:lnTo>
                  <a:lnTo>
                    <a:pt x="34899" y="22278"/>
                  </a:lnTo>
                  <a:lnTo>
                    <a:pt x="34405" y="19673"/>
                  </a:lnTo>
                  <a:lnTo>
                    <a:pt x="33911" y="17203"/>
                  </a:lnTo>
                  <a:lnTo>
                    <a:pt x="33417" y="14822"/>
                  </a:lnTo>
                  <a:lnTo>
                    <a:pt x="32878" y="12576"/>
                  </a:lnTo>
                  <a:lnTo>
                    <a:pt x="31890" y="8534"/>
                  </a:lnTo>
                  <a:lnTo>
                    <a:pt x="30992" y="5210"/>
                  </a:lnTo>
                  <a:lnTo>
                    <a:pt x="30228" y="2695"/>
                  </a:lnTo>
                  <a:lnTo>
                    <a:pt x="29510" y="449"/>
                  </a:lnTo>
                  <a:lnTo>
                    <a:pt x="29465" y="359"/>
                  </a:lnTo>
                  <a:lnTo>
                    <a:pt x="29375" y="225"/>
                  </a:lnTo>
                  <a:lnTo>
                    <a:pt x="29195" y="90"/>
                  </a:lnTo>
                  <a:lnTo>
                    <a:pt x="28926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56"/>
            <p:cNvSpPr/>
            <p:nvPr/>
          </p:nvSpPr>
          <p:spPr>
            <a:xfrm>
              <a:off x="6226425" y="3971375"/>
              <a:ext cx="381800" cy="158350"/>
            </a:xfrm>
            <a:custGeom>
              <a:rect b="b" l="l" r="r" t="t"/>
              <a:pathLst>
                <a:path extrusionOk="0" h="6334" w="15272">
                  <a:moveTo>
                    <a:pt x="14598" y="1"/>
                  </a:moveTo>
                  <a:lnTo>
                    <a:pt x="14463" y="46"/>
                  </a:lnTo>
                  <a:lnTo>
                    <a:pt x="14328" y="91"/>
                  </a:lnTo>
                  <a:lnTo>
                    <a:pt x="14104" y="225"/>
                  </a:lnTo>
                  <a:lnTo>
                    <a:pt x="13969" y="450"/>
                  </a:lnTo>
                  <a:lnTo>
                    <a:pt x="13924" y="585"/>
                  </a:lnTo>
                  <a:lnTo>
                    <a:pt x="13924" y="719"/>
                  </a:lnTo>
                  <a:lnTo>
                    <a:pt x="13924" y="2426"/>
                  </a:lnTo>
                  <a:lnTo>
                    <a:pt x="13385" y="2696"/>
                  </a:lnTo>
                  <a:lnTo>
                    <a:pt x="12577" y="3055"/>
                  </a:lnTo>
                  <a:lnTo>
                    <a:pt x="11409" y="3459"/>
                  </a:lnTo>
                  <a:lnTo>
                    <a:pt x="9972" y="3908"/>
                  </a:lnTo>
                  <a:lnTo>
                    <a:pt x="9118" y="4088"/>
                  </a:lnTo>
                  <a:lnTo>
                    <a:pt x="8175" y="4313"/>
                  </a:lnTo>
                  <a:lnTo>
                    <a:pt x="7187" y="4447"/>
                  </a:lnTo>
                  <a:lnTo>
                    <a:pt x="6064" y="4627"/>
                  </a:lnTo>
                  <a:lnTo>
                    <a:pt x="4851" y="4762"/>
                  </a:lnTo>
                  <a:lnTo>
                    <a:pt x="3594" y="4852"/>
                  </a:lnTo>
                  <a:lnTo>
                    <a:pt x="2201" y="4897"/>
                  </a:lnTo>
                  <a:lnTo>
                    <a:pt x="719" y="4941"/>
                  </a:lnTo>
                  <a:lnTo>
                    <a:pt x="539" y="4941"/>
                  </a:lnTo>
                  <a:lnTo>
                    <a:pt x="449" y="4986"/>
                  </a:lnTo>
                  <a:lnTo>
                    <a:pt x="225" y="5121"/>
                  </a:lnTo>
                  <a:lnTo>
                    <a:pt x="45" y="5346"/>
                  </a:lnTo>
                  <a:lnTo>
                    <a:pt x="45" y="5480"/>
                  </a:lnTo>
                  <a:lnTo>
                    <a:pt x="0" y="5615"/>
                  </a:lnTo>
                  <a:lnTo>
                    <a:pt x="45" y="5750"/>
                  </a:lnTo>
                  <a:lnTo>
                    <a:pt x="45" y="5885"/>
                  </a:lnTo>
                  <a:lnTo>
                    <a:pt x="225" y="6109"/>
                  </a:lnTo>
                  <a:lnTo>
                    <a:pt x="449" y="6244"/>
                  </a:lnTo>
                  <a:lnTo>
                    <a:pt x="539" y="6289"/>
                  </a:lnTo>
                  <a:lnTo>
                    <a:pt x="719" y="6334"/>
                  </a:lnTo>
                  <a:lnTo>
                    <a:pt x="2516" y="6289"/>
                  </a:lnTo>
                  <a:lnTo>
                    <a:pt x="4222" y="6199"/>
                  </a:lnTo>
                  <a:lnTo>
                    <a:pt x="5749" y="6064"/>
                  </a:lnTo>
                  <a:lnTo>
                    <a:pt x="7187" y="5885"/>
                  </a:lnTo>
                  <a:lnTo>
                    <a:pt x="8444" y="5660"/>
                  </a:lnTo>
                  <a:lnTo>
                    <a:pt x="9612" y="5391"/>
                  </a:lnTo>
                  <a:lnTo>
                    <a:pt x="10645" y="5166"/>
                  </a:lnTo>
                  <a:lnTo>
                    <a:pt x="11588" y="4897"/>
                  </a:lnTo>
                  <a:lnTo>
                    <a:pt x="12352" y="4627"/>
                  </a:lnTo>
                  <a:lnTo>
                    <a:pt x="13071" y="4358"/>
                  </a:lnTo>
                  <a:lnTo>
                    <a:pt x="14104" y="3863"/>
                  </a:lnTo>
                  <a:lnTo>
                    <a:pt x="14777" y="3549"/>
                  </a:lnTo>
                  <a:lnTo>
                    <a:pt x="15002" y="3369"/>
                  </a:lnTo>
                  <a:lnTo>
                    <a:pt x="15137" y="3235"/>
                  </a:lnTo>
                  <a:lnTo>
                    <a:pt x="15227" y="3100"/>
                  </a:lnTo>
                  <a:lnTo>
                    <a:pt x="15271" y="2965"/>
                  </a:lnTo>
                  <a:lnTo>
                    <a:pt x="15271" y="2786"/>
                  </a:lnTo>
                  <a:lnTo>
                    <a:pt x="15271" y="719"/>
                  </a:lnTo>
                  <a:lnTo>
                    <a:pt x="15271" y="585"/>
                  </a:lnTo>
                  <a:lnTo>
                    <a:pt x="15227" y="450"/>
                  </a:lnTo>
                  <a:lnTo>
                    <a:pt x="15092" y="225"/>
                  </a:lnTo>
                  <a:lnTo>
                    <a:pt x="14867" y="91"/>
                  </a:lnTo>
                  <a:lnTo>
                    <a:pt x="14733" y="46"/>
                  </a:lnTo>
                  <a:lnTo>
                    <a:pt x="14598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56"/>
            <p:cNvSpPr/>
            <p:nvPr/>
          </p:nvSpPr>
          <p:spPr>
            <a:xfrm>
              <a:off x="5465100" y="2904650"/>
              <a:ext cx="467150" cy="996025"/>
            </a:xfrm>
            <a:custGeom>
              <a:rect b="b" l="l" r="r" t="t"/>
              <a:pathLst>
                <a:path extrusionOk="0" h="39841" w="18686">
                  <a:moveTo>
                    <a:pt x="1124" y="0"/>
                  </a:moveTo>
                  <a:lnTo>
                    <a:pt x="989" y="45"/>
                  </a:lnTo>
                  <a:lnTo>
                    <a:pt x="899" y="135"/>
                  </a:lnTo>
                  <a:lnTo>
                    <a:pt x="854" y="270"/>
                  </a:lnTo>
                  <a:lnTo>
                    <a:pt x="585" y="1797"/>
                  </a:lnTo>
                  <a:lnTo>
                    <a:pt x="360" y="3279"/>
                  </a:lnTo>
                  <a:lnTo>
                    <a:pt x="181" y="4806"/>
                  </a:lnTo>
                  <a:lnTo>
                    <a:pt x="46" y="6289"/>
                  </a:lnTo>
                  <a:lnTo>
                    <a:pt x="1" y="7771"/>
                  </a:lnTo>
                  <a:lnTo>
                    <a:pt x="1" y="9253"/>
                  </a:lnTo>
                  <a:lnTo>
                    <a:pt x="1" y="10690"/>
                  </a:lnTo>
                  <a:lnTo>
                    <a:pt x="91" y="12172"/>
                  </a:lnTo>
                  <a:lnTo>
                    <a:pt x="270" y="13610"/>
                  </a:lnTo>
                  <a:lnTo>
                    <a:pt x="450" y="15002"/>
                  </a:lnTo>
                  <a:lnTo>
                    <a:pt x="675" y="16439"/>
                  </a:lnTo>
                  <a:lnTo>
                    <a:pt x="989" y="17787"/>
                  </a:lnTo>
                  <a:lnTo>
                    <a:pt x="1348" y="19179"/>
                  </a:lnTo>
                  <a:lnTo>
                    <a:pt x="1708" y="20527"/>
                  </a:lnTo>
                  <a:lnTo>
                    <a:pt x="2157" y="21829"/>
                  </a:lnTo>
                  <a:lnTo>
                    <a:pt x="2651" y="23132"/>
                  </a:lnTo>
                  <a:lnTo>
                    <a:pt x="3280" y="24524"/>
                  </a:lnTo>
                  <a:lnTo>
                    <a:pt x="3953" y="25916"/>
                  </a:lnTo>
                  <a:lnTo>
                    <a:pt x="4627" y="27219"/>
                  </a:lnTo>
                  <a:lnTo>
                    <a:pt x="5436" y="28477"/>
                  </a:lnTo>
                  <a:lnTo>
                    <a:pt x="6244" y="29734"/>
                  </a:lnTo>
                  <a:lnTo>
                    <a:pt x="7142" y="30902"/>
                  </a:lnTo>
                  <a:lnTo>
                    <a:pt x="8041" y="32070"/>
                  </a:lnTo>
                  <a:lnTo>
                    <a:pt x="9029" y="33148"/>
                  </a:lnTo>
                  <a:lnTo>
                    <a:pt x="10017" y="34181"/>
                  </a:lnTo>
                  <a:lnTo>
                    <a:pt x="11095" y="35169"/>
                  </a:lnTo>
                  <a:lnTo>
                    <a:pt x="12173" y="36112"/>
                  </a:lnTo>
                  <a:lnTo>
                    <a:pt x="13341" y="36966"/>
                  </a:lnTo>
                  <a:lnTo>
                    <a:pt x="14508" y="37774"/>
                  </a:lnTo>
                  <a:lnTo>
                    <a:pt x="15721" y="38538"/>
                  </a:lnTo>
                  <a:lnTo>
                    <a:pt x="16934" y="39211"/>
                  </a:lnTo>
                  <a:lnTo>
                    <a:pt x="18192" y="39840"/>
                  </a:lnTo>
                  <a:lnTo>
                    <a:pt x="18461" y="39840"/>
                  </a:lnTo>
                  <a:lnTo>
                    <a:pt x="18551" y="39795"/>
                  </a:lnTo>
                  <a:lnTo>
                    <a:pt x="18596" y="39750"/>
                  </a:lnTo>
                  <a:lnTo>
                    <a:pt x="18686" y="39660"/>
                  </a:lnTo>
                  <a:lnTo>
                    <a:pt x="18686" y="39526"/>
                  </a:lnTo>
                  <a:lnTo>
                    <a:pt x="18686" y="39391"/>
                  </a:lnTo>
                  <a:lnTo>
                    <a:pt x="18596" y="39301"/>
                  </a:lnTo>
                  <a:lnTo>
                    <a:pt x="18506" y="39211"/>
                  </a:lnTo>
                  <a:lnTo>
                    <a:pt x="17248" y="38583"/>
                  </a:lnTo>
                  <a:lnTo>
                    <a:pt x="16036" y="37954"/>
                  </a:lnTo>
                  <a:lnTo>
                    <a:pt x="14868" y="37190"/>
                  </a:lnTo>
                  <a:lnTo>
                    <a:pt x="13745" y="36427"/>
                  </a:lnTo>
                  <a:lnTo>
                    <a:pt x="12622" y="35573"/>
                  </a:lnTo>
                  <a:lnTo>
                    <a:pt x="11544" y="34630"/>
                  </a:lnTo>
                  <a:lnTo>
                    <a:pt x="10511" y="33687"/>
                  </a:lnTo>
                  <a:lnTo>
                    <a:pt x="9523" y="32654"/>
                  </a:lnTo>
                  <a:lnTo>
                    <a:pt x="8580" y="31621"/>
                  </a:lnTo>
                  <a:lnTo>
                    <a:pt x="7681" y="30498"/>
                  </a:lnTo>
                  <a:lnTo>
                    <a:pt x="6828" y="29330"/>
                  </a:lnTo>
                  <a:lnTo>
                    <a:pt x="6020" y="28117"/>
                  </a:lnTo>
                  <a:lnTo>
                    <a:pt x="5256" y="26860"/>
                  </a:lnTo>
                  <a:lnTo>
                    <a:pt x="4537" y="25557"/>
                  </a:lnTo>
                  <a:lnTo>
                    <a:pt x="3909" y="24255"/>
                  </a:lnTo>
                  <a:lnTo>
                    <a:pt x="3325" y="22907"/>
                  </a:lnTo>
                  <a:lnTo>
                    <a:pt x="2831" y="21605"/>
                  </a:lnTo>
                  <a:lnTo>
                    <a:pt x="2381" y="20302"/>
                  </a:lnTo>
                  <a:lnTo>
                    <a:pt x="1977" y="19000"/>
                  </a:lnTo>
                  <a:lnTo>
                    <a:pt x="1663" y="17652"/>
                  </a:lnTo>
                  <a:lnTo>
                    <a:pt x="1348" y="16260"/>
                  </a:lnTo>
                  <a:lnTo>
                    <a:pt x="1124" y="14912"/>
                  </a:lnTo>
                  <a:lnTo>
                    <a:pt x="944" y="13520"/>
                  </a:lnTo>
                  <a:lnTo>
                    <a:pt x="809" y="12083"/>
                  </a:lnTo>
                  <a:lnTo>
                    <a:pt x="720" y="10645"/>
                  </a:lnTo>
                  <a:lnTo>
                    <a:pt x="675" y="9208"/>
                  </a:lnTo>
                  <a:lnTo>
                    <a:pt x="675" y="7771"/>
                  </a:lnTo>
                  <a:lnTo>
                    <a:pt x="764" y="6333"/>
                  </a:lnTo>
                  <a:lnTo>
                    <a:pt x="854" y="4851"/>
                  </a:lnTo>
                  <a:lnTo>
                    <a:pt x="1034" y="3369"/>
                  </a:lnTo>
                  <a:lnTo>
                    <a:pt x="1259" y="1887"/>
                  </a:lnTo>
                  <a:lnTo>
                    <a:pt x="1528" y="405"/>
                  </a:lnTo>
                  <a:lnTo>
                    <a:pt x="1528" y="270"/>
                  </a:lnTo>
                  <a:lnTo>
                    <a:pt x="1483" y="135"/>
                  </a:lnTo>
                  <a:lnTo>
                    <a:pt x="1348" y="45"/>
                  </a:lnTo>
                  <a:lnTo>
                    <a:pt x="1259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56"/>
            <p:cNvSpPr/>
            <p:nvPr/>
          </p:nvSpPr>
          <p:spPr>
            <a:xfrm>
              <a:off x="5563925" y="3070825"/>
              <a:ext cx="296475" cy="674875"/>
            </a:xfrm>
            <a:custGeom>
              <a:rect b="b" l="l" r="r" t="t"/>
              <a:pathLst>
                <a:path extrusionOk="0" h="26995" w="11859">
                  <a:moveTo>
                    <a:pt x="764" y="1"/>
                  </a:moveTo>
                  <a:lnTo>
                    <a:pt x="674" y="46"/>
                  </a:lnTo>
                  <a:lnTo>
                    <a:pt x="584" y="181"/>
                  </a:lnTo>
                  <a:lnTo>
                    <a:pt x="494" y="270"/>
                  </a:lnTo>
                  <a:lnTo>
                    <a:pt x="315" y="1214"/>
                  </a:lnTo>
                  <a:lnTo>
                    <a:pt x="180" y="2157"/>
                  </a:lnTo>
                  <a:lnTo>
                    <a:pt x="90" y="3100"/>
                  </a:lnTo>
                  <a:lnTo>
                    <a:pt x="45" y="4043"/>
                  </a:lnTo>
                  <a:lnTo>
                    <a:pt x="0" y="5031"/>
                  </a:lnTo>
                  <a:lnTo>
                    <a:pt x="0" y="5975"/>
                  </a:lnTo>
                  <a:lnTo>
                    <a:pt x="45" y="6918"/>
                  </a:lnTo>
                  <a:lnTo>
                    <a:pt x="135" y="7861"/>
                  </a:lnTo>
                  <a:lnTo>
                    <a:pt x="225" y="8804"/>
                  </a:lnTo>
                  <a:lnTo>
                    <a:pt x="405" y="9747"/>
                  </a:lnTo>
                  <a:lnTo>
                    <a:pt x="584" y="10691"/>
                  </a:lnTo>
                  <a:lnTo>
                    <a:pt x="764" y="11589"/>
                  </a:lnTo>
                  <a:lnTo>
                    <a:pt x="1033" y="12532"/>
                  </a:lnTo>
                  <a:lnTo>
                    <a:pt x="1303" y="13430"/>
                  </a:lnTo>
                  <a:lnTo>
                    <a:pt x="1617" y="14329"/>
                  </a:lnTo>
                  <a:lnTo>
                    <a:pt x="1977" y="15227"/>
                  </a:lnTo>
                  <a:lnTo>
                    <a:pt x="2336" y="16080"/>
                  </a:lnTo>
                  <a:lnTo>
                    <a:pt x="2740" y="16934"/>
                  </a:lnTo>
                  <a:lnTo>
                    <a:pt x="3189" y="17787"/>
                  </a:lnTo>
                  <a:lnTo>
                    <a:pt x="3639" y="18641"/>
                  </a:lnTo>
                  <a:lnTo>
                    <a:pt x="4133" y="19449"/>
                  </a:lnTo>
                  <a:lnTo>
                    <a:pt x="4672" y="20258"/>
                  </a:lnTo>
                  <a:lnTo>
                    <a:pt x="5211" y="21021"/>
                  </a:lnTo>
                  <a:lnTo>
                    <a:pt x="5794" y="21785"/>
                  </a:lnTo>
                  <a:lnTo>
                    <a:pt x="6378" y="22503"/>
                  </a:lnTo>
                  <a:lnTo>
                    <a:pt x="7007" y="23222"/>
                  </a:lnTo>
                  <a:lnTo>
                    <a:pt x="7681" y="23896"/>
                  </a:lnTo>
                  <a:lnTo>
                    <a:pt x="8355" y="24569"/>
                  </a:lnTo>
                  <a:lnTo>
                    <a:pt x="9073" y="25198"/>
                  </a:lnTo>
                  <a:lnTo>
                    <a:pt x="9792" y="25782"/>
                  </a:lnTo>
                  <a:lnTo>
                    <a:pt x="10555" y="26366"/>
                  </a:lnTo>
                  <a:lnTo>
                    <a:pt x="11319" y="26950"/>
                  </a:lnTo>
                  <a:lnTo>
                    <a:pt x="11409" y="26995"/>
                  </a:lnTo>
                  <a:lnTo>
                    <a:pt x="11544" y="26995"/>
                  </a:lnTo>
                  <a:lnTo>
                    <a:pt x="11678" y="26950"/>
                  </a:lnTo>
                  <a:lnTo>
                    <a:pt x="11813" y="26860"/>
                  </a:lnTo>
                  <a:lnTo>
                    <a:pt x="11858" y="26725"/>
                  </a:lnTo>
                  <a:lnTo>
                    <a:pt x="11858" y="26591"/>
                  </a:lnTo>
                  <a:lnTo>
                    <a:pt x="11813" y="26456"/>
                  </a:lnTo>
                  <a:lnTo>
                    <a:pt x="11723" y="26366"/>
                  </a:lnTo>
                  <a:lnTo>
                    <a:pt x="10960" y="25827"/>
                  </a:lnTo>
                  <a:lnTo>
                    <a:pt x="10196" y="25243"/>
                  </a:lnTo>
                  <a:lnTo>
                    <a:pt x="9522" y="24659"/>
                  </a:lnTo>
                  <a:lnTo>
                    <a:pt x="8804" y="24030"/>
                  </a:lnTo>
                  <a:lnTo>
                    <a:pt x="8130" y="23402"/>
                  </a:lnTo>
                  <a:lnTo>
                    <a:pt x="7501" y="22728"/>
                  </a:lnTo>
                  <a:lnTo>
                    <a:pt x="6917" y="22054"/>
                  </a:lnTo>
                  <a:lnTo>
                    <a:pt x="6289" y="21336"/>
                  </a:lnTo>
                  <a:lnTo>
                    <a:pt x="5750" y="20617"/>
                  </a:lnTo>
                  <a:lnTo>
                    <a:pt x="5211" y="19853"/>
                  </a:lnTo>
                  <a:lnTo>
                    <a:pt x="4717" y="19090"/>
                  </a:lnTo>
                  <a:lnTo>
                    <a:pt x="4222" y="18281"/>
                  </a:lnTo>
                  <a:lnTo>
                    <a:pt x="3773" y="17473"/>
                  </a:lnTo>
                  <a:lnTo>
                    <a:pt x="3369" y="16664"/>
                  </a:lnTo>
                  <a:lnTo>
                    <a:pt x="2965" y="15811"/>
                  </a:lnTo>
                  <a:lnTo>
                    <a:pt x="2606" y="14958"/>
                  </a:lnTo>
                  <a:lnTo>
                    <a:pt x="2246" y="14104"/>
                  </a:lnTo>
                  <a:lnTo>
                    <a:pt x="1977" y="13206"/>
                  </a:lnTo>
                  <a:lnTo>
                    <a:pt x="1707" y="12353"/>
                  </a:lnTo>
                  <a:lnTo>
                    <a:pt x="1438" y="11454"/>
                  </a:lnTo>
                  <a:lnTo>
                    <a:pt x="1258" y="10556"/>
                  </a:lnTo>
                  <a:lnTo>
                    <a:pt x="1078" y="9613"/>
                  </a:lnTo>
                  <a:lnTo>
                    <a:pt x="944" y="8714"/>
                  </a:lnTo>
                  <a:lnTo>
                    <a:pt x="809" y="7816"/>
                  </a:lnTo>
                  <a:lnTo>
                    <a:pt x="719" y="6873"/>
                  </a:lnTo>
                  <a:lnTo>
                    <a:pt x="719" y="5975"/>
                  </a:lnTo>
                  <a:lnTo>
                    <a:pt x="674" y="5031"/>
                  </a:lnTo>
                  <a:lnTo>
                    <a:pt x="719" y="4088"/>
                  </a:lnTo>
                  <a:lnTo>
                    <a:pt x="764" y="3190"/>
                  </a:lnTo>
                  <a:lnTo>
                    <a:pt x="899" y="2247"/>
                  </a:lnTo>
                  <a:lnTo>
                    <a:pt x="1033" y="1348"/>
                  </a:lnTo>
                  <a:lnTo>
                    <a:pt x="1168" y="405"/>
                  </a:lnTo>
                  <a:lnTo>
                    <a:pt x="1168" y="270"/>
                  </a:lnTo>
                  <a:lnTo>
                    <a:pt x="1123" y="181"/>
                  </a:lnTo>
                  <a:lnTo>
                    <a:pt x="1033" y="91"/>
                  </a:lnTo>
                  <a:lnTo>
                    <a:pt x="94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56"/>
            <p:cNvSpPr/>
            <p:nvPr/>
          </p:nvSpPr>
          <p:spPr>
            <a:xfrm>
              <a:off x="5664975" y="3232525"/>
              <a:ext cx="123550" cy="321175"/>
            </a:xfrm>
            <a:custGeom>
              <a:rect b="b" l="l" r="r" t="t"/>
              <a:pathLst>
                <a:path extrusionOk="0" h="12847" w="4942">
                  <a:moveTo>
                    <a:pt x="270" y="1"/>
                  </a:moveTo>
                  <a:lnTo>
                    <a:pt x="136" y="90"/>
                  </a:lnTo>
                  <a:lnTo>
                    <a:pt x="91" y="180"/>
                  </a:lnTo>
                  <a:lnTo>
                    <a:pt x="46" y="315"/>
                  </a:lnTo>
                  <a:lnTo>
                    <a:pt x="1" y="1168"/>
                  </a:lnTo>
                  <a:lnTo>
                    <a:pt x="1" y="1977"/>
                  </a:lnTo>
                  <a:lnTo>
                    <a:pt x="46" y="2830"/>
                  </a:lnTo>
                  <a:lnTo>
                    <a:pt x="180" y="3684"/>
                  </a:lnTo>
                  <a:lnTo>
                    <a:pt x="315" y="4492"/>
                  </a:lnTo>
                  <a:lnTo>
                    <a:pt x="495" y="5346"/>
                  </a:lnTo>
                  <a:lnTo>
                    <a:pt x="719" y="6154"/>
                  </a:lnTo>
                  <a:lnTo>
                    <a:pt x="944" y="6962"/>
                  </a:lnTo>
                  <a:lnTo>
                    <a:pt x="1258" y="7726"/>
                  </a:lnTo>
                  <a:lnTo>
                    <a:pt x="1573" y="8535"/>
                  </a:lnTo>
                  <a:lnTo>
                    <a:pt x="1977" y="9253"/>
                  </a:lnTo>
                  <a:lnTo>
                    <a:pt x="2381" y="10017"/>
                  </a:lnTo>
                  <a:lnTo>
                    <a:pt x="2830" y="10735"/>
                  </a:lnTo>
                  <a:lnTo>
                    <a:pt x="3280" y="11409"/>
                  </a:lnTo>
                  <a:lnTo>
                    <a:pt x="3819" y="12083"/>
                  </a:lnTo>
                  <a:lnTo>
                    <a:pt x="4358" y="12712"/>
                  </a:lnTo>
                  <a:lnTo>
                    <a:pt x="4492" y="12801"/>
                  </a:lnTo>
                  <a:lnTo>
                    <a:pt x="4627" y="12846"/>
                  </a:lnTo>
                  <a:lnTo>
                    <a:pt x="4717" y="12801"/>
                  </a:lnTo>
                  <a:lnTo>
                    <a:pt x="4852" y="12757"/>
                  </a:lnTo>
                  <a:lnTo>
                    <a:pt x="4941" y="12622"/>
                  </a:lnTo>
                  <a:lnTo>
                    <a:pt x="4941" y="12487"/>
                  </a:lnTo>
                  <a:lnTo>
                    <a:pt x="4941" y="12352"/>
                  </a:lnTo>
                  <a:lnTo>
                    <a:pt x="4852" y="12262"/>
                  </a:lnTo>
                  <a:lnTo>
                    <a:pt x="4358" y="11634"/>
                  </a:lnTo>
                  <a:lnTo>
                    <a:pt x="3863" y="11005"/>
                  </a:lnTo>
                  <a:lnTo>
                    <a:pt x="3414" y="10331"/>
                  </a:lnTo>
                  <a:lnTo>
                    <a:pt x="2965" y="9657"/>
                  </a:lnTo>
                  <a:lnTo>
                    <a:pt x="2561" y="8939"/>
                  </a:lnTo>
                  <a:lnTo>
                    <a:pt x="2202" y="8220"/>
                  </a:lnTo>
                  <a:lnTo>
                    <a:pt x="1887" y="7501"/>
                  </a:lnTo>
                  <a:lnTo>
                    <a:pt x="1618" y="6738"/>
                  </a:lnTo>
                  <a:lnTo>
                    <a:pt x="1348" y="5929"/>
                  </a:lnTo>
                  <a:lnTo>
                    <a:pt x="1169" y="5166"/>
                  </a:lnTo>
                  <a:lnTo>
                    <a:pt x="989" y="4357"/>
                  </a:lnTo>
                  <a:lnTo>
                    <a:pt x="854" y="3594"/>
                  </a:lnTo>
                  <a:lnTo>
                    <a:pt x="764" y="2785"/>
                  </a:lnTo>
                  <a:lnTo>
                    <a:pt x="719" y="1977"/>
                  </a:lnTo>
                  <a:lnTo>
                    <a:pt x="675" y="1168"/>
                  </a:lnTo>
                  <a:lnTo>
                    <a:pt x="719" y="360"/>
                  </a:lnTo>
                  <a:lnTo>
                    <a:pt x="719" y="225"/>
                  </a:lnTo>
                  <a:lnTo>
                    <a:pt x="630" y="90"/>
                  </a:lnTo>
                  <a:lnTo>
                    <a:pt x="540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56"/>
            <p:cNvSpPr/>
            <p:nvPr/>
          </p:nvSpPr>
          <p:spPr>
            <a:xfrm>
              <a:off x="5543700" y="2118625"/>
              <a:ext cx="50575" cy="248200"/>
            </a:xfrm>
            <a:custGeom>
              <a:rect b="b" l="l" r="r" t="t"/>
              <a:pathLst>
                <a:path extrusionOk="0" h="9928" w="2023">
                  <a:moveTo>
                    <a:pt x="1618" y="1"/>
                  </a:moveTo>
                  <a:lnTo>
                    <a:pt x="1483" y="46"/>
                  </a:lnTo>
                  <a:lnTo>
                    <a:pt x="1393" y="136"/>
                  </a:lnTo>
                  <a:lnTo>
                    <a:pt x="1348" y="270"/>
                  </a:lnTo>
                  <a:lnTo>
                    <a:pt x="1" y="9523"/>
                  </a:lnTo>
                  <a:lnTo>
                    <a:pt x="1" y="9658"/>
                  </a:lnTo>
                  <a:lnTo>
                    <a:pt x="46" y="9747"/>
                  </a:lnTo>
                  <a:lnTo>
                    <a:pt x="181" y="9837"/>
                  </a:lnTo>
                  <a:lnTo>
                    <a:pt x="270" y="9882"/>
                  </a:lnTo>
                  <a:lnTo>
                    <a:pt x="360" y="9927"/>
                  </a:lnTo>
                  <a:lnTo>
                    <a:pt x="450" y="9882"/>
                  </a:lnTo>
                  <a:lnTo>
                    <a:pt x="585" y="9837"/>
                  </a:lnTo>
                  <a:lnTo>
                    <a:pt x="630" y="9747"/>
                  </a:lnTo>
                  <a:lnTo>
                    <a:pt x="675" y="9613"/>
                  </a:lnTo>
                  <a:lnTo>
                    <a:pt x="2022" y="360"/>
                  </a:lnTo>
                  <a:lnTo>
                    <a:pt x="2022" y="225"/>
                  </a:lnTo>
                  <a:lnTo>
                    <a:pt x="1977" y="136"/>
                  </a:lnTo>
                  <a:lnTo>
                    <a:pt x="1842" y="46"/>
                  </a:lnTo>
                  <a:lnTo>
                    <a:pt x="1753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56"/>
            <p:cNvSpPr/>
            <p:nvPr/>
          </p:nvSpPr>
          <p:spPr>
            <a:xfrm>
              <a:off x="5642525" y="2138850"/>
              <a:ext cx="29225" cy="102200"/>
            </a:xfrm>
            <a:custGeom>
              <a:rect b="b" l="l" r="r" t="t"/>
              <a:pathLst>
                <a:path extrusionOk="0" h="4088" w="1169">
                  <a:moveTo>
                    <a:pt x="719" y="0"/>
                  </a:moveTo>
                  <a:lnTo>
                    <a:pt x="584" y="45"/>
                  </a:lnTo>
                  <a:lnTo>
                    <a:pt x="495" y="135"/>
                  </a:lnTo>
                  <a:lnTo>
                    <a:pt x="450" y="270"/>
                  </a:lnTo>
                  <a:lnTo>
                    <a:pt x="0" y="3683"/>
                  </a:lnTo>
                  <a:lnTo>
                    <a:pt x="0" y="3818"/>
                  </a:lnTo>
                  <a:lnTo>
                    <a:pt x="45" y="3953"/>
                  </a:lnTo>
                  <a:lnTo>
                    <a:pt x="135" y="4043"/>
                  </a:lnTo>
                  <a:lnTo>
                    <a:pt x="270" y="4088"/>
                  </a:lnTo>
                  <a:lnTo>
                    <a:pt x="315" y="4088"/>
                  </a:lnTo>
                  <a:lnTo>
                    <a:pt x="450" y="4043"/>
                  </a:lnTo>
                  <a:lnTo>
                    <a:pt x="539" y="3998"/>
                  </a:lnTo>
                  <a:lnTo>
                    <a:pt x="629" y="3908"/>
                  </a:lnTo>
                  <a:lnTo>
                    <a:pt x="674" y="3773"/>
                  </a:lnTo>
                  <a:lnTo>
                    <a:pt x="1168" y="360"/>
                  </a:lnTo>
                  <a:lnTo>
                    <a:pt x="1123" y="225"/>
                  </a:lnTo>
                  <a:lnTo>
                    <a:pt x="1078" y="135"/>
                  </a:lnTo>
                  <a:lnTo>
                    <a:pt x="989" y="45"/>
                  </a:lnTo>
                  <a:lnTo>
                    <a:pt x="854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56"/>
            <p:cNvSpPr/>
            <p:nvPr/>
          </p:nvSpPr>
          <p:spPr>
            <a:xfrm>
              <a:off x="6909125" y="2086075"/>
              <a:ext cx="108950" cy="656900"/>
            </a:xfrm>
            <a:custGeom>
              <a:rect b="b" l="l" r="r" t="t"/>
              <a:pathLst>
                <a:path extrusionOk="0" h="26276" w="4358">
                  <a:moveTo>
                    <a:pt x="225" y="0"/>
                  </a:moveTo>
                  <a:lnTo>
                    <a:pt x="135" y="90"/>
                  </a:lnTo>
                  <a:lnTo>
                    <a:pt x="46" y="180"/>
                  </a:lnTo>
                  <a:lnTo>
                    <a:pt x="1" y="315"/>
                  </a:lnTo>
                  <a:lnTo>
                    <a:pt x="1" y="449"/>
                  </a:lnTo>
                  <a:lnTo>
                    <a:pt x="764" y="3594"/>
                  </a:lnTo>
                  <a:lnTo>
                    <a:pt x="1393" y="6738"/>
                  </a:lnTo>
                  <a:lnTo>
                    <a:pt x="2022" y="9927"/>
                  </a:lnTo>
                  <a:lnTo>
                    <a:pt x="2516" y="13116"/>
                  </a:lnTo>
                  <a:lnTo>
                    <a:pt x="2920" y="16305"/>
                  </a:lnTo>
                  <a:lnTo>
                    <a:pt x="3280" y="19493"/>
                  </a:lnTo>
                  <a:lnTo>
                    <a:pt x="3504" y="22727"/>
                  </a:lnTo>
                  <a:lnTo>
                    <a:pt x="3684" y="25961"/>
                  </a:lnTo>
                  <a:lnTo>
                    <a:pt x="3684" y="26096"/>
                  </a:lnTo>
                  <a:lnTo>
                    <a:pt x="3774" y="26186"/>
                  </a:lnTo>
                  <a:lnTo>
                    <a:pt x="3908" y="26276"/>
                  </a:lnTo>
                  <a:lnTo>
                    <a:pt x="4043" y="26276"/>
                  </a:lnTo>
                  <a:lnTo>
                    <a:pt x="4178" y="26231"/>
                  </a:lnTo>
                  <a:lnTo>
                    <a:pt x="4268" y="26186"/>
                  </a:lnTo>
                  <a:lnTo>
                    <a:pt x="4358" y="26051"/>
                  </a:lnTo>
                  <a:lnTo>
                    <a:pt x="4358" y="25916"/>
                  </a:lnTo>
                  <a:lnTo>
                    <a:pt x="4178" y="22682"/>
                  </a:lnTo>
                  <a:lnTo>
                    <a:pt x="3953" y="19449"/>
                  </a:lnTo>
                  <a:lnTo>
                    <a:pt x="3594" y="16215"/>
                  </a:lnTo>
                  <a:lnTo>
                    <a:pt x="3190" y="12981"/>
                  </a:lnTo>
                  <a:lnTo>
                    <a:pt x="2696" y="9792"/>
                  </a:lnTo>
                  <a:lnTo>
                    <a:pt x="2112" y="6603"/>
                  </a:lnTo>
                  <a:lnTo>
                    <a:pt x="1438" y="3414"/>
                  </a:lnTo>
                  <a:lnTo>
                    <a:pt x="674" y="270"/>
                  </a:lnTo>
                  <a:lnTo>
                    <a:pt x="585" y="135"/>
                  </a:lnTo>
                  <a:lnTo>
                    <a:pt x="495" y="45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56"/>
            <p:cNvSpPr/>
            <p:nvPr/>
          </p:nvSpPr>
          <p:spPr>
            <a:xfrm>
              <a:off x="6849625" y="2122000"/>
              <a:ext cx="78625" cy="321175"/>
            </a:xfrm>
            <a:custGeom>
              <a:rect b="b" l="l" r="r" t="t"/>
              <a:pathLst>
                <a:path extrusionOk="0" h="12847" w="3145">
                  <a:moveTo>
                    <a:pt x="270" y="1"/>
                  </a:moveTo>
                  <a:lnTo>
                    <a:pt x="135" y="90"/>
                  </a:lnTo>
                  <a:lnTo>
                    <a:pt x="45" y="180"/>
                  </a:lnTo>
                  <a:lnTo>
                    <a:pt x="0" y="315"/>
                  </a:lnTo>
                  <a:lnTo>
                    <a:pt x="0" y="450"/>
                  </a:lnTo>
                  <a:lnTo>
                    <a:pt x="449" y="1932"/>
                  </a:lnTo>
                  <a:lnTo>
                    <a:pt x="809" y="3414"/>
                  </a:lnTo>
                  <a:lnTo>
                    <a:pt x="1168" y="4941"/>
                  </a:lnTo>
                  <a:lnTo>
                    <a:pt x="1482" y="6423"/>
                  </a:lnTo>
                  <a:lnTo>
                    <a:pt x="1752" y="7951"/>
                  </a:lnTo>
                  <a:lnTo>
                    <a:pt x="2021" y="9478"/>
                  </a:lnTo>
                  <a:lnTo>
                    <a:pt x="2246" y="11005"/>
                  </a:lnTo>
                  <a:lnTo>
                    <a:pt x="2426" y="12532"/>
                  </a:lnTo>
                  <a:lnTo>
                    <a:pt x="2471" y="12667"/>
                  </a:lnTo>
                  <a:lnTo>
                    <a:pt x="2560" y="12757"/>
                  </a:lnTo>
                  <a:lnTo>
                    <a:pt x="2650" y="12846"/>
                  </a:lnTo>
                  <a:lnTo>
                    <a:pt x="2830" y="12846"/>
                  </a:lnTo>
                  <a:lnTo>
                    <a:pt x="2965" y="12801"/>
                  </a:lnTo>
                  <a:lnTo>
                    <a:pt x="3054" y="12712"/>
                  </a:lnTo>
                  <a:lnTo>
                    <a:pt x="3099" y="12622"/>
                  </a:lnTo>
                  <a:lnTo>
                    <a:pt x="3144" y="12487"/>
                  </a:lnTo>
                  <a:lnTo>
                    <a:pt x="2920" y="10915"/>
                  </a:lnTo>
                  <a:lnTo>
                    <a:pt x="2695" y="9388"/>
                  </a:lnTo>
                  <a:lnTo>
                    <a:pt x="2471" y="7861"/>
                  </a:lnTo>
                  <a:lnTo>
                    <a:pt x="2156" y="6289"/>
                  </a:lnTo>
                  <a:lnTo>
                    <a:pt x="1842" y="4762"/>
                  </a:lnTo>
                  <a:lnTo>
                    <a:pt x="1482" y="3279"/>
                  </a:lnTo>
                  <a:lnTo>
                    <a:pt x="1078" y="1752"/>
                  </a:lnTo>
                  <a:lnTo>
                    <a:pt x="674" y="270"/>
                  </a:lnTo>
                  <a:lnTo>
                    <a:pt x="629" y="135"/>
                  </a:lnTo>
                  <a:lnTo>
                    <a:pt x="494" y="46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56"/>
            <p:cNvSpPr/>
            <p:nvPr/>
          </p:nvSpPr>
          <p:spPr>
            <a:xfrm>
              <a:off x="6767650" y="2166925"/>
              <a:ext cx="33700" cy="102200"/>
            </a:xfrm>
            <a:custGeom>
              <a:rect b="b" l="l" r="r" t="t"/>
              <a:pathLst>
                <a:path extrusionOk="0" h="4088" w="1348">
                  <a:moveTo>
                    <a:pt x="315" y="0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4"/>
                  </a:lnTo>
                  <a:lnTo>
                    <a:pt x="674" y="3818"/>
                  </a:lnTo>
                  <a:lnTo>
                    <a:pt x="719" y="3908"/>
                  </a:lnTo>
                  <a:lnTo>
                    <a:pt x="809" y="3998"/>
                  </a:lnTo>
                  <a:lnTo>
                    <a:pt x="899" y="4087"/>
                  </a:lnTo>
                  <a:lnTo>
                    <a:pt x="1078" y="4087"/>
                  </a:lnTo>
                  <a:lnTo>
                    <a:pt x="1213" y="4043"/>
                  </a:lnTo>
                  <a:lnTo>
                    <a:pt x="1303" y="3953"/>
                  </a:lnTo>
                  <a:lnTo>
                    <a:pt x="1348" y="3818"/>
                  </a:lnTo>
                  <a:lnTo>
                    <a:pt x="1348" y="3683"/>
                  </a:lnTo>
                  <a:lnTo>
                    <a:pt x="719" y="270"/>
                  </a:lnTo>
                  <a:lnTo>
                    <a:pt x="629" y="135"/>
                  </a:lnTo>
                  <a:lnTo>
                    <a:pt x="539" y="45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56"/>
            <p:cNvSpPr/>
            <p:nvPr/>
          </p:nvSpPr>
          <p:spPr>
            <a:xfrm>
              <a:off x="6659850" y="3313375"/>
              <a:ext cx="344750" cy="565950"/>
            </a:xfrm>
            <a:custGeom>
              <a:rect b="b" l="l" r="r" t="t"/>
              <a:pathLst>
                <a:path extrusionOk="0" h="22638" w="13790">
                  <a:moveTo>
                    <a:pt x="13340" y="1"/>
                  </a:moveTo>
                  <a:lnTo>
                    <a:pt x="13206" y="90"/>
                  </a:lnTo>
                  <a:lnTo>
                    <a:pt x="13116" y="180"/>
                  </a:lnTo>
                  <a:lnTo>
                    <a:pt x="13116" y="315"/>
                  </a:lnTo>
                  <a:lnTo>
                    <a:pt x="12936" y="1977"/>
                  </a:lnTo>
                  <a:lnTo>
                    <a:pt x="12712" y="3594"/>
                  </a:lnTo>
                  <a:lnTo>
                    <a:pt x="12352" y="5211"/>
                  </a:lnTo>
                  <a:lnTo>
                    <a:pt x="11903" y="6783"/>
                  </a:lnTo>
                  <a:lnTo>
                    <a:pt x="11409" y="8310"/>
                  </a:lnTo>
                  <a:lnTo>
                    <a:pt x="10780" y="9837"/>
                  </a:lnTo>
                  <a:lnTo>
                    <a:pt x="10062" y="11319"/>
                  </a:lnTo>
                  <a:lnTo>
                    <a:pt x="9253" y="12712"/>
                  </a:lnTo>
                  <a:lnTo>
                    <a:pt x="8355" y="14104"/>
                  </a:lnTo>
                  <a:lnTo>
                    <a:pt x="7412" y="15451"/>
                  </a:lnTo>
                  <a:lnTo>
                    <a:pt x="6379" y="16709"/>
                  </a:lnTo>
                  <a:lnTo>
                    <a:pt x="5256" y="17922"/>
                  </a:lnTo>
                  <a:lnTo>
                    <a:pt x="4088" y="19045"/>
                  </a:lnTo>
                  <a:lnTo>
                    <a:pt x="2830" y="20122"/>
                  </a:lnTo>
                  <a:lnTo>
                    <a:pt x="1528" y="21111"/>
                  </a:lnTo>
                  <a:lnTo>
                    <a:pt x="180" y="22009"/>
                  </a:lnTo>
                  <a:lnTo>
                    <a:pt x="46" y="22099"/>
                  </a:lnTo>
                  <a:lnTo>
                    <a:pt x="1" y="22189"/>
                  </a:lnTo>
                  <a:lnTo>
                    <a:pt x="1" y="22323"/>
                  </a:lnTo>
                  <a:lnTo>
                    <a:pt x="46" y="22458"/>
                  </a:lnTo>
                  <a:lnTo>
                    <a:pt x="180" y="22593"/>
                  </a:lnTo>
                  <a:lnTo>
                    <a:pt x="360" y="22638"/>
                  </a:lnTo>
                  <a:lnTo>
                    <a:pt x="450" y="22638"/>
                  </a:lnTo>
                  <a:lnTo>
                    <a:pt x="540" y="22593"/>
                  </a:lnTo>
                  <a:lnTo>
                    <a:pt x="1932" y="21650"/>
                  </a:lnTo>
                  <a:lnTo>
                    <a:pt x="3279" y="20661"/>
                  </a:lnTo>
                  <a:lnTo>
                    <a:pt x="4537" y="19539"/>
                  </a:lnTo>
                  <a:lnTo>
                    <a:pt x="5750" y="18371"/>
                  </a:lnTo>
                  <a:lnTo>
                    <a:pt x="6918" y="17158"/>
                  </a:lnTo>
                  <a:lnTo>
                    <a:pt x="7951" y="15856"/>
                  </a:lnTo>
                  <a:lnTo>
                    <a:pt x="8939" y="14508"/>
                  </a:lnTo>
                  <a:lnTo>
                    <a:pt x="9837" y="13071"/>
                  </a:lnTo>
                  <a:lnTo>
                    <a:pt x="10645" y="11634"/>
                  </a:lnTo>
                  <a:lnTo>
                    <a:pt x="11409" y="10106"/>
                  </a:lnTo>
                  <a:lnTo>
                    <a:pt x="12038" y="8534"/>
                  </a:lnTo>
                  <a:lnTo>
                    <a:pt x="12577" y="6962"/>
                  </a:lnTo>
                  <a:lnTo>
                    <a:pt x="13026" y="5345"/>
                  </a:lnTo>
                  <a:lnTo>
                    <a:pt x="13385" y="3728"/>
                  </a:lnTo>
                  <a:lnTo>
                    <a:pt x="13655" y="2067"/>
                  </a:lnTo>
                  <a:lnTo>
                    <a:pt x="13790" y="360"/>
                  </a:lnTo>
                  <a:lnTo>
                    <a:pt x="13745" y="225"/>
                  </a:lnTo>
                  <a:lnTo>
                    <a:pt x="13700" y="135"/>
                  </a:lnTo>
                  <a:lnTo>
                    <a:pt x="13610" y="45"/>
                  </a:lnTo>
                  <a:lnTo>
                    <a:pt x="1347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56"/>
            <p:cNvSpPr/>
            <p:nvPr/>
          </p:nvSpPr>
          <p:spPr>
            <a:xfrm>
              <a:off x="6731725" y="3454850"/>
              <a:ext cx="146000" cy="265025"/>
            </a:xfrm>
            <a:custGeom>
              <a:rect b="b" l="l" r="r" t="t"/>
              <a:pathLst>
                <a:path extrusionOk="0" h="10601" w="5840">
                  <a:moveTo>
                    <a:pt x="5525" y="1"/>
                  </a:moveTo>
                  <a:lnTo>
                    <a:pt x="5390" y="46"/>
                  </a:lnTo>
                  <a:lnTo>
                    <a:pt x="5255" y="136"/>
                  </a:lnTo>
                  <a:lnTo>
                    <a:pt x="5210" y="225"/>
                  </a:lnTo>
                  <a:lnTo>
                    <a:pt x="5165" y="360"/>
                  </a:lnTo>
                  <a:lnTo>
                    <a:pt x="5120" y="1034"/>
                  </a:lnTo>
                  <a:lnTo>
                    <a:pt x="5076" y="1753"/>
                  </a:lnTo>
                  <a:lnTo>
                    <a:pt x="4941" y="2426"/>
                  </a:lnTo>
                  <a:lnTo>
                    <a:pt x="4806" y="3145"/>
                  </a:lnTo>
                  <a:lnTo>
                    <a:pt x="4582" y="3819"/>
                  </a:lnTo>
                  <a:lnTo>
                    <a:pt x="4357" y="4447"/>
                  </a:lnTo>
                  <a:lnTo>
                    <a:pt x="4087" y="5121"/>
                  </a:lnTo>
                  <a:lnTo>
                    <a:pt x="3773" y="5750"/>
                  </a:lnTo>
                  <a:lnTo>
                    <a:pt x="3414" y="6379"/>
                  </a:lnTo>
                  <a:lnTo>
                    <a:pt x="3054" y="6963"/>
                  </a:lnTo>
                  <a:lnTo>
                    <a:pt x="2650" y="7502"/>
                  </a:lnTo>
                  <a:lnTo>
                    <a:pt x="2201" y="8086"/>
                  </a:lnTo>
                  <a:lnTo>
                    <a:pt x="1752" y="8580"/>
                  </a:lnTo>
                  <a:lnTo>
                    <a:pt x="1213" y="9074"/>
                  </a:lnTo>
                  <a:lnTo>
                    <a:pt x="719" y="9523"/>
                  </a:lnTo>
                  <a:lnTo>
                    <a:pt x="135" y="9972"/>
                  </a:lnTo>
                  <a:lnTo>
                    <a:pt x="45" y="10062"/>
                  </a:lnTo>
                  <a:lnTo>
                    <a:pt x="0" y="10197"/>
                  </a:lnTo>
                  <a:lnTo>
                    <a:pt x="0" y="10331"/>
                  </a:lnTo>
                  <a:lnTo>
                    <a:pt x="90" y="10466"/>
                  </a:lnTo>
                  <a:lnTo>
                    <a:pt x="180" y="10556"/>
                  </a:lnTo>
                  <a:lnTo>
                    <a:pt x="359" y="10601"/>
                  </a:lnTo>
                  <a:lnTo>
                    <a:pt x="449" y="10601"/>
                  </a:lnTo>
                  <a:lnTo>
                    <a:pt x="539" y="10511"/>
                  </a:lnTo>
                  <a:lnTo>
                    <a:pt x="1123" y="10062"/>
                  </a:lnTo>
                  <a:lnTo>
                    <a:pt x="1707" y="9613"/>
                  </a:lnTo>
                  <a:lnTo>
                    <a:pt x="2246" y="9074"/>
                  </a:lnTo>
                  <a:lnTo>
                    <a:pt x="2740" y="8535"/>
                  </a:lnTo>
                  <a:lnTo>
                    <a:pt x="3189" y="7951"/>
                  </a:lnTo>
                  <a:lnTo>
                    <a:pt x="3638" y="7322"/>
                  </a:lnTo>
                  <a:lnTo>
                    <a:pt x="4043" y="6693"/>
                  </a:lnTo>
                  <a:lnTo>
                    <a:pt x="4402" y="6064"/>
                  </a:lnTo>
                  <a:lnTo>
                    <a:pt x="4716" y="5391"/>
                  </a:lnTo>
                  <a:lnTo>
                    <a:pt x="4986" y="4717"/>
                  </a:lnTo>
                  <a:lnTo>
                    <a:pt x="5255" y="3998"/>
                  </a:lnTo>
                  <a:lnTo>
                    <a:pt x="5435" y="3280"/>
                  </a:lnTo>
                  <a:lnTo>
                    <a:pt x="5615" y="2561"/>
                  </a:lnTo>
                  <a:lnTo>
                    <a:pt x="5749" y="1842"/>
                  </a:lnTo>
                  <a:lnTo>
                    <a:pt x="5839" y="1124"/>
                  </a:lnTo>
                  <a:lnTo>
                    <a:pt x="5839" y="360"/>
                  </a:lnTo>
                  <a:lnTo>
                    <a:pt x="5839" y="225"/>
                  </a:lnTo>
                  <a:lnTo>
                    <a:pt x="5749" y="136"/>
                  </a:lnTo>
                  <a:lnTo>
                    <a:pt x="5659" y="46"/>
                  </a:lnTo>
                  <a:lnTo>
                    <a:pt x="552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56"/>
            <p:cNvSpPr/>
            <p:nvPr/>
          </p:nvSpPr>
          <p:spPr>
            <a:xfrm>
              <a:off x="6124250" y="2244400"/>
              <a:ext cx="16850" cy="85350"/>
            </a:xfrm>
            <a:custGeom>
              <a:rect b="b" l="l" r="r" t="t"/>
              <a:pathLst>
                <a:path extrusionOk="0" h="3414" w="674">
                  <a:moveTo>
                    <a:pt x="180" y="0"/>
                  </a:moveTo>
                  <a:lnTo>
                    <a:pt x="90" y="90"/>
                  </a:lnTo>
                  <a:lnTo>
                    <a:pt x="0" y="180"/>
                  </a:lnTo>
                  <a:lnTo>
                    <a:pt x="0" y="315"/>
                  </a:lnTo>
                  <a:lnTo>
                    <a:pt x="0" y="3100"/>
                  </a:lnTo>
                  <a:lnTo>
                    <a:pt x="0" y="3234"/>
                  </a:lnTo>
                  <a:lnTo>
                    <a:pt x="90" y="3324"/>
                  </a:lnTo>
                  <a:lnTo>
                    <a:pt x="180" y="3414"/>
                  </a:lnTo>
                  <a:lnTo>
                    <a:pt x="449" y="3414"/>
                  </a:lnTo>
                  <a:lnTo>
                    <a:pt x="584" y="3324"/>
                  </a:lnTo>
                  <a:lnTo>
                    <a:pt x="674" y="3234"/>
                  </a:lnTo>
                  <a:lnTo>
                    <a:pt x="674" y="3100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56"/>
            <p:cNvSpPr/>
            <p:nvPr/>
          </p:nvSpPr>
          <p:spPr>
            <a:xfrm>
              <a:off x="6220800" y="2207350"/>
              <a:ext cx="18000" cy="220100"/>
            </a:xfrm>
            <a:custGeom>
              <a:rect b="b" l="l" r="r" t="t"/>
              <a:pathLst>
                <a:path extrusionOk="0" h="8804" w="720">
                  <a:moveTo>
                    <a:pt x="360" y="0"/>
                  </a:moveTo>
                  <a:lnTo>
                    <a:pt x="225" y="45"/>
                  </a:lnTo>
                  <a:lnTo>
                    <a:pt x="136" y="90"/>
                  </a:lnTo>
                  <a:lnTo>
                    <a:pt x="46" y="225"/>
                  </a:lnTo>
                  <a:lnTo>
                    <a:pt x="1" y="359"/>
                  </a:lnTo>
                  <a:lnTo>
                    <a:pt x="1" y="8444"/>
                  </a:lnTo>
                  <a:lnTo>
                    <a:pt x="46" y="8579"/>
                  </a:lnTo>
                  <a:lnTo>
                    <a:pt x="136" y="8714"/>
                  </a:lnTo>
                  <a:lnTo>
                    <a:pt x="225" y="8759"/>
                  </a:lnTo>
                  <a:lnTo>
                    <a:pt x="360" y="8804"/>
                  </a:lnTo>
                  <a:lnTo>
                    <a:pt x="495" y="8759"/>
                  </a:lnTo>
                  <a:lnTo>
                    <a:pt x="630" y="8714"/>
                  </a:lnTo>
                  <a:lnTo>
                    <a:pt x="674" y="8579"/>
                  </a:lnTo>
                  <a:lnTo>
                    <a:pt x="719" y="8444"/>
                  </a:lnTo>
                  <a:lnTo>
                    <a:pt x="719" y="359"/>
                  </a:lnTo>
                  <a:lnTo>
                    <a:pt x="674" y="225"/>
                  </a:lnTo>
                  <a:lnTo>
                    <a:pt x="630" y="90"/>
                  </a:lnTo>
                  <a:lnTo>
                    <a:pt x="495" y="45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56"/>
            <p:cNvSpPr/>
            <p:nvPr/>
          </p:nvSpPr>
          <p:spPr>
            <a:xfrm>
              <a:off x="6358925" y="2252250"/>
              <a:ext cx="16875" cy="57300"/>
            </a:xfrm>
            <a:custGeom>
              <a:rect b="b" l="l" r="r" t="t"/>
              <a:pathLst>
                <a:path extrusionOk="0" h="2292" w="675">
                  <a:moveTo>
                    <a:pt x="225" y="1"/>
                  </a:moveTo>
                  <a:lnTo>
                    <a:pt x="90" y="91"/>
                  </a:lnTo>
                  <a:lnTo>
                    <a:pt x="45" y="180"/>
                  </a:lnTo>
                  <a:lnTo>
                    <a:pt x="0" y="315"/>
                  </a:lnTo>
                  <a:lnTo>
                    <a:pt x="0" y="1932"/>
                  </a:lnTo>
                  <a:lnTo>
                    <a:pt x="45" y="2067"/>
                  </a:lnTo>
                  <a:lnTo>
                    <a:pt x="90" y="2202"/>
                  </a:lnTo>
                  <a:lnTo>
                    <a:pt x="225" y="2291"/>
                  </a:lnTo>
                  <a:lnTo>
                    <a:pt x="494" y="2291"/>
                  </a:lnTo>
                  <a:lnTo>
                    <a:pt x="584" y="2202"/>
                  </a:lnTo>
                  <a:lnTo>
                    <a:pt x="674" y="2067"/>
                  </a:lnTo>
                  <a:lnTo>
                    <a:pt x="674" y="1932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1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56"/>
            <p:cNvSpPr/>
            <p:nvPr/>
          </p:nvSpPr>
          <p:spPr>
            <a:xfrm>
              <a:off x="6575625" y="3630025"/>
              <a:ext cx="780425" cy="370575"/>
            </a:xfrm>
            <a:custGeom>
              <a:rect b="b" l="l" r="r" t="t"/>
              <a:pathLst>
                <a:path extrusionOk="0" h="14823" w="31217">
                  <a:moveTo>
                    <a:pt x="23087" y="1528"/>
                  </a:moveTo>
                  <a:lnTo>
                    <a:pt x="23087" y="1618"/>
                  </a:lnTo>
                  <a:lnTo>
                    <a:pt x="21381" y="2920"/>
                  </a:lnTo>
                  <a:lnTo>
                    <a:pt x="21336" y="2920"/>
                  </a:lnTo>
                  <a:lnTo>
                    <a:pt x="21156" y="3055"/>
                  </a:lnTo>
                  <a:lnTo>
                    <a:pt x="21336" y="2875"/>
                  </a:lnTo>
                  <a:lnTo>
                    <a:pt x="22998" y="1528"/>
                  </a:lnTo>
                  <a:close/>
                  <a:moveTo>
                    <a:pt x="18281" y="3414"/>
                  </a:moveTo>
                  <a:lnTo>
                    <a:pt x="18371" y="3459"/>
                  </a:lnTo>
                  <a:lnTo>
                    <a:pt x="18326" y="3504"/>
                  </a:lnTo>
                  <a:lnTo>
                    <a:pt x="16530" y="4896"/>
                  </a:lnTo>
                  <a:lnTo>
                    <a:pt x="16485" y="4896"/>
                  </a:lnTo>
                  <a:lnTo>
                    <a:pt x="16305" y="5031"/>
                  </a:lnTo>
                  <a:lnTo>
                    <a:pt x="16305" y="5031"/>
                  </a:lnTo>
                  <a:lnTo>
                    <a:pt x="16485" y="4807"/>
                  </a:lnTo>
                  <a:lnTo>
                    <a:pt x="18281" y="3414"/>
                  </a:lnTo>
                  <a:close/>
                  <a:moveTo>
                    <a:pt x="15227" y="4717"/>
                  </a:moveTo>
                  <a:lnTo>
                    <a:pt x="15182" y="4807"/>
                  </a:lnTo>
                  <a:lnTo>
                    <a:pt x="14643" y="5390"/>
                  </a:lnTo>
                  <a:lnTo>
                    <a:pt x="14598" y="5390"/>
                  </a:lnTo>
                  <a:lnTo>
                    <a:pt x="14598" y="5345"/>
                  </a:lnTo>
                  <a:lnTo>
                    <a:pt x="15137" y="4717"/>
                  </a:lnTo>
                  <a:close/>
                  <a:moveTo>
                    <a:pt x="12667" y="4312"/>
                  </a:moveTo>
                  <a:lnTo>
                    <a:pt x="12667" y="4357"/>
                  </a:lnTo>
                  <a:lnTo>
                    <a:pt x="11140" y="6693"/>
                  </a:lnTo>
                  <a:lnTo>
                    <a:pt x="11050" y="6693"/>
                  </a:lnTo>
                  <a:lnTo>
                    <a:pt x="10960" y="6873"/>
                  </a:lnTo>
                  <a:lnTo>
                    <a:pt x="11050" y="6648"/>
                  </a:lnTo>
                  <a:lnTo>
                    <a:pt x="12577" y="4312"/>
                  </a:lnTo>
                  <a:close/>
                  <a:moveTo>
                    <a:pt x="11230" y="3684"/>
                  </a:moveTo>
                  <a:lnTo>
                    <a:pt x="11230" y="3729"/>
                  </a:lnTo>
                  <a:lnTo>
                    <a:pt x="11230" y="3773"/>
                  </a:lnTo>
                  <a:lnTo>
                    <a:pt x="10152" y="4851"/>
                  </a:lnTo>
                  <a:lnTo>
                    <a:pt x="9164" y="6019"/>
                  </a:lnTo>
                  <a:lnTo>
                    <a:pt x="8220" y="7232"/>
                  </a:lnTo>
                  <a:lnTo>
                    <a:pt x="7412" y="8490"/>
                  </a:lnTo>
                  <a:lnTo>
                    <a:pt x="7322" y="8490"/>
                  </a:lnTo>
                  <a:lnTo>
                    <a:pt x="7232" y="8669"/>
                  </a:lnTo>
                  <a:lnTo>
                    <a:pt x="7322" y="8445"/>
                  </a:lnTo>
                  <a:lnTo>
                    <a:pt x="8176" y="7142"/>
                  </a:lnTo>
                  <a:lnTo>
                    <a:pt x="9074" y="5929"/>
                  </a:lnTo>
                  <a:lnTo>
                    <a:pt x="10107" y="4762"/>
                  </a:lnTo>
                  <a:lnTo>
                    <a:pt x="11185" y="3684"/>
                  </a:lnTo>
                  <a:close/>
                  <a:moveTo>
                    <a:pt x="5570" y="7277"/>
                  </a:moveTo>
                  <a:lnTo>
                    <a:pt x="5570" y="7322"/>
                  </a:lnTo>
                  <a:lnTo>
                    <a:pt x="3998" y="10556"/>
                  </a:lnTo>
                  <a:lnTo>
                    <a:pt x="3953" y="10601"/>
                  </a:lnTo>
                  <a:lnTo>
                    <a:pt x="3864" y="10780"/>
                  </a:lnTo>
                  <a:lnTo>
                    <a:pt x="3909" y="10556"/>
                  </a:lnTo>
                  <a:lnTo>
                    <a:pt x="5481" y="7277"/>
                  </a:lnTo>
                  <a:close/>
                  <a:moveTo>
                    <a:pt x="12532" y="1"/>
                  </a:moveTo>
                  <a:lnTo>
                    <a:pt x="11724" y="90"/>
                  </a:lnTo>
                  <a:lnTo>
                    <a:pt x="10915" y="315"/>
                  </a:lnTo>
                  <a:lnTo>
                    <a:pt x="10556" y="450"/>
                  </a:lnTo>
                  <a:lnTo>
                    <a:pt x="10152" y="584"/>
                  </a:lnTo>
                  <a:lnTo>
                    <a:pt x="9792" y="764"/>
                  </a:lnTo>
                  <a:lnTo>
                    <a:pt x="9433" y="989"/>
                  </a:lnTo>
                  <a:lnTo>
                    <a:pt x="9074" y="1258"/>
                  </a:lnTo>
                  <a:lnTo>
                    <a:pt x="8714" y="1528"/>
                  </a:lnTo>
                  <a:lnTo>
                    <a:pt x="8400" y="1842"/>
                  </a:lnTo>
                  <a:lnTo>
                    <a:pt x="8086" y="2201"/>
                  </a:lnTo>
                  <a:lnTo>
                    <a:pt x="7996" y="2291"/>
                  </a:lnTo>
                  <a:lnTo>
                    <a:pt x="7861" y="2336"/>
                  </a:lnTo>
                  <a:lnTo>
                    <a:pt x="7187" y="2471"/>
                  </a:lnTo>
                  <a:lnTo>
                    <a:pt x="6514" y="2651"/>
                  </a:lnTo>
                  <a:lnTo>
                    <a:pt x="5705" y="2965"/>
                  </a:lnTo>
                  <a:lnTo>
                    <a:pt x="5256" y="3190"/>
                  </a:lnTo>
                  <a:lnTo>
                    <a:pt x="4762" y="3414"/>
                  </a:lnTo>
                  <a:lnTo>
                    <a:pt x="4268" y="3729"/>
                  </a:lnTo>
                  <a:lnTo>
                    <a:pt x="3819" y="4043"/>
                  </a:lnTo>
                  <a:lnTo>
                    <a:pt x="3325" y="4402"/>
                  </a:lnTo>
                  <a:lnTo>
                    <a:pt x="2831" y="4851"/>
                  </a:lnTo>
                  <a:lnTo>
                    <a:pt x="2381" y="5301"/>
                  </a:lnTo>
                  <a:lnTo>
                    <a:pt x="1932" y="5840"/>
                  </a:lnTo>
                  <a:lnTo>
                    <a:pt x="1663" y="6244"/>
                  </a:lnTo>
                  <a:lnTo>
                    <a:pt x="1348" y="6693"/>
                  </a:lnTo>
                  <a:lnTo>
                    <a:pt x="1124" y="7142"/>
                  </a:lnTo>
                  <a:lnTo>
                    <a:pt x="899" y="7591"/>
                  </a:lnTo>
                  <a:lnTo>
                    <a:pt x="720" y="8085"/>
                  </a:lnTo>
                  <a:lnTo>
                    <a:pt x="540" y="8579"/>
                  </a:lnTo>
                  <a:lnTo>
                    <a:pt x="405" y="9118"/>
                  </a:lnTo>
                  <a:lnTo>
                    <a:pt x="270" y="9657"/>
                  </a:lnTo>
                  <a:lnTo>
                    <a:pt x="181" y="10196"/>
                  </a:lnTo>
                  <a:lnTo>
                    <a:pt x="91" y="10780"/>
                  </a:lnTo>
                  <a:lnTo>
                    <a:pt x="1" y="11948"/>
                  </a:lnTo>
                  <a:lnTo>
                    <a:pt x="46" y="13206"/>
                  </a:lnTo>
                  <a:lnTo>
                    <a:pt x="181" y="14508"/>
                  </a:lnTo>
                  <a:lnTo>
                    <a:pt x="226" y="14823"/>
                  </a:lnTo>
                  <a:lnTo>
                    <a:pt x="450" y="14688"/>
                  </a:lnTo>
                  <a:lnTo>
                    <a:pt x="2247" y="13700"/>
                  </a:lnTo>
                  <a:lnTo>
                    <a:pt x="4043" y="12712"/>
                  </a:lnTo>
                  <a:lnTo>
                    <a:pt x="5885" y="11813"/>
                  </a:lnTo>
                  <a:lnTo>
                    <a:pt x="7681" y="10870"/>
                  </a:lnTo>
                  <a:lnTo>
                    <a:pt x="9523" y="10017"/>
                  </a:lnTo>
                  <a:lnTo>
                    <a:pt x="11364" y="9163"/>
                  </a:lnTo>
                  <a:lnTo>
                    <a:pt x="13251" y="8355"/>
                  </a:lnTo>
                  <a:lnTo>
                    <a:pt x="15137" y="7546"/>
                  </a:lnTo>
                  <a:lnTo>
                    <a:pt x="17024" y="6828"/>
                  </a:lnTo>
                  <a:lnTo>
                    <a:pt x="18910" y="6064"/>
                  </a:lnTo>
                  <a:lnTo>
                    <a:pt x="20842" y="5390"/>
                  </a:lnTo>
                  <a:lnTo>
                    <a:pt x="22773" y="4717"/>
                  </a:lnTo>
                  <a:lnTo>
                    <a:pt x="24704" y="4088"/>
                  </a:lnTo>
                  <a:lnTo>
                    <a:pt x="26636" y="3459"/>
                  </a:lnTo>
                  <a:lnTo>
                    <a:pt x="28612" y="2875"/>
                  </a:lnTo>
                  <a:lnTo>
                    <a:pt x="30588" y="2336"/>
                  </a:lnTo>
                  <a:lnTo>
                    <a:pt x="31217" y="2157"/>
                  </a:lnTo>
                  <a:lnTo>
                    <a:pt x="30588" y="1977"/>
                  </a:lnTo>
                  <a:lnTo>
                    <a:pt x="29555" y="1618"/>
                  </a:lnTo>
                  <a:lnTo>
                    <a:pt x="28253" y="1258"/>
                  </a:lnTo>
                  <a:lnTo>
                    <a:pt x="26770" y="854"/>
                  </a:lnTo>
                  <a:lnTo>
                    <a:pt x="25962" y="719"/>
                  </a:lnTo>
                  <a:lnTo>
                    <a:pt x="25109" y="584"/>
                  </a:lnTo>
                  <a:lnTo>
                    <a:pt x="24210" y="450"/>
                  </a:lnTo>
                  <a:lnTo>
                    <a:pt x="23357" y="360"/>
                  </a:lnTo>
                  <a:lnTo>
                    <a:pt x="22459" y="315"/>
                  </a:lnTo>
                  <a:lnTo>
                    <a:pt x="21515" y="315"/>
                  </a:lnTo>
                  <a:lnTo>
                    <a:pt x="20662" y="405"/>
                  </a:lnTo>
                  <a:lnTo>
                    <a:pt x="19764" y="495"/>
                  </a:lnTo>
                  <a:lnTo>
                    <a:pt x="18910" y="674"/>
                  </a:lnTo>
                  <a:lnTo>
                    <a:pt x="18057" y="944"/>
                  </a:lnTo>
                  <a:lnTo>
                    <a:pt x="17832" y="944"/>
                  </a:lnTo>
                  <a:lnTo>
                    <a:pt x="17473" y="764"/>
                  </a:lnTo>
                  <a:lnTo>
                    <a:pt x="16664" y="495"/>
                  </a:lnTo>
                  <a:lnTo>
                    <a:pt x="16081" y="360"/>
                  </a:lnTo>
                  <a:lnTo>
                    <a:pt x="15497" y="225"/>
                  </a:lnTo>
                  <a:lnTo>
                    <a:pt x="14823" y="90"/>
                  </a:lnTo>
                  <a:lnTo>
                    <a:pt x="14059" y="1"/>
                  </a:lnTo>
                  <a:close/>
                </a:path>
              </a:pathLst>
            </a:custGeom>
            <a:solidFill>
              <a:srgbClr val="9AC45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56"/>
            <p:cNvSpPr/>
            <p:nvPr/>
          </p:nvSpPr>
          <p:spPr>
            <a:xfrm>
              <a:off x="6583500" y="3687300"/>
              <a:ext cx="769200" cy="441300"/>
            </a:xfrm>
            <a:custGeom>
              <a:rect b="b" l="l" r="r" t="t"/>
              <a:pathLst>
                <a:path extrusionOk="0" h="17652" w="30768">
                  <a:moveTo>
                    <a:pt x="24479" y="4716"/>
                  </a:moveTo>
                  <a:lnTo>
                    <a:pt x="24434" y="4806"/>
                  </a:lnTo>
                  <a:lnTo>
                    <a:pt x="22997" y="5121"/>
                  </a:lnTo>
                  <a:lnTo>
                    <a:pt x="23042" y="5300"/>
                  </a:lnTo>
                  <a:lnTo>
                    <a:pt x="22952" y="5076"/>
                  </a:lnTo>
                  <a:lnTo>
                    <a:pt x="22952" y="5031"/>
                  </a:lnTo>
                  <a:lnTo>
                    <a:pt x="24434" y="4716"/>
                  </a:lnTo>
                  <a:close/>
                  <a:moveTo>
                    <a:pt x="20347" y="6333"/>
                  </a:moveTo>
                  <a:lnTo>
                    <a:pt x="20437" y="6378"/>
                  </a:lnTo>
                  <a:lnTo>
                    <a:pt x="20392" y="6423"/>
                  </a:lnTo>
                  <a:lnTo>
                    <a:pt x="19179" y="6648"/>
                  </a:lnTo>
                  <a:lnTo>
                    <a:pt x="19179" y="6872"/>
                  </a:lnTo>
                  <a:lnTo>
                    <a:pt x="19089" y="6648"/>
                  </a:lnTo>
                  <a:lnTo>
                    <a:pt x="19089" y="6603"/>
                  </a:lnTo>
                  <a:lnTo>
                    <a:pt x="19134" y="6558"/>
                  </a:lnTo>
                  <a:lnTo>
                    <a:pt x="20347" y="6333"/>
                  </a:lnTo>
                  <a:close/>
                  <a:moveTo>
                    <a:pt x="17607" y="8534"/>
                  </a:moveTo>
                  <a:lnTo>
                    <a:pt x="17652" y="8579"/>
                  </a:lnTo>
                  <a:lnTo>
                    <a:pt x="17607" y="8579"/>
                  </a:lnTo>
                  <a:lnTo>
                    <a:pt x="17562" y="8624"/>
                  </a:lnTo>
                  <a:lnTo>
                    <a:pt x="16170" y="8669"/>
                  </a:lnTo>
                  <a:lnTo>
                    <a:pt x="16170" y="8893"/>
                  </a:lnTo>
                  <a:lnTo>
                    <a:pt x="16125" y="8624"/>
                  </a:lnTo>
                  <a:lnTo>
                    <a:pt x="16125" y="8579"/>
                  </a:lnTo>
                  <a:lnTo>
                    <a:pt x="16170" y="8579"/>
                  </a:lnTo>
                  <a:lnTo>
                    <a:pt x="17562" y="8534"/>
                  </a:lnTo>
                  <a:close/>
                  <a:moveTo>
                    <a:pt x="12442" y="10061"/>
                  </a:moveTo>
                  <a:lnTo>
                    <a:pt x="14912" y="10421"/>
                  </a:lnTo>
                  <a:lnTo>
                    <a:pt x="14957" y="10421"/>
                  </a:lnTo>
                  <a:lnTo>
                    <a:pt x="14957" y="10465"/>
                  </a:lnTo>
                  <a:lnTo>
                    <a:pt x="14912" y="10510"/>
                  </a:lnTo>
                  <a:lnTo>
                    <a:pt x="12442" y="10151"/>
                  </a:lnTo>
                  <a:lnTo>
                    <a:pt x="12397" y="10106"/>
                  </a:lnTo>
                  <a:lnTo>
                    <a:pt x="12442" y="10061"/>
                  </a:lnTo>
                  <a:close/>
                  <a:moveTo>
                    <a:pt x="7950" y="11903"/>
                  </a:moveTo>
                  <a:lnTo>
                    <a:pt x="8220" y="12172"/>
                  </a:lnTo>
                  <a:lnTo>
                    <a:pt x="8534" y="12352"/>
                  </a:lnTo>
                  <a:lnTo>
                    <a:pt x="8849" y="12532"/>
                  </a:lnTo>
                  <a:lnTo>
                    <a:pt x="9163" y="12711"/>
                  </a:lnTo>
                  <a:lnTo>
                    <a:pt x="9522" y="12801"/>
                  </a:lnTo>
                  <a:lnTo>
                    <a:pt x="9882" y="12891"/>
                  </a:lnTo>
                  <a:lnTo>
                    <a:pt x="10241" y="12936"/>
                  </a:lnTo>
                  <a:lnTo>
                    <a:pt x="10645" y="12936"/>
                  </a:lnTo>
                  <a:lnTo>
                    <a:pt x="10645" y="12981"/>
                  </a:lnTo>
                  <a:lnTo>
                    <a:pt x="10600" y="13026"/>
                  </a:lnTo>
                  <a:lnTo>
                    <a:pt x="10196" y="13026"/>
                  </a:lnTo>
                  <a:lnTo>
                    <a:pt x="9837" y="12981"/>
                  </a:lnTo>
                  <a:lnTo>
                    <a:pt x="9477" y="12891"/>
                  </a:lnTo>
                  <a:lnTo>
                    <a:pt x="9118" y="12801"/>
                  </a:lnTo>
                  <a:lnTo>
                    <a:pt x="8804" y="12621"/>
                  </a:lnTo>
                  <a:lnTo>
                    <a:pt x="8489" y="12442"/>
                  </a:lnTo>
                  <a:lnTo>
                    <a:pt x="8175" y="12262"/>
                  </a:lnTo>
                  <a:lnTo>
                    <a:pt x="7905" y="11993"/>
                  </a:lnTo>
                  <a:lnTo>
                    <a:pt x="7771" y="12127"/>
                  </a:lnTo>
                  <a:lnTo>
                    <a:pt x="7905" y="11903"/>
                  </a:lnTo>
                  <a:close/>
                  <a:moveTo>
                    <a:pt x="4088" y="12846"/>
                  </a:moveTo>
                  <a:lnTo>
                    <a:pt x="4851" y="13385"/>
                  </a:lnTo>
                  <a:lnTo>
                    <a:pt x="5615" y="13834"/>
                  </a:lnTo>
                  <a:lnTo>
                    <a:pt x="6423" y="14238"/>
                  </a:lnTo>
                  <a:lnTo>
                    <a:pt x="7277" y="14553"/>
                  </a:lnTo>
                  <a:lnTo>
                    <a:pt x="8130" y="14777"/>
                  </a:lnTo>
                  <a:lnTo>
                    <a:pt x="9028" y="14957"/>
                  </a:lnTo>
                  <a:lnTo>
                    <a:pt x="9882" y="15047"/>
                  </a:lnTo>
                  <a:lnTo>
                    <a:pt x="10780" y="15047"/>
                  </a:lnTo>
                  <a:lnTo>
                    <a:pt x="10825" y="15092"/>
                  </a:lnTo>
                  <a:lnTo>
                    <a:pt x="10780" y="15137"/>
                  </a:lnTo>
                  <a:lnTo>
                    <a:pt x="9882" y="15137"/>
                  </a:lnTo>
                  <a:lnTo>
                    <a:pt x="8983" y="15047"/>
                  </a:lnTo>
                  <a:lnTo>
                    <a:pt x="8085" y="14867"/>
                  </a:lnTo>
                  <a:lnTo>
                    <a:pt x="7232" y="14643"/>
                  </a:lnTo>
                  <a:lnTo>
                    <a:pt x="6378" y="14328"/>
                  </a:lnTo>
                  <a:lnTo>
                    <a:pt x="5570" y="13924"/>
                  </a:lnTo>
                  <a:lnTo>
                    <a:pt x="4761" y="13475"/>
                  </a:lnTo>
                  <a:lnTo>
                    <a:pt x="4043" y="12936"/>
                  </a:lnTo>
                  <a:lnTo>
                    <a:pt x="4043" y="12846"/>
                  </a:lnTo>
                  <a:close/>
                  <a:moveTo>
                    <a:pt x="30767" y="0"/>
                  </a:moveTo>
                  <a:lnTo>
                    <a:pt x="30318" y="135"/>
                  </a:lnTo>
                  <a:lnTo>
                    <a:pt x="28387" y="674"/>
                  </a:lnTo>
                  <a:lnTo>
                    <a:pt x="26410" y="1258"/>
                  </a:lnTo>
                  <a:lnTo>
                    <a:pt x="24479" y="1887"/>
                  </a:lnTo>
                  <a:lnTo>
                    <a:pt x="22548" y="2516"/>
                  </a:lnTo>
                  <a:lnTo>
                    <a:pt x="20616" y="3189"/>
                  </a:lnTo>
                  <a:lnTo>
                    <a:pt x="18685" y="3863"/>
                  </a:lnTo>
                  <a:lnTo>
                    <a:pt x="16799" y="4582"/>
                  </a:lnTo>
                  <a:lnTo>
                    <a:pt x="14867" y="5345"/>
                  </a:lnTo>
                  <a:lnTo>
                    <a:pt x="12981" y="6154"/>
                  </a:lnTo>
                  <a:lnTo>
                    <a:pt x="11139" y="6962"/>
                  </a:lnTo>
                  <a:lnTo>
                    <a:pt x="9298" y="7815"/>
                  </a:lnTo>
                  <a:lnTo>
                    <a:pt x="7456" y="8669"/>
                  </a:lnTo>
                  <a:lnTo>
                    <a:pt x="5615" y="9567"/>
                  </a:lnTo>
                  <a:lnTo>
                    <a:pt x="3773" y="10510"/>
                  </a:lnTo>
                  <a:lnTo>
                    <a:pt x="1977" y="11499"/>
                  </a:lnTo>
                  <a:lnTo>
                    <a:pt x="225" y="12487"/>
                  </a:lnTo>
                  <a:lnTo>
                    <a:pt x="0" y="12576"/>
                  </a:lnTo>
                  <a:lnTo>
                    <a:pt x="135" y="12756"/>
                  </a:lnTo>
                  <a:lnTo>
                    <a:pt x="944" y="13789"/>
                  </a:lnTo>
                  <a:lnTo>
                    <a:pt x="1797" y="14643"/>
                  </a:lnTo>
                  <a:lnTo>
                    <a:pt x="2650" y="15406"/>
                  </a:lnTo>
                  <a:lnTo>
                    <a:pt x="3549" y="16080"/>
                  </a:lnTo>
                  <a:lnTo>
                    <a:pt x="3998" y="16349"/>
                  </a:lnTo>
                  <a:lnTo>
                    <a:pt x="4447" y="16619"/>
                  </a:lnTo>
                  <a:lnTo>
                    <a:pt x="4941" y="16843"/>
                  </a:lnTo>
                  <a:lnTo>
                    <a:pt x="5390" y="17068"/>
                  </a:lnTo>
                  <a:lnTo>
                    <a:pt x="5884" y="17248"/>
                  </a:lnTo>
                  <a:lnTo>
                    <a:pt x="6333" y="17382"/>
                  </a:lnTo>
                  <a:lnTo>
                    <a:pt x="6827" y="17472"/>
                  </a:lnTo>
                  <a:lnTo>
                    <a:pt x="7322" y="17562"/>
                  </a:lnTo>
                  <a:lnTo>
                    <a:pt x="8040" y="17652"/>
                  </a:lnTo>
                  <a:lnTo>
                    <a:pt x="9343" y="17652"/>
                  </a:lnTo>
                  <a:lnTo>
                    <a:pt x="9972" y="17562"/>
                  </a:lnTo>
                  <a:lnTo>
                    <a:pt x="10555" y="17472"/>
                  </a:lnTo>
                  <a:lnTo>
                    <a:pt x="11094" y="17337"/>
                  </a:lnTo>
                  <a:lnTo>
                    <a:pt x="11588" y="17158"/>
                  </a:lnTo>
                  <a:lnTo>
                    <a:pt x="12083" y="16978"/>
                  </a:lnTo>
                  <a:lnTo>
                    <a:pt x="12891" y="16619"/>
                  </a:lnTo>
                  <a:lnTo>
                    <a:pt x="13520" y="16304"/>
                  </a:lnTo>
                  <a:lnTo>
                    <a:pt x="14014" y="15945"/>
                  </a:lnTo>
                  <a:lnTo>
                    <a:pt x="14149" y="15900"/>
                  </a:lnTo>
                  <a:lnTo>
                    <a:pt x="14238" y="15900"/>
                  </a:lnTo>
                  <a:lnTo>
                    <a:pt x="14733" y="15945"/>
                  </a:lnTo>
                  <a:lnTo>
                    <a:pt x="15182" y="15945"/>
                  </a:lnTo>
                  <a:lnTo>
                    <a:pt x="15631" y="15900"/>
                  </a:lnTo>
                  <a:lnTo>
                    <a:pt x="16035" y="15855"/>
                  </a:lnTo>
                  <a:lnTo>
                    <a:pt x="16484" y="15721"/>
                  </a:lnTo>
                  <a:lnTo>
                    <a:pt x="16888" y="15631"/>
                  </a:lnTo>
                  <a:lnTo>
                    <a:pt x="17248" y="15451"/>
                  </a:lnTo>
                  <a:lnTo>
                    <a:pt x="17607" y="15271"/>
                  </a:lnTo>
                  <a:lnTo>
                    <a:pt x="18326" y="14867"/>
                  </a:lnTo>
                  <a:lnTo>
                    <a:pt x="18955" y="14373"/>
                  </a:lnTo>
                  <a:lnTo>
                    <a:pt x="19538" y="13879"/>
                  </a:lnTo>
                  <a:lnTo>
                    <a:pt x="20077" y="13295"/>
                  </a:lnTo>
                  <a:lnTo>
                    <a:pt x="20527" y="12756"/>
                  </a:lnTo>
                  <a:lnTo>
                    <a:pt x="20931" y="12172"/>
                  </a:lnTo>
                  <a:lnTo>
                    <a:pt x="21290" y="11633"/>
                  </a:lnTo>
                  <a:lnTo>
                    <a:pt x="21560" y="11139"/>
                  </a:lnTo>
                  <a:lnTo>
                    <a:pt x="21964" y="10376"/>
                  </a:lnTo>
                  <a:lnTo>
                    <a:pt x="22144" y="10016"/>
                  </a:lnTo>
                  <a:lnTo>
                    <a:pt x="22188" y="9926"/>
                  </a:lnTo>
                  <a:lnTo>
                    <a:pt x="22278" y="9882"/>
                  </a:lnTo>
                  <a:lnTo>
                    <a:pt x="23042" y="9477"/>
                  </a:lnTo>
                  <a:lnTo>
                    <a:pt x="23805" y="8983"/>
                  </a:lnTo>
                  <a:lnTo>
                    <a:pt x="24524" y="8444"/>
                  </a:lnTo>
                  <a:lnTo>
                    <a:pt x="25198" y="7860"/>
                  </a:lnTo>
                  <a:lnTo>
                    <a:pt x="25871" y="7277"/>
                  </a:lnTo>
                  <a:lnTo>
                    <a:pt x="26455" y="6603"/>
                  </a:lnTo>
                  <a:lnTo>
                    <a:pt x="27039" y="5929"/>
                  </a:lnTo>
                  <a:lnTo>
                    <a:pt x="27623" y="5255"/>
                  </a:lnTo>
                  <a:lnTo>
                    <a:pt x="28117" y="4537"/>
                  </a:lnTo>
                  <a:lnTo>
                    <a:pt x="28566" y="3863"/>
                  </a:lnTo>
                  <a:lnTo>
                    <a:pt x="29420" y="2560"/>
                  </a:lnTo>
                  <a:lnTo>
                    <a:pt x="30093" y="1393"/>
                  </a:lnTo>
                  <a:lnTo>
                    <a:pt x="30588" y="404"/>
                  </a:lnTo>
                  <a:lnTo>
                    <a:pt x="30767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56"/>
            <p:cNvSpPr/>
            <p:nvPr/>
          </p:nvSpPr>
          <p:spPr>
            <a:xfrm>
              <a:off x="6550925" y="3604200"/>
              <a:ext cx="830950" cy="414375"/>
            </a:xfrm>
            <a:custGeom>
              <a:rect b="b" l="l" r="r" t="t"/>
              <a:pathLst>
                <a:path extrusionOk="0" h="16575" w="33238">
                  <a:moveTo>
                    <a:pt x="13745" y="1"/>
                  </a:moveTo>
                  <a:lnTo>
                    <a:pt x="12936" y="90"/>
                  </a:lnTo>
                  <a:lnTo>
                    <a:pt x="12173" y="225"/>
                  </a:lnTo>
                  <a:lnTo>
                    <a:pt x="11364" y="450"/>
                  </a:lnTo>
                  <a:lnTo>
                    <a:pt x="10601" y="764"/>
                  </a:lnTo>
                  <a:lnTo>
                    <a:pt x="10241" y="989"/>
                  </a:lnTo>
                  <a:lnTo>
                    <a:pt x="9837" y="1213"/>
                  </a:lnTo>
                  <a:lnTo>
                    <a:pt x="9478" y="1438"/>
                  </a:lnTo>
                  <a:lnTo>
                    <a:pt x="9119" y="1752"/>
                  </a:lnTo>
                  <a:lnTo>
                    <a:pt x="8804" y="2067"/>
                  </a:lnTo>
                  <a:lnTo>
                    <a:pt x="8490" y="2426"/>
                  </a:lnTo>
                  <a:lnTo>
                    <a:pt x="7996" y="2516"/>
                  </a:lnTo>
                  <a:lnTo>
                    <a:pt x="7367" y="2695"/>
                  </a:lnTo>
                  <a:lnTo>
                    <a:pt x="6648" y="2965"/>
                  </a:lnTo>
                  <a:lnTo>
                    <a:pt x="5750" y="3324"/>
                  </a:lnTo>
                  <a:lnTo>
                    <a:pt x="4852" y="3818"/>
                  </a:lnTo>
                  <a:lnTo>
                    <a:pt x="4403" y="4133"/>
                  </a:lnTo>
                  <a:lnTo>
                    <a:pt x="3908" y="4447"/>
                  </a:lnTo>
                  <a:lnTo>
                    <a:pt x="3459" y="4851"/>
                  </a:lnTo>
                  <a:lnTo>
                    <a:pt x="3010" y="5256"/>
                  </a:lnTo>
                  <a:lnTo>
                    <a:pt x="2561" y="5750"/>
                  </a:lnTo>
                  <a:lnTo>
                    <a:pt x="2157" y="6244"/>
                  </a:lnTo>
                  <a:lnTo>
                    <a:pt x="1797" y="6738"/>
                  </a:lnTo>
                  <a:lnTo>
                    <a:pt x="1483" y="7187"/>
                  </a:lnTo>
                  <a:lnTo>
                    <a:pt x="1214" y="7726"/>
                  </a:lnTo>
                  <a:lnTo>
                    <a:pt x="989" y="8220"/>
                  </a:lnTo>
                  <a:lnTo>
                    <a:pt x="764" y="8804"/>
                  </a:lnTo>
                  <a:lnTo>
                    <a:pt x="540" y="9343"/>
                  </a:lnTo>
                  <a:lnTo>
                    <a:pt x="405" y="9927"/>
                  </a:lnTo>
                  <a:lnTo>
                    <a:pt x="270" y="10511"/>
                  </a:lnTo>
                  <a:lnTo>
                    <a:pt x="136" y="11139"/>
                  </a:lnTo>
                  <a:lnTo>
                    <a:pt x="91" y="11768"/>
                  </a:lnTo>
                  <a:lnTo>
                    <a:pt x="1" y="12442"/>
                  </a:lnTo>
                  <a:lnTo>
                    <a:pt x="1" y="13116"/>
                  </a:lnTo>
                  <a:lnTo>
                    <a:pt x="1" y="13789"/>
                  </a:lnTo>
                  <a:lnTo>
                    <a:pt x="46" y="14508"/>
                  </a:lnTo>
                  <a:lnTo>
                    <a:pt x="180" y="15945"/>
                  </a:lnTo>
                  <a:lnTo>
                    <a:pt x="270" y="16215"/>
                  </a:lnTo>
                  <a:lnTo>
                    <a:pt x="450" y="16395"/>
                  </a:lnTo>
                  <a:lnTo>
                    <a:pt x="630" y="16529"/>
                  </a:lnTo>
                  <a:lnTo>
                    <a:pt x="899" y="16574"/>
                  </a:lnTo>
                  <a:lnTo>
                    <a:pt x="989" y="16529"/>
                  </a:lnTo>
                  <a:lnTo>
                    <a:pt x="1124" y="16529"/>
                  </a:lnTo>
                  <a:lnTo>
                    <a:pt x="1258" y="16439"/>
                  </a:lnTo>
                  <a:lnTo>
                    <a:pt x="1438" y="16260"/>
                  </a:lnTo>
                  <a:lnTo>
                    <a:pt x="1573" y="16035"/>
                  </a:lnTo>
                  <a:lnTo>
                    <a:pt x="1573" y="15900"/>
                  </a:lnTo>
                  <a:lnTo>
                    <a:pt x="1573" y="15766"/>
                  </a:lnTo>
                  <a:lnTo>
                    <a:pt x="1438" y="14463"/>
                  </a:lnTo>
                  <a:lnTo>
                    <a:pt x="1393" y="13206"/>
                  </a:lnTo>
                  <a:lnTo>
                    <a:pt x="1438" y="11993"/>
                  </a:lnTo>
                  <a:lnTo>
                    <a:pt x="1483" y="11454"/>
                  </a:lnTo>
                  <a:lnTo>
                    <a:pt x="1618" y="10870"/>
                  </a:lnTo>
                  <a:lnTo>
                    <a:pt x="1708" y="10331"/>
                  </a:lnTo>
                  <a:lnTo>
                    <a:pt x="1842" y="9837"/>
                  </a:lnTo>
                  <a:lnTo>
                    <a:pt x="2022" y="9343"/>
                  </a:lnTo>
                  <a:lnTo>
                    <a:pt x="2202" y="8849"/>
                  </a:lnTo>
                  <a:lnTo>
                    <a:pt x="2426" y="8400"/>
                  </a:lnTo>
                  <a:lnTo>
                    <a:pt x="2651" y="7951"/>
                  </a:lnTo>
                  <a:lnTo>
                    <a:pt x="2920" y="7501"/>
                  </a:lnTo>
                  <a:lnTo>
                    <a:pt x="3235" y="7097"/>
                  </a:lnTo>
                  <a:lnTo>
                    <a:pt x="3639" y="6603"/>
                  </a:lnTo>
                  <a:lnTo>
                    <a:pt x="4088" y="6154"/>
                  </a:lnTo>
                  <a:lnTo>
                    <a:pt x="4582" y="5705"/>
                  </a:lnTo>
                  <a:lnTo>
                    <a:pt x="5031" y="5345"/>
                  </a:lnTo>
                  <a:lnTo>
                    <a:pt x="5525" y="5031"/>
                  </a:lnTo>
                  <a:lnTo>
                    <a:pt x="5975" y="4762"/>
                  </a:lnTo>
                  <a:lnTo>
                    <a:pt x="6873" y="4357"/>
                  </a:lnTo>
                  <a:lnTo>
                    <a:pt x="7681" y="4043"/>
                  </a:lnTo>
                  <a:lnTo>
                    <a:pt x="8310" y="3863"/>
                  </a:lnTo>
                  <a:lnTo>
                    <a:pt x="8939" y="3728"/>
                  </a:lnTo>
                  <a:lnTo>
                    <a:pt x="9164" y="3639"/>
                  </a:lnTo>
                  <a:lnTo>
                    <a:pt x="9388" y="3504"/>
                  </a:lnTo>
                  <a:lnTo>
                    <a:pt x="9658" y="3145"/>
                  </a:lnTo>
                  <a:lnTo>
                    <a:pt x="9972" y="2830"/>
                  </a:lnTo>
                  <a:lnTo>
                    <a:pt x="10331" y="2561"/>
                  </a:lnTo>
                  <a:lnTo>
                    <a:pt x="10646" y="2336"/>
                  </a:lnTo>
                  <a:lnTo>
                    <a:pt x="11005" y="2112"/>
                  </a:lnTo>
                  <a:lnTo>
                    <a:pt x="11364" y="1932"/>
                  </a:lnTo>
                  <a:lnTo>
                    <a:pt x="11724" y="1797"/>
                  </a:lnTo>
                  <a:lnTo>
                    <a:pt x="12128" y="1662"/>
                  </a:lnTo>
                  <a:lnTo>
                    <a:pt x="12891" y="1528"/>
                  </a:lnTo>
                  <a:lnTo>
                    <a:pt x="13655" y="1438"/>
                  </a:lnTo>
                  <a:lnTo>
                    <a:pt x="14419" y="1393"/>
                  </a:lnTo>
                  <a:lnTo>
                    <a:pt x="15137" y="1438"/>
                  </a:lnTo>
                  <a:lnTo>
                    <a:pt x="15856" y="1528"/>
                  </a:lnTo>
                  <a:lnTo>
                    <a:pt x="16530" y="1662"/>
                  </a:lnTo>
                  <a:lnTo>
                    <a:pt x="17113" y="1797"/>
                  </a:lnTo>
                  <a:lnTo>
                    <a:pt x="17608" y="1932"/>
                  </a:lnTo>
                  <a:lnTo>
                    <a:pt x="18371" y="2201"/>
                  </a:lnTo>
                  <a:lnTo>
                    <a:pt x="18641" y="2336"/>
                  </a:lnTo>
                  <a:lnTo>
                    <a:pt x="18910" y="2381"/>
                  </a:lnTo>
                  <a:lnTo>
                    <a:pt x="19180" y="2336"/>
                  </a:lnTo>
                  <a:lnTo>
                    <a:pt x="19674" y="2156"/>
                  </a:lnTo>
                  <a:lnTo>
                    <a:pt x="20213" y="2022"/>
                  </a:lnTo>
                  <a:lnTo>
                    <a:pt x="21246" y="1842"/>
                  </a:lnTo>
                  <a:lnTo>
                    <a:pt x="22369" y="1752"/>
                  </a:lnTo>
                  <a:lnTo>
                    <a:pt x="23447" y="1752"/>
                  </a:lnTo>
                  <a:lnTo>
                    <a:pt x="24569" y="1797"/>
                  </a:lnTo>
                  <a:lnTo>
                    <a:pt x="25647" y="1932"/>
                  </a:lnTo>
                  <a:lnTo>
                    <a:pt x="26680" y="2112"/>
                  </a:lnTo>
                  <a:lnTo>
                    <a:pt x="27713" y="2291"/>
                  </a:lnTo>
                  <a:lnTo>
                    <a:pt x="28657" y="2516"/>
                  </a:lnTo>
                  <a:lnTo>
                    <a:pt x="29510" y="2740"/>
                  </a:lnTo>
                  <a:lnTo>
                    <a:pt x="30947" y="3190"/>
                  </a:lnTo>
                  <a:lnTo>
                    <a:pt x="31935" y="3504"/>
                  </a:lnTo>
                  <a:lnTo>
                    <a:pt x="32295" y="3684"/>
                  </a:lnTo>
                  <a:lnTo>
                    <a:pt x="32430" y="3728"/>
                  </a:lnTo>
                  <a:lnTo>
                    <a:pt x="32564" y="3728"/>
                  </a:lnTo>
                  <a:lnTo>
                    <a:pt x="32789" y="3684"/>
                  </a:lnTo>
                  <a:lnTo>
                    <a:pt x="33013" y="3504"/>
                  </a:lnTo>
                  <a:lnTo>
                    <a:pt x="33103" y="3414"/>
                  </a:lnTo>
                  <a:lnTo>
                    <a:pt x="33193" y="3279"/>
                  </a:lnTo>
                  <a:lnTo>
                    <a:pt x="33238" y="3145"/>
                  </a:lnTo>
                  <a:lnTo>
                    <a:pt x="33238" y="3010"/>
                  </a:lnTo>
                  <a:lnTo>
                    <a:pt x="33193" y="2785"/>
                  </a:lnTo>
                  <a:lnTo>
                    <a:pt x="33058" y="2561"/>
                  </a:lnTo>
                  <a:lnTo>
                    <a:pt x="32924" y="2471"/>
                  </a:lnTo>
                  <a:lnTo>
                    <a:pt x="32834" y="2381"/>
                  </a:lnTo>
                  <a:lnTo>
                    <a:pt x="32385" y="2201"/>
                  </a:lnTo>
                  <a:lnTo>
                    <a:pt x="31307" y="1842"/>
                  </a:lnTo>
                  <a:lnTo>
                    <a:pt x="29824" y="1393"/>
                  </a:lnTo>
                  <a:lnTo>
                    <a:pt x="28926" y="1123"/>
                  </a:lnTo>
                  <a:lnTo>
                    <a:pt x="27938" y="899"/>
                  </a:lnTo>
                  <a:lnTo>
                    <a:pt x="26905" y="719"/>
                  </a:lnTo>
                  <a:lnTo>
                    <a:pt x="25827" y="540"/>
                  </a:lnTo>
                  <a:lnTo>
                    <a:pt x="24704" y="450"/>
                  </a:lnTo>
                  <a:lnTo>
                    <a:pt x="23536" y="360"/>
                  </a:lnTo>
                  <a:lnTo>
                    <a:pt x="22369" y="360"/>
                  </a:lnTo>
                  <a:lnTo>
                    <a:pt x="21201" y="450"/>
                  </a:lnTo>
                  <a:lnTo>
                    <a:pt x="20078" y="674"/>
                  </a:lnTo>
                  <a:lnTo>
                    <a:pt x="19494" y="764"/>
                  </a:lnTo>
                  <a:lnTo>
                    <a:pt x="18955" y="944"/>
                  </a:lnTo>
                  <a:lnTo>
                    <a:pt x="18281" y="719"/>
                  </a:lnTo>
                  <a:lnTo>
                    <a:pt x="17248" y="405"/>
                  </a:lnTo>
                  <a:lnTo>
                    <a:pt x="16664" y="270"/>
                  </a:lnTo>
                  <a:lnTo>
                    <a:pt x="15991" y="135"/>
                  </a:lnTo>
                  <a:lnTo>
                    <a:pt x="15272" y="45"/>
                  </a:lnTo>
                  <a:lnTo>
                    <a:pt x="14508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56"/>
            <p:cNvSpPr/>
            <p:nvPr/>
          </p:nvSpPr>
          <p:spPr>
            <a:xfrm>
              <a:off x="6555425" y="3662600"/>
              <a:ext cx="826450" cy="491825"/>
            </a:xfrm>
            <a:custGeom>
              <a:rect b="b" l="l" r="r" t="t"/>
              <a:pathLst>
                <a:path extrusionOk="0" h="19673" w="33058">
                  <a:moveTo>
                    <a:pt x="32384" y="0"/>
                  </a:moveTo>
                  <a:lnTo>
                    <a:pt x="32115" y="45"/>
                  </a:lnTo>
                  <a:lnTo>
                    <a:pt x="31890" y="180"/>
                  </a:lnTo>
                  <a:lnTo>
                    <a:pt x="31800" y="315"/>
                  </a:lnTo>
                  <a:lnTo>
                    <a:pt x="31711" y="404"/>
                  </a:lnTo>
                  <a:lnTo>
                    <a:pt x="31576" y="764"/>
                  </a:lnTo>
                  <a:lnTo>
                    <a:pt x="31127" y="1707"/>
                  </a:lnTo>
                  <a:lnTo>
                    <a:pt x="30408" y="3009"/>
                  </a:lnTo>
                  <a:lnTo>
                    <a:pt x="29914" y="3773"/>
                  </a:lnTo>
                  <a:lnTo>
                    <a:pt x="29420" y="4581"/>
                  </a:lnTo>
                  <a:lnTo>
                    <a:pt x="28836" y="5435"/>
                  </a:lnTo>
                  <a:lnTo>
                    <a:pt x="28162" y="6288"/>
                  </a:lnTo>
                  <a:lnTo>
                    <a:pt x="27489" y="7142"/>
                  </a:lnTo>
                  <a:lnTo>
                    <a:pt x="26725" y="7950"/>
                  </a:lnTo>
                  <a:lnTo>
                    <a:pt x="25917" y="8714"/>
                  </a:lnTo>
                  <a:lnTo>
                    <a:pt x="25063" y="9387"/>
                  </a:lnTo>
                  <a:lnTo>
                    <a:pt x="24210" y="10016"/>
                  </a:lnTo>
                  <a:lnTo>
                    <a:pt x="23716" y="10286"/>
                  </a:lnTo>
                  <a:lnTo>
                    <a:pt x="23267" y="10510"/>
                  </a:lnTo>
                  <a:lnTo>
                    <a:pt x="23042" y="10645"/>
                  </a:lnTo>
                  <a:lnTo>
                    <a:pt x="22907" y="10870"/>
                  </a:lnTo>
                  <a:lnTo>
                    <a:pt x="22772" y="11184"/>
                  </a:lnTo>
                  <a:lnTo>
                    <a:pt x="22413" y="11858"/>
                  </a:lnTo>
                  <a:lnTo>
                    <a:pt x="22144" y="12352"/>
                  </a:lnTo>
                  <a:lnTo>
                    <a:pt x="21829" y="12846"/>
                  </a:lnTo>
                  <a:lnTo>
                    <a:pt x="21425" y="13385"/>
                  </a:lnTo>
                  <a:lnTo>
                    <a:pt x="20976" y="13924"/>
                  </a:lnTo>
                  <a:lnTo>
                    <a:pt x="20482" y="14508"/>
                  </a:lnTo>
                  <a:lnTo>
                    <a:pt x="19943" y="15002"/>
                  </a:lnTo>
                  <a:lnTo>
                    <a:pt x="19314" y="15496"/>
                  </a:lnTo>
                  <a:lnTo>
                    <a:pt x="18640" y="15900"/>
                  </a:lnTo>
                  <a:lnTo>
                    <a:pt x="18281" y="16080"/>
                  </a:lnTo>
                  <a:lnTo>
                    <a:pt x="17922" y="16214"/>
                  </a:lnTo>
                  <a:lnTo>
                    <a:pt x="17562" y="16349"/>
                  </a:lnTo>
                  <a:lnTo>
                    <a:pt x="17158" y="16439"/>
                  </a:lnTo>
                  <a:lnTo>
                    <a:pt x="16754" y="16529"/>
                  </a:lnTo>
                  <a:lnTo>
                    <a:pt x="15856" y="16529"/>
                  </a:lnTo>
                  <a:lnTo>
                    <a:pt x="15406" y="16484"/>
                  </a:lnTo>
                  <a:lnTo>
                    <a:pt x="15137" y="16529"/>
                  </a:lnTo>
                  <a:lnTo>
                    <a:pt x="14912" y="16619"/>
                  </a:lnTo>
                  <a:lnTo>
                    <a:pt x="14418" y="16978"/>
                  </a:lnTo>
                  <a:lnTo>
                    <a:pt x="13834" y="17292"/>
                  </a:lnTo>
                  <a:lnTo>
                    <a:pt x="13071" y="17607"/>
                  </a:lnTo>
                  <a:lnTo>
                    <a:pt x="12622" y="17787"/>
                  </a:lnTo>
                  <a:lnTo>
                    <a:pt x="12128" y="17921"/>
                  </a:lnTo>
                  <a:lnTo>
                    <a:pt x="11589" y="18056"/>
                  </a:lnTo>
                  <a:lnTo>
                    <a:pt x="11005" y="18191"/>
                  </a:lnTo>
                  <a:lnTo>
                    <a:pt x="10421" y="18236"/>
                  </a:lnTo>
                  <a:lnTo>
                    <a:pt x="9792" y="18281"/>
                  </a:lnTo>
                  <a:lnTo>
                    <a:pt x="9163" y="18236"/>
                  </a:lnTo>
                  <a:lnTo>
                    <a:pt x="8489" y="18191"/>
                  </a:lnTo>
                  <a:lnTo>
                    <a:pt x="7995" y="18101"/>
                  </a:lnTo>
                  <a:lnTo>
                    <a:pt x="7501" y="17966"/>
                  </a:lnTo>
                  <a:lnTo>
                    <a:pt x="7052" y="17831"/>
                  </a:lnTo>
                  <a:lnTo>
                    <a:pt x="6558" y="17652"/>
                  </a:lnTo>
                  <a:lnTo>
                    <a:pt x="6064" y="17427"/>
                  </a:lnTo>
                  <a:lnTo>
                    <a:pt x="5615" y="17203"/>
                  </a:lnTo>
                  <a:lnTo>
                    <a:pt x="5166" y="16933"/>
                  </a:lnTo>
                  <a:lnTo>
                    <a:pt x="4717" y="16619"/>
                  </a:lnTo>
                  <a:lnTo>
                    <a:pt x="4223" y="16304"/>
                  </a:lnTo>
                  <a:lnTo>
                    <a:pt x="3818" y="15945"/>
                  </a:lnTo>
                  <a:lnTo>
                    <a:pt x="2920" y="15092"/>
                  </a:lnTo>
                  <a:lnTo>
                    <a:pt x="2067" y="14193"/>
                  </a:lnTo>
                  <a:lnTo>
                    <a:pt x="1258" y="13115"/>
                  </a:lnTo>
                  <a:lnTo>
                    <a:pt x="1168" y="13026"/>
                  </a:lnTo>
                  <a:lnTo>
                    <a:pt x="1078" y="12936"/>
                  </a:lnTo>
                  <a:lnTo>
                    <a:pt x="809" y="12846"/>
                  </a:lnTo>
                  <a:lnTo>
                    <a:pt x="539" y="12846"/>
                  </a:lnTo>
                  <a:lnTo>
                    <a:pt x="405" y="12891"/>
                  </a:lnTo>
                  <a:lnTo>
                    <a:pt x="315" y="12981"/>
                  </a:lnTo>
                  <a:lnTo>
                    <a:pt x="180" y="13070"/>
                  </a:lnTo>
                  <a:lnTo>
                    <a:pt x="135" y="13160"/>
                  </a:lnTo>
                  <a:lnTo>
                    <a:pt x="0" y="13430"/>
                  </a:lnTo>
                  <a:lnTo>
                    <a:pt x="45" y="13699"/>
                  </a:lnTo>
                  <a:lnTo>
                    <a:pt x="90" y="13834"/>
                  </a:lnTo>
                  <a:lnTo>
                    <a:pt x="135" y="13924"/>
                  </a:lnTo>
                  <a:lnTo>
                    <a:pt x="1034" y="15092"/>
                  </a:lnTo>
                  <a:lnTo>
                    <a:pt x="1528" y="15631"/>
                  </a:lnTo>
                  <a:lnTo>
                    <a:pt x="1977" y="16125"/>
                  </a:lnTo>
                  <a:lnTo>
                    <a:pt x="2471" y="16619"/>
                  </a:lnTo>
                  <a:lnTo>
                    <a:pt x="2965" y="17023"/>
                  </a:lnTo>
                  <a:lnTo>
                    <a:pt x="3459" y="17427"/>
                  </a:lnTo>
                  <a:lnTo>
                    <a:pt x="3998" y="17787"/>
                  </a:lnTo>
                  <a:lnTo>
                    <a:pt x="4492" y="18146"/>
                  </a:lnTo>
                  <a:lnTo>
                    <a:pt x="5031" y="18415"/>
                  </a:lnTo>
                  <a:lnTo>
                    <a:pt x="5525" y="18685"/>
                  </a:lnTo>
                  <a:lnTo>
                    <a:pt x="6064" y="18954"/>
                  </a:lnTo>
                  <a:lnTo>
                    <a:pt x="6603" y="19134"/>
                  </a:lnTo>
                  <a:lnTo>
                    <a:pt x="7187" y="19314"/>
                  </a:lnTo>
                  <a:lnTo>
                    <a:pt x="7726" y="19448"/>
                  </a:lnTo>
                  <a:lnTo>
                    <a:pt x="8310" y="19538"/>
                  </a:lnTo>
                  <a:lnTo>
                    <a:pt x="9028" y="19628"/>
                  </a:lnTo>
                  <a:lnTo>
                    <a:pt x="9747" y="19673"/>
                  </a:lnTo>
                  <a:lnTo>
                    <a:pt x="10241" y="19628"/>
                  </a:lnTo>
                  <a:lnTo>
                    <a:pt x="10780" y="19583"/>
                  </a:lnTo>
                  <a:lnTo>
                    <a:pt x="11768" y="19448"/>
                  </a:lnTo>
                  <a:lnTo>
                    <a:pt x="12667" y="19224"/>
                  </a:lnTo>
                  <a:lnTo>
                    <a:pt x="13430" y="18954"/>
                  </a:lnTo>
                  <a:lnTo>
                    <a:pt x="14149" y="18685"/>
                  </a:lnTo>
                  <a:lnTo>
                    <a:pt x="14733" y="18370"/>
                  </a:lnTo>
                  <a:lnTo>
                    <a:pt x="15182" y="18101"/>
                  </a:lnTo>
                  <a:lnTo>
                    <a:pt x="15541" y="17921"/>
                  </a:lnTo>
                  <a:lnTo>
                    <a:pt x="16484" y="17921"/>
                  </a:lnTo>
                  <a:lnTo>
                    <a:pt x="16933" y="17876"/>
                  </a:lnTo>
                  <a:lnTo>
                    <a:pt x="17383" y="17831"/>
                  </a:lnTo>
                  <a:lnTo>
                    <a:pt x="17787" y="17742"/>
                  </a:lnTo>
                  <a:lnTo>
                    <a:pt x="18191" y="17607"/>
                  </a:lnTo>
                  <a:lnTo>
                    <a:pt x="19000" y="17292"/>
                  </a:lnTo>
                  <a:lnTo>
                    <a:pt x="19718" y="16933"/>
                  </a:lnTo>
                  <a:lnTo>
                    <a:pt x="20347" y="16439"/>
                  </a:lnTo>
                  <a:lnTo>
                    <a:pt x="20976" y="15945"/>
                  </a:lnTo>
                  <a:lnTo>
                    <a:pt x="21515" y="15406"/>
                  </a:lnTo>
                  <a:lnTo>
                    <a:pt x="22054" y="14867"/>
                  </a:lnTo>
                  <a:lnTo>
                    <a:pt x="22503" y="14283"/>
                  </a:lnTo>
                  <a:lnTo>
                    <a:pt x="22862" y="13744"/>
                  </a:lnTo>
                  <a:lnTo>
                    <a:pt x="23222" y="13205"/>
                  </a:lnTo>
                  <a:lnTo>
                    <a:pt x="23761" y="12307"/>
                  </a:lnTo>
                  <a:lnTo>
                    <a:pt x="24075" y="11633"/>
                  </a:lnTo>
                  <a:lnTo>
                    <a:pt x="24569" y="11364"/>
                  </a:lnTo>
                  <a:lnTo>
                    <a:pt x="25063" y="11094"/>
                  </a:lnTo>
                  <a:lnTo>
                    <a:pt x="26006" y="10420"/>
                  </a:lnTo>
                  <a:lnTo>
                    <a:pt x="26905" y="9702"/>
                  </a:lnTo>
                  <a:lnTo>
                    <a:pt x="27758" y="8893"/>
                  </a:lnTo>
                  <a:lnTo>
                    <a:pt x="28522" y="8040"/>
                  </a:lnTo>
                  <a:lnTo>
                    <a:pt x="29285" y="7142"/>
                  </a:lnTo>
                  <a:lnTo>
                    <a:pt x="29914" y="6288"/>
                  </a:lnTo>
                  <a:lnTo>
                    <a:pt x="30543" y="5390"/>
                  </a:lnTo>
                  <a:lnTo>
                    <a:pt x="31082" y="4581"/>
                  </a:lnTo>
                  <a:lnTo>
                    <a:pt x="31576" y="3773"/>
                  </a:lnTo>
                  <a:lnTo>
                    <a:pt x="32339" y="2381"/>
                  </a:lnTo>
                  <a:lnTo>
                    <a:pt x="32789" y="1392"/>
                  </a:lnTo>
                  <a:lnTo>
                    <a:pt x="33013" y="943"/>
                  </a:lnTo>
                  <a:lnTo>
                    <a:pt x="33058" y="809"/>
                  </a:lnTo>
                  <a:lnTo>
                    <a:pt x="33058" y="674"/>
                  </a:lnTo>
                  <a:lnTo>
                    <a:pt x="33013" y="449"/>
                  </a:lnTo>
                  <a:lnTo>
                    <a:pt x="32878" y="225"/>
                  </a:lnTo>
                  <a:lnTo>
                    <a:pt x="32744" y="135"/>
                  </a:lnTo>
                  <a:lnTo>
                    <a:pt x="32654" y="45"/>
                  </a:lnTo>
                  <a:lnTo>
                    <a:pt x="3251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56"/>
            <p:cNvSpPr/>
            <p:nvPr/>
          </p:nvSpPr>
          <p:spPr>
            <a:xfrm>
              <a:off x="6565525" y="3676075"/>
              <a:ext cx="801775" cy="338000"/>
            </a:xfrm>
            <a:custGeom>
              <a:rect b="b" l="l" r="r" t="t"/>
              <a:pathLst>
                <a:path extrusionOk="0" h="13520" w="32071">
                  <a:moveTo>
                    <a:pt x="31621" y="0"/>
                  </a:moveTo>
                  <a:lnTo>
                    <a:pt x="29600" y="584"/>
                  </a:lnTo>
                  <a:lnTo>
                    <a:pt x="27534" y="1168"/>
                  </a:lnTo>
                  <a:lnTo>
                    <a:pt x="25513" y="1797"/>
                  </a:lnTo>
                  <a:lnTo>
                    <a:pt x="23491" y="2470"/>
                  </a:lnTo>
                  <a:lnTo>
                    <a:pt x="21470" y="3144"/>
                  </a:lnTo>
                  <a:lnTo>
                    <a:pt x="19449" y="3863"/>
                  </a:lnTo>
                  <a:lnTo>
                    <a:pt x="17473" y="4626"/>
                  </a:lnTo>
                  <a:lnTo>
                    <a:pt x="15496" y="5435"/>
                  </a:lnTo>
                  <a:lnTo>
                    <a:pt x="13520" y="6243"/>
                  </a:lnTo>
                  <a:lnTo>
                    <a:pt x="11589" y="7097"/>
                  </a:lnTo>
                  <a:lnTo>
                    <a:pt x="9613" y="7995"/>
                  </a:lnTo>
                  <a:lnTo>
                    <a:pt x="7726" y="8893"/>
                  </a:lnTo>
                  <a:lnTo>
                    <a:pt x="5795" y="9837"/>
                  </a:lnTo>
                  <a:lnTo>
                    <a:pt x="3908" y="10825"/>
                  </a:lnTo>
                  <a:lnTo>
                    <a:pt x="2022" y="11858"/>
                  </a:lnTo>
                  <a:lnTo>
                    <a:pt x="180" y="12891"/>
                  </a:lnTo>
                  <a:lnTo>
                    <a:pt x="46" y="12981"/>
                  </a:lnTo>
                  <a:lnTo>
                    <a:pt x="1" y="13115"/>
                  </a:lnTo>
                  <a:lnTo>
                    <a:pt x="1" y="13250"/>
                  </a:lnTo>
                  <a:lnTo>
                    <a:pt x="46" y="13340"/>
                  </a:lnTo>
                  <a:lnTo>
                    <a:pt x="180" y="13475"/>
                  </a:lnTo>
                  <a:lnTo>
                    <a:pt x="360" y="13520"/>
                  </a:lnTo>
                  <a:lnTo>
                    <a:pt x="495" y="13475"/>
                  </a:lnTo>
                  <a:lnTo>
                    <a:pt x="2381" y="12442"/>
                  </a:lnTo>
                  <a:lnTo>
                    <a:pt x="4223" y="11453"/>
                  </a:lnTo>
                  <a:lnTo>
                    <a:pt x="6109" y="10465"/>
                  </a:lnTo>
                  <a:lnTo>
                    <a:pt x="7996" y="9522"/>
                  </a:lnTo>
                  <a:lnTo>
                    <a:pt x="9927" y="8624"/>
                  </a:lnTo>
                  <a:lnTo>
                    <a:pt x="11858" y="7726"/>
                  </a:lnTo>
                  <a:lnTo>
                    <a:pt x="13790" y="6872"/>
                  </a:lnTo>
                  <a:lnTo>
                    <a:pt x="15766" y="6064"/>
                  </a:lnTo>
                  <a:lnTo>
                    <a:pt x="17697" y="5255"/>
                  </a:lnTo>
                  <a:lnTo>
                    <a:pt x="19674" y="4537"/>
                  </a:lnTo>
                  <a:lnTo>
                    <a:pt x="21695" y="3773"/>
                  </a:lnTo>
                  <a:lnTo>
                    <a:pt x="23671" y="3099"/>
                  </a:lnTo>
                  <a:lnTo>
                    <a:pt x="25692" y="2426"/>
                  </a:lnTo>
                  <a:lnTo>
                    <a:pt x="27713" y="1842"/>
                  </a:lnTo>
                  <a:lnTo>
                    <a:pt x="29779" y="1213"/>
                  </a:lnTo>
                  <a:lnTo>
                    <a:pt x="31801" y="674"/>
                  </a:lnTo>
                  <a:lnTo>
                    <a:pt x="31935" y="629"/>
                  </a:lnTo>
                  <a:lnTo>
                    <a:pt x="32025" y="494"/>
                  </a:lnTo>
                  <a:lnTo>
                    <a:pt x="32070" y="404"/>
                  </a:lnTo>
                  <a:lnTo>
                    <a:pt x="32070" y="270"/>
                  </a:lnTo>
                  <a:lnTo>
                    <a:pt x="32025" y="135"/>
                  </a:lnTo>
                  <a:lnTo>
                    <a:pt x="31890" y="45"/>
                  </a:lnTo>
                  <a:lnTo>
                    <a:pt x="31801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56"/>
            <p:cNvSpPr/>
            <p:nvPr/>
          </p:nvSpPr>
          <p:spPr>
            <a:xfrm>
              <a:off x="6665475" y="3804075"/>
              <a:ext cx="57275" cy="98825"/>
            </a:xfrm>
            <a:custGeom>
              <a:rect b="b" l="l" r="r" t="t"/>
              <a:pathLst>
                <a:path extrusionOk="0" h="3953" w="2291">
                  <a:moveTo>
                    <a:pt x="1842" y="0"/>
                  </a:moveTo>
                  <a:lnTo>
                    <a:pt x="1707" y="90"/>
                  </a:lnTo>
                  <a:lnTo>
                    <a:pt x="1617" y="180"/>
                  </a:lnTo>
                  <a:lnTo>
                    <a:pt x="45" y="3459"/>
                  </a:lnTo>
                  <a:lnTo>
                    <a:pt x="0" y="3594"/>
                  </a:lnTo>
                  <a:lnTo>
                    <a:pt x="45" y="3728"/>
                  </a:lnTo>
                  <a:lnTo>
                    <a:pt x="90" y="3818"/>
                  </a:lnTo>
                  <a:lnTo>
                    <a:pt x="225" y="3908"/>
                  </a:lnTo>
                  <a:lnTo>
                    <a:pt x="359" y="3953"/>
                  </a:lnTo>
                  <a:lnTo>
                    <a:pt x="539" y="3908"/>
                  </a:lnTo>
                  <a:lnTo>
                    <a:pt x="629" y="3818"/>
                  </a:lnTo>
                  <a:lnTo>
                    <a:pt x="674" y="3728"/>
                  </a:lnTo>
                  <a:lnTo>
                    <a:pt x="2246" y="494"/>
                  </a:lnTo>
                  <a:lnTo>
                    <a:pt x="2291" y="360"/>
                  </a:lnTo>
                  <a:lnTo>
                    <a:pt x="2291" y="225"/>
                  </a:lnTo>
                  <a:lnTo>
                    <a:pt x="2201" y="135"/>
                  </a:lnTo>
                  <a:lnTo>
                    <a:pt x="2111" y="45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56"/>
            <p:cNvSpPr/>
            <p:nvPr/>
          </p:nvSpPr>
          <p:spPr>
            <a:xfrm>
              <a:off x="6750800" y="3714250"/>
              <a:ext cx="113450" cy="135875"/>
            </a:xfrm>
            <a:custGeom>
              <a:rect b="b" l="l" r="r" t="t"/>
              <a:pathLst>
                <a:path extrusionOk="0" h="5435" w="4538">
                  <a:moveTo>
                    <a:pt x="4223" y="0"/>
                  </a:moveTo>
                  <a:lnTo>
                    <a:pt x="4088" y="45"/>
                  </a:lnTo>
                  <a:lnTo>
                    <a:pt x="3953" y="90"/>
                  </a:lnTo>
                  <a:lnTo>
                    <a:pt x="2875" y="1213"/>
                  </a:lnTo>
                  <a:lnTo>
                    <a:pt x="1842" y="2381"/>
                  </a:lnTo>
                  <a:lnTo>
                    <a:pt x="899" y="3593"/>
                  </a:lnTo>
                  <a:lnTo>
                    <a:pt x="46" y="4896"/>
                  </a:lnTo>
                  <a:lnTo>
                    <a:pt x="1" y="5031"/>
                  </a:lnTo>
                  <a:lnTo>
                    <a:pt x="1" y="5165"/>
                  </a:lnTo>
                  <a:lnTo>
                    <a:pt x="46" y="5300"/>
                  </a:lnTo>
                  <a:lnTo>
                    <a:pt x="135" y="5390"/>
                  </a:lnTo>
                  <a:lnTo>
                    <a:pt x="225" y="5435"/>
                  </a:lnTo>
                  <a:lnTo>
                    <a:pt x="360" y="5435"/>
                  </a:lnTo>
                  <a:lnTo>
                    <a:pt x="495" y="5390"/>
                  </a:lnTo>
                  <a:lnTo>
                    <a:pt x="630" y="5255"/>
                  </a:lnTo>
                  <a:lnTo>
                    <a:pt x="1483" y="3998"/>
                  </a:lnTo>
                  <a:lnTo>
                    <a:pt x="2381" y="2830"/>
                  </a:lnTo>
                  <a:lnTo>
                    <a:pt x="3369" y="1662"/>
                  </a:lnTo>
                  <a:lnTo>
                    <a:pt x="4447" y="629"/>
                  </a:lnTo>
                  <a:lnTo>
                    <a:pt x="4492" y="494"/>
                  </a:lnTo>
                  <a:lnTo>
                    <a:pt x="4537" y="360"/>
                  </a:lnTo>
                  <a:lnTo>
                    <a:pt x="4537" y="225"/>
                  </a:lnTo>
                  <a:lnTo>
                    <a:pt x="4447" y="135"/>
                  </a:lnTo>
                  <a:lnTo>
                    <a:pt x="4313" y="45"/>
                  </a:lnTo>
                  <a:lnTo>
                    <a:pt x="422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56"/>
            <p:cNvSpPr/>
            <p:nvPr/>
          </p:nvSpPr>
          <p:spPr>
            <a:xfrm>
              <a:off x="6844000" y="3729975"/>
              <a:ext cx="56175" cy="75250"/>
            </a:xfrm>
            <a:custGeom>
              <a:rect b="b" l="l" r="r" t="t"/>
              <a:pathLst>
                <a:path extrusionOk="0" h="3010" w="2247">
                  <a:moveTo>
                    <a:pt x="1842" y="0"/>
                  </a:moveTo>
                  <a:lnTo>
                    <a:pt x="1707" y="45"/>
                  </a:lnTo>
                  <a:lnTo>
                    <a:pt x="1618" y="135"/>
                  </a:lnTo>
                  <a:lnTo>
                    <a:pt x="46" y="2470"/>
                  </a:lnTo>
                  <a:lnTo>
                    <a:pt x="1" y="2605"/>
                  </a:lnTo>
                  <a:lnTo>
                    <a:pt x="1" y="2740"/>
                  </a:lnTo>
                  <a:lnTo>
                    <a:pt x="46" y="2875"/>
                  </a:lnTo>
                  <a:lnTo>
                    <a:pt x="135" y="2964"/>
                  </a:lnTo>
                  <a:lnTo>
                    <a:pt x="270" y="3009"/>
                  </a:lnTo>
                  <a:lnTo>
                    <a:pt x="360" y="3009"/>
                  </a:lnTo>
                  <a:lnTo>
                    <a:pt x="495" y="2964"/>
                  </a:lnTo>
                  <a:lnTo>
                    <a:pt x="629" y="2875"/>
                  </a:lnTo>
                  <a:lnTo>
                    <a:pt x="2202" y="539"/>
                  </a:lnTo>
                  <a:lnTo>
                    <a:pt x="2246" y="404"/>
                  </a:lnTo>
                  <a:lnTo>
                    <a:pt x="2246" y="270"/>
                  </a:lnTo>
                  <a:lnTo>
                    <a:pt x="2202" y="135"/>
                  </a:lnTo>
                  <a:lnTo>
                    <a:pt x="2067" y="45"/>
                  </a:lnTo>
                  <a:lnTo>
                    <a:pt x="1977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56"/>
            <p:cNvSpPr/>
            <p:nvPr/>
          </p:nvSpPr>
          <p:spPr>
            <a:xfrm>
              <a:off x="6932700" y="3740075"/>
              <a:ext cx="30350" cy="32575"/>
            </a:xfrm>
            <a:custGeom>
              <a:rect b="b" l="l" r="r" t="t"/>
              <a:pathLst>
                <a:path extrusionOk="0" h="1303" w="1214">
                  <a:moveTo>
                    <a:pt x="854" y="0"/>
                  </a:moveTo>
                  <a:lnTo>
                    <a:pt x="720" y="45"/>
                  </a:lnTo>
                  <a:lnTo>
                    <a:pt x="630" y="135"/>
                  </a:lnTo>
                  <a:lnTo>
                    <a:pt x="91" y="719"/>
                  </a:lnTo>
                  <a:lnTo>
                    <a:pt x="1" y="854"/>
                  </a:lnTo>
                  <a:lnTo>
                    <a:pt x="1" y="988"/>
                  </a:lnTo>
                  <a:lnTo>
                    <a:pt x="46" y="1123"/>
                  </a:lnTo>
                  <a:lnTo>
                    <a:pt x="91" y="1213"/>
                  </a:lnTo>
                  <a:lnTo>
                    <a:pt x="226" y="1303"/>
                  </a:lnTo>
                  <a:lnTo>
                    <a:pt x="315" y="1303"/>
                  </a:lnTo>
                  <a:lnTo>
                    <a:pt x="495" y="1258"/>
                  </a:lnTo>
                  <a:lnTo>
                    <a:pt x="585" y="1213"/>
                  </a:lnTo>
                  <a:lnTo>
                    <a:pt x="1124" y="584"/>
                  </a:lnTo>
                  <a:lnTo>
                    <a:pt x="1214" y="449"/>
                  </a:lnTo>
                  <a:lnTo>
                    <a:pt x="1214" y="315"/>
                  </a:lnTo>
                  <a:lnTo>
                    <a:pt x="1169" y="225"/>
                  </a:lnTo>
                  <a:lnTo>
                    <a:pt x="1124" y="90"/>
                  </a:lnTo>
                  <a:lnTo>
                    <a:pt x="989" y="45"/>
                  </a:lnTo>
                  <a:lnTo>
                    <a:pt x="854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56"/>
            <p:cNvSpPr/>
            <p:nvPr/>
          </p:nvSpPr>
          <p:spPr>
            <a:xfrm>
              <a:off x="6979875" y="3708625"/>
              <a:ext cx="61775" cy="51675"/>
            </a:xfrm>
            <a:custGeom>
              <a:rect b="b" l="l" r="r" t="t"/>
              <a:pathLst>
                <a:path extrusionOk="0" h="2067" w="2471">
                  <a:moveTo>
                    <a:pt x="2066" y="1"/>
                  </a:moveTo>
                  <a:lnTo>
                    <a:pt x="1932" y="46"/>
                  </a:lnTo>
                  <a:lnTo>
                    <a:pt x="135" y="1438"/>
                  </a:lnTo>
                  <a:lnTo>
                    <a:pt x="45" y="1528"/>
                  </a:lnTo>
                  <a:lnTo>
                    <a:pt x="0" y="1663"/>
                  </a:lnTo>
                  <a:lnTo>
                    <a:pt x="0" y="1797"/>
                  </a:lnTo>
                  <a:lnTo>
                    <a:pt x="90" y="1932"/>
                  </a:lnTo>
                  <a:lnTo>
                    <a:pt x="180" y="2022"/>
                  </a:lnTo>
                  <a:lnTo>
                    <a:pt x="360" y="2067"/>
                  </a:lnTo>
                  <a:lnTo>
                    <a:pt x="450" y="2067"/>
                  </a:lnTo>
                  <a:lnTo>
                    <a:pt x="539" y="1977"/>
                  </a:lnTo>
                  <a:lnTo>
                    <a:pt x="2336" y="585"/>
                  </a:lnTo>
                  <a:lnTo>
                    <a:pt x="2426" y="495"/>
                  </a:lnTo>
                  <a:lnTo>
                    <a:pt x="2471" y="360"/>
                  </a:lnTo>
                  <a:lnTo>
                    <a:pt x="2471" y="225"/>
                  </a:lnTo>
                  <a:lnTo>
                    <a:pt x="2426" y="135"/>
                  </a:lnTo>
                  <a:lnTo>
                    <a:pt x="2336" y="46"/>
                  </a:lnTo>
                  <a:lnTo>
                    <a:pt x="2201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56"/>
            <p:cNvSpPr/>
            <p:nvPr/>
          </p:nvSpPr>
          <p:spPr>
            <a:xfrm>
              <a:off x="7101150" y="3660350"/>
              <a:ext cx="59525" cy="50550"/>
            </a:xfrm>
            <a:custGeom>
              <a:rect b="b" l="l" r="r" t="t"/>
              <a:pathLst>
                <a:path extrusionOk="0" h="2022" w="2381">
                  <a:moveTo>
                    <a:pt x="1932" y="0"/>
                  </a:moveTo>
                  <a:lnTo>
                    <a:pt x="1797" y="90"/>
                  </a:lnTo>
                  <a:lnTo>
                    <a:pt x="135" y="1393"/>
                  </a:lnTo>
                  <a:lnTo>
                    <a:pt x="45" y="1527"/>
                  </a:lnTo>
                  <a:lnTo>
                    <a:pt x="0" y="1662"/>
                  </a:lnTo>
                  <a:lnTo>
                    <a:pt x="0" y="1797"/>
                  </a:lnTo>
                  <a:lnTo>
                    <a:pt x="45" y="1887"/>
                  </a:lnTo>
                  <a:lnTo>
                    <a:pt x="180" y="1977"/>
                  </a:lnTo>
                  <a:lnTo>
                    <a:pt x="315" y="2021"/>
                  </a:lnTo>
                  <a:lnTo>
                    <a:pt x="449" y="2021"/>
                  </a:lnTo>
                  <a:lnTo>
                    <a:pt x="539" y="1977"/>
                  </a:lnTo>
                  <a:lnTo>
                    <a:pt x="2246" y="629"/>
                  </a:lnTo>
                  <a:lnTo>
                    <a:pt x="2336" y="494"/>
                  </a:lnTo>
                  <a:lnTo>
                    <a:pt x="2381" y="405"/>
                  </a:lnTo>
                  <a:lnTo>
                    <a:pt x="2336" y="270"/>
                  </a:lnTo>
                  <a:lnTo>
                    <a:pt x="2291" y="135"/>
                  </a:lnTo>
                  <a:lnTo>
                    <a:pt x="2201" y="45"/>
                  </a:lnTo>
                  <a:lnTo>
                    <a:pt x="206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56"/>
            <p:cNvSpPr/>
            <p:nvPr/>
          </p:nvSpPr>
          <p:spPr>
            <a:xfrm>
              <a:off x="6676700" y="4000575"/>
              <a:ext cx="185300" cy="73025"/>
            </a:xfrm>
            <a:custGeom>
              <a:rect b="b" l="l" r="r" t="t"/>
              <a:pathLst>
                <a:path extrusionOk="0" h="2921" w="7412">
                  <a:moveTo>
                    <a:pt x="315" y="1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135" y="629"/>
                  </a:lnTo>
                  <a:lnTo>
                    <a:pt x="854" y="1168"/>
                  </a:lnTo>
                  <a:lnTo>
                    <a:pt x="1617" y="1618"/>
                  </a:lnTo>
                  <a:lnTo>
                    <a:pt x="2426" y="1977"/>
                  </a:lnTo>
                  <a:lnTo>
                    <a:pt x="3234" y="2336"/>
                  </a:lnTo>
                  <a:lnTo>
                    <a:pt x="4088" y="2561"/>
                  </a:lnTo>
                  <a:lnTo>
                    <a:pt x="4986" y="2785"/>
                  </a:lnTo>
                  <a:lnTo>
                    <a:pt x="5839" y="2875"/>
                  </a:lnTo>
                  <a:lnTo>
                    <a:pt x="6738" y="2920"/>
                  </a:lnTo>
                  <a:lnTo>
                    <a:pt x="7097" y="2920"/>
                  </a:lnTo>
                  <a:lnTo>
                    <a:pt x="7232" y="2875"/>
                  </a:lnTo>
                  <a:lnTo>
                    <a:pt x="7321" y="2785"/>
                  </a:lnTo>
                  <a:lnTo>
                    <a:pt x="7411" y="2695"/>
                  </a:lnTo>
                  <a:lnTo>
                    <a:pt x="7411" y="2561"/>
                  </a:lnTo>
                  <a:lnTo>
                    <a:pt x="7366" y="2426"/>
                  </a:lnTo>
                  <a:lnTo>
                    <a:pt x="7321" y="2336"/>
                  </a:lnTo>
                  <a:lnTo>
                    <a:pt x="7187" y="2246"/>
                  </a:lnTo>
                  <a:lnTo>
                    <a:pt x="7052" y="2246"/>
                  </a:lnTo>
                  <a:lnTo>
                    <a:pt x="6199" y="2201"/>
                  </a:lnTo>
                  <a:lnTo>
                    <a:pt x="5300" y="2112"/>
                  </a:lnTo>
                  <a:lnTo>
                    <a:pt x="4447" y="1977"/>
                  </a:lnTo>
                  <a:lnTo>
                    <a:pt x="3638" y="1707"/>
                  </a:lnTo>
                  <a:lnTo>
                    <a:pt x="2785" y="1438"/>
                  </a:lnTo>
                  <a:lnTo>
                    <a:pt x="2022" y="1034"/>
                  </a:lnTo>
                  <a:lnTo>
                    <a:pt x="1258" y="584"/>
                  </a:lnTo>
                  <a:lnTo>
                    <a:pt x="539" y="90"/>
                  </a:lnTo>
                  <a:lnTo>
                    <a:pt x="449" y="45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56"/>
            <p:cNvSpPr/>
            <p:nvPr/>
          </p:nvSpPr>
          <p:spPr>
            <a:xfrm>
              <a:off x="6773275" y="3978125"/>
              <a:ext cx="83100" cy="42700"/>
            </a:xfrm>
            <a:custGeom>
              <a:rect b="b" l="l" r="r" t="t"/>
              <a:pathLst>
                <a:path extrusionOk="0" h="1708" w="3324">
                  <a:moveTo>
                    <a:pt x="225" y="0"/>
                  </a:moveTo>
                  <a:lnTo>
                    <a:pt x="90" y="90"/>
                  </a:lnTo>
                  <a:lnTo>
                    <a:pt x="0" y="180"/>
                  </a:lnTo>
                  <a:lnTo>
                    <a:pt x="0" y="315"/>
                  </a:lnTo>
                  <a:lnTo>
                    <a:pt x="0" y="449"/>
                  </a:lnTo>
                  <a:lnTo>
                    <a:pt x="90" y="584"/>
                  </a:lnTo>
                  <a:lnTo>
                    <a:pt x="359" y="809"/>
                  </a:lnTo>
                  <a:lnTo>
                    <a:pt x="674" y="1033"/>
                  </a:lnTo>
                  <a:lnTo>
                    <a:pt x="988" y="1258"/>
                  </a:lnTo>
                  <a:lnTo>
                    <a:pt x="1347" y="1393"/>
                  </a:lnTo>
                  <a:lnTo>
                    <a:pt x="1707" y="1527"/>
                  </a:lnTo>
                  <a:lnTo>
                    <a:pt x="2066" y="1617"/>
                  </a:lnTo>
                  <a:lnTo>
                    <a:pt x="2425" y="1662"/>
                  </a:lnTo>
                  <a:lnTo>
                    <a:pt x="2830" y="1707"/>
                  </a:lnTo>
                  <a:lnTo>
                    <a:pt x="3009" y="1662"/>
                  </a:lnTo>
                  <a:lnTo>
                    <a:pt x="3144" y="1662"/>
                  </a:lnTo>
                  <a:lnTo>
                    <a:pt x="3234" y="1572"/>
                  </a:lnTo>
                  <a:lnTo>
                    <a:pt x="3324" y="1438"/>
                  </a:lnTo>
                  <a:lnTo>
                    <a:pt x="3324" y="1303"/>
                  </a:lnTo>
                  <a:lnTo>
                    <a:pt x="3324" y="1168"/>
                  </a:lnTo>
                  <a:lnTo>
                    <a:pt x="3234" y="1078"/>
                  </a:lnTo>
                  <a:lnTo>
                    <a:pt x="3099" y="988"/>
                  </a:lnTo>
                  <a:lnTo>
                    <a:pt x="2650" y="988"/>
                  </a:lnTo>
                  <a:lnTo>
                    <a:pt x="2336" y="943"/>
                  </a:lnTo>
                  <a:lnTo>
                    <a:pt x="1976" y="899"/>
                  </a:lnTo>
                  <a:lnTo>
                    <a:pt x="1662" y="764"/>
                  </a:lnTo>
                  <a:lnTo>
                    <a:pt x="1392" y="629"/>
                  </a:lnTo>
                  <a:lnTo>
                    <a:pt x="1078" y="494"/>
                  </a:lnTo>
                  <a:lnTo>
                    <a:pt x="808" y="315"/>
                  </a:lnTo>
                  <a:lnTo>
                    <a:pt x="584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56"/>
            <p:cNvSpPr/>
            <p:nvPr/>
          </p:nvSpPr>
          <p:spPr>
            <a:xfrm>
              <a:off x="6885550" y="3932075"/>
              <a:ext cx="79750" cy="24725"/>
            </a:xfrm>
            <a:custGeom>
              <a:rect b="b" l="l" r="r" t="t"/>
              <a:pathLst>
                <a:path extrusionOk="0" h="989" w="3190">
                  <a:moveTo>
                    <a:pt x="270" y="1"/>
                  </a:moveTo>
                  <a:lnTo>
                    <a:pt x="135" y="46"/>
                  </a:lnTo>
                  <a:lnTo>
                    <a:pt x="45" y="135"/>
                  </a:lnTo>
                  <a:lnTo>
                    <a:pt x="1" y="270"/>
                  </a:lnTo>
                  <a:lnTo>
                    <a:pt x="45" y="405"/>
                  </a:lnTo>
                  <a:lnTo>
                    <a:pt x="90" y="540"/>
                  </a:lnTo>
                  <a:lnTo>
                    <a:pt x="180" y="630"/>
                  </a:lnTo>
                  <a:lnTo>
                    <a:pt x="315" y="674"/>
                  </a:lnTo>
                  <a:lnTo>
                    <a:pt x="2785" y="989"/>
                  </a:lnTo>
                  <a:lnTo>
                    <a:pt x="2965" y="989"/>
                  </a:lnTo>
                  <a:lnTo>
                    <a:pt x="3055" y="899"/>
                  </a:lnTo>
                  <a:lnTo>
                    <a:pt x="3145" y="809"/>
                  </a:lnTo>
                  <a:lnTo>
                    <a:pt x="3190" y="719"/>
                  </a:lnTo>
                  <a:lnTo>
                    <a:pt x="3190" y="585"/>
                  </a:lnTo>
                  <a:lnTo>
                    <a:pt x="3100" y="450"/>
                  </a:lnTo>
                  <a:lnTo>
                    <a:pt x="3010" y="360"/>
                  </a:lnTo>
                  <a:lnTo>
                    <a:pt x="2875" y="31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56"/>
            <p:cNvSpPr/>
            <p:nvPr/>
          </p:nvSpPr>
          <p:spPr>
            <a:xfrm>
              <a:off x="6978750" y="3892775"/>
              <a:ext cx="52800" cy="19125"/>
            </a:xfrm>
            <a:custGeom>
              <a:rect b="b" l="l" r="r" t="t"/>
              <a:pathLst>
                <a:path extrusionOk="0" h="765" w="2112">
                  <a:moveTo>
                    <a:pt x="1752" y="1"/>
                  </a:moveTo>
                  <a:lnTo>
                    <a:pt x="315" y="46"/>
                  </a:lnTo>
                  <a:lnTo>
                    <a:pt x="225" y="91"/>
                  </a:lnTo>
                  <a:lnTo>
                    <a:pt x="90" y="180"/>
                  </a:lnTo>
                  <a:lnTo>
                    <a:pt x="45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90" y="630"/>
                  </a:lnTo>
                  <a:lnTo>
                    <a:pt x="225" y="719"/>
                  </a:lnTo>
                  <a:lnTo>
                    <a:pt x="360" y="764"/>
                  </a:lnTo>
                  <a:lnTo>
                    <a:pt x="1797" y="674"/>
                  </a:lnTo>
                  <a:lnTo>
                    <a:pt x="1932" y="674"/>
                  </a:lnTo>
                  <a:lnTo>
                    <a:pt x="2022" y="585"/>
                  </a:lnTo>
                  <a:lnTo>
                    <a:pt x="2111" y="450"/>
                  </a:lnTo>
                  <a:lnTo>
                    <a:pt x="2111" y="315"/>
                  </a:lnTo>
                  <a:lnTo>
                    <a:pt x="2067" y="225"/>
                  </a:lnTo>
                  <a:lnTo>
                    <a:pt x="2022" y="91"/>
                  </a:lnTo>
                  <a:lnTo>
                    <a:pt x="1887" y="46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56"/>
            <p:cNvSpPr/>
            <p:nvPr/>
          </p:nvSpPr>
          <p:spPr>
            <a:xfrm>
              <a:off x="7053975" y="3838875"/>
              <a:ext cx="47200" cy="22500"/>
            </a:xfrm>
            <a:custGeom>
              <a:rect b="b" l="l" r="r" t="t"/>
              <a:pathLst>
                <a:path extrusionOk="0" h="900" w="1888">
                  <a:moveTo>
                    <a:pt x="1483" y="1"/>
                  </a:moveTo>
                  <a:lnTo>
                    <a:pt x="270" y="225"/>
                  </a:lnTo>
                  <a:lnTo>
                    <a:pt x="136" y="270"/>
                  </a:lnTo>
                  <a:lnTo>
                    <a:pt x="46" y="360"/>
                  </a:lnTo>
                  <a:lnTo>
                    <a:pt x="1" y="495"/>
                  </a:lnTo>
                  <a:lnTo>
                    <a:pt x="1" y="630"/>
                  </a:lnTo>
                  <a:lnTo>
                    <a:pt x="46" y="719"/>
                  </a:lnTo>
                  <a:lnTo>
                    <a:pt x="136" y="809"/>
                  </a:lnTo>
                  <a:lnTo>
                    <a:pt x="225" y="899"/>
                  </a:lnTo>
                  <a:lnTo>
                    <a:pt x="405" y="899"/>
                  </a:lnTo>
                  <a:lnTo>
                    <a:pt x="1618" y="675"/>
                  </a:lnTo>
                  <a:lnTo>
                    <a:pt x="1752" y="630"/>
                  </a:lnTo>
                  <a:lnTo>
                    <a:pt x="1842" y="540"/>
                  </a:lnTo>
                  <a:lnTo>
                    <a:pt x="1887" y="405"/>
                  </a:lnTo>
                  <a:lnTo>
                    <a:pt x="1887" y="270"/>
                  </a:lnTo>
                  <a:lnTo>
                    <a:pt x="1842" y="136"/>
                  </a:lnTo>
                  <a:lnTo>
                    <a:pt x="1752" y="46"/>
                  </a:lnTo>
                  <a:lnTo>
                    <a:pt x="1618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56"/>
            <p:cNvSpPr/>
            <p:nvPr/>
          </p:nvSpPr>
          <p:spPr>
            <a:xfrm>
              <a:off x="7149425" y="3797325"/>
              <a:ext cx="52800" cy="24750"/>
            </a:xfrm>
            <a:custGeom>
              <a:rect b="b" l="l" r="r" t="t"/>
              <a:pathLst>
                <a:path extrusionOk="0" h="990" w="2112">
                  <a:moveTo>
                    <a:pt x="1707" y="1"/>
                  </a:moveTo>
                  <a:lnTo>
                    <a:pt x="270" y="315"/>
                  </a:lnTo>
                  <a:lnTo>
                    <a:pt x="135" y="405"/>
                  </a:lnTo>
                  <a:lnTo>
                    <a:pt x="46" y="495"/>
                  </a:lnTo>
                  <a:lnTo>
                    <a:pt x="1" y="585"/>
                  </a:lnTo>
                  <a:lnTo>
                    <a:pt x="1" y="720"/>
                  </a:lnTo>
                  <a:lnTo>
                    <a:pt x="46" y="854"/>
                  </a:lnTo>
                  <a:lnTo>
                    <a:pt x="135" y="944"/>
                  </a:lnTo>
                  <a:lnTo>
                    <a:pt x="225" y="989"/>
                  </a:lnTo>
                  <a:lnTo>
                    <a:pt x="405" y="989"/>
                  </a:lnTo>
                  <a:lnTo>
                    <a:pt x="1842" y="675"/>
                  </a:lnTo>
                  <a:lnTo>
                    <a:pt x="1977" y="630"/>
                  </a:lnTo>
                  <a:lnTo>
                    <a:pt x="2067" y="540"/>
                  </a:lnTo>
                  <a:lnTo>
                    <a:pt x="2112" y="405"/>
                  </a:lnTo>
                  <a:lnTo>
                    <a:pt x="2112" y="270"/>
                  </a:lnTo>
                  <a:lnTo>
                    <a:pt x="2067" y="136"/>
                  </a:lnTo>
                  <a:lnTo>
                    <a:pt x="1977" y="46"/>
                  </a:lnTo>
                  <a:lnTo>
                    <a:pt x="1842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56"/>
            <p:cNvSpPr/>
            <p:nvPr/>
          </p:nvSpPr>
          <p:spPr>
            <a:xfrm>
              <a:off x="6394850" y="2986625"/>
              <a:ext cx="463775" cy="1002750"/>
            </a:xfrm>
            <a:custGeom>
              <a:rect b="b" l="l" r="r" t="t"/>
              <a:pathLst>
                <a:path extrusionOk="0" h="40110" w="18551">
                  <a:moveTo>
                    <a:pt x="13385" y="7636"/>
                  </a:moveTo>
                  <a:lnTo>
                    <a:pt x="13430" y="7681"/>
                  </a:lnTo>
                  <a:lnTo>
                    <a:pt x="13655" y="10421"/>
                  </a:lnTo>
                  <a:lnTo>
                    <a:pt x="13655" y="10465"/>
                  </a:lnTo>
                  <a:lnTo>
                    <a:pt x="13610" y="10465"/>
                  </a:lnTo>
                  <a:lnTo>
                    <a:pt x="13610" y="10690"/>
                  </a:lnTo>
                  <a:lnTo>
                    <a:pt x="13565" y="10421"/>
                  </a:lnTo>
                  <a:lnTo>
                    <a:pt x="13296" y="7681"/>
                  </a:lnTo>
                  <a:lnTo>
                    <a:pt x="13340" y="7636"/>
                  </a:lnTo>
                  <a:close/>
                  <a:moveTo>
                    <a:pt x="11095" y="12711"/>
                  </a:moveTo>
                  <a:lnTo>
                    <a:pt x="12038" y="17113"/>
                  </a:lnTo>
                  <a:lnTo>
                    <a:pt x="11993" y="17158"/>
                  </a:lnTo>
                  <a:lnTo>
                    <a:pt x="11948" y="17158"/>
                  </a:lnTo>
                  <a:lnTo>
                    <a:pt x="10960" y="12756"/>
                  </a:lnTo>
                  <a:lnTo>
                    <a:pt x="11005" y="12711"/>
                  </a:lnTo>
                  <a:close/>
                  <a:moveTo>
                    <a:pt x="6154" y="13744"/>
                  </a:moveTo>
                  <a:lnTo>
                    <a:pt x="6199" y="13789"/>
                  </a:lnTo>
                  <a:lnTo>
                    <a:pt x="6289" y="15271"/>
                  </a:lnTo>
                  <a:lnTo>
                    <a:pt x="6513" y="16754"/>
                  </a:lnTo>
                  <a:lnTo>
                    <a:pt x="6873" y="18191"/>
                  </a:lnTo>
                  <a:lnTo>
                    <a:pt x="7277" y="19628"/>
                  </a:lnTo>
                  <a:lnTo>
                    <a:pt x="7816" y="21021"/>
                  </a:lnTo>
                  <a:lnTo>
                    <a:pt x="8400" y="22368"/>
                  </a:lnTo>
                  <a:lnTo>
                    <a:pt x="9118" y="23670"/>
                  </a:lnTo>
                  <a:lnTo>
                    <a:pt x="9882" y="24928"/>
                  </a:lnTo>
                  <a:lnTo>
                    <a:pt x="9882" y="25018"/>
                  </a:lnTo>
                  <a:lnTo>
                    <a:pt x="9792" y="24973"/>
                  </a:lnTo>
                  <a:lnTo>
                    <a:pt x="9029" y="23715"/>
                  </a:lnTo>
                  <a:lnTo>
                    <a:pt x="8310" y="22413"/>
                  </a:lnTo>
                  <a:lnTo>
                    <a:pt x="7726" y="21065"/>
                  </a:lnTo>
                  <a:lnTo>
                    <a:pt x="7187" y="19628"/>
                  </a:lnTo>
                  <a:lnTo>
                    <a:pt x="6783" y="18236"/>
                  </a:lnTo>
                  <a:lnTo>
                    <a:pt x="6423" y="16754"/>
                  </a:lnTo>
                  <a:lnTo>
                    <a:pt x="6199" y="15271"/>
                  </a:lnTo>
                  <a:lnTo>
                    <a:pt x="6064" y="13789"/>
                  </a:lnTo>
                  <a:lnTo>
                    <a:pt x="6109" y="13744"/>
                  </a:lnTo>
                  <a:close/>
                  <a:moveTo>
                    <a:pt x="6468" y="23356"/>
                  </a:moveTo>
                  <a:lnTo>
                    <a:pt x="8579" y="26725"/>
                  </a:lnTo>
                  <a:lnTo>
                    <a:pt x="8579" y="26770"/>
                  </a:lnTo>
                  <a:lnTo>
                    <a:pt x="8534" y="26815"/>
                  </a:lnTo>
                  <a:lnTo>
                    <a:pt x="8669" y="26994"/>
                  </a:lnTo>
                  <a:lnTo>
                    <a:pt x="8490" y="26815"/>
                  </a:lnTo>
                  <a:lnTo>
                    <a:pt x="6379" y="23446"/>
                  </a:lnTo>
                  <a:lnTo>
                    <a:pt x="6379" y="23401"/>
                  </a:lnTo>
                  <a:lnTo>
                    <a:pt x="6423" y="23356"/>
                  </a:lnTo>
                  <a:close/>
                  <a:moveTo>
                    <a:pt x="7322" y="28701"/>
                  </a:moveTo>
                  <a:lnTo>
                    <a:pt x="7322" y="28746"/>
                  </a:lnTo>
                  <a:lnTo>
                    <a:pt x="7996" y="29689"/>
                  </a:lnTo>
                  <a:lnTo>
                    <a:pt x="7996" y="29734"/>
                  </a:lnTo>
                  <a:lnTo>
                    <a:pt x="8085" y="29914"/>
                  </a:lnTo>
                  <a:lnTo>
                    <a:pt x="7906" y="29734"/>
                  </a:lnTo>
                  <a:lnTo>
                    <a:pt x="7232" y="28791"/>
                  </a:lnTo>
                  <a:lnTo>
                    <a:pt x="7232" y="28746"/>
                  </a:lnTo>
                  <a:lnTo>
                    <a:pt x="7277" y="28746"/>
                  </a:lnTo>
                  <a:lnTo>
                    <a:pt x="7322" y="28701"/>
                  </a:lnTo>
                  <a:close/>
                  <a:moveTo>
                    <a:pt x="2830" y="26410"/>
                  </a:moveTo>
                  <a:lnTo>
                    <a:pt x="2875" y="26455"/>
                  </a:lnTo>
                  <a:lnTo>
                    <a:pt x="3235" y="27578"/>
                  </a:lnTo>
                  <a:lnTo>
                    <a:pt x="3639" y="28701"/>
                  </a:lnTo>
                  <a:lnTo>
                    <a:pt x="4133" y="29824"/>
                  </a:lnTo>
                  <a:lnTo>
                    <a:pt x="4672" y="30902"/>
                  </a:lnTo>
                  <a:lnTo>
                    <a:pt x="5256" y="31980"/>
                  </a:lnTo>
                  <a:lnTo>
                    <a:pt x="5884" y="32968"/>
                  </a:lnTo>
                  <a:lnTo>
                    <a:pt x="6558" y="33956"/>
                  </a:lnTo>
                  <a:lnTo>
                    <a:pt x="7322" y="34899"/>
                  </a:lnTo>
                  <a:lnTo>
                    <a:pt x="7322" y="34944"/>
                  </a:lnTo>
                  <a:lnTo>
                    <a:pt x="7277" y="34989"/>
                  </a:lnTo>
                  <a:lnTo>
                    <a:pt x="7412" y="35124"/>
                  </a:lnTo>
                  <a:lnTo>
                    <a:pt x="7232" y="34989"/>
                  </a:lnTo>
                  <a:lnTo>
                    <a:pt x="6468" y="34046"/>
                  </a:lnTo>
                  <a:lnTo>
                    <a:pt x="5795" y="33058"/>
                  </a:lnTo>
                  <a:lnTo>
                    <a:pt x="5166" y="32025"/>
                  </a:lnTo>
                  <a:lnTo>
                    <a:pt x="4582" y="30947"/>
                  </a:lnTo>
                  <a:lnTo>
                    <a:pt x="4043" y="29869"/>
                  </a:lnTo>
                  <a:lnTo>
                    <a:pt x="3549" y="28746"/>
                  </a:lnTo>
                  <a:lnTo>
                    <a:pt x="3145" y="27623"/>
                  </a:lnTo>
                  <a:lnTo>
                    <a:pt x="2785" y="26455"/>
                  </a:lnTo>
                  <a:lnTo>
                    <a:pt x="2561" y="26545"/>
                  </a:lnTo>
                  <a:lnTo>
                    <a:pt x="2785" y="26410"/>
                  </a:lnTo>
                  <a:close/>
                  <a:moveTo>
                    <a:pt x="4807" y="35169"/>
                  </a:moveTo>
                  <a:lnTo>
                    <a:pt x="4851" y="35214"/>
                  </a:lnTo>
                  <a:lnTo>
                    <a:pt x="5076" y="35618"/>
                  </a:lnTo>
                  <a:lnTo>
                    <a:pt x="5346" y="35977"/>
                  </a:lnTo>
                  <a:lnTo>
                    <a:pt x="5660" y="36292"/>
                  </a:lnTo>
                  <a:lnTo>
                    <a:pt x="6019" y="36606"/>
                  </a:lnTo>
                  <a:lnTo>
                    <a:pt x="6019" y="36696"/>
                  </a:lnTo>
                  <a:lnTo>
                    <a:pt x="6199" y="36831"/>
                  </a:lnTo>
                  <a:lnTo>
                    <a:pt x="6199" y="36831"/>
                  </a:lnTo>
                  <a:lnTo>
                    <a:pt x="5974" y="36696"/>
                  </a:lnTo>
                  <a:lnTo>
                    <a:pt x="5615" y="36381"/>
                  </a:lnTo>
                  <a:lnTo>
                    <a:pt x="5301" y="36022"/>
                  </a:lnTo>
                  <a:lnTo>
                    <a:pt x="4986" y="35663"/>
                  </a:lnTo>
                  <a:lnTo>
                    <a:pt x="4762" y="35259"/>
                  </a:lnTo>
                  <a:lnTo>
                    <a:pt x="4762" y="35169"/>
                  </a:lnTo>
                  <a:close/>
                  <a:moveTo>
                    <a:pt x="18551" y="0"/>
                  </a:moveTo>
                  <a:lnTo>
                    <a:pt x="18236" y="225"/>
                  </a:lnTo>
                  <a:lnTo>
                    <a:pt x="17203" y="899"/>
                  </a:lnTo>
                  <a:lnTo>
                    <a:pt x="16215" y="1662"/>
                  </a:lnTo>
                  <a:lnTo>
                    <a:pt x="15227" y="2471"/>
                  </a:lnTo>
                  <a:lnTo>
                    <a:pt x="14239" y="3279"/>
                  </a:lnTo>
                  <a:lnTo>
                    <a:pt x="13251" y="4132"/>
                  </a:lnTo>
                  <a:lnTo>
                    <a:pt x="12352" y="4986"/>
                  </a:lnTo>
                  <a:lnTo>
                    <a:pt x="10601" y="6693"/>
                  </a:lnTo>
                  <a:lnTo>
                    <a:pt x="9118" y="8220"/>
                  </a:lnTo>
                  <a:lnTo>
                    <a:pt x="7861" y="9567"/>
                  </a:lnTo>
                  <a:lnTo>
                    <a:pt x="6513" y="11049"/>
                  </a:lnTo>
                  <a:lnTo>
                    <a:pt x="6289" y="11274"/>
                  </a:lnTo>
                  <a:lnTo>
                    <a:pt x="6019" y="11364"/>
                  </a:lnTo>
                  <a:lnTo>
                    <a:pt x="5795" y="11409"/>
                  </a:lnTo>
                  <a:lnTo>
                    <a:pt x="5570" y="11364"/>
                  </a:lnTo>
                  <a:lnTo>
                    <a:pt x="5435" y="11364"/>
                  </a:lnTo>
                  <a:lnTo>
                    <a:pt x="5390" y="11454"/>
                  </a:lnTo>
                  <a:lnTo>
                    <a:pt x="4537" y="12532"/>
                  </a:lnTo>
                  <a:lnTo>
                    <a:pt x="3773" y="13610"/>
                  </a:lnTo>
                  <a:lnTo>
                    <a:pt x="3145" y="14687"/>
                  </a:lnTo>
                  <a:lnTo>
                    <a:pt x="2651" y="15721"/>
                  </a:lnTo>
                  <a:lnTo>
                    <a:pt x="2201" y="16754"/>
                  </a:lnTo>
                  <a:lnTo>
                    <a:pt x="1842" y="17787"/>
                  </a:lnTo>
                  <a:lnTo>
                    <a:pt x="1528" y="18775"/>
                  </a:lnTo>
                  <a:lnTo>
                    <a:pt x="1348" y="19718"/>
                  </a:lnTo>
                  <a:lnTo>
                    <a:pt x="1168" y="20616"/>
                  </a:lnTo>
                  <a:lnTo>
                    <a:pt x="1079" y="21470"/>
                  </a:lnTo>
                  <a:lnTo>
                    <a:pt x="989" y="22323"/>
                  </a:lnTo>
                  <a:lnTo>
                    <a:pt x="944" y="23042"/>
                  </a:lnTo>
                  <a:lnTo>
                    <a:pt x="989" y="24344"/>
                  </a:lnTo>
                  <a:lnTo>
                    <a:pt x="1034" y="25377"/>
                  </a:lnTo>
                  <a:lnTo>
                    <a:pt x="1034" y="26096"/>
                  </a:lnTo>
                  <a:lnTo>
                    <a:pt x="1034" y="26320"/>
                  </a:lnTo>
                  <a:lnTo>
                    <a:pt x="944" y="26500"/>
                  </a:lnTo>
                  <a:lnTo>
                    <a:pt x="809" y="26680"/>
                  </a:lnTo>
                  <a:lnTo>
                    <a:pt x="585" y="26859"/>
                  </a:lnTo>
                  <a:lnTo>
                    <a:pt x="405" y="26949"/>
                  </a:lnTo>
                  <a:lnTo>
                    <a:pt x="225" y="26994"/>
                  </a:lnTo>
                  <a:lnTo>
                    <a:pt x="90" y="27039"/>
                  </a:lnTo>
                  <a:lnTo>
                    <a:pt x="90" y="27174"/>
                  </a:lnTo>
                  <a:lnTo>
                    <a:pt x="46" y="27848"/>
                  </a:lnTo>
                  <a:lnTo>
                    <a:pt x="1" y="28521"/>
                  </a:lnTo>
                  <a:lnTo>
                    <a:pt x="46" y="29195"/>
                  </a:lnTo>
                  <a:lnTo>
                    <a:pt x="90" y="29824"/>
                  </a:lnTo>
                  <a:lnTo>
                    <a:pt x="180" y="30453"/>
                  </a:lnTo>
                  <a:lnTo>
                    <a:pt x="315" y="31037"/>
                  </a:lnTo>
                  <a:lnTo>
                    <a:pt x="450" y="31620"/>
                  </a:lnTo>
                  <a:lnTo>
                    <a:pt x="629" y="32204"/>
                  </a:lnTo>
                  <a:lnTo>
                    <a:pt x="809" y="32743"/>
                  </a:lnTo>
                  <a:lnTo>
                    <a:pt x="1034" y="33282"/>
                  </a:lnTo>
                  <a:lnTo>
                    <a:pt x="1573" y="34270"/>
                  </a:lnTo>
                  <a:lnTo>
                    <a:pt x="2112" y="35214"/>
                  </a:lnTo>
                  <a:lnTo>
                    <a:pt x="2740" y="36067"/>
                  </a:lnTo>
                  <a:lnTo>
                    <a:pt x="3369" y="36831"/>
                  </a:lnTo>
                  <a:lnTo>
                    <a:pt x="3998" y="37504"/>
                  </a:lnTo>
                  <a:lnTo>
                    <a:pt x="4627" y="38133"/>
                  </a:lnTo>
                  <a:lnTo>
                    <a:pt x="5256" y="38672"/>
                  </a:lnTo>
                  <a:lnTo>
                    <a:pt x="5795" y="39121"/>
                  </a:lnTo>
                  <a:lnTo>
                    <a:pt x="6289" y="39481"/>
                  </a:lnTo>
                  <a:lnTo>
                    <a:pt x="7007" y="39975"/>
                  </a:lnTo>
                  <a:lnTo>
                    <a:pt x="7232" y="40109"/>
                  </a:lnTo>
                  <a:lnTo>
                    <a:pt x="7277" y="39840"/>
                  </a:lnTo>
                  <a:lnTo>
                    <a:pt x="9118" y="34585"/>
                  </a:lnTo>
                  <a:lnTo>
                    <a:pt x="10870" y="29330"/>
                  </a:lnTo>
                  <a:lnTo>
                    <a:pt x="12622" y="24075"/>
                  </a:lnTo>
                  <a:lnTo>
                    <a:pt x="14329" y="18865"/>
                  </a:lnTo>
                  <a:lnTo>
                    <a:pt x="15676" y="14687"/>
                  </a:lnTo>
                  <a:lnTo>
                    <a:pt x="16350" y="12442"/>
                  </a:lnTo>
                  <a:lnTo>
                    <a:pt x="16979" y="10106"/>
                  </a:lnTo>
                  <a:lnTo>
                    <a:pt x="17518" y="7726"/>
                  </a:lnTo>
                  <a:lnTo>
                    <a:pt x="17742" y="6558"/>
                  </a:lnTo>
                  <a:lnTo>
                    <a:pt x="17967" y="5300"/>
                  </a:lnTo>
                  <a:lnTo>
                    <a:pt x="18191" y="4088"/>
                  </a:lnTo>
                  <a:lnTo>
                    <a:pt x="18326" y="2875"/>
                  </a:lnTo>
                  <a:lnTo>
                    <a:pt x="18461" y="1617"/>
                  </a:lnTo>
                  <a:lnTo>
                    <a:pt x="18551" y="404"/>
                  </a:lnTo>
                  <a:lnTo>
                    <a:pt x="18551" y="0"/>
                  </a:lnTo>
                  <a:close/>
                </a:path>
              </a:pathLst>
            </a:custGeom>
            <a:solidFill>
              <a:srgbClr val="9AC45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56"/>
            <p:cNvSpPr/>
            <p:nvPr/>
          </p:nvSpPr>
          <p:spPr>
            <a:xfrm>
              <a:off x="6577875" y="3000100"/>
              <a:ext cx="413250" cy="988150"/>
            </a:xfrm>
            <a:custGeom>
              <a:rect b="b" l="l" r="r" t="t"/>
              <a:pathLst>
                <a:path extrusionOk="0" h="39526" w="16530">
                  <a:moveTo>
                    <a:pt x="11858" y="6917"/>
                  </a:moveTo>
                  <a:lnTo>
                    <a:pt x="11858" y="6962"/>
                  </a:lnTo>
                  <a:lnTo>
                    <a:pt x="11858" y="7007"/>
                  </a:lnTo>
                  <a:lnTo>
                    <a:pt x="11634" y="7860"/>
                  </a:lnTo>
                  <a:lnTo>
                    <a:pt x="11589" y="7905"/>
                  </a:lnTo>
                  <a:lnTo>
                    <a:pt x="11544" y="7860"/>
                  </a:lnTo>
                  <a:lnTo>
                    <a:pt x="11544" y="7815"/>
                  </a:lnTo>
                  <a:lnTo>
                    <a:pt x="11769" y="6962"/>
                  </a:lnTo>
                  <a:lnTo>
                    <a:pt x="11813" y="6962"/>
                  </a:lnTo>
                  <a:lnTo>
                    <a:pt x="11858" y="6917"/>
                  </a:lnTo>
                  <a:close/>
                  <a:moveTo>
                    <a:pt x="11858" y="10241"/>
                  </a:moveTo>
                  <a:lnTo>
                    <a:pt x="11903" y="10286"/>
                  </a:lnTo>
                  <a:lnTo>
                    <a:pt x="11230" y="11768"/>
                  </a:lnTo>
                  <a:lnTo>
                    <a:pt x="11409" y="11858"/>
                  </a:lnTo>
                  <a:lnTo>
                    <a:pt x="11140" y="11813"/>
                  </a:lnTo>
                  <a:lnTo>
                    <a:pt x="11140" y="11768"/>
                  </a:lnTo>
                  <a:lnTo>
                    <a:pt x="11813" y="10241"/>
                  </a:lnTo>
                  <a:close/>
                  <a:moveTo>
                    <a:pt x="12308" y="13789"/>
                  </a:moveTo>
                  <a:lnTo>
                    <a:pt x="12308" y="13879"/>
                  </a:lnTo>
                  <a:lnTo>
                    <a:pt x="9882" y="17248"/>
                  </a:lnTo>
                  <a:lnTo>
                    <a:pt x="10017" y="17337"/>
                  </a:lnTo>
                  <a:lnTo>
                    <a:pt x="9792" y="17248"/>
                  </a:lnTo>
                  <a:lnTo>
                    <a:pt x="9747" y="17203"/>
                  </a:lnTo>
                  <a:lnTo>
                    <a:pt x="9792" y="17158"/>
                  </a:lnTo>
                  <a:lnTo>
                    <a:pt x="12218" y="13834"/>
                  </a:lnTo>
                  <a:lnTo>
                    <a:pt x="12308" y="13789"/>
                  </a:lnTo>
                  <a:close/>
                  <a:moveTo>
                    <a:pt x="14149" y="17113"/>
                  </a:moveTo>
                  <a:lnTo>
                    <a:pt x="14149" y="17158"/>
                  </a:lnTo>
                  <a:lnTo>
                    <a:pt x="13385" y="18281"/>
                  </a:lnTo>
                  <a:lnTo>
                    <a:pt x="12577" y="19404"/>
                  </a:lnTo>
                  <a:lnTo>
                    <a:pt x="11724" y="20437"/>
                  </a:lnTo>
                  <a:lnTo>
                    <a:pt x="10825" y="21470"/>
                  </a:lnTo>
                  <a:lnTo>
                    <a:pt x="9837" y="22413"/>
                  </a:lnTo>
                  <a:lnTo>
                    <a:pt x="8849" y="23356"/>
                  </a:lnTo>
                  <a:lnTo>
                    <a:pt x="7816" y="24209"/>
                  </a:lnTo>
                  <a:lnTo>
                    <a:pt x="6738" y="25063"/>
                  </a:lnTo>
                  <a:lnTo>
                    <a:pt x="6873" y="25198"/>
                  </a:lnTo>
                  <a:lnTo>
                    <a:pt x="6648" y="25018"/>
                  </a:lnTo>
                  <a:lnTo>
                    <a:pt x="6693" y="24973"/>
                  </a:lnTo>
                  <a:lnTo>
                    <a:pt x="7771" y="24120"/>
                  </a:lnTo>
                  <a:lnTo>
                    <a:pt x="8804" y="23266"/>
                  </a:lnTo>
                  <a:lnTo>
                    <a:pt x="9792" y="22368"/>
                  </a:lnTo>
                  <a:lnTo>
                    <a:pt x="10736" y="21380"/>
                  </a:lnTo>
                  <a:lnTo>
                    <a:pt x="11634" y="20392"/>
                  </a:lnTo>
                  <a:lnTo>
                    <a:pt x="12487" y="19314"/>
                  </a:lnTo>
                  <a:lnTo>
                    <a:pt x="13296" y="18236"/>
                  </a:lnTo>
                  <a:lnTo>
                    <a:pt x="14059" y="17113"/>
                  </a:lnTo>
                  <a:close/>
                  <a:moveTo>
                    <a:pt x="8445" y="26186"/>
                  </a:moveTo>
                  <a:lnTo>
                    <a:pt x="8490" y="26231"/>
                  </a:lnTo>
                  <a:lnTo>
                    <a:pt x="8445" y="26276"/>
                  </a:lnTo>
                  <a:lnTo>
                    <a:pt x="6783" y="27219"/>
                  </a:lnTo>
                  <a:lnTo>
                    <a:pt x="6873" y="27398"/>
                  </a:lnTo>
                  <a:lnTo>
                    <a:pt x="6873" y="27398"/>
                  </a:lnTo>
                  <a:lnTo>
                    <a:pt x="6693" y="27219"/>
                  </a:lnTo>
                  <a:lnTo>
                    <a:pt x="6693" y="27174"/>
                  </a:lnTo>
                  <a:lnTo>
                    <a:pt x="6693" y="27129"/>
                  </a:lnTo>
                  <a:lnTo>
                    <a:pt x="8400" y="26186"/>
                  </a:lnTo>
                  <a:close/>
                  <a:moveTo>
                    <a:pt x="6783" y="30183"/>
                  </a:moveTo>
                  <a:lnTo>
                    <a:pt x="6783" y="30228"/>
                  </a:lnTo>
                  <a:lnTo>
                    <a:pt x="6738" y="30273"/>
                  </a:lnTo>
                  <a:lnTo>
                    <a:pt x="6064" y="30632"/>
                  </a:lnTo>
                  <a:lnTo>
                    <a:pt x="5975" y="30632"/>
                  </a:lnTo>
                  <a:lnTo>
                    <a:pt x="5975" y="30587"/>
                  </a:lnTo>
                  <a:lnTo>
                    <a:pt x="6019" y="30542"/>
                  </a:lnTo>
                  <a:lnTo>
                    <a:pt x="6693" y="30183"/>
                  </a:lnTo>
                  <a:close/>
                  <a:moveTo>
                    <a:pt x="10017" y="30812"/>
                  </a:moveTo>
                  <a:lnTo>
                    <a:pt x="10017" y="30857"/>
                  </a:lnTo>
                  <a:lnTo>
                    <a:pt x="10017" y="30902"/>
                  </a:lnTo>
                  <a:lnTo>
                    <a:pt x="9298" y="31576"/>
                  </a:lnTo>
                  <a:lnTo>
                    <a:pt x="8535" y="32159"/>
                  </a:lnTo>
                  <a:lnTo>
                    <a:pt x="7771" y="32743"/>
                  </a:lnTo>
                  <a:lnTo>
                    <a:pt x="6963" y="33282"/>
                  </a:lnTo>
                  <a:lnTo>
                    <a:pt x="6109" y="33731"/>
                  </a:lnTo>
                  <a:lnTo>
                    <a:pt x="5256" y="34181"/>
                  </a:lnTo>
                  <a:lnTo>
                    <a:pt x="4358" y="34585"/>
                  </a:lnTo>
                  <a:lnTo>
                    <a:pt x="3414" y="34899"/>
                  </a:lnTo>
                  <a:lnTo>
                    <a:pt x="3504" y="35079"/>
                  </a:lnTo>
                  <a:lnTo>
                    <a:pt x="3369" y="34854"/>
                  </a:lnTo>
                  <a:lnTo>
                    <a:pt x="3414" y="34809"/>
                  </a:lnTo>
                  <a:lnTo>
                    <a:pt x="4313" y="34450"/>
                  </a:lnTo>
                  <a:lnTo>
                    <a:pt x="5211" y="34091"/>
                  </a:lnTo>
                  <a:lnTo>
                    <a:pt x="6064" y="33642"/>
                  </a:lnTo>
                  <a:lnTo>
                    <a:pt x="6918" y="33192"/>
                  </a:lnTo>
                  <a:lnTo>
                    <a:pt x="7726" y="32653"/>
                  </a:lnTo>
                  <a:lnTo>
                    <a:pt x="8490" y="32115"/>
                  </a:lnTo>
                  <a:lnTo>
                    <a:pt x="9253" y="31486"/>
                  </a:lnTo>
                  <a:lnTo>
                    <a:pt x="9972" y="30857"/>
                  </a:lnTo>
                  <a:lnTo>
                    <a:pt x="10017" y="30812"/>
                  </a:lnTo>
                  <a:close/>
                  <a:moveTo>
                    <a:pt x="5121" y="36292"/>
                  </a:moveTo>
                  <a:lnTo>
                    <a:pt x="4941" y="36471"/>
                  </a:lnTo>
                  <a:lnTo>
                    <a:pt x="4492" y="36741"/>
                  </a:lnTo>
                  <a:lnTo>
                    <a:pt x="3998" y="36965"/>
                  </a:lnTo>
                  <a:lnTo>
                    <a:pt x="3549" y="37145"/>
                  </a:lnTo>
                  <a:lnTo>
                    <a:pt x="3010" y="37235"/>
                  </a:lnTo>
                  <a:lnTo>
                    <a:pt x="2965" y="37190"/>
                  </a:lnTo>
                  <a:lnTo>
                    <a:pt x="3010" y="37100"/>
                  </a:lnTo>
                  <a:lnTo>
                    <a:pt x="3504" y="37010"/>
                  </a:lnTo>
                  <a:lnTo>
                    <a:pt x="3998" y="36876"/>
                  </a:lnTo>
                  <a:lnTo>
                    <a:pt x="4447" y="36651"/>
                  </a:lnTo>
                  <a:lnTo>
                    <a:pt x="4852" y="36381"/>
                  </a:lnTo>
                  <a:lnTo>
                    <a:pt x="4897" y="36381"/>
                  </a:lnTo>
                  <a:lnTo>
                    <a:pt x="4941" y="36426"/>
                  </a:lnTo>
                  <a:lnTo>
                    <a:pt x="5121" y="36292"/>
                  </a:lnTo>
                  <a:close/>
                  <a:moveTo>
                    <a:pt x="11319" y="0"/>
                  </a:moveTo>
                  <a:lnTo>
                    <a:pt x="11274" y="809"/>
                  </a:lnTo>
                  <a:lnTo>
                    <a:pt x="11140" y="1976"/>
                  </a:lnTo>
                  <a:lnTo>
                    <a:pt x="11005" y="3144"/>
                  </a:lnTo>
                  <a:lnTo>
                    <a:pt x="10825" y="4357"/>
                  </a:lnTo>
                  <a:lnTo>
                    <a:pt x="10646" y="5480"/>
                  </a:lnTo>
                  <a:lnTo>
                    <a:pt x="10152" y="7815"/>
                  </a:lnTo>
                  <a:lnTo>
                    <a:pt x="9613" y="10061"/>
                  </a:lnTo>
                  <a:lnTo>
                    <a:pt x="9029" y="12262"/>
                  </a:lnTo>
                  <a:lnTo>
                    <a:pt x="8400" y="14373"/>
                  </a:lnTo>
                  <a:lnTo>
                    <a:pt x="7142" y="18370"/>
                  </a:lnTo>
                  <a:lnTo>
                    <a:pt x="5436" y="23581"/>
                  </a:lnTo>
                  <a:lnTo>
                    <a:pt x="3684" y="28791"/>
                  </a:lnTo>
                  <a:lnTo>
                    <a:pt x="1887" y="34046"/>
                  </a:lnTo>
                  <a:lnTo>
                    <a:pt x="91" y="39256"/>
                  </a:lnTo>
                  <a:lnTo>
                    <a:pt x="1" y="39526"/>
                  </a:lnTo>
                  <a:lnTo>
                    <a:pt x="315" y="39526"/>
                  </a:lnTo>
                  <a:lnTo>
                    <a:pt x="1303" y="39481"/>
                  </a:lnTo>
                  <a:lnTo>
                    <a:pt x="1977" y="39391"/>
                  </a:lnTo>
                  <a:lnTo>
                    <a:pt x="2696" y="39256"/>
                  </a:lnTo>
                  <a:lnTo>
                    <a:pt x="3504" y="39121"/>
                  </a:lnTo>
                  <a:lnTo>
                    <a:pt x="4358" y="38897"/>
                  </a:lnTo>
                  <a:lnTo>
                    <a:pt x="5256" y="38627"/>
                  </a:lnTo>
                  <a:lnTo>
                    <a:pt x="6154" y="38268"/>
                  </a:lnTo>
                  <a:lnTo>
                    <a:pt x="7052" y="37864"/>
                  </a:lnTo>
                  <a:lnTo>
                    <a:pt x="7996" y="37370"/>
                  </a:lnTo>
                  <a:lnTo>
                    <a:pt x="8894" y="36786"/>
                  </a:lnTo>
                  <a:lnTo>
                    <a:pt x="9747" y="36067"/>
                  </a:lnTo>
                  <a:lnTo>
                    <a:pt x="10152" y="35708"/>
                  </a:lnTo>
                  <a:lnTo>
                    <a:pt x="10556" y="35303"/>
                  </a:lnTo>
                  <a:lnTo>
                    <a:pt x="10960" y="34854"/>
                  </a:lnTo>
                  <a:lnTo>
                    <a:pt x="11319" y="34405"/>
                  </a:lnTo>
                  <a:lnTo>
                    <a:pt x="11679" y="33911"/>
                  </a:lnTo>
                  <a:lnTo>
                    <a:pt x="12038" y="33372"/>
                  </a:lnTo>
                  <a:lnTo>
                    <a:pt x="12352" y="32788"/>
                  </a:lnTo>
                  <a:lnTo>
                    <a:pt x="12622" y="32204"/>
                  </a:lnTo>
                  <a:lnTo>
                    <a:pt x="12712" y="32070"/>
                  </a:lnTo>
                  <a:lnTo>
                    <a:pt x="12577" y="31980"/>
                  </a:lnTo>
                  <a:lnTo>
                    <a:pt x="12487" y="31845"/>
                  </a:lnTo>
                  <a:lnTo>
                    <a:pt x="12352" y="31665"/>
                  </a:lnTo>
                  <a:lnTo>
                    <a:pt x="12263" y="31441"/>
                  </a:lnTo>
                  <a:lnTo>
                    <a:pt x="12263" y="31171"/>
                  </a:lnTo>
                  <a:lnTo>
                    <a:pt x="12263" y="30992"/>
                  </a:lnTo>
                  <a:lnTo>
                    <a:pt x="12352" y="30812"/>
                  </a:lnTo>
                  <a:lnTo>
                    <a:pt x="12802" y="30183"/>
                  </a:lnTo>
                  <a:lnTo>
                    <a:pt x="13341" y="29330"/>
                  </a:lnTo>
                  <a:lnTo>
                    <a:pt x="14059" y="28252"/>
                  </a:lnTo>
                  <a:lnTo>
                    <a:pt x="14419" y="27578"/>
                  </a:lnTo>
                  <a:lnTo>
                    <a:pt x="14778" y="26859"/>
                  </a:lnTo>
                  <a:lnTo>
                    <a:pt x="15137" y="26051"/>
                  </a:lnTo>
                  <a:lnTo>
                    <a:pt x="15452" y="25198"/>
                  </a:lnTo>
                  <a:lnTo>
                    <a:pt x="15766" y="24299"/>
                  </a:lnTo>
                  <a:lnTo>
                    <a:pt x="16035" y="23311"/>
                  </a:lnTo>
                  <a:lnTo>
                    <a:pt x="16260" y="22233"/>
                  </a:lnTo>
                  <a:lnTo>
                    <a:pt x="16440" y="21110"/>
                  </a:lnTo>
                  <a:lnTo>
                    <a:pt x="16530" y="19943"/>
                  </a:lnTo>
                  <a:lnTo>
                    <a:pt x="16530" y="18685"/>
                  </a:lnTo>
                  <a:lnTo>
                    <a:pt x="16485" y="17382"/>
                  </a:lnTo>
                  <a:lnTo>
                    <a:pt x="16305" y="16035"/>
                  </a:lnTo>
                  <a:lnTo>
                    <a:pt x="16305" y="15900"/>
                  </a:lnTo>
                  <a:lnTo>
                    <a:pt x="16170" y="15855"/>
                  </a:lnTo>
                  <a:lnTo>
                    <a:pt x="15991" y="15765"/>
                  </a:lnTo>
                  <a:lnTo>
                    <a:pt x="15811" y="15631"/>
                  </a:lnTo>
                  <a:lnTo>
                    <a:pt x="15631" y="15406"/>
                  </a:lnTo>
                  <a:lnTo>
                    <a:pt x="15541" y="15137"/>
                  </a:lnTo>
                  <a:lnTo>
                    <a:pt x="15182" y="13071"/>
                  </a:lnTo>
                  <a:lnTo>
                    <a:pt x="14823" y="11409"/>
                  </a:lnTo>
                  <a:lnTo>
                    <a:pt x="14374" y="9477"/>
                  </a:lnTo>
                  <a:lnTo>
                    <a:pt x="13835" y="7366"/>
                  </a:lnTo>
                  <a:lnTo>
                    <a:pt x="13206" y="5121"/>
                  </a:lnTo>
                  <a:lnTo>
                    <a:pt x="12847" y="3998"/>
                  </a:lnTo>
                  <a:lnTo>
                    <a:pt x="12487" y="2920"/>
                  </a:lnTo>
                  <a:lnTo>
                    <a:pt x="12083" y="1797"/>
                  </a:lnTo>
                  <a:lnTo>
                    <a:pt x="11634" y="764"/>
                  </a:lnTo>
                  <a:lnTo>
                    <a:pt x="11319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56"/>
            <p:cNvSpPr/>
            <p:nvPr/>
          </p:nvSpPr>
          <p:spPr>
            <a:xfrm>
              <a:off x="6370150" y="2960800"/>
              <a:ext cx="505325" cy="1053275"/>
            </a:xfrm>
            <a:custGeom>
              <a:rect b="b" l="l" r="r" t="t"/>
              <a:pathLst>
                <a:path extrusionOk="0" h="42131" w="20213">
                  <a:moveTo>
                    <a:pt x="19404" y="0"/>
                  </a:moveTo>
                  <a:lnTo>
                    <a:pt x="19314" y="45"/>
                  </a:lnTo>
                  <a:lnTo>
                    <a:pt x="19179" y="90"/>
                  </a:lnTo>
                  <a:lnTo>
                    <a:pt x="18146" y="764"/>
                  </a:lnTo>
                  <a:lnTo>
                    <a:pt x="17113" y="1482"/>
                  </a:lnTo>
                  <a:lnTo>
                    <a:pt x="16080" y="2291"/>
                  </a:lnTo>
                  <a:lnTo>
                    <a:pt x="15092" y="3144"/>
                  </a:lnTo>
                  <a:lnTo>
                    <a:pt x="14104" y="3998"/>
                  </a:lnTo>
                  <a:lnTo>
                    <a:pt x="13116" y="4851"/>
                  </a:lnTo>
                  <a:lnTo>
                    <a:pt x="11319" y="6558"/>
                  </a:lnTo>
                  <a:lnTo>
                    <a:pt x="9747" y="8175"/>
                  </a:lnTo>
                  <a:lnTo>
                    <a:pt x="8400" y="9612"/>
                  </a:lnTo>
                  <a:lnTo>
                    <a:pt x="6738" y="11409"/>
                  </a:lnTo>
                  <a:lnTo>
                    <a:pt x="6513" y="11319"/>
                  </a:lnTo>
                  <a:lnTo>
                    <a:pt x="6289" y="11319"/>
                  </a:lnTo>
                  <a:lnTo>
                    <a:pt x="6064" y="11409"/>
                  </a:lnTo>
                  <a:lnTo>
                    <a:pt x="5839" y="11543"/>
                  </a:lnTo>
                  <a:lnTo>
                    <a:pt x="4896" y="12711"/>
                  </a:lnTo>
                  <a:lnTo>
                    <a:pt x="4088" y="13834"/>
                  </a:lnTo>
                  <a:lnTo>
                    <a:pt x="3414" y="15002"/>
                  </a:lnTo>
                  <a:lnTo>
                    <a:pt x="2830" y="16125"/>
                  </a:lnTo>
                  <a:lnTo>
                    <a:pt x="2336" y="17248"/>
                  </a:lnTo>
                  <a:lnTo>
                    <a:pt x="1932" y="18326"/>
                  </a:lnTo>
                  <a:lnTo>
                    <a:pt x="1617" y="19404"/>
                  </a:lnTo>
                  <a:lnTo>
                    <a:pt x="1348" y="20392"/>
                  </a:lnTo>
                  <a:lnTo>
                    <a:pt x="1168" y="21380"/>
                  </a:lnTo>
                  <a:lnTo>
                    <a:pt x="1078" y="22323"/>
                  </a:lnTo>
                  <a:lnTo>
                    <a:pt x="989" y="23176"/>
                  </a:lnTo>
                  <a:lnTo>
                    <a:pt x="944" y="23985"/>
                  </a:lnTo>
                  <a:lnTo>
                    <a:pt x="944" y="25377"/>
                  </a:lnTo>
                  <a:lnTo>
                    <a:pt x="1034" y="26455"/>
                  </a:lnTo>
                  <a:lnTo>
                    <a:pt x="1034" y="27039"/>
                  </a:lnTo>
                  <a:lnTo>
                    <a:pt x="944" y="27084"/>
                  </a:lnTo>
                  <a:lnTo>
                    <a:pt x="674" y="27084"/>
                  </a:lnTo>
                  <a:lnTo>
                    <a:pt x="405" y="27219"/>
                  </a:lnTo>
                  <a:lnTo>
                    <a:pt x="225" y="27398"/>
                  </a:lnTo>
                  <a:lnTo>
                    <a:pt x="180" y="27533"/>
                  </a:lnTo>
                  <a:lnTo>
                    <a:pt x="135" y="27668"/>
                  </a:lnTo>
                  <a:lnTo>
                    <a:pt x="45" y="28521"/>
                  </a:lnTo>
                  <a:lnTo>
                    <a:pt x="0" y="29330"/>
                  </a:lnTo>
                  <a:lnTo>
                    <a:pt x="0" y="30138"/>
                  </a:lnTo>
                  <a:lnTo>
                    <a:pt x="90" y="30902"/>
                  </a:lnTo>
                  <a:lnTo>
                    <a:pt x="180" y="31665"/>
                  </a:lnTo>
                  <a:lnTo>
                    <a:pt x="360" y="32384"/>
                  </a:lnTo>
                  <a:lnTo>
                    <a:pt x="539" y="33103"/>
                  </a:lnTo>
                  <a:lnTo>
                    <a:pt x="764" y="33776"/>
                  </a:lnTo>
                  <a:lnTo>
                    <a:pt x="989" y="34405"/>
                  </a:lnTo>
                  <a:lnTo>
                    <a:pt x="1303" y="35034"/>
                  </a:lnTo>
                  <a:lnTo>
                    <a:pt x="1617" y="35663"/>
                  </a:lnTo>
                  <a:lnTo>
                    <a:pt x="1932" y="36247"/>
                  </a:lnTo>
                  <a:lnTo>
                    <a:pt x="2291" y="36786"/>
                  </a:lnTo>
                  <a:lnTo>
                    <a:pt x="2650" y="37280"/>
                  </a:lnTo>
                  <a:lnTo>
                    <a:pt x="3414" y="38268"/>
                  </a:lnTo>
                  <a:lnTo>
                    <a:pt x="4178" y="39121"/>
                  </a:lnTo>
                  <a:lnTo>
                    <a:pt x="4941" y="39885"/>
                  </a:lnTo>
                  <a:lnTo>
                    <a:pt x="5660" y="40514"/>
                  </a:lnTo>
                  <a:lnTo>
                    <a:pt x="6334" y="41053"/>
                  </a:lnTo>
                  <a:lnTo>
                    <a:pt x="6872" y="41457"/>
                  </a:lnTo>
                  <a:lnTo>
                    <a:pt x="7322" y="41771"/>
                  </a:lnTo>
                  <a:lnTo>
                    <a:pt x="7726" y="42041"/>
                  </a:lnTo>
                  <a:lnTo>
                    <a:pt x="7906" y="42086"/>
                  </a:lnTo>
                  <a:lnTo>
                    <a:pt x="8085" y="42131"/>
                  </a:lnTo>
                  <a:lnTo>
                    <a:pt x="8265" y="42086"/>
                  </a:lnTo>
                  <a:lnTo>
                    <a:pt x="8445" y="41996"/>
                  </a:lnTo>
                  <a:lnTo>
                    <a:pt x="8579" y="41906"/>
                  </a:lnTo>
                  <a:lnTo>
                    <a:pt x="8669" y="41771"/>
                  </a:lnTo>
                  <a:lnTo>
                    <a:pt x="8759" y="41636"/>
                  </a:lnTo>
                  <a:lnTo>
                    <a:pt x="8759" y="41502"/>
                  </a:lnTo>
                  <a:lnTo>
                    <a:pt x="8759" y="41232"/>
                  </a:lnTo>
                  <a:lnTo>
                    <a:pt x="8624" y="41008"/>
                  </a:lnTo>
                  <a:lnTo>
                    <a:pt x="8534" y="40918"/>
                  </a:lnTo>
                  <a:lnTo>
                    <a:pt x="8445" y="40828"/>
                  </a:lnTo>
                  <a:lnTo>
                    <a:pt x="8085" y="40603"/>
                  </a:lnTo>
                  <a:lnTo>
                    <a:pt x="7187" y="39975"/>
                  </a:lnTo>
                  <a:lnTo>
                    <a:pt x="6603" y="39525"/>
                  </a:lnTo>
                  <a:lnTo>
                    <a:pt x="5974" y="38942"/>
                  </a:lnTo>
                  <a:lnTo>
                    <a:pt x="5300" y="38313"/>
                  </a:lnTo>
                  <a:lnTo>
                    <a:pt x="4582" y="37549"/>
                  </a:lnTo>
                  <a:lnTo>
                    <a:pt x="3908" y="36696"/>
                  </a:lnTo>
                  <a:lnTo>
                    <a:pt x="3279" y="35798"/>
                  </a:lnTo>
                  <a:lnTo>
                    <a:pt x="2965" y="35303"/>
                  </a:lnTo>
                  <a:lnTo>
                    <a:pt x="2695" y="34764"/>
                  </a:lnTo>
                  <a:lnTo>
                    <a:pt x="2426" y="34225"/>
                  </a:lnTo>
                  <a:lnTo>
                    <a:pt x="2201" y="33642"/>
                  </a:lnTo>
                  <a:lnTo>
                    <a:pt x="1977" y="33058"/>
                  </a:lnTo>
                  <a:lnTo>
                    <a:pt x="1797" y="32474"/>
                  </a:lnTo>
                  <a:lnTo>
                    <a:pt x="1617" y="31845"/>
                  </a:lnTo>
                  <a:lnTo>
                    <a:pt x="1528" y="31171"/>
                  </a:lnTo>
                  <a:lnTo>
                    <a:pt x="1438" y="30498"/>
                  </a:lnTo>
                  <a:lnTo>
                    <a:pt x="1393" y="29824"/>
                  </a:lnTo>
                  <a:lnTo>
                    <a:pt x="1393" y="29105"/>
                  </a:lnTo>
                  <a:lnTo>
                    <a:pt x="1438" y="28387"/>
                  </a:lnTo>
                  <a:lnTo>
                    <a:pt x="1662" y="28297"/>
                  </a:lnTo>
                  <a:lnTo>
                    <a:pt x="1887" y="28162"/>
                  </a:lnTo>
                  <a:lnTo>
                    <a:pt x="2111" y="27982"/>
                  </a:lnTo>
                  <a:lnTo>
                    <a:pt x="2291" y="27713"/>
                  </a:lnTo>
                  <a:lnTo>
                    <a:pt x="2381" y="27488"/>
                  </a:lnTo>
                  <a:lnTo>
                    <a:pt x="2426" y="27219"/>
                  </a:lnTo>
                  <a:lnTo>
                    <a:pt x="2426" y="26859"/>
                  </a:lnTo>
                  <a:lnTo>
                    <a:pt x="2381" y="26365"/>
                  </a:lnTo>
                  <a:lnTo>
                    <a:pt x="2336" y="25377"/>
                  </a:lnTo>
                  <a:lnTo>
                    <a:pt x="2336" y="24120"/>
                  </a:lnTo>
                  <a:lnTo>
                    <a:pt x="2381" y="23356"/>
                  </a:lnTo>
                  <a:lnTo>
                    <a:pt x="2426" y="22592"/>
                  </a:lnTo>
                  <a:lnTo>
                    <a:pt x="2516" y="21739"/>
                  </a:lnTo>
                  <a:lnTo>
                    <a:pt x="2695" y="20886"/>
                  </a:lnTo>
                  <a:lnTo>
                    <a:pt x="2920" y="19942"/>
                  </a:lnTo>
                  <a:lnTo>
                    <a:pt x="3189" y="18999"/>
                  </a:lnTo>
                  <a:lnTo>
                    <a:pt x="3504" y="18011"/>
                  </a:lnTo>
                  <a:lnTo>
                    <a:pt x="3953" y="16978"/>
                  </a:lnTo>
                  <a:lnTo>
                    <a:pt x="4447" y="15945"/>
                  </a:lnTo>
                  <a:lnTo>
                    <a:pt x="5076" y="14912"/>
                  </a:lnTo>
                  <a:lnTo>
                    <a:pt x="5795" y="13834"/>
                  </a:lnTo>
                  <a:lnTo>
                    <a:pt x="6603" y="12801"/>
                  </a:lnTo>
                  <a:lnTo>
                    <a:pt x="6917" y="12801"/>
                  </a:lnTo>
                  <a:lnTo>
                    <a:pt x="7232" y="12756"/>
                  </a:lnTo>
                  <a:lnTo>
                    <a:pt x="7501" y="12621"/>
                  </a:lnTo>
                  <a:lnTo>
                    <a:pt x="7681" y="12487"/>
                  </a:lnTo>
                  <a:lnTo>
                    <a:pt x="7816" y="12352"/>
                  </a:lnTo>
                  <a:lnTo>
                    <a:pt x="9208" y="10780"/>
                  </a:lnTo>
                  <a:lnTo>
                    <a:pt x="10511" y="9387"/>
                  </a:lnTo>
                  <a:lnTo>
                    <a:pt x="12083" y="7771"/>
                  </a:lnTo>
                  <a:lnTo>
                    <a:pt x="13879" y="6064"/>
                  </a:lnTo>
                  <a:lnTo>
                    <a:pt x="14822" y="5165"/>
                  </a:lnTo>
                  <a:lnTo>
                    <a:pt x="15811" y="4312"/>
                  </a:lnTo>
                  <a:lnTo>
                    <a:pt x="16844" y="3459"/>
                  </a:lnTo>
                  <a:lnTo>
                    <a:pt x="17877" y="2695"/>
                  </a:lnTo>
                  <a:lnTo>
                    <a:pt x="18865" y="1932"/>
                  </a:lnTo>
                  <a:lnTo>
                    <a:pt x="19898" y="1258"/>
                  </a:lnTo>
                  <a:lnTo>
                    <a:pt x="20033" y="1168"/>
                  </a:lnTo>
                  <a:lnTo>
                    <a:pt x="20078" y="1078"/>
                  </a:lnTo>
                  <a:lnTo>
                    <a:pt x="20212" y="809"/>
                  </a:lnTo>
                  <a:lnTo>
                    <a:pt x="20212" y="539"/>
                  </a:lnTo>
                  <a:lnTo>
                    <a:pt x="20167" y="449"/>
                  </a:lnTo>
                  <a:lnTo>
                    <a:pt x="20122" y="315"/>
                  </a:lnTo>
                  <a:lnTo>
                    <a:pt x="20033" y="180"/>
                  </a:lnTo>
                  <a:lnTo>
                    <a:pt x="19943" y="90"/>
                  </a:lnTo>
                  <a:lnTo>
                    <a:pt x="1967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56"/>
            <p:cNvSpPr/>
            <p:nvPr/>
          </p:nvSpPr>
          <p:spPr>
            <a:xfrm>
              <a:off x="6555425" y="2960800"/>
              <a:ext cx="460400" cy="1053275"/>
            </a:xfrm>
            <a:custGeom>
              <a:rect b="b" l="l" r="r" t="t"/>
              <a:pathLst>
                <a:path extrusionOk="0" h="42131" w="18416">
                  <a:moveTo>
                    <a:pt x="11948" y="0"/>
                  </a:moveTo>
                  <a:lnTo>
                    <a:pt x="11813" y="45"/>
                  </a:lnTo>
                  <a:lnTo>
                    <a:pt x="11678" y="135"/>
                  </a:lnTo>
                  <a:lnTo>
                    <a:pt x="11589" y="225"/>
                  </a:lnTo>
                  <a:lnTo>
                    <a:pt x="11454" y="449"/>
                  </a:lnTo>
                  <a:lnTo>
                    <a:pt x="11454" y="719"/>
                  </a:lnTo>
                  <a:lnTo>
                    <a:pt x="11454" y="854"/>
                  </a:lnTo>
                  <a:lnTo>
                    <a:pt x="11499" y="988"/>
                  </a:lnTo>
                  <a:lnTo>
                    <a:pt x="11993" y="2066"/>
                  </a:lnTo>
                  <a:lnTo>
                    <a:pt x="12487" y="3189"/>
                  </a:lnTo>
                  <a:lnTo>
                    <a:pt x="12936" y="4357"/>
                  </a:lnTo>
                  <a:lnTo>
                    <a:pt x="13340" y="5525"/>
                  </a:lnTo>
                  <a:lnTo>
                    <a:pt x="13745" y="6737"/>
                  </a:lnTo>
                  <a:lnTo>
                    <a:pt x="14104" y="7950"/>
                  </a:lnTo>
                  <a:lnTo>
                    <a:pt x="14733" y="10331"/>
                  </a:lnTo>
                  <a:lnTo>
                    <a:pt x="15227" y="12487"/>
                  </a:lnTo>
                  <a:lnTo>
                    <a:pt x="15631" y="14373"/>
                  </a:lnTo>
                  <a:lnTo>
                    <a:pt x="16035" y="16754"/>
                  </a:lnTo>
                  <a:lnTo>
                    <a:pt x="16080" y="16933"/>
                  </a:lnTo>
                  <a:lnTo>
                    <a:pt x="16170" y="17113"/>
                  </a:lnTo>
                  <a:lnTo>
                    <a:pt x="16350" y="17382"/>
                  </a:lnTo>
                  <a:lnTo>
                    <a:pt x="16574" y="17607"/>
                  </a:lnTo>
                  <a:lnTo>
                    <a:pt x="16844" y="17787"/>
                  </a:lnTo>
                  <a:lnTo>
                    <a:pt x="17023" y="19089"/>
                  </a:lnTo>
                  <a:lnTo>
                    <a:pt x="17068" y="20347"/>
                  </a:lnTo>
                  <a:lnTo>
                    <a:pt x="17023" y="21559"/>
                  </a:lnTo>
                  <a:lnTo>
                    <a:pt x="16933" y="22727"/>
                  </a:lnTo>
                  <a:lnTo>
                    <a:pt x="16754" y="23805"/>
                  </a:lnTo>
                  <a:lnTo>
                    <a:pt x="16529" y="24838"/>
                  </a:lnTo>
                  <a:lnTo>
                    <a:pt x="16305" y="25781"/>
                  </a:lnTo>
                  <a:lnTo>
                    <a:pt x="15990" y="26680"/>
                  </a:lnTo>
                  <a:lnTo>
                    <a:pt x="15631" y="27533"/>
                  </a:lnTo>
                  <a:lnTo>
                    <a:pt x="15317" y="28297"/>
                  </a:lnTo>
                  <a:lnTo>
                    <a:pt x="14957" y="29015"/>
                  </a:lnTo>
                  <a:lnTo>
                    <a:pt x="14598" y="29644"/>
                  </a:lnTo>
                  <a:lnTo>
                    <a:pt x="13924" y="30722"/>
                  </a:lnTo>
                  <a:lnTo>
                    <a:pt x="13385" y="31531"/>
                  </a:lnTo>
                  <a:lnTo>
                    <a:pt x="13071" y="31935"/>
                  </a:lnTo>
                  <a:lnTo>
                    <a:pt x="12891" y="32249"/>
                  </a:lnTo>
                  <a:lnTo>
                    <a:pt x="12801" y="32519"/>
                  </a:lnTo>
                  <a:lnTo>
                    <a:pt x="12756" y="32743"/>
                  </a:lnTo>
                  <a:lnTo>
                    <a:pt x="12801" y="33058"/>
                  </a:lnTo>
                  <a:lnTo>
                    <a:pt x="12891" y="33327"/>
                  </a:lnTo>
                  <a:lnTo>
                    <a:pt x="12981" y="33552"/>
                  </a:lnTo>
                  <a:lnTo>
                    <a:pt x="13116" y="33731"/>
                  </a:lnTo>
                  <a:lnTo>
                    <a:pt x="12801" y="34405"/>
                  </a:lnTo>
                  <a:lnTo>
                    <a:pt x="12442" y="34989"/>
                  </a:lnTo>
                  <a:lnTo>
                    <a:pt x="12038" y="35573"/>
                  </a:lnTo>
                  <a:lnTo>
                    <a:pt x="11634" y="36112"/>
                  </a:lnTo>
                  <a:lnTo>
                    <a:pt x="11184" y="36606"/>
                  </a:lnTo>
                  <a:lnTo>
                    <a:pt x="10735" y="37055"/>
                  </a:lnTo>
                  <a:lnTo>
                    <a:pt x="10241" y="37459"/>
                  </a:lnTo>
                  <a:lnTo>
                    <a:pt x="9747" y="37864"/>
                  </a:lnTo>
                  <a:lnTo>
                    <a:pt x="9253" y="38223"/>
                  </a:lnTo>
                  <a:lnTo>
                    <a:pt x="8759" y="38537"/>
                  </a:lnTo>
                  <a:lnTo>
                    <a:pt x="8220" y="38852"/>
                  </a:lnTo>
                  <a:lnTo>
                    <a:pt x="7726" y="39121"/>
                  </a:lnTo>
                  <a:lnTo>
                    <a:pt x="6693" y="39570"/>
                  </a:lnTo>
                  <a:lnTo>
                    <a:pt x="5660" y="39930"/>
                  </a:lnTo>
                  <a:lnTo>
                    <a:pt x="4672" y="40199"/>
                  </a:lnTo>
                  <a:lnTo>
                    <a:pt x="3773" y="40424"/>
                  </a:lnTo>
                  <a:lnTo>
                    <a:pt x="2920" y="40559"/>
                  </a:lnTo>
                  <a:lnTo>
                    <a:pt x="2201" y="40648"/>
                  </a:lnTo>
                  <a:lnTo>
                    <a:pt x="1123" y="40738"/>
                  </a:lnTo>
                  <a:lnTo>
                    <a:pt x="674" y="40738"/>
                  </a:lnTo>
                  <a:lnTo>
                    <a:pt x="405" y="40783"/>
                  </a:lnTo>
                  <a:lnTo>
                    <a:pt x="180" y="40918"/>
                  </a:lnTo>
                  <a:lnTo>
                    <a:pt x="45" y="41142"/>
                  </a:lnTo>
                  <a:lnTo>
                    <a:pt x="0" y="41277"/>
                  </a:lnTo>
                  <a:lnTo>
                    <a:pt x="0" y="41412"/>
                  </a:lnTo>
                  <a:lnTo>
                    <a:pt x="0" y="41547"/>
                  </a:lnTo>
                  <a:lnTo>
                    <a:pt x="45" y="41681"/>
                  </a:lnTo>
                  <a:lnTo>
                    <a:pt x="180" y="41906"/>
                  </a:lnTo>
                  <a:lnTo>
                    <a:pt x="405" y="42041"/>
                  </a:lnTo>
                  <a:lnTo>
                    <a:pt x="495" y="42086"/>
                  </a:lnTo>
                  <a:lnTo>
                    <a:pt x="629" y="42131"/>
                  </a:lnTo>
                  <a:lnTo>
                    <a:pt x="764" y="42131"/>
                  </a:lnTo>
                  <a:lnTo>
                    <a:pt x="1573" y="42086"/>
                  </a:lnTo>
                  <a:lnTo>
                    <a:pt x="2201" y="42041"/>
                  </a:lnTo>
                  <a:lnTo>
                    <a:pt x="2920" y="41951"/>
                  </a:lnTo>
                  <a:lnTo>
                    <a:pt x="3818" y="41816"/>
                  </a:lnTo>
                  <a:lnTo>
                    <a:pt x="4761" y="41592"/>
                  </a:lnTo>
                  <a:lnTo>
                    <a:pt x="5795" y="41322"/>
                  </a:lnTo>
                  <a:lnTo>
                    <a:pt x="6828" y="40963"/>
                  </a:lnTo>
                  <a:lnTo>
                    <a:pt x="7950" y="40514"/>
                  </a:lnTo>
                  <a:lnTo>
                    <a:pt x="9028" y="39975"/>
                  </a:lnTo>
                  <a:lnTo>
                    <a:pt x="9567" y="39660"/>
                  </a:lnTo>
                  <a:lnTo>
                    <a:pt x="10106" y="39301"/>
                  </a:lnTo>
                  <a:lnTo>
                    <a:pt x="10645" y="38897"/>
                  </a:lnTo>
                  <a:lnTo>
                    <a:pt x="11184" y="38492"/>
                  </a:lnTo>
                  <a:lnTo>
                    <a:pt x="11678" y="38043"/>
                  </a:lnTo>
                  <a:lnTo>
                    <a:pt x="12172" y="37549"/>
                  </a:lnTo>
                  <a:lnTo>
                    <a:pt x="12622" y="37055"/>
                  </a:lnTo>
                  <a:lnTo>
                    <a:pt x="13071" y="36471"/>
                  </a:lnTo>
                  <a:lnTo>
                    <a:pt x="13520" y="35887"/>
                  </a:lnTo>
                  <a:lnTo>
                    <a:pt x="13924" y="35214"/>
                  </a:lnTo>
                  <a:lnTo>
                    <a:pt x="14283" y="34540"/>
                  </a:lnTo>
                  <a:lnTo>
                    <a:pt x="14598" y="33821"/>
                  </a:lnTo>
                  <a:lnTo>
                    <a:pt x="14643" y="33687"/>
                  </a:lnTo>
                  <a:lnTo>
                    <a:pt x="14688" y="33552"/>
                  </a:lnTo>
                  <a:lnTo>
                    <a:pt x="14598" y="33282"/>
                  </a:lnTo>
                  <a:lnTo>
                    <a:pt x="14463" y="33058"/>
                  </a:lnTo>
                  <a:lnTo>
                    <a:pt x="14373" y="32968"/>
                  </a:lnTo>
                  <a:lnTo>
                    <a:pt x="14239" y="32923"/>
                  </a:lnTo>
                  <a:lnTo>
                    <a:pt x="14239" y="32878"/>
                  </a:lnTo>
                  <a:lnTo>
                    <a:pt x="14149" y="32833"/>
                  </a:lnTo>
                  <a:lnTo>
                    <a:pt x="14508" y="32294"/>
                  </a:lnTo>
                  <a:lnTo>
                    <a:pt x="15092" y="31441"/>
                  </a:lnTo>
                  <a:lnTo>
                    <a:pt x="15856" y="30228"/>
                  </a:lnTo>
                  <a:lnTo>
                    <a:pt x="16215" y="29554"/>
                  </a:lnTo>
                  <a:lnTo>
                    <a:pt x="16619" y="28746"/>
                  </a:lnTo>
                  <a:lnTo>
                    <a:pt x="16978" y="27892"/>
                  </a:lnTo>
                  <a:lnTo>
                    <a:pt x="17338" y="26994"/>
                  </a:lnTo>
                  <a:lnTo>
                    <a:pt x="17652" y="26006"/>
                  </a:lnTo>
                  <a:lnTo>
                    <a:pt x="17967" y="24928"/>
                  </a:lnTo>
                  <a:lnTo>
                    <a:pt x="18191" y="23805"/>
                  </a:lnTo>
                  <a:lnTo>
                    <a:pt x="18326" y="22592"/>
                  </a:lnTo>
                  <a:lnTo>
                    <a:pt x="18416" y="21290"/>
                  </a:lnTo>
                  <a:lnTo>
                    <a:pt x="18416" y="19987"/>
                  </a:lnTo>
                  <a:lnTo>
                    <a:pt x="18326" y="18550"/>
                  </a:lnTo>
                  <a:lnTo>
                    <a:pt x="18146" y="17068"/>
                  </a:lnTo>
                  <a:lnTo>
                    <a:pt x="18056" y="16843"/>
                  </a:lnTo>
                  <a:lnTo>
                    <a:pt x="17877" y="16664"/>
                  </a:lnTo>
                  <a:lnTo>
                    <a:pt x="17697" y="16529"/>
                  </a:lnTo>
                  <a:lnTo>
                    <a:pt x="17428" y="16484"/>
                  </a:lnTo>
                  <a:lnTo>
                    <a:pt x="16978" y="14059"/>
                  </a:lnTo>
                  <a:lnTo>
                    <a:pt x="16574" y="12172"/>
                  </a:lnTo>
                  <a:lnTo>
                    <a:pt x="16035" y="9926"/>
                  </a:lnTo>
                  <a:lnTo>
                    <a:pt x="15406" y="7546"/>
                  </a:lnTo>
                  <a:lnTo>
                    <a:pt x="15047" y="6288"/>
                  </a:lnTo>
                  <a:lnTo>
                    <a:pt x="14643" y="5076"/>
                  </a:lnTo>
                  <a:lnTo>
                    <a:pt x="14194" y="3818"/>
                  </a:lnTo>
                  <a:lnTo>
                    <a:pt x="13745" y="2605"/>
                  </a:lnTo>
                  <a:lnTo>
                    <a:pt x="13250" y="1482"/>
                  </a:lnTo>
                  <a:lnTo>
                    <a:pt x="12756" y="360"/>
                  </a:lnTo>
                  <a:lnTo>
                    <a:pt x="12667" y="225"/>
                  </a:lnTo>
                  <a:lnTo>
                    <a:pt x="12577" y="135"/>
                  </a:lnTo>
                  <a:lnTo>
                    <a:pt x="12352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56"/>
            <p:cNvSpPr/>
            <p:nvPr/>
          </p:nvSpPr>
          <p:spPr>
            <a:xfrm>
              <a:off x="6563275" y="2974275"/>
              <a:ext cx="305450" cy="1035300"/>
            </a:xfrm>
            <a:custGeom>
              <a:rect b="b" l="l" r="r" t="t"/>
              <a:pathLst>
                <a:path extrusionOk="0" h="41412" w="12218">
                  <a:moveTo>
                    <a:pt x="11769" y="0"/>
                  </a:moveTo>
                  <a:lnTo>
                    <a:pt x="11634" y="90"/>
                  </a:lnTo>
                  <a:lnTo>
                    <a:pt x="11544" y="180"/>
                  </a:lnTo>
                  <a:lnTo>
                    <a:pt x="11544" y="315"/>
                  </a:lnTo>
                  <a:lnTo>
                    <a:pt x="11454" y="1572"/>
                  </a:lnTo>
                  <a:lnTo>
                    <a:pt x="11364" y="2830"/>
                  </a:lnTo>
                  <a:lnTo>
                    <a:pt x="11185" y="4087"/>
                  </a:lnTo>
                  <a:lnTo>
                    <a:pt x="11005" y="5345"/>
                  </a:lnTo>
                  <a:lnTo>
                    <a:pt x="10825" y="6603"/>
                  </a:lnTo>
                  <a:lnTo>
                    <a:pt x="10556" y="7860"/>
                  </a:lnTo>
                  <a:lnTo>
                    <a:pt x="10017" y="10286"/>
                  </a:lnTo>
                  <a:lnTo>
                    <a:pt x="9388" y="12666"/>
                  </a:lnTo>
                  <a:lnTo>
                    <a:pt x="8714" y="14957"/>
                  </a:lnTo>
                  <a:lnTo>
                    <a:pt x="7996" y="17203"/>
                  </a:lnTo>
                  <a:lnTo>
                    <a:pt x="7322" y="19269"/>
                  </a:lnTo>
                  <a:lnTo>
                    <a:pt x="5525" y="24703"/>
                  </a:lnTo>
                  <a:lnTo>
                    <a:pt x="3729" y="30183"/>
                  </a:lnTo>
                  <a:lnTo>
                    <a:pt x="1887" y="35573"/>
                  </a:lnTo>
                  <a:lnTo>
                    <a:pt x="46" y="40963"/>
                  </a:lnTo>
                  <a:lnTo>
                    <a:pt x="1" y="41097"/>
                  </a:lnTo>
                  <a:lnTo>
                    <a:pt x="46" y="41232"/>
                  </a:lnTo>
                  <a:lnTo>
                    <a:pt x="136" y="41322"/>
                  </a:lnTo>
                  <a:lnTo>
                    <a:pt x="270" y="41412"/>
                  </a:lnTo>
                  <a:lnTo>
                    <a:pt x="450" y="41412"/>
                  </a:lnTo>
                  <a:lnTo>
                    <a:pt x="540" y="41367"/>
                  </a:lnTo>
                  <a:lnTo>
                    <a:pt x="630" y="41277"/>
                  </a:lnTo>
                  <a:lnTo>
                    <a:pt x="675" y="41187"/>
                  </a:lnTo>
                  <a:lnTo>
                    <a:pt x="2561" y="35798"/>
                  </a:lnTo>
                  <a:lnTo>
                    <a:pt x="4403" y="30363"/>
                  </a:lnTo>
                  <a:lnTo>
                    <a:pt x="6199" y="24928"/>
                  </a:lnTo>
                  <a:lnTo>
                    <a:pt x="7996" y="19493"/>
                  </a:lnTo>
                  <a:lnTo>
                    <a:pt x="8670" y="17382"/>
                  </a:lnTo>
                  <a:lnTo>
                    <a:pt x="9388" y="15137"/>
                  </a:lnTo>
                  <a:lnTo>
                    <a:pt x="10062" y="12846"/>
                  </a:lnTo>
                  <a:lnTo>
                    <a:pt x="10691" y="10420"/>
                  </a:lnTo>
                  <a:lnTo>
                    <a:pt x="11230" y="7950"/>
                  </a:lnTo>
                  <a:lnTo>
                    <a:pt x="11499" y="6693"/>
                  </a:lnTo>
                  <a:lnTo>
                    <a:pt x="11724" y="5435"/>
                  </a:lnTo>
                  <a:lnTo>
                    <a:pt x="11903" y="4177"/>
                  </a:lnTo>
                  <a:lnTo>
                    <a:pt x="12038" y="2920"/>
                  </a:lnTo>
                  <a:lnTo>
                    <a:pt x="12173" y="1617"/>
                  </a:lnTo>
                  <a:lnTo>
                    <a:pt x="12218" y="359"/>
                  </a:lnTo>
                  <a:lnTo>
                    <a:pt x="12173" y="225"/>
                  </a:lnTo>
                  <a:lnTo>
                    <a:pt x="12128" y="90"/>
                  </a:lnTo>
                  <a:lnTo>
                    <a:pt x="12038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56"/>
            <p:cNvSpPr/>
            <p:nvPr/>
          </p:nvSpPr>
          <p:spPr>
            <a:xfrm>
              <a:off x="6456600" y="3639000"/>
              <a:ext cx="128050" cy="230225"/>
            </a:xfrm>
            <a:custGeom>
              <a:rect b="b" l="l" r="r" t="t"/>
              <a:pathLst>
                <a:path extrusionOk="0" h="9209" w="5122">
                  <a:moveTo>
                    <a:pt x="405" y="1"/>
                  </a:moveTo>
                  <a:lnTo>
                    <a:pt x="270" y="46"/>
                  </a:lnTo>
                  <a:lnTo>
                    <a:pt x="136" y="91"/>
                  </a:lnTo>
                  <a:lnTo>
                    <a:pt x="46" y="181"/>
                  </a:lnTo>
                  <a:lnTo>
                    <a:pt x="1" y="315"/>
                  </a:lnTo>
                  <a:lnTo>
                    <a:pt x="1" y="450"/>
                  </a:lnTo>
                  <a:lnTo>
                    <a:pt x="405" y="1618"/>
                  </a:lnTo>
                  <a:lnTo>
                    <a:pt x="809" y="2786"/>
                  </a:lnTo>
                  <a:lnTo>
                    <a:pt x="1303" y="3909"/>
                  </a:lnTo>
                  <a:lnTo>
                    <a:pt x="1842" y="4986"/>
                  </a:lnTo>
                  <a:lnTo>
                    <a:pt x="2426" y="6064"/>
                  </a:lnTo>
                  <a:lnTo>
                    <a:pt x="3055" y="7097"/>
                  </a:lnTo>
                  <a:lnTo>
                    <a:pt x="3774" y="8131"/>
                  </a:lnTo>
                  <a:lnTo>
                    <a:pt x="4537" y="9074"/>
                  </a:lnTo>
                  <a:lnTo>
                    <a:pt x="4627" y="9164"/>
                  </a:lnTo>
                  <a:lnTo>
                    <a:pt x="4807" y="9209"/>
                  </a:lnTo>
                  <a:lnTo>
                    <a:pt x="4897" y="9164"/>
                  </a:lnTo>
                  <a:lnTo>
                    <a:pt x="5031" y="9119"/>
                  </a:lnTo>
                  <a:lnTo>
                    <a:pt x="5076" y="9029"/>
                  </a:lnTo>
                  <a:lnTo>
                    <a:pt x="5121" y="8894"/>
                  </a:lnTo>
                  <a:lnTo>
                    <a:pt x="5121" y="8759"/>
                  </a:lnTo>
                  <a:lnTo>
                    <a:pt x="5076" y="8625"/>
                  </a:lnTo>
                  <a:lnTo>
                    <a:pt x="4313" y="7681"/>
                  </a:lnTo>
                  <a:lnTo>
                    <a:pt x="3639" y="6738"/>
                  </a:lnTo>
                  <a:lnTo>
                    <a:pt x="3010" y="5705"/>
                  </a:lnTo>
                  <a:lnTo>
                    <a:pt x="2426" y="4672"/>
                  </a:lnTo>
                  <a:lnTo>
                    <a:pt x="1932" y="3594"/>
                  </a:lnTo>
                  <a:lnTo>
                    <a:pt x="1438" y="2516"/>
                  </a:lnTo>
                  <a:lnTo>
                    <a:pt x="1034" y="1393"/>
                  </a:lnTo>
                  <a:lnTo>
                    <a:pt x="675" y="270"/>
                  </a:lnTo>
                  <a:lnTo>
                    <a:pt x="630" y="136"/>
                  </a:lnTo>
                  <a:lnTo>
                    <a:pt x="540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56"/>
            <p:cNvSpPr/>
            <p:nvPr/>
          </p:nvSpPr>
          <p:spPr>
            <a:xfrm>
              <a:off x="6539700" y="3322350"/>
              <a:ext cx="110075" cy="297600"/>
            </a:xfrm>
            <a:custGeom>
              <a:rect b="b" l="l" r="r" t="t"/>
              <a:pathLst>
                <a:path extrusionOk="0" h="11904" w="4403">
                  <a:moveTo>
                    <a:pt x="315" y="1"/>
                  </a:moveTo>
                  <a:lnTo>
                    <a:pt x="180" y="46"/>
                  </a:lnTo>
                  <a:lnTo>
                    <a:pt x="90" y="136"/>
                  </a:lnTo>
                  <a:lnTo>
                    <a:pt x="1" y="225"/>
                  </a:lnTo>
                  <a:lnTo>
                    <a:pt x="1" y="360"/>
                  </a:lnTo>
                  <a:lnTo>
                    <a:pt x="135" y="1887"/>
                  </a:lnTo>
                  <a:lnTo>
                    <a:pt x="360" y="3369"/>
                  </a:lnTo>
                  <a:lnTo>
                    <a:pt x="674" y="4852"/>
                  </a:lnTo>
                  <a:lnTo>
                    <a:pt x="1124" y="6334"/>
                  </a:lnTo>
                  <a:lnTo>
                    <a:pt x="1618" y="7726"/>
                  </a:lnTo>
                  <a:lnTo>
                    <a:pt x="2246" y="9119"/>
                  </a:lnTo>
                  <a:lnTo>
                    <a:pt x="2965" y="10421"/>
                  </a:lnTo>
                  <a:lnTo>
                    <a:pt x="3774" y="11724"/>
                  </a:lnTo>
                  <a:lnTo>
                    <a:pt x="3908" y="11858"/>
                  </a:lnTo>
                  <a:lnTo>
                    <a:pt x="4043" y="11903"/>
                  </a:lnTo>
                  <a:lnTo>
                    <a:pt x="4178" y="11858"/>
                  </a:lnTo>
                  <a:lnTo>
                    <a:pt x="4268" y="11814"/>
                  </a:lnTo>
                  <a:lnTo>
                    <a:pt x="4357" y="11724"/>
                  </a:lnTo>
                  <a:lnTo>
                    <a:pt x="4402" y="11589"/>
                  </a:lnTo>
                  <a:lnTo>
                    <a:pt x="4402" y="11454"/>
                  </a:lnTo>
                  <a:lnTo>
                    <a:pt x="4357" y="11364"/>
                  </a:lnTo>
                  <a:lnTo>
                    <a:pt x="3549" y="10107"/>
                  </a:lnTo>
                  <a:lnTo>
                    <a:pt x="2875" y="8804"/>
                  </a:lnTo>
                  <a:lnTo>
                    <a:pt x="2291" y="7457"/>
                  </a:lnTo>
                  <a:lnTo>
                    <a:pt x="1752" y="6109"/>
                  </a:lnTo>
                  <a:lnTo>
                    <a:pt x="1348" y="4672"/>
                  </a:lnTo>
                  <a:lnTo>
                    <a:pt x="1034" y="3280"/>
                  </a:lnTo>
                  <a:lnTo>
                    <a:pt x="809" y="1797"/>
                  </a:lnTo>
                  <a:lnTo>
                    <a:pt x="674" y="360"/>
                  </a:lnTo>
                  <a:lnTo>
                    <a:pt x="629" y="225"/>
                  </a:lnTo>
                  <a:lnTo>
                    <a:pt x="585" y="91"/>
                  </a:lnTo>
                  <a:lnTo>
                    <a:pt x="450" y="46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56"/>
            <p:cNvSpPr/>
            <p:nvPr/>
          </p:nvSpPr>
          <p:spPr>
            <a:xfrm>
              <a:off x="6662100" y="3296525"/>
              <a:ext cx="40450" cy="126925"/>
            </a:xfrm>
            <a:custGeom>
              <a:rect b="b" l="l" r="r" t="t"/>
              <a:pathLst>
                <a:path extrusionOk="0" h="5077" w="1618">
                  <a:moveTo>
                    <a:pt x="270" y="1"/>
                  </a:moveTo>
                  <a:lnTo>
                    <a:pt x="135" y="46"/>
                  </a:lnTo>
                  <a:lnTo>
                    <a:pt x="45" y="136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944" y="4807"/>
                  </a:lnTo>
                  <a:lnTo>
                    <a:pt x="989" y="4897"/>
                  </a:lnTo>
                  <a:lnTo>
                    <a:pt x="1078" y="4986"/>
                  </a:lnTo>
                  <a:lnTo>
                    <a:pt x="1168" y="5076"/>
                  </a:lnTo>
                  <a:lnTo>
                    <a:pt x="1348" y="5076"/>
                  </a:lnTo>
                  <a:lnTo>
                    <a:pt x="1483" y="5031"/>
                  </a:lnTo>
                  <a:lnTo>
                    <a:pt x="1572" y="4941"/>
                  </a:lnTo>
                  <a:lnTo>
                    <a:pt x="1617" y="4807"/>
                  </a:lnTo>
                  <a:lnTo>
                    <a:pt x="1617" y="4672"/>
                  </a:lnTo>
                  <a:lnTo>
                    <a:pt x="674" y="270"/>
                  </a:lnTo>
                  <a:lnTo>
                    <a:pt x="629" y="136"/>
                  </a:lnTo>
                  <a:lnTo>
                    <a:pt x="539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56"/>
            <p:cNvSpPr/>
            <p:nvPr/>
          </p:nvSpPr>
          <p:spPr>
            <a:xfrm>
              <a:off x="6720500" y="3169650"/>
              <a:ext cx="23600" cy="86475"/>
            </a:xfrm>
            <a:custGeom>
              <a:rect b="b" l="l" r="r" t="t"/>
              <a:pathLst>
                <a:path extrusionOk="0" h="3459" w="944">
                  <a:moveTo>
                    <a:pt x="314" y="0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225" y="3144"/>
                  </a:lnTo>
                  <a:lnTo>
                    <a:pt x="270" y="3279"/>
                  </a:lnTo>
                  <a:lnTo>
                    <a:pt x="359" y="3369"/>
                  </a:lnTo>
                  <a:lnTo>
                    <a:pt x="449" y="3414"/>
                  </a:lnTo>
                  <a:lnTo>
                    <a:pt x="584" y="3459"/>
                  </a:lnTo>
                  <a:lnTo>
                    <a:pt x="629" y="3459"/>
                  </a:lnTo>
                  <a:lnTo>
                    <a:pt x="719" y="3414"/>
                  </a:lnTo>
                  <a:lnTo>
                    <a:pt x="853" y="3324"/>
                  </a:lnTo>
                  <a:lnTo>
                    <a:pt x="898" y="3234"/>
                  </a:lnTo>
                  <a:lnTo>
                    <a:pt x="943" y="3100"/>
                  </a:lnTo>
                  <a:lnTo>
                    <a:pt x="674" y="315"/>
                  </a:lnTo>
                  <a:lnTo>
                    <a:pt x="629" y="180"/>
                  </a:lnTo>
                  <a:lnTo>
                    <a:pt x="539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56"/>
            <p:cNvSpPr/>
            <p:nvPr/>
          </p:nvSpPr>
          <p:spPr>
            <a:xfrm>
              <a:off x="6773275" y="3125850"/>
              <a:ext cx="17975" cy="35950"/>
            </a:xfrm>
            <a:custGeom>
              <a:rect b="b" l="l" r="r" t="t"/>
              <a:pathLst>
                <a:path extrusionOk="0" h="1438" w="719">
                  <a:moveTo>
                    <a:pt x="314" y="1"/>
                  </a:moveTo>
                  <a:lnTo>
                    <a:pt x="180" y="46"/>
                  </a:lnTo>
                  <a:lnTo>
                    <a:pt x="90" y="91"/>
                  </a:lnTo>
                  <a:lnTo>
                    <a:pt x="0" y="225"/>
                  </a:lnTo>
                  <a:lnTo>
                    <a:pt x="0" y="360"/>
                  </a:lnTo>
                  <a:lnTo>
                    <a:pt x="45" y="1124"/>
                  </a:lnTo>
                  <a:lnTo>
                    <a:pt x="45" y="1258"/>
                  </a:lnTo>
                  <a:lnTo>
                    <a:pt x="135" y="1348"/>
                  </a:lnTo>
                  <a:lnTo>
                    <a:pt x="270" y="1438"/>
                  </a:lnTo>
                  <a:lnTo>
                    <a:pt x="539" y="1438"/>
                  </a:lnTo>
                  <a:lnTo>
                    <a:pt x="629" y="1348"/>
                  </a:lnTo>
                  <a:lnTo>
                    <a:pt x="719" y="1213"/>
                  </a:lnTo>
                  <a:lnTo>
                    <a:pt x="719" y="1079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56"/>
            <p:cNvSpPr/>
            <p:nvPr/>
          </p:nvSpPr>
          <p:spPr>
            <a:xfrm>
              <a:off x="6547575" y="3562650"/>
              <a:ext cx="68500" cy="102200"/>
            </a:xfrm>
            <a:custGeom>
              <a:rect b="b" l="l" r="r" t="t"/>
              <a:pathLst>
                <a:path extrusionOk="0" h="4088" w="2740">
                  <a:moveTo>
                    <a:pt x="270" y="1"/>
                  </a:moveTo>
                  <a:lnTo>
                    <a:pt x="135" y="91"/>
                  </a:lnTo>
                  <a:lnTo>
                    <a:pt x="45" y="180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2111" y="3908"/>
                  </a:lnTo>
                  <a:lnTo>
                    <a:pt x="2246" y="4043"/>
                  </a:lnTo>
                  <a:lnTo>
                    <a:pt x="2425" y="4088"/>
                  </a:lnTo>
                  <a:lnTo>
                    <a:pt x="2605" y="3998"/>
                  </a:lnTo>
                  <a:lnTo>
                    <a:pt x="2695" y="3908"/>
                  </a:lnTo>
                  <a:lnTo>
                    <a:pt x="2740" y="3818"/>
                  </a:lnTo>
                  <a:lnTo>
                    <a:pt x="2740" y="3684"/>
                  </a:lnTo>
                  <a:lnTo>
                    <a:pt x="2695" y="3549"/>
                  </a:lnTo>
                  <a:lnTo>
                    <a:pt x="629" y="180"/>
                  </a:lnTo>
                  <a:lnTo>
                    <a:pt x="539" y="91"/>
                  </a:lnTo>
                  <a:lnTo>
                    <a:pt x="404" y="46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56"/>
            <p:cNvSpPr/>
            <p:nvPr/>
          </p:nvSpPr>
          <p:spPr>
            <a:xfrm>
              <a:off x="6568900" y="3697400"/>
              <a:ext cx="33700" cy="40450"/>
            </a:xfrm>
            <a:custGeom>
              <a:rect b="b" l="l" r="r" t="t"/>
              <a:pathLst>
                <a:path extrusionOk="0" h="1618" w="1348">
                  <a:moveTo>
                    <a:pt x="270" y="0"/>
                  </a:moveTo>
                  <a:lnTo>
                    <a:pt x="135" y="45"/>
                  </a:lnTo>
                  <a:lnTo>
                    <a:pt x="45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39"/>
                  </a:lnTo>
                  <a:lnTo>
                    <a:pt x="719" y="1483"/>
                  </a:lnTo>
                  <a:lnTo>
                    <a:pt x="809" y="1573"/>
                  </a:lnTo>
                  <a:lnTo>
                    <a:pt x="989" y="1617"/>
                  </a:lnTo>
                  <a:lnTo>
                    <a:pt x="1078" y="1617"/>
                  </a:lnTo>
                  <a:lnTo>
                    <a:pt x="1168" y="1573"/>
                  </a:lnTo>
                  <a:lnTo>
                    <a:pt x="1258" y="1483"/>
                  </a:lnTo>
                  <a:lnTo>
                    <a:pt x="1348" y="1348"/>
                  </a:lnTo>
                  <a:lnTo>
                    <a:pt x="1303" y="1213"/>
                  </a:lnTo>
                  <a:lnTo>
                    <a:pt x="1258" y="1078"/>
                  </a:lnTo>
                  <a:lnTo>
                    <a:pt x="629" y="135"/>
                  </a:lnTo>
                  <a:lnTo>
                    <a:pt x="495" y="45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56"/>
            <p:cNvSpPr/>
            <p:nvPr/>
          </p:nvSpPr>
          <p:spPr>
            <a:xfrm>
              <a:off x="6506025" y="3859100"/>
              <a:ext cx="47175" cy="52800"/>
            </a:xfrm>
            <a:custGeom>
              <a:rect b="b" l="l" r="r" t="t"/>
              <a:pathLst>
                <a:path extrusionOk="0" h="2112" w="1887">
                  <a:moveTo>
                    <a:pt x="180" y="0"/>
                  </a:moveTo>
                  <a:lnTo>
                    <a:pt x="90" y="90"/>
                  </a:lnTo>
                  <a:lnTo>
                    <a:pt x="45" y="225"/>
                  </a:lnTo>
                  <a:lnTo>
                    <a:pt x="0" y="360"/>
                  </a:lnTo>
                  <a:lnTo>
                    <a:pt x="45" y="494"/>
                  </a:lnTo>
                  <a:lnTo>
                    <a:pt x="315" y="899"/>
                  </a:lnTo>
                  <a:lnTo>
                    <a:pt x="584" y="1348"/>
                  </a:lnTo>
                  <a:lnTo>
                    <a:pt x="943" y="1707"/>
                  </a:lnTo>
                  <a:lnTo>
                    <a:pt x="1348" y="2021"/>
                  </a:lnTo>
                  <a:lnTo>
                    <a:pt x="1437" y="2066"/>
                  </a:lnTo>
                  <a:lnTo>
                    <a:pt x="1572" y="2111"/>
                  </a:lnTo>
                  <a:lnTo>
                    <a:pt x="1707" y="2066"/>
                  </a:lnTo>
                  <a:lnTo>
                    <a:pt x="1842" y="1977"/>
                  </a:lnTo>
                  <a:lnTo>
                    <a:pt x="1887" y="1842"/>
                  </a:lnTo>
                  <a:lnTo>
                    <a:pt x="1887" y="1707"/>
                  </a:lnTo>
                  <a:lnTo>
                    <a:pt x="1842" y="1572"/>
                  </a:lnTo>
                  <a:lnTo>
                    <a:pt x="1752" y="1482"/>
                  </a:lnTo>
                  <a:lnTo>
                    <a:pt x="1437" y="1213"/>
                  </a:lnTo>
                  <a:lnTo>
                    <a:pt x="1123" y="899"/>
                  </a:lnTo>
                  <a:lnTo>
                    <a:pt x="899" y="539"/>
                  </a:lnTo>
                  <a:lnTo>
                    <a:pt x="674" y="180"/>
                  </a:lnTo>
                  <a:lnTo>
                    <a:pt x="584" y="45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56"/>
            <p:cNvSpPr/>
            <p:nvPr/>
          </p:nvSpPr>
          <p:spPr>
            <a:xfrm>
              <a:off x="6654250" y="3763650"/>
              <a:ext cx="181925" cy="116800"/>
            </a:xfrm>
            <a:custGeom>
              <a:rect b="b" l="l" r="r" t="t"/>
              <a:pathLst>
                <a:path extrusionOk="0" h="4672" w="7277">
                  <a:moveTo>
                    <a:pt x="6827" y="0"/>
                  </a:moveTo>
                  <a:lnTo>
                    <a:pt x="6692" y="90"/>
                  </a:lnTo>
                  <a:lnTo>
                    <a:pt x="6019" y="719"/>
                  </a:lnTo>
                  <a:lnTo>
                    <a:pt x="5255" y="1303"/>
                  </a:lnTo>
                  <a:lnTo>
                    <a:pt x="4492" y="1887"/>
                  </a:lnTo>
                  <a:lnTo>
                    <a:pt x="3683" y="2381"/>
                  </a:lnTo>
                  <a:lnTo>
                    <a:pt x="2875" y="2875"/>
                  </a:lnTo>
                  <a:lnTo>
                    <a:pt x="2021" y="3279"/>
                  </a:lnTo>
                  <a:lnTo>
                    <a:pt x="1123" y="3639"/>
                  </a:lnTo>
                  <a:lnTo>
                    <a:pt x="270" y="3998"/>
                  </a:lnTo>
                  <a:lnTo>
                    <a:pt x="135" y="4043"/>
                  </a:lnTo>
                  <a:lnTo>
                    <a:pt x="45" y="4178"/>
                  </a:lnTo>
                  <a:lnTo>
                    <a:pt x="0" y="4267"/>
                  </a:lnTo>
                  <a:lnTo>
                    <a:pt x="45" y="4402"/>
                  </a:lnTo>
                  <a:lnTo>
                    <a:pt x="90" y="4537"/>
                  </a:lnTo>
                  <a:lnTo>
                    <a:pt x="180" y="4582"/>
                  </a:lnTo>
                  <a:lnTo>
                    <a:pt x="270" y="4627"/>
                  </a:lnTo>
                  <a:lnTo>
                    <a:pt x="359" y="4672"/>
                  </a:lnTo>
                  <a:lnTo>
                    <a:pt x="494" y="4627"/>
                  </a:lnTo>
                  <a:lnTo>
                    <a:pt x="1392" y="4312"/>
                  </a:lnTo>
                  <a:lnTo>
                    <a:pt x="2291" y="3908"/>
                  </a:lnTo>
                  <a:lnTo>
                    <a:pt x="3189" y="3459"/>
                  </a:lnTo>
                  <a:lnTo>
                    <a:pt x="4042" y="2965"/>
                  </a:lnTo>
                  <a:lnTo>
                    <a:pt x="4896" y="2426"/>
                  </a:lnTo>
                  <a:lnTo>
                    <a:pt x="5659" y="1887"/>
                  </a:lnTo>
                  <a:lnTo>
                    <a:pt x="6468" y="1258"/>
                  </a:lnTo>
                  <a:lnTo>
                    <a:pt x="7186" y="584"/>
                  </a:lnTo>
                  <a:lnTo>
                    <a:pt x="7276" y="495"/>
                  </a:lnTo>
                  <a:lnTo>
                    <a:pt x="7276" y="360"/>
                  </a:lnTo>
                  <a:lnTo>
                    <a:pt x="7276" y="225"/>
                  </a:lnTo>
                  <a:lnTo>
                    <a:pt x="7186" y="90"/>
                  </a:lnTo>
                  <a:lnTo>
                    <a:pt x="7097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56"/>
            <p:cNvSpPr/>
            <p:nvPr/>
          </p:nvSpPr>
          <p:spPr>
            <a:xfrm>
              <a:off x="6737325" y="3420050"/>
              <a:ext cx="202150" cy="213375"/>
            </a:xfrm>
            <a:custGeom>
              <a:rect b="b" l="l" r="r" t="t"/>
              <a:pathLst>
                <a:path extrusionOk="0" h="8535" w="8086">
                  <a:moveTo>
                    <a:pt x="7681" y="0"/>
                  </a:moveTo>
                  <a:lnTo>
                    <a:pt x="7546" y="45"/>
                  </a:lnTo>
                  <a:lnTo>
                    <a:pt x="7457" y="180"/>
                  </a:lnTo>
                  <a:lnTo>
                    <a:pt x="6693" y="1258"/>
                  </a:lnTo>
                  <a:lnTo>
                    <a:pt x="5885" y="2336"/>
                  </a:lnTo>
                  <a:lnTo>
                    <a:pt x="5031" y="3369"/>
                  </a:lnTo>
                  <a:lnTo>
                    <a:pt x="4133" y="4402"/>
                  </a:lnTo>
                  <a:lnTo>
                    <a:pt x="3190" y="5345"/>
                  </a:lnTo>
                  <a:lnTo>
                    <a:pt x="2202" y="6244"/>
                  </a:lnTo>
                  <a:lnTo>
                    <a:pt x="1213" y="7097"/>
                  </a:lnTo>
                  <a:lnTo>
                    <a:pt x="135" y="7950"/>
                  </a:lnTo>
                  <a:lnTo>
                    <a:pt x="46" y="8040"/>
                  </a:lnTo>
                  <a:lnTo>
                    <a:pt x="1" y="8175"/>
                  </a:lnTo>
                  <a:lnTo>
                    <a:pt x="1" y="8310"/>
                  </a:lnTo>
                  <a:lnTo>
                    <a:pt x="46" y="8400"/>
                  </a:lnTo>
                  <a:lnTo>
                    <a:pt x="180" y="8534"/>
                  </a:lnTo>
                  <a:lnTo>
                    <a:pt x="450" y="8534"/>
                  </a:lnTo>
                  <a:lnTo>
                    <a:pt x="540" y="8489"/>
                  </a:lnTo>
                  <a:lnTo>
                    <a:pt x="1618" y="7636"/>
                  </a:lnTo>
                  <a:lnTo>
                    <a:pt x="2696" y="6783"/>
                  </a:lnTo>
                  <a:lnTo>
                    <a:pt x="3684" y="5839"/>
                  </a:lnTo>
                  <a:lnTo>
                    <a:pt x="4627" y="4851"/>
                  </a:lnTo>
                  <a:lnTo>
                    <a:pt x="5570" y="3818"/>
                  </a:lnTo>
                  <a:lnTo>
                    <a:pt x="6424" y="2785"/>
                  </a:lnTo>
                  <a:lnTo>
                    <a:pt x="7277" y="1662"/>
                  </a:lnTo>
                  <a:lnTo>
                    <a:pt x="8041" y="539"/>
                  </a:lnTo>
                  <a:lnTo>
                    <a:pt x="8085" y="405"/>
                  </a:lnTo>
                  <a:lnTo>
                    <a:pt x="8085" y="270"/>
                  </a:lnTo>
                  <a:lnTo>
                    <a:pt x="8041" y="135"/>
                  </a:lnTo>
                  <a:lnTo>
                    <a:pt x="7906" y="45"/>
                  </a:lnTo>
                  <a:lnTo>
                    <a:pt x="781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56"/>
            <p:cNvSpPr/>
            <p:nvPr/>
          </p:nvSpPr>
          <p:spPr>
            <a:xfrm>
              <a:off x="6814800" y="3338075"/>
              <a:ext cx="78625" cy="101100"/>
            </a:xfrm>
            <a:custGeom>
              <a:rect b="b" l="l" r="r" t="t"/>
              <a:pathLst>
                <a:path extrusionOk="0" h="4044" w="3145">
                  <a:moveTo>
                    <a:pt x="2741" y="1"/>
                  </a:moveTo>
                  <a:lnTo>
                    <a:pt x="2606" y="46"/>
                  </a:lnTo>
                  <a:lnTo>
                    <a:pt x="2516" y="135"/>
                  </a:lnTo>
                  <a:lnTo>
                    <a:pt x="46" y="3459"/>
                  </a:lnTo>
                  <a:lnTo>
                    <a:pt x="1" y="3594"/>
                  </a:lnTo>
                  <a:lnTo>
                    <a:pt x="1" y="3729"/>
                  </a:lnTo>
                  <a:lnTo>
                    <a:pt x="46" y="3863"/>
                  </a:lnTo>
                  <a:lnTo>
                    <a:pt x="136" y="3953"/>
                  </a:lnTo>
                  <a:lnTo>
                    <a:pt x="225" y="3998"/>
                  </a:lnTo>
                  <a:lnTo>
                    <a:pt x="360" y="4043"/>
                  </a:lnTo>
                  <a:lnTo>
                    <a:pt x="495" y="3998"/>
                  </a:lnTo>
                  <a:lnTo>
                    <a:pt x="630" y="3908"/>
                  </a:lnTo>
                  <a:lnTo>
                    <a:pt x="3055" y="540"/>
                  </a:lnTo>
                  <a:lnTo>
                    <a:pt x="3145" y="405"/>
                  </a:lnTo>
                  <a:lnTo>
                    <a:pt x="3145" y="270"/>
                  </a:lnTo>
                  <a:lnTo>
                    <a:pt x="3100" y="135"/>
                  </a:lnTo>
                  <a:lnTo>
                    <a:pt x="3010" y="46"/>
                  </a:lnTo>
                  <a:lnTo>
                    <a:pt x="287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56"/>
            <p:cNvSpPr/>
            <p:nvPr/>
          </p:nvSpPr>
          <p:spPr>
            <a:xfrm>
              <a:off x="6848500" y="3248250"/>
              <a:ext cx="33700" cy="55050"/>
            </a:xfrm>
            <a:custGeom>
              <a:rect b="b" l="l" r="r" t="t"/>
              <a:pathLst>
                <a:path extrusionOk="0" h="2202" w="1348">
                  <a:moveTo>
                    <a:pt x="1033" y="0"/>
                  </a:moveTo>
                  <a:lnTo>
                    <a:pt x="899" y="45"/>
                  </a:lnTo>
                  <a:lnTo>
                    <a:pt x="809" y="90"/>
                  </a:lnTo>
                  <a:lnTo>
                    <a:pt x="719" y="225"/>
                  </a:lnTo>
                  <a:lnTo>
                    <a:pt x="45" y="1707"/>
                  </a:lnTo>
                  <a:lnTo>
                    <a:pt x="0" y="1842"/>
                  </a:lnTo>
                  <a:lnTo>
                    <a:pt x="0" y="1977"/>
                  </a:lnTo>
                  <a:lnTo>
                    <a:pt x="90" y="2067"/>
                  </a:lnTo>
                  <a:lnTo>
                    <a:pt x="180" y="2156"/>
                  </a:lnTo>
                  <a:lnTo>
                    <a:pt x="360" y="2201"/>
                  </a:lnTo>
                  <a:lnTo>
                    <a:pt x="449" y="2156"/>
                  </a:lnTo>
                  <a:lnTo>
                    <a:pt x="539" y="2111"/>
                  </a:lnTo>
                  <a:lnTo>
                    <a:pt x="584" y="2067"/>
                  </a:lnTo>
                  <a:lnTo>
                    <a:pt x="674" y="1977"/>
                  </a:lnTo>
                  <a:lnTo>
                    <a:pt x="1348" y="495"/>
                  </a:lnTo>
                  <a:lnTo>
                    <a:pt x="1348" y="360"/>
                  </a:lnTo>
                  <a:lnTo>
                    <a:pt x="1348" y="225"/>
                  </a:lnTo>
                  <a:lnTo>
                    <a:pt x="1258" y="135"/>
                  </a:lnTo>
                  <a:lnTo>
                    <a:pt x="1168" y="45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56"/>
            <p:cNvSpPr/>
            <p:nvPr/>
          </p:nvSpPr>
          <p:spPr>
            <a:xfrm>
              <a:off x="6858600" y="3166275"/>
              <a:ext cx="23600" cy="38200"/>
            </a:xfrm>
            <a:custGeom>
              <a:rect b="b" l="l" r="r" t="t"/>
              <a:pathLst>
                <a:path extrusionOk="0" h="1528" w="944">
                  <a:moveTo>
                    <a:pt x="540" y="1"/>
                  </a:moveTo>
                  <a:lnTo>
                    <a:pt x="450" y="46"/>
                  </a:lnTo>
                  <a:lnTo>
                    <a:pt x="315" y="135"/>
                  </a:lnTo>
                  <a:lnTo>
                    <a:pt x="270" y="225"/>
                  </a:lnTo>
                  <a:lnTo>
                    <a:pt x="45" y="1124"/>
                  </a:lnTo>
                  <a:lnTo>
                    <a:pt x="1" y="1258"/>
                  </a:lnTo>
                  <a:lnTo>
                    <a:pt x="45" y="1348"/>
                  </a:lnTo>
                  <a:lnTo>
                    <a:pt x="135" y="1483"/>
                  </a:lnTo>
                  <a:lnTo>
                    <a:pt x="270" y="1528"/>
                  </a:lnTo>
                  <a:lnTo>
                    <a:pt x="450" y="1528"/>
                  </a:lnTo>
                  <a:lnTo>
                    <a:pt x="584" y="1483"/>
                  </a:lnTo>
                  <a:lnTo>
                    <a:pt x="629" y="1393"/>
                  </a:lnTo>
                  <a:lnTo>
                    <a:pt x="674" y="1303"/>
                  </a:lnTo>
                  <a:lnTo>
                    <a:pt x="944" y="450"/>
                  </a:lnTo>
                  <a:lnTo>
                    <a:pt x="944" y="315"/>
                  </a:lnTo>
                  <a:lnTo>
                    <a:pt x="899" y="180"/>
                  </a:lnTo>
                  <a:lnTo>
                    <a:pt x="809" y="90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56"/>
            <p:cNvSpPr/>
            <p:nvPr/>
          </p:nvSpPr>
          <p:spPr>
            <a:xfrm>
              <a:off x="6737325" y="3646875"/>
              <a:ext cx="60675" cy="41575"/>
            </a:xfrm>
            <a:custGeom>
              <a:rect b="b" l="l" r="r" t="t"/>
              <a:pathLst>
                <a:path extrusionOk="0" h="1663" w="2427">
                  <a:moveTo>
                    <a:pt x="2022" y="0"/>
                  </a:moveTo>
                  <a:lnTo>
                    <a:pt x="1887" y="45"/>
                  </a:lnTo>
                  <a:lnTo>
                    <a:pt x="180" y="1033"/>
                  </a:lnTo>
                  <a:lnTo>
                    <a:pt x="91" y="1123"/>
                  </a:lnTo>
                  <a:lnTo>
                    <a:pt x="46" y="1213"/>
                  </a:lnTo>
                  <a:lnTo>
                    <a:pt x="1" y="1348"/>
                  </a:lnTo>
                  <a:lnTo>
                    <a:pt x="46" y="1483"/>
                  </a:lnTo>
                  <a:lnTo>
                    <a:pt x="180" y="1617"/>
                  </a:lnTo>
                  <a:lnTo>
                    <a:pt x="360" y="1662"/>
                  </a:lnTo>
                  <a:lnTo>
                    <a:pt x="540" y="1617"/>
                  </a:lnTo>
                  <a:lnTo>
                    <a:pt x="2246" y="674"/>
                  </a:lnTo>
                  <a:lnTo>
                    <a:pt x="2336" y="584"/>
                  </a:lnTo>
                  <a:lnTo>
                    <a:pt x="2381" y="449"/>
                  </a:lnTo>
                  <a:lnTo>
                    <a:pt x="2426" y="315"/>
                  </a:lnTo>
                  <a:lnTo>
                    <a:pt x="2381" y="180"/>
                  </a:lnTo>
                  <a:lnTo>
                    <a:pt x="2291" y="90"/>
                  </a:lnTo>
                  <a:lnTo>
                    <a:pt x="2157" y="45"/>
                  </a:lnTo>
                  <a:lnTo>
                    <a:pt x="2022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56"/>
            <p:cNvSpPr/>
            <p:nvPr/>
          </p:nvSpPr>
          <p:spPr>
            <a:xfrm>
              <a:off x="6720500" y="3746800"/>
              <a:ext cx="33700" cy="26975"/>
            </a:xfrm>
            <a:custGeom>
              <a:rect b="b" l="l" r="r" t="t"/>
              <a:pathLst>
                <a:path extrusionOk="0" h="1079" w="1348">
                  <a:moveTo>
                    <a:pt x="988" y="1"/>
                  </a:moveTo>
                  <a:lnTo>
                    <a:pt x="853" y="46"/>
                  </a:lnTo>
                  <a:lnTo>
                    <a:pt x="135" y="450"/>
                  </a:lnTo>
                  <a:lnTo>
                    <a:pt x="45" y="540"/>
                  </a:lnTo>
                  <a:lnTo>
                    <a:pt x="0" y="630"/>
                  </a:lnTo>
                  <a:lnTo>
                    <a:pt x="0" y="764"/>
                  </a:lnTo>
                  <a:lnTo>
                    <a:pt x="45" y="899"/>
                  </a:lnTo>
                  <a:lnTo>
                    <a:pt x="135" y="1034"/>
                  </a:lnTo>
                  <a:lnTo>
                    <a:pt x="314" y="1079"/>
                  </a:lnTo>
                  <a:lnTo>
                    <a:pt x="494" y="1034"/>
                  </a:lnTo>
                  <a:lnTo>
                    <a:pt x="1213" y="630"/>
                  </a:lnTo>
                  <a:lnTo>
                    <a:pt x="1303" y="540"/>
                  </a:lnTo>
                  <a:lnTo>
                    <a:pt x="1347" y="450"/>
                  </a:lnTo>
                  <a:lnTo>
                    <a:pt x="1347" y="315"/>
                  </a:lnTo>
                  <a:lnTo>
                    <a:pt x="1347" y="180"/>
                  </a:lnTo>
                  <a:lnTo>
                    <a:pt x="1258" y="91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56"/>
            <p:cNvSpPr/>
            <p:nvPr/>
          </p:nvSpPr>
          <p:spPr>
            <a:xfrm>
              <a:off x="6644125" y="3902875"/>
              <a:ext cx="65150" cy="34850"/>
            </a:xfrm>
            <a:custGeom>
              <a:rect b="b" l="l" r="r" t="t"/>
              <a:pathLst>
                <a:path extrusionOk="0" h="1394" w="2606">
                  <a:moveTo>
                    <a:pt x="2157" y="1"/>
                  </a:moveTo>
                  <a:lnTo>
                    <a:pt x="2067" y="46"/>
                  </a:lnTo>
                  <a:lnTo>
                    <a:pt x="1663" y="270"/>
                  </a:lnTo>
                  <a:lnTo>
                    <a:pt x="1213" y="495"/>
                  </a:lnTo>
                  <a:lnTo>
                    <a:pt x="764" y="630"/>
                  </a:lnTo>
                  <a:lnTo>
                    <a:pt x="315" y="720"/>
                  </a:lnTo>
                  <a:lnTo>
                    <a:pt x="180" y="765"/>
                  </a:lnTo>
                  <a:lnTo>
                    <a:pt x="91" y="854"/>
                  </a:lnTo>
                  <a:lnTo>
                    <a:pt x="46" y="944"/>
                  </a:lnTo>
                  <a:lnTo>
                    <a:pt x="1" y="1079"/>
                  </a:lnTo>
                  <a:lnTo>
                    <a:pt x="46" y="1214"/>
                  </a:lnTo>
                  <a:lnTo>
                    <a:pt x="136" y="1303"/>
                  </a:lnTo>
                  <a:lnTo>
                    <a:pt x="225" y="1393"/>
                  </a:lnTo>
                  <a:lnTo>
                    <a:pt x="405" y="1393"/>
                  </a:lnTo>
                  <a:lnTo>
                    <a:pt x="944" y="1303"/>
                  </a:lnTo>
                  <a:lnTo>
                    <a:pt x="1483" y="1124"/>
                  </a:lnTo>
                  <a:lnTo>
                    <a:pt x="1977" y="899"/>
                  </a:lnTo>
                  <a:lnTo>
                    <a:pt x="2471" y="585"/>
                  </a:lnTo>
                  <a:lnTo>
                    <a:pt x="2561" y="495"/>
                  </a:lnTo>
                  <a:lnTo>
                    <a:pt x="2606" y="360"/>
                  </a:lnTo>
                  <a:lnTo>
                    <a:pt x="2606" y="226"/>
                  </a:lnTo>
                  <a:lnTo>
                    <a:pt x="2516" y="136"/>
                  </a:lnTo>
                  <a:lnTo>
                    <a:pt x="2426" y="46"/>
                  </a:lnTo>
                  <a:lnTo>
                    <a:pt x="2291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57"/>
          <p:cNvSpPr txBox="1"/>
          <p:nvPr>
            <p:ph type="title"/>
          </p:nvPr>
        </p:nvSpPr>
        <p:spPr>
          <a:xfrm>
            <a:off x="760375" y="71950"/>
            <a:ext cx="39576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LTV and CAC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864" name="Google Shape;186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6850"/>
            <a:ext cx="8839201" cy="28068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5" name="Google Shape;1865;p57"/>
          <p:cNvGrpSpPr/>
          <p:nvPr/>
        </p:nvGrpSpPr>
        <p:grpSpPr>
          <a:xfrm>
            <a:off x="7517536" y="4152595"/>
            <a:ext cx="634406" cy="713193"/>
            <a:chOff x="5157450" y="1736850"/>
            <a:chExt cx="2224425" cy="2500675"/>
          </a:xfrm>
        </p:grpSpPr>
        <p:sp>
          <p:nvSpPr>
            <p:cNvPr id="1866" name="Google Shape;1866;p57"/>
            <p:cNvSpPr/>
            <p:nvPr/>
          </p:nvSpPr>
          <p:spPr>
            <a:xfrm>
              <a:off x="5157450" y="3893900"/>
              <a:ext cx="2172775" cy="343625"/>
            </a:xfrm>
            <a:custGeom>
              <a:rect b="b" l="l" r="r" t="t"/>
              <a:pathLst>
                <a:path extrusionOk="0" h="13745" w="86911">
                  <a:moveTo>
                    <a:pt x="57042" y="4223"/>
                  </a:moveTo>
                  <a:lnTo>
                    <a:pt x="57042" y="5750"/>
                  </a:lnTo>
                  <a:lnTo>
                    <a:pt x="56953" y="5795"/>
                  </a:lnTo>
                  <a:lnTo>
                    <a:pt x="56503" y="6064"/>
                  </a:lnTo>
                  <a:lnTo>
                    <a:pt x="55830" y="6379"/>
                  </a:lnTo>
                  <a:lnTo>
                    <a:pt x="54931" y="6738"/>
                  </a:lnTo>
                  <a:lnTo>
                    <a:pt x="53764" y="7097"/>
                  </a:lnTo>
                  <a:lnTo>
                    <a:pt x="52326" y="7501"/>
                  </a:lnTo>
                  <a:lnTo>
                    <a:pt x="50664" y="7816"/>
                  </a:lnTo>
                  <a:lnTo>
                    <a:pt x="49721" y="7996"/>
                  </a:lnTo>
                  <a:lnTo>
                    <a:pt x="48733" y="8130"/>
                  </a:lnTo>
                  <a:lnTo>
                    <a:pt x="47610" y="8220"/>
                  </a:lnTo>
                  <a:lnTo>
                    <a:pt x="46487" y="8310"/>
                  </a:lnTo>
                  <a:lnTo>
                    <a:pt x="45005" y="8400"/>
                  </a:lnTo>
                  <a:lnTo>
                    <a:pt x="41726" y="8400"/>
                  </a:lnTo>
                  <a:lnTo>
                    <a:pt x="40109" y="8310"/>
                  </a:lnTo>
                  <a:lnTo>
                    <a:pt x="39031" y="8220"/>
                  </a:lnTo>
                  <a:lnTo>
                    <a:pt x="37953" y="8085"/>
                  </a:lnTo>
                  <a:lnTo>
                    <a:pt x="36965" y="7951"/>
                  </a:lnTo>
                  <a:lnTo>
                    <a:pt x="36067" y="7816"/>
                  </a:lnTo>
                  <a:lnTo>
                    <a:pt x="34450" y="7457"/>
                  </a:lnTo>
                  <a:lnTo>
                    <a:pt x="33103" y="7097"/>
                  </a:lnTo>
                  <a:lnTo>
                    <a:pt x="31935" y="6693"/>
                  </a:lnTo>
                  <a:lnTo>
                    <a:pt x="31081" y="6334"/>
                  </a:lnTo>
                  <a:lnTo>
                    <a:pt x="30408" y="6064"/>
                  </a:lnTo>
                  <a:lnTo>
                    <a:pt x="29959" y="5795"/>
                  </a:lnTo>
                  <a:lnTo>
                    <a:pt x="29869" y="5750"/>
                  </a:lnTo>
                  <a:lnTo>
                    <a:pt x="29869" y="4223"/>
                  </a:lnTo>
                  <a:lnTo>
                    <a:pt x="30138" y="4312"/>
                  </a:lnTo>
                  <a:lnTo>
                    <a:pt x="31351" y="4672"/>
                  </a:lnTo>
                  <a:lnTo>
                    <a:pt x="32564" y="4986"/>
                  </a:lnTo>
                  <a:lnTo>
                    <a:pt x="33821" y="5256"/>
                  </a:lnTo>
                  <a:lnTo>
                    <a:pt x="35124" y="5525"/>
                  </a:lnTo>
                  <a:lnTo>
                    <a:pt x="36426" y="5705"/>
                  </a:lnTo>
                  <a:lnTo>
                    <a:pt x="37774" y="5885"/>
                  </a:lnTo>
                  <a:lnTo>
                    <a:pt x="39166" y="6019"/>
                  </a:lnTo>
                  <a:lnTo>
                    <a:pt x="40559" y="6109"/>
                  </a:lnTo>
                  <a:lnTo>
                    <a:pt x="41996" y="6199"/>
                  </a:lnTo>
                  <a:lnTo>
                    <a:pt x="44736" y="6199"/>
                  </a:lnTo>
                  <a:lnTo>
                    <a:pt x="46038" y="6154"/>
                  </a:lnTo>
                  <a:lnTo>
                    <a:pt x="47475" y="6064"/>
                  </a:lnTo>
                  <a:lnTo>
                    <a:pt x="48913" y="5929"/>
                  </a:lnTo>
                  <a:lnTo>
                    <a:pt x="50305" y="5750"/>
                  </a:lnTo>
                  <a:lnTo>
                    <a:pt x="51653" y="5525"/>
                  </a:lnTo>
                  <a:lnTo>
                    <a:pt x="53000" y="5301"/>
                  </a:lnTo>
                  <a:lnTo>
                    <a:pt x="54303" y="4986"/>
                  </a:lnTo>
                  <a:lnTo>
                    <a:pt x="55560" y="4672"/>
                  </a:lnTo>
                  <a:lnTo>
                    <a:pt x="56773" y="4312"/>
                  </a:lnTo>
                  <a:lnTo>
                    <a:pt x="57042" y="4223"/>
                  </a:lnTo>
                  <a:close/>
                  <a:moveTo>
                    <a:pt x="22637" y="1"/>
                  </a:moveTo>
                  <a:lnTo>
                    <a:pt x="20167" y="270"/>
                  </a:lnTo>
                  <a:lnTo>
                    <a:pt x="17787" y="540"/>
                  </a:lnTo>
                  <a:lnTo>
                    <a:pt x="15541" y="809"/>
                  </a:lnTo>
                  <a:lnTo>
                    <a:pt x="13430" y="1124"/>
                  </a:lnTo>
                  <a:lnTo>
                    <a:pt x="11409" y="1483"/>
                  </a:lnTo>
                  <a:lnTo>
                    <a:pt x="9567" y="1842"/>
                  </a:lnTo>
                  <a:lnTo>
                    <a:pt x="7860" y="2246"/>
                  </a:lnTo>
                  <a:lnTo>
                    <a:pt x="6288" y="2651"/>
                  </a:lnTo>
                  <a:lnTo>
                    <a:pt x="4851" y="3055"/>
                  </a:lnTo>
                  <a:lnTo>
                    <a:pt x="3638" y="3504"/>
                  </a:lnTo>
                  <a:lnTo>
                    <a:pt x="2560" y="3953"/>
                  </a:lnTo>
                  <a:lnTo>
                    <a:pt x="1662" y="4447"/>
                  </a:lnTo>
                  <a:lnTo>
                    <a:pt x="1303" y="4672"/>
                  </a:lnTo>
                  <a:lnTo>
                    <a:pt x="943" y="4896"/>
                  </a:lnTo>
                  <a:lnTo>
                    <a:pt x="674" y="5166"/>
                  </a:lnTo>
                  <a:lnTo>
                    <a:pt x="449" y="5390"/>
                  </a:lnTo>
                  <a:lnTo>
                    <a:pt x="270" y="5660"/>
                  </a:lnTo>
                  <a:lnTo>
                    <a:pt x="135" y="5929"/>
                  </a:lnTo>
                  <a:lnTo>
                    <a:pt x="45" y="6154"/>
                  </a:lnTo>
                  <a:lnTo>
                    <a:pt x="0" y="6423"/>
                  </a:lnTo>
                  <a:lnTo>
                    <a:pt x="45" y="6603"/>
                  </a:lnTo>
                  <a:lnTo>
                    <a:pt x="90" y="6828"/>
                  </a:lnTo>
                  <a:lnTo>
                    <a:pt x="225" y="7187"/>
                  </a:lnTo>
                  <a:lnTo>
                    <a:pt x="539" y="7546"/>
                  </a:lnTo>
                  <a:lnTo>
                    <a:pt x="898" y="7906"/>
                  </a:lnTo>
                  <a:lnTo>
                    <a:pt x="1393" y="8265"/>
                  </a:lnTo>
                  <a:lnTo>
                    <a:pt x="1976" y="8624"/>
                  </a:lnTo>
                  <a:lnTo>
                    <a:pt x="2650" y="8939"/>
                  </a:lnTo>
                  <a:lnTo>
                    <a:pt x="3459" y="9298"/>
                  </a:lnTo>
                  <a:lnTo>
                    <a:pt x="4312" y="9612"/>
                  </a:lnTo>
                  <a:lnTo>
                    <a:pt x="5255" y="9927"/>
                  </a:lnTo>
                  <a:lnTo>
                    <a:pt x="6333" y="10241"/>
                  </a:lnTo>
                  <a:lnTo>
                    <a:pt x="7456" y="10511"/>
                  </a:lnTo>
                  <a:lnTo>
                    <a:pt x="8669" y="10825"/>
                  </a:lnTo>
                  <a:lnTo>
                    <a:pt x="9926" y="11095"/>
                  </a:lnTo>
                  <a:lnTo>
                    <a:pt x="12756" y="11589"/>
                  </a:lnTo>
                  <a:lnTo>
                    <a:pt x="15810" y="12083"/>
                  </a:lnTo>
                  <a:lnTo>
                    <a:pt x="19179" y="12487"/>
                  </a:lnTo>
                  <a:lnTo>
                    <a:pt x="22772" y="12846"/>
                  </a:lnTo>
                  <a:lnTo>
                    <a:pt x="26545" y="13161"/>
                  </a:lnTo>
                  <a:lnTo>
                    <a:pt x="30542" y="13430"/>
                  </a:lnTo>
                  <a:lnTo>
                    <a:pt x="34720" y="13610"/>
                  </a:lnTo>
                  <a:lnTo>
                    <a:pt x="39031" y="13700"/>
                  </a:lnTo>
                  <a:lnTo>
                    <a:pt x="43478" y="13745"/>
                  </a:lnTo>
                  <a:lnTo>
                    <a:pt x="47925" y="13700"/>
                  </a:lnTo>
                  <a:lnTo>
                    <a:pt x="52236" y="13610"/>
                  </a:lnTo>
                  <a:lnTo>
                    <a:pt x="56369" y="13430"/>
                  </a:lnTo>
                  <a:lnTo>
                    <a:pt x="60366" y="13161"/>
                  </a:lnTo>
                  <a:lnTo>
                    <a:pt x="64184" y="12846"/>
                  </a:lnTo>
                  <a:lnTo>
                    <a:pt x="67777" y="12487"/>
                  </a:lnTo>
                  <a:lnTo>
                    <a:pt x="71101" y="12083"/>
                  </a:lnTo>
                  <a:lnTo>
                    <a:pt x="74200" y="11589"/>
                  </a:lnTo>
                  <a:lnTo>
                    <a:pt x="76985" y="11095"/>
                  </a:lnTo>
                  <a:lnTo>
                    <a:pt x="78287" y="10825"/>
                  </a:lnTo>
                  <a:lnTo>
                    <a:pt x="79500" y="10511"/>
                  </a:lnTo>
                  <a:lnTo>
                    <a:pt x="80623" y="10241"/>
                  </a:lnTo>
                  <a:lnTo>
                    <a:pt x="81656" y="9927"/>
                  </a:lnTo>
                  <a:lnTo>
                    <a:pt x="82644" y="9612"/>
                  </a:lnTo>
                  <a:lnTo>
                    <a:pt x="83497" y="9298"/>
                  </a:lnTo>
                  <a:lnTo>
                    <a:pt x="84261" y="8939"/>
                  </a:lnTo>
                  <a:lnTo>
                    <a:pt x="84935" y="8624"/>
                  </a:lnTo>
                  <a:lnTo>
                    <a:pt x="85563" y="8265"/>
                  </a:lnTo>
                  <a:lnTo>
                    <a:pt x="86013" y="7906"/>
                  </a:lnTo>
                  <a:lnTo>
                    <a:pt x="86417" y="7546"/>
                  </a:lnTo>
                  <a:lnTo>
                    <a:pt x="86686" y="7187"/>
                  </a:lnTo>
                  <a:lnTo>
                    <a:pt x="86866" y="6828"/>
                  </a:lnTo>
                  <a:lnTo>
                    <a:pt x="86911" y="6603"/>
                  </a:lnTo>
                  <a:lnTo>
                    <a:pt x="86911" y="6423"/>
                  </a:lnTo>
                  <a:lnTo>
                    <a:pt x="86866" y="6154"/>
                  </a:lnTo>
                  <a:lnTo>
                    <a:pt x="86821" y="5929"/>
                  </a:lnTo>
                  <a:lnTo>
                    <a:pt x="86686" y="5660"/>
                  </a:lnTo>
                  <a:lnTo>
                    <a:pt x="86507" y="5390"/>
                  </a:lnTo>
                  <a:lnTo>
                    <a:pt x="86237" y="5166"/>
                  </a:lnTo>
                  <a:lnTo>
                    <a:pt x="85968" y="4896"/>
                  </a:lnTo>
                  <a:lnTo>
                    <a:pt x="85653" y="4672"/>
                  </a:lnTo>
                  <a:lnTo>
                    <a:pt x="85249" y="4447"/>
                  </a:lnTo>
                  <a:lnTo>
                    <a:pt x="84396" y="3953"/>
                  </a:lnTo>
                  <a:lnTo>
                    <a:pt x="83318" y="3504"/>
                  </a:lnTo>
                  <a:lnTo>
                    <a:pt x="82060" y="3055"/>
                  </a:lnTo>
                  <a:lnTo>
                    <a:pt x="80668" y="2651"/>
                  </a:lnTo>
                  <a:lnTo>
                    <a:pt x="79096" y="2246"/>
                  </a:lnTo>
                  <a:lnTo>
                    <a:pt x="77389" y="1842"/>
                  </a:lnTo>
                  <a:lnTo>
                    <a:pt x="75502" y="1483"/>
                  </a:lnTo>
                  <a:lnTo>
                    <a:pt x="73526" y="1124"/>
                  </a:lnTo>
                  <a:lnTo>
                    <a:pt x="71370" y="809"/>
                  </a:lnTo>
                  <a:lnTo>
                    <a:pt x="69125" y="540"/>
                  </a:lnTo>
                  <a:lnTo>
                    <a:pt x="66789" y="270"/>
                  </a:lnTo>
                  <a:lnTo>
                    <a:pt x="64319" y="1"/>
                  </a:lnTo>
                  <a:lnTo>
                    <a:pt x="63420" y="585"/>
                  </a:lnTo>
                  <a:lnTo>
                    <a:pt x="62477" y="1124"/>
                  </a:lnTo>
                  <a:lnTo>
                    <a:pt x="61534" y="1662"/>
                  </a:lnTo>
                  <a:lnTo>
                    <a:pt x="60591" y="2157"/>
                  </a:lnTo>
                  <a:lnTo>
                    <a:pt x="59558" y="2606"/>
                  </a:lnTo>
                  <a:lnTo>
                    <a:pt x="58569" y="3055"/>
                  </a:lnTo>
                  <a:lnTo>
                    <a:pt x="57492" y="3414"/>
                  </a:lnTo>
                  <a:lnTo>
                    <a:pt x="56414" y="3774"/>
                  </a:lnTo>
                  <a:lnTo>
                    <a:pt x="55336" y="4133"/>
                  </a:lnTo>
                  <a:lnTo>
                    <a:pt x="54168" y="4402"/>
                  </a:lnTo>
                  <a:lnTo>
                    <a:pt x="53045" y="4672"/>
                  </a:lnTo>
                  <a:lnTo>
                    <a:pt x="51832" y="4896"/>
                  </a:lnTo>
                  <a:lnTo>
                    <a:pt x="50664" y="5076"/>
                  </a:lnTo>
                  <a:lnTo>
                    <a:pt x="49407" y="5256"/>
                  </a:lnTo>
                  <a:lnTo>
                    <a:pt x="48149" y="5390"/>
                  </a:lnTo>
                  <a:lnTo>
                    <a:pt x="46847" y="5480"/>
                  </a:lnTo>
                  <a:lnTo>
                    <a:pt x="45185" y="5570"/>
                  </a:lnTo>
                  <a:lnTo>
                    <a:pt x="43478" y="5615"/>
                  </a:lnTo>
                  <a:lnTo>
                    <a:pt x="41547" y="5570"/>
                  </a:lnTo>
                  <a:lnTo>
                    <a:pt x="39660" y="5480"/>
                  </a:lnTo>
                  <a:lnTo>
                    <a:pt x="38403" y="5346"/>
                  </a:lnTo>
                  <a:lnTo>
                    <a:pt x="37190" y="5211"/>
                  </a:lnTo>
                  <a:lnTo>
                    <a:pt x="35977" y="5031"/>
                  </a:lnTo>
                  <a:lnTo>
                    <a:pt x="34809" y="4851"/>
                  </a:lnTo>
                  <a:lnTo>
                    <a:pt x="33642" y="4627"/>
                  </a:lnTo>
                  <a:lnTo>
                    <a:pt x="32519" y="4357"/>
                  </a:lnTo>
                  <a:lnTo>
                    <a:pt x="31441" y="4043"/>
                  </a:lnTo>
                  <a:lnTo>
                    <a:pt x="30363" y="3729"/>
                  </a:lnTo>
                  <a:lnTo>
                    <a:pt x="29285" y="3369"/>
                  </a:lnTo>
                  <a:lnTo>
                    <a:pt x="28252" y="2965"/>
                  </a:lnTo>
                  <a:lnTo>
                    <a:pt x="27264" y="2561"/>
                  </a:lnTo>
                  <a:lnTo>
                    <a:pt x="26275" y="2112"/>
                  </a:lnTo>
                  <a:lnTo>
                    <a:pt x="25332" y="1618"/>
                  </a:lnTo>
                  <a:lnTo>
                    <a:pt x="24389" y="1124"/>
                  </a:lnTo>
                  <a:lnTo>
                    <a:pt x="23491" y="585"/>
                  </a:lnTo>
                  <a:lnTo>
                    <a:pt x="22637" y="1"/>
                  </a:lnTo>
                  <a:close/>
                </a:path>
              </a:pathLst>
            </a:custGeom>
            <a:solidFill>
              <a:srgbClr val="E9E7E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57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fill="none" h="4178" w="27175">
                  <a:moveTo>
                    <a:pt x="16170" y="1932"/>
                  </a:moveTo>
                  <a:lnTo>
                    <a:pt x="16170" y="1932"/>
                  </a:lnTo>
                  <a:lnTo>
                    <a:pt x="16170" y="1932"/>
                  </a:lnTo>
                  <a:lnTo>
                    <a:pt x="17607" y="1842"/>
                  </a:lnTo>
                  <a:lnTo>
                    <a:pt x="19045" y="1707"/>
                  </a:lnTo>
                  <a:lnTo>
                    <a:pt x="20437" y="1528"/>
                  </a:lnTo>
                  <a:lnTo>
                    <a:pt x="21785" y="1303"/>
                  </a:lnTo>
                  <a:lnTo>
                    <a:pt x="23132" y="1079"/>
                  </a:lnTo>
                  <a:lnTo>
                    <a:pt x="24435" y="764"/>
                  </a:lnTo>
                  <a:lnTo>
                    <a:pt x="25692" y="450"/>
                  </a:lnTo>
                  <a:lnTo>
                    <a:pt x="26905" y="90"/>
                  </a:lnTo>
                  <a:lnTo>
                    <a:pt x="27174" y="1"/>
                  </a:lnTo>
                  <a:lnTo>
                    <a:pt x="27174" y="1528"/>
                  </a:lnTo>
                  <a:lnTo>
                    <a:pt x="27085" y="1573"/>
                  </a:lnTo>
                  <a:lnTo>
                    <a:pt x="27085" y="1573"/>
                  </a:lnTo>
                  <a:lnTo>
                    <a:pt x="26635" y="1842"/>
                  </a:lnTo>
                  <a:lnTo>
                    <a:pt x="25962" y="2157"/>
                  </a:lnTo>
                  <a:lnTo>
                    <a:pt x="25063" y="2516"/>
                  </a:lnTo>
                  <a:lnTo>
                    <a:pt x="23896" y="2875"/>
                  </a:lnTo>
                  <a:lnTo>
                    <a:pt x="22458" y="3279"/>
                  </a:lnTo>
                  <a:lnTo>
                    <a:pt x="20796" y="3594"/>
                  </a:lnTo>
                  <a:lnTo>
                    <a:pt x="19853" y="3774"/>
                  </a:lnTo>
                  <a:lnTo>
                    <a:pt x="18865" y="3908"/>
                  </a:lnTo>
                  <a:lnTo>
                    <a:pt x="17742" y="399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5137" y="4178"/>
                  </a:lnTo>
                  <a:lnTo>
                    <a:pt x="13610" y="4178"/>
                  </a:lnTo>
                  <a:lnTo>
                    <a:pt x="13610" y="4178"/>
                  </a:lnTo>
                  <a:lnTo>
                    <a:pt x="11858" y="4178"/>
                  </a:lnTo>
                  <a:lnTo>
                    <a:pt x="10241" y="4088"/>
                  </a:lnTo>
                  <a:lnTo>
                    <a:pt x="10241" y="4088"/>
                  </a:lnTo>
                  <a:lnTo>
                    <a:pt x="9163" y="3998"/>
                  </a:lnTo>
                  <a:lnTo>
                    <a:pt x="8085" y="3863"/>
                  </a:lnTo>
                  <a:lnTo>
                    <a:pt x="7097" y="3729"/>
                  </a:lnTo>
                  <a:lnTo>
                    <a:pt x="6199" y="3594"/>
                  </a:lnTo>
                  <a:lnTo>
                    <a:pt x="4582" y="3235"/>
                  </a:lnTo>
                  <a:lnTo>
                    <a:pt x="3235" y="2875"/>
                  </a:lnTo>
                  <a:lnTo>
                    <a:pt x="2067" y="2471"/>
                  </a:lnTo>
                  <a:lnTo>
                    <a:pt x="1213" y="2112"/>
                  </a:lnTo>
                  <a:lnTo>
                    <a:pt x="540" y="1842"/>
                  </a:lnTo>
                  <a:lnTo>
                    <a:pt x="91" y="1573"/>
                  </a:lnTo>
                  <a:lnTo>
                    <a:pt x="1" y="1528"/>
                  </a:lnTo>
                  <a:lnTo>
                    <a:pt x="1" y="1"/>
                  </a:lnTo>
                  <a:lnTo>
                    <a:pt x="270" y="90"/>
                  </a:lnTo>
                  <a:lnTo>
                    <a:pt x="270" y="90"/>
                  </a:lnTo>
                  <a:lnTo>
                    <a:pt x="1483" y="450"/>
                  </a:lnTo>
                  <a:lnTo>
                    <a:pt x="2696" y="764"/>
                  </a:lnTo>
                  <a:lnTo>
                    <a:pt x="3953" y="1034"/>
                  </a:lnTo>
                  <a:lnTo>
                    <a:pt x="5256" y="1303"/>
                  </a:lnTo>
                  <a:lnTo>
                    <a:pt x="6558" y="1483"/>
                  </a:lnTo>
                  <a:lnTo>
                    <a:pt x="7906" y="1663"/>
                  </a:lnTo>
                  <a:lnTo>
                    <a:pt x="9298" y="179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2128" y="1977"/>
                  </a:lnTo>
                  <a:lnTo>
                    <a:pt x="13610" y="1977"/>
                  </a:lnTo>
                  <a:lnTo>
                    <a:pt x="13610" y="1977"/>
                  </a:lnTo>
                  <a:lnTo>
                    <a:pt x="14868" y="1977"/>
                  </a:lnTo>
                  <a:lnTo>
                    <a:pt x="16170" y="1932"/>
                  </a:lnTo>
                  <a:lnTo>
                    <a:pt x="16170" y="193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57"/>
            <p:cNvSpPr/>
            <p:nvPr/>
          </p:nvSpPr>
          <p:spPr>
            <a:xfrm>
              <a:off x="5157450" y="3893900"/>
              <a:ext cx="2172775" cy="343625"/>
            </a:xfrm>
            <a:custGeom>
              <a:rect b="b" l="l" r="r" t="t"/>
              <a:pathLst>
                <a:path extrusionOk="0" fill="none" h="13745" w="86911">
                  <a:moveTo>
                    <a:pt x="64319" y="1"/>
                  </a:moveTo>
                  <a:lnTo>
                    <a:pt x="64319" y="1"/>
                  </a:lnTo>
                  <a:lnTo>
                    <a:pt x="63420" y="585"/>
                  </a:lnTo>
                  <a:lnTo>
                    <a:pt x="62477" y="1124"/>
                  </a:lnTo>
                  <a:lnTo>
                    <a:pt x="61534" y="1662"/>
                  </a:lnTo>
                  <a:lnTo>
                    <a:pt x="60591" y="2157"/>
                  </a:lnTo>
                  <a:lnTo>
                    <a:pt x="59558" y="2606"/>
                  </a:lnTo>
                  <a:lnTo>
                    <a:pt x="58569" y="3055"/>
                  </a:lnTo>
                  <a:lnTo>
                    <a:pt x="57492" y="3414"/>
                  </a:lnTo>
                  <a:lnTo>
                    <a:pt x="56414" y="3774"/>
                  </a:lnTo>
                  <a:lnTo>
                    <a:pt x="55336" y="4133"/>
                  </a:lnTo>
                  <a:lnTo>
                    <a:pt x="54168" y="4402"/>
                  </a:lnTo>
                  <a:lnTo>
                    <a:pt x="53045" y="4672"/>
                  </a:lnTo>
                  <a:lnTo>
                    <a:pt x="51832" y="4896"/>
                  </a:lnTo>
                  <a:lnTo>
                    <a:pt x="50664" y="5076"/>
                  </a:lnTo>
                  <a:lnTo>
                    <a:pt x="49407" y="5256"/>
                  </a:lnTo>
                  <a:lnTo>
                    <a:pt x="48149" y="5390"/>
                  </a:lnTo>
                  <a:lnTo>
                    <a:pt x="46847" y="5480"/>
                  </a:lnTo>
                  <a:lnTo>
                    <a:pt x="46847" y="5480"/>
                  </a:lnTo>
                  <a:lnTo>
                    <a:pt x="46847" y="5480"/>
                  </a:lnTo>
                  <a:lnTo>
                    <a:pt x="45185" y="5570"/>
                  </a:lnTo>
                  <a:lnTo>
                    <a:pt x="43478" y="5615"/>
                  </a:lnTo>
                  <a:lnTo>
                    <a:pt x="43478" y="5615"/>
                  </a:lnTo>
                  <a:lnTo>
                    <a:pt x="41547" y="5570"/>
                  </a:lnTo>
                  <a:lnTo>
                    <a:pt x="39660" y="5480"/>
                  </a:lnTo>
                  <a:lnTo>
                    <a:pt x="39660" y="5480"/>
                  </a:lnTo>
                  <a:lnTo>
                    <a:pt x="38403" y="5346"/>
                  </a:lnTo>
                  <a:lnTo>
                    <a:pt x="37190" y="5211"/>
                  </a:lnTo>
                  <a:lnTo>
                    <a:pt x="35977" y="5031"/>
                  </a:lnTo>
                  <a:lnTo>
                    <a:pt x="34809" y="4851"/>
                  </a:lnTo>
                  <a:lnTo>
                    <a:pt x="33642" y="4627"/>
                  </a:lnTo>
                  <a:lnTo>
                    <a:pt x="32519" y="4357"/>
                  </a:lnTo>
                  <a:lnTo>
                    <a:pt x="31441" y="4043"/>
                  </a:lnTo>
                  <a:lnTo>
                    <a:pt x="30363" y="3729"/>
                  </a:lnTo>
                  <a:lnTo>
                    <a:pt x="29285" y="3369"/>
                  </a:lnTo>
                  <a:lnTo>
                    <a:pt x="28252" y="2965"/>
                  </a:lnTo>
                  <a:lnTo>
                    <a:pt x="27264" y="2561"/>
                  </a:lnTo>
                  <a:lnTo>
                    <a:pt x="26275" y="2112"/>
                  </a:lnTo>
                  <a:lnTo>
                    <a:pt x="25332" y="1618"/>
                  </a:lnTo>
                  <a:lnTo>
                    <a:pt x="24389" y="1124"/>
                  </a:lnTo>
                  <a:lnTo>
                    <a:pt x="23491" y="585"/>
                  </a:lnTo>
                  <a:lnTo>
                    <a:pt x="22637" y="1"/>
                  </a:lnTo>
                  <a:lnTo>
                    <a:pt x="22637" y="1"/>
                  </a:lnTo>
                  <a:lnTo>
                    <a:pt x="20167" y="270"/>
                  </a:lnTo>
                  <a:lnTo>
                    <a:pt x="17787" y="540"/>
                  </a:lnTo>
                  <a:lnTo>
                    <a:pt x="15541" y="809"/>
                  </a:lnTo>
                  <a:lnTo>
                    <a:pt x="13430" y="1124"/>
                  </a:lnTo>
                  <a:lnTo>
                    <a:pt x="11409" y="1483"/>
                  </a:lnTo>
                  <a:lnTo>
                    <a:pt x="9567" y="1842"/>
                  </a:lnTo>
                  <a:lnTo>
                    <a:pt x="7860" y="2246"/>
                  </a:lnTo>
                  <a:lnTo>
                    <a:pt x="6288" y="2651"/>
                  </a:lnTo>
                  <a:lnTo>
                    <a:pt x="4851" y="3055"/>
                  </a:lnTo>
                  <a:lnTo>
                    <a:pt x="3638" y="3504"/>
                  </a:lnTo>
                  <a:lnTo>
                    <a:pt x="2560" y="3953"/>
                  </a:lnTo>
                  <a:lnTo>
                    <a:pt x="1662" y="4447"/>
                  </a:lnTo>
                  <a:lnTo>
                    <a:pt x="1303" y="4672"/>
                  </a:lnTo>
                  <a:lnTo>
                    <a:pt x="943" y="4896"/>
                  </a:lnTo>
                  <a:lnTo>
                    <a:pt x="674" y="5166"/>
                  </a:lnTo>
                  <a:lnTo>
                    <a:pt x="449" y="5390"/>
                  </a:lnTo>
                  <a:lnTo>
                    <a:pt x="270" y="5660"/>
                  </a:lnTo>
                  <a:lnTo>
                    <a:pt x="135" y="5929"/>
                  </a:lnTo>
                  <a:lnTo>
                    <a:pt x="45" y="6154"/>
                  </a:lnTo>
                  <a:lnTo>
                    <a:pt x="0" y="6423"/>
                  </a:lnTo>
                  <a:lnTo>
                    <a:pt x="0" y="6423"/>
                  </a:lnTo>
                  <a:lnTo>
                    <a:pt x="45" y="6603"/>
                  </a:lnTo>
                  <a:lnTo>
                    <a:pt x="90" y="6828"/>
                  </a:lnTo>
                  <a:lnTo>
                    <a:pt x="225" y="7187"/>
                  </a:lnTo>
                  <a:lnTo>
                    <a:pt x="539" y="7546"/>
                  </a:lnTo>
                  <a:lnTo>
                    <a:pt x="898" y="7906"/>
                  </a:lnTo>
                  <a:lnTo>
                    <a:pt x="1393" y="8265"/>
                  </a:lnTo>
                  <a:lnTo>
                    <a:pt x="1976" y="8624"/>
                  </a:lnTo>
                  <a:lnTo>
                    <a:pt x="2650" y="8939"/>
                  </a:lnTo>
                  <a:lnTo>
                    <a:pt x="3459" y="9298"/>
                  </a:lnTo>
                  <a:lnTo>
                    <a:pt x="4312" y="9612"/>
                  </a:lnTo>
                  <a:lnTo>
                    <a:pt x="5255" y="9927"/>
                  </a:lnTo>
                  <a:lnTo>
                    <a:pt x="6333" y="10241"/>
                  </a:lnTo>
                  <a:lnTo>
                    <a:pt x="7456" y="10511"/>
                  </a:lnTo>
                  <a:lnTo>
                    <a:pt x="8669" y="10825"/>
                  </a:lnTo>
                  <a:lnTo>
                    <a:pt x="9926" y="11095"/>
                  </a:lnTo>
                  <a:lnTo>
                    <a:pt x="12756" y="11589"/>
                  </a:lnTo>
                  <a:lnTo>
                    <a:pt x="15810" y="12083"/>
                  </a:lnTo>
                  <a:lnTo>
                    <a:pt x="19179" y="12487"/>
                  </a:lnTo>
                  <a:lnTo>
                    <a:pt x="22772" y="12846"/>
                  </a:lnTo>
                  <a:lnTo>
                    <a:pt x="26545" y="13161"/>
                  </a:lnTo>
                  <a:lnTo>
                    <a:pt x="30542" y="13430"/>
                  </a:lnTo>
                  <a:lnTo>
                    <a:pt x="34720" y="13610"/>
                  </a:lnTo>
                  <a:lnTo>
                    <a:pt x="39031" y="13700"/>
                  </a:lnTo>
                  <a:lnTo>
                    <a:pt x="43478" y="13745"/>
                  </a:lnTo>
                  <a:lnTo>
                    <a:pt x="43478" y="13745"/>
                  </a:lnTo>
                  <a:lnTo>
                    <a:pt x="47925" y="13700"/>
                  </a:lnTo>
                  <a:lnTo>
                    <a:pt x="52236" y="13610"/>
                  </a:lnTo>
                  <a:lnTo>
                    <a:pt x="56369" y="13430"/>
                  </a:lnTo>
                  <a:lnTo>
                    <a:pt x="60366" y="13161"/>
                  </a:lnTo>
                  <a:lnTo>
                    <a:pt x="64184" y="12846"/>
                  </a:lnTo>
                  <a:lnTo>
                    <a:pt x="67777" y="12487"/>
                  </a:lnTo>
                  <a:lnTo>
                    <a:pt x="71101" y="12083"/>
                  </a:lnTo>
                  <a:lnTo>
                    <a:pt x="74200" y="11589"/>
                  </a:lnTo>
                  <a:lnTo>
                    <a:pt x="76985" y="11095"/>
                  </a:lnTo>
                  <a:lnTo>
                    <a:pt x="78287" y="10825"/>
                  </a:lnTo>
                  <a:lnTo>
                    <a:pt x="79500" y="10511"/>
                  </a:lnTo>
                  <a:lnTo>
                    <a:pt x="80623" y="10241"/>
                  </a:lnTo>
                  <a:lnTo>
                    <a:pt x="81656" y="9927"/>
                  </a:lnTo>
                  <a:lnTo>
                    <a:pt x="82644" y="9612"/>
                  </a:lnTo>
                  <a:lnTo>
                    <a:pt x="83497" y="9298"/>
                  </a:lnTo>
                  <a:lnTo>
                    <a:pt x="84261" y="8939"/>
                  </a:lnTo>
                  <a:lnTo>
                    <a:pt x="84935" y="8624"/>
                  </a:lnTo>
                  <a:lnTo>
                    <a:pt x="85563" y="8265"/>
                  </a:lnTo>
                  <a:lnTo>
                    <a:pt x="86013" y="7906"/>
                  </a:lnTo>
                  <a:lnTo>
                    <a:pt x="86417" y="7546"/>
                  </a:lnTo>
                  <a:lnTo>
                    <a:pt x="86686" y="7187"/>
                  </a:lnTo>
                  <a:lnTo>
                    <a:pt x="86866" y="6828"/>
                  </a:lnTo>
                  <a:lnTo>
                    <a:pt x="86911" y="6603"/>
                  </a:lnTo>
                  <a:lnTo>
                    <a:pt x="86911" y="6423"/>
                  </a:lnTo>
                  <a:lnTo>
                    <a:pt x="86911" y="6423"/>
                  </a:lnTo>
                  <a:lnTo>
                    <a:pt x="86866" y="6154"/>
                  </a:lnTo>
                  <a:lnTo>
                    <a:pt x="86821" y="5929"/>
                  </a:lnTo>
                  <a:lnTo>
                    <a:pt x="86686" y="5660"/>
                  </a:lnTo>
                  <a:lnTo>
                    <a:pt x="86507" y="5390"/>
                  </a:lnTo>
                  <a:lnTo>
                    <a:pt x="86237" y="5166"/>
                  </a:lnTo>
                  <a:lnTo>
                    <a:pt x="85968" y="4896"/>
                  </a:lnTo>
                  <a:lnTo>
                    <a:pt x="85653" y="4672"/>
                  </a:lnTo>
                  <a:lnTo>
                    <a:pt x="85249" y="4447"/>
                  </a:lnTo>
                  <a:lnTo>
                    <a:pt x="84396" y="3953"/>
                  </a:lnTo>
                  <a:lnTo>
                    <a:pt x="83318" y="3504"/>
                  </a:lnTo>
                  <a:lnTo>
                    <a:pt x="82060" y="3055"/>
                  </a:lnTo>
                  <a:lnTo>
                    <a:pt x="80668" y="2651"/>
                  </a:lnTo>
                  <a:lnTo>
                    <a:pt x="79096" y="2246"/>
                  </a:lnTo>
                  <a:lnTo>
                    <a:pt x="77389" y="1842"/>
                  </a:lnTo>
                  <a:lnTo>
                    <a:pt x="75502" y="1483"/>
                  </a:lnTo>
                  <a:lnTo>
                    <a:pt x="73526" y="1124"/>
                  </a:lnTo>
                  <a:lnTo>
                    <a:pt x="71370" y="809"/>
                  </a:lnTo>
                  <a:lnTo>
                    <a:pt x="69125" y="540"/>
                  </a:lnTo>
                  <a:lnTo>
                    <a:pt x="66789" y="270"/>
                  </a:lnTo>
                  <a:lnTo>
                    <a:pt x="6431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57"/>
            <p:cNvSpPr/>
            <p:nvPr/>
          </p:nvSpPr>
          <p:spPr>
            <a:xfrm>
              <a:off x="5547075" y="1761550"/>
              <a:ext cx="1393525" cy="344750"/>
            </a:xfrm>
            <a:custGeom>
              <a:rect b="b" l="l" r="r" t="t"/>
              <a:pathLst>
                <a:path extrusionOk="0" h="13790" w="55741">
                  <a:moveTo>
                    <a:pt x="29914" y="1348"/>
                  </a:moveTo>
                  <a:lnTo>
                    <a:pt x="31935" y="1438"/>
                  </a:lnTo>
                  <a:lnTo>
                    <a:pt x="33957" y="1528"/>
                  </a:lnTo>
                  <a:lnTo>
                    <a:pt x="35933" y="1663"/>
                  </a:lnTo>
                  <a:lnTo>
                    <a:pt x="37864" y="1842"/>
                  </a:lnTo>
                  <a:lnTo>
                    <a:pt x="39751" y="2067"/>
                  </a:lnTo>
                  <a:lnTo>
                    <a:pt x="41502" y="2292"/>
                  </a:lnTo>
                  <a:lnTo>
                    <a:pt x="43209" y="2561"/>
                  </a:lnTo>
                  <a:lnTo>
                    <a:pt x="44781" y="2875"/>
                  </a:lnTo>
                  <a:lnTo>
                    <a:pt x="46263" y="3235"/>
                  </a:lnTo>
                  <a:lnTo>
                    <a:pt x="47566" y="3639"/>
                  </a:lnTo>
                  <a:lnTo>
                    <a:pt x="48734" y="4043"/>
                  </a:lnTo>
                  <a:lnTo>
                    <a:pt x="49722" y="4492"/>
                  </a:lnTo>
                  <a:lnTo>
                    <a:pt x="50171" y="4717"/>
                  </a:lnTo>
                  <a:lnTo>
                    <a:pt x="50530" y="4942"/>
                  </a:lnTo>
                  <a:lnTo>
                    <a:pt x="50890" y="5211"/>
                  </a:lnTo>
                  <a:lnTo>
                    <a:pt x="51159" y="5481"/>
                  </a:lnTo>
                  <a:lnTo>
                    <a:pt x="51384" y="5750"/>
                  </a:lnTo>
                  <a:lnTo>
                    <a:pt x="51563" y="6019"/>
                  </a:lnTo>
                  <a:lnTo>
                    <a:pt x="51698" y="6379"/>
                  </a:lnTo>
                  <a:lnTo>
                    <a:pt x="51788" y="6738"/>
                  </a:lnTo>
                  <a:lnTo>
                    <a:pt x="51743" y="7097"/>
                  </a:lnTo>
                  <a:lnTo>
                    <a:pt x="51608" y="7412"/>
                  </a:lnTo>
                  <a:lnTo>
                    <a:pt x="51384" y="7771"/>
                  </a:lnTo>
                  <a:lnTo>
                    <a:pt x="51069" y="8086"/>
                  </a:lnTo>
                  <a:lnTo>
                    <a:pt x="50710" y="8400"/>
                  </a:lnTo>
                  <a:lnTo>
                    <a:pt x="50216" y="8669"/>
                  </a:lnTo>
                  <a:lnTo>
                    <a:pt x="49722" y="8984"/>
                  </a:lnTo>
                  <a:lnTo>
                    <a:pt x="49093" y="9253"/>
                  </a:lnTo>
                  <a:lnTo>
                    <a:pt x="48464" y="9523"/>
                  </a:lnTo>
                  <a:lnTo>
                    <a:pt x="47745" y="9792"/>
                  </a:lnTo>
                  <a:lnTo>
                    <a:pt x="46937" y="10017"/>
                  </a:lnTo>
                  <a:lnTo>
                    <a:pt x="46129" y="10242"/>
                  </a:lnTo>
                  <a:lnTo>
                    <a:pt x="44287" y="10646"/>
                  </a:lnTo>
                  <a:lnTo>
                    <a:pt x="42311" y="11050"/>
                  </a:lnTo>
                  <a:lnTo>
                    <a:pt x="40694" y="11275"/>
                  </a:lnTo>
                  <a:lnTo>
                    <a:pt x="38987" y="11499"/>
                  </a:lnTo>
                  <a:lnTo>
                    <a:pt x="37235" y="11679"/>
                  </a:lnTo>
                  <a:lnTo>
                    <a:pt x="35394" y="11814"/>
                  </a:lnTo>
                  <a:lnTo>
                    <a:pt x="33552" y="11948"/>
                  </a:lnTo>
                  <a:lnTo>
                    <a:pt x="31666" y="12038"/>
                  </a:lnTo>
                  <a:lnTo>
                    <a:pt x="29779" y="12083"/>
                  </a:lnTo>
                  <a:lnTo>
                    <a:pt x="25917" y="12083"/>
                  </a:lnTo>
                  <a:lnTo>
                    <a:pt x="23985" y="12038"/>
                  </a:lnTo>
                  <a:lnTo>
                    <a:pt x="22099" y="11948"/>
                  </a:lnTo>
                  <a:lnTo>
                    <a:pt x="20213" y="11814"/>
                  </a:lnTo>
                  <a:lnTo>
                    <a:pt x="18371" y="11679"/>
                  </a:lnTo>
                  <a:lnTo>
                    <a:pt x="16574" y="11454"/>
                  </a:lnTo>
                  <a:lnTo>
                    <a:pt x="14868" y="11230"/>
                  </a:lnTo>
                  <a:lnTo>
                    <a:pt x="13206" y="11005"/>
                  </a:lnTo>
                  <a:lnTo>
                    <a:pt x="13161" y="10960"/>
                  </a:lnTo>
                  <a:lnTo>
                    <a:pt x="11903" y="10736"/>
                  </a:lnTo>
                  <a:lnTo>
                    <a:pt x="10690" y="10511"/>
                  </a:lnTo>
                  <a:lnTo>
                    <a:pt x="9568" y="10242"/>
                  </a:lnTo>
                  <a:lnTo>
                    <a:pt x="8535" y="9927"/>
                  </a:lnTo>
                  <a:lnTo>
                    <a:pt x="8535" y="9927"/>
                  </a:lnTo>
                  <a:lnTo>
                    <a:pt x="8535" y="9927"/>
                  </a:lnTo>
                  <a:lnTo>
                    <a:pt x="7546" y="9613"/>
                  </a:lnTo>
                  <a:lnTo>
                    <a:pt x="6648" y="9253"/>
                  </a:lnTo>
                  <a:lnTo>
                    <a:pt x="5840" y="8894"/>
                  </a:lnTo>
                  <a:lnTo>
                    <a:pt x="5211" y="8490"/>
                  </a:lnTo>
                  <a:lnTo>
                    <a:pt x="4672" y="8086"/>
                  </a:lnTo>
                  <a:lnTo>
                    <a:pt x="4447" y="7861"/>
                  </a:lnTo>
                  <a:lnTo>
                    <a:pt x="4313" y="7636"/>
                  </a:lnTo>
                  <a:lnTo>
                    <a:pt x="4178" y="7412"/>
                  </a:lnTo>
                  <a:lnTo>
                    <a:pt x="4043" y="7187"/>
                  </a:lnTo>
                  <a:lnTo>
                    <a:pt x="3998" y="6963"/>
                  </a:lnTo>
                  <a:lnTo>
                    <a:pt x="3998" y="6738"/>
                  </a:lnTo>
                  <a:lnTo>
                    <a:pt x="3998" y="6424"/>
                  </a:lnTo>
                  <a:lnTo>
                    <a:pt x="4133" y="6109"/>
                  </a:lnTo>
                  <a:lnTo>
                    <a:pt x="4268" y="5840"/>
                  </a:lnTo>
                  <a:lnTo>
                    <a:pt x="4492" y="5525"/>
                  </a:lnTo>
                  <a:lnTo>
                    <a:pt x="4807" y="5256"/>
                  </a:lnTo>
                  <a:lnTo>
                    <a:pt x="5121" y="5031"/>
                  </a:lnTo>
                  <a:lnTo>
                    <a:pt x="5525" y="4762"/>
                  </a:lnTo>
                  <a:lnTo>
                    <a:pt x="5974" y="4492"/>
                  </a:lnTo>
                  <a:lnTo>
                    <a:pt x="6468" y="4268"/>
                  </a:lnTo>
                  <a:lnTo>
                    <a:pt x="7591" y="3819"/>
                  </a:lnTo>
                  <a:lnTo>
                    <a:pt x="8894" y="3414"/>
                  </a:lnTo>
                  <a:lnTo>
                    <a:pt x="10376" y="3010"/>
                  </a:lnTo>
                  <a:lnTo>
                    <a:pt x="11948" y="2696"/>
                  </a:lnTo>
                  <a:lnTo>
                    <a:pt x="13700" y="2381"/>
                  </a:lnTo>
                  <a:lnTo>
                    <a:pt x="15541" y="2112"/>
                  </a:lnTo>
                  <a:lnTo>
                    <a:pt x="17473" y="1887"/>
                  </a:lnTo>
                  <a:lnTo>
                    <a:pt x="19449" y="1708"/>
                  </a:lnTo>
                  <a:lnTo>
                    <a:pt x="21515" y="1528"/>
                  </a:lnTo>
                  <a:lnTo>
                    <a:pt x="23626" y="1438"/>
                  </a:lnTo>
                  <a:lnTo>
                    <a:pt x="25737" y="1348"/>
                  </a:lnTo>
                  <a:close/>
                  <a:moveTo>
                    <a:pt x="25782" y="1"/>
                  </a:moveTo>
                  <a:lnTo>
                    <a:pt x="23806" y="46"/>
                  </a:lnTo>
                  <a:lnTo>
                    <a:pt x="21874" y="136"/>
                  </a:lnTo>
                  <a:lnTo>
                    <a:pt x="19988" y="270"/>
                  </a:lnTo>
                  <a:lnTo>
                    <a:pt x="18191" y="405"/>
                  </a:lnTo>
                  <a:lnTo>
                    <a:pt x="16485" y="585"/>
                  </a:lnTo>
                  <a:lnTo>
                    <a:pt x="14823" y="764"/>
                  </a:lnTo>
                  <a:lnTo>
                    <a:pt x="13251" y="989"/>
                  </a:lnTo>
                  <a:lnTo>
                    <a:pt x="11768" y="1258"/>
                  </a:lnTo>
                  <a:lnTo>
                    <a:pt x="10376" y="1528"/>
                  </a:lnTo>
                  <a:lnTo>
                    <a:pt x="9029" y="1797"/>
                  </a:lnTo>
                  <a:lnTo>
                    <a:pt x="7771" y="2112"/>
                  </a:lnTo>
                  <a:lnTo>
                    <a:pt x="6648" y="2426"/>
                  </a:lnTo>
                  <a:lnTo>
                    <a:pt x="5570" y="2786"/>
                  </a:lnTo>
                  <a:lnTo>
                    <a:pt x="4582" y="3145"/>
                  </a:lnTo>
                  <a:lnTo>
                    <a:pt x="3684" y="3504"/>
                  </a:lnTo>
                  <a:lnTo>
                    <a:pt x="2830" y="3908"/>
                  </a:lnTo>
                  <a:lnTo>
                    <a:pt x="2112" y="4313"/>
                  </a:lnTo>
                  <a:lnTo>
                    <a:pt x="1483" y="4717"/>
                  </a:lnTo>
                  <a:lnTo>
                    <a:pt x="944" y="5166"/>
                  </a:lnTo>
                  <a:lnTo>
                    <a:pt x="540" y="5570"/>
                  </a:lnTo>
                  <a:lnTo>
                    <a:pt x="225" y="6019"/>
                  </a:lnTo>
                  <a:lnTo>
                    <a:pt x="135" y="6244"/>
                  </a:lnTo>
                  <a:lnTo>
                    <a:pt x="46" y="6469"/>
                  </a:lnTo>
                  <a:lnTo>
                    <a:pt x="1" y="6693"/>
                  </a:lnTo>
                  <a:lnTo>
                    <a:pt x="1" y="6873"/>
                  </a:lnTo>
                  <a:lnTo>
                    <a:pt x="46" y="7277"/>
                  </a:lnTo>
                  <a:lnTo>
                    <a:pt x="180" y="7636"/>
                  </a:lnTo>
                  <a:lnTo>
                    <a:pt x="405" y="7996"/>
                  </a:lnTo>
                  <a:lnTo>
                    <a:pt x="719" y="8400"/>
                  </a:lnTo>
                  <a:lnTo>
                    <a:pt x="1079" y="8759"/>
                  </a:lnTo>
                  <a:lnTo>
                    <a:pt x="1573" y="9119"/>
                  </a:lnTo>
                  <a:lnTo>
                    <a:pt x="2112" y="9478"/>
                  </a:lnTo>
                  <a:lnTo>
                    <a:pt x="2741" y="9837"/>
                  </a:lnTo>
                  <a:lnTo>
                    <a:pt x="3459" y="10197"/>
                  </a:lnTo>
                  <a:lnTo>
                    <a:pt x="4268" y="10511"/>
                  </a:lnTo>
                  <a:lnTo>
                    <a:pt x="5121" y="10825"/>
                  </a:lnTo>
                  <a:lnTo>
                    <a:pt x="6064" y="11185"/>
                  </a:lnTo>
                  <a:lnTo>
                    <a:pt x="7052" y="11454"/>
                  </a:lnTo>
                  <a:lnTo>
                    <a:pt x="8175" y="11769"/>
                  </a:lnTo>
                  <a:lnTo>
                    <a:pt x="9298" y="12038"/>
                  </a:lnTo>
                  <a:lnTo>
                    <a:pt x="10556" y="12308"/>
                  </a:lnTo>
                  <a:lnTo>
                    <a:pt x="12307" y="12622"/>
                  </a:lnTo>
                  <a:lnTo>
                    <a:pt x="14194" y="12936"/>
                  </a:lnTo>
                  <a:lnTo>
                    <a:pt x="16215" y="13161"/>
                  </a:lnTo>
                  <a:lnTo>
                    <a:pt x="18326" y="13386"/>
                  </a:lnTo>
                  <a:lnTo>
                    <a:pt x="20527" y="13565"/>
                  </a:lnTo>
                  <a:lnTo>
                    <a:pt x="22862" y="13700"/>
                  </a:lnTo>
                  <a:lnTo>
                    <a:pt x="25333" y="13745"/>
                  </a:lnTo>
                  <a:lnTo>
                    <a:pt x="27893" y="13790"/>
                  </a:lnTo>
                  <a:lnTo>
                    <a:pt x="30363" y="13745"/>
                  </a:lnTo>
                  <a:lnTo>
                    <a:pt x="32789" y="13700"/>
                  </a:lnTo>
                  <a:lnTo>
                    <a:pt x="35079" y="13565"/>
                  </a:lnTo>
                  <a:lnTo>
                    <a:pt x="37280" y="13386"/>
                  </a:lnTo>
                  <a:lnTo>
                    <a:pt x="39391" y="13206"/>
                  </a:lnTo>
                  <a:lnTo>
                    <a:pt x="41368" y="12936"/>
                  </a:lnTo>
                  <a:lnTo>
                    <a:pt x="43209" y="12667"/>
                  </a:lnTo>
                  <a:lnTo>
                    <a:pt x="44961" y="12353"/>
                  </a:lnTo>
                  <a:lnTo>
                    <a:pt x="46218" y="12083"/>
                  </a:lnTo>
                  <a:lnTo>
                    <a:pt x="47386" y="11814"/>
                  </a:lnTo>
                  <a:lnTo>
                    <a:pt x="48509" y="11499"/>
                  </a:lnTo>
                  <a:lnTo>
                    <a:pt x="49542" y="11230"/>
                  </a:lnTo>
                  <a:lnTo>
                    <a:pt x="50530" y="10870"/>
                  </a:lnTo>
                  <a:lnTo>
                    <a:pt x="51384" y="10556"/>
                  </a:lnTo>
                  <a:lnTo>
                    <a:pt x="52192" y="10197"/>
                  </a:lnTo>
                  <a:lnTo>
                    <a:pt x="52956" y="9882"/>
                  </a:lnTo>
                  <a:lnTo>
                    <a:pt x="53584" y="9523"/>
                  </a:lnTo>
                  <a:lnTo>
                    <a:pt x="54123" y="9164"/>
                  </a:lnTo>
                  <a:lnTo>
                    <a:pt x="54617" y="8759"/>
                  </a:lnTo>
                  <a:lnTo>
                    <a:pt x="55022" y="8400"/>
                  </a:lnTo>
                  <a:lnTo>
                    <a:pt x="55336" y="8041"/>
                  </a:lnTo>
                  <a:lnTo>
                    <a:pt x="55561" y="7636"/>
                  </a:lnTo>
                  <a:lnTo>
                    <a:pt x="55695" y="7277"/>
                  </a:lnTo>
                  <a:lnTo>
                    <a:pt x="55740" y="6873"/>
                  </a:lnTo>
                  <a:lnTo>
                    <a:pt x="55740" y="6648"/>
                  </a:lnTo>
                  <a:lnTo>
                    <a:pt x="55695" y="6424"/>
                  </a:lnTo>
                  <a:lnTo>
                    <a:pt x="55606" y="6199"/>
                  </a:lnTo>
                  <a:lnTo>
                    <a:pt x="55471" y="5975"/>
                  </a:lnTo>
                  <a:lnTo>
                    <a:pt x="55156" y="5525"/>
                  </a:lnTo>
                  <a:lnTo>
                    <a:pt x="54707" y="5076"/>
                  </a:lnTo>
                  <a:lnTo>
                    <a:pt x="54123" y="4627"/>
                  </a:lnTo>
                  <a:lnTo>
                    <a:pt x="53450" y="4178"/>
                  </a:lnTo>
                  <a:lnTo>
                    <a:pt x="52641" y="3774"/>
                  </a:lnTo>
                  <a:lnTo>
                    <a:pt x="51698" y="3325"/>
                  </a:lnTo>
                  <a:lnTo>
                    <a:pt x="50800" y="3010"/>
                  </a:lnTo>
                  <a:lnTo>
                    <a:pt x="49812" y="2651"/>
                  </a:lnTo>
                  <a:lnTo>
                    <a:pt x="48734" y="2336"/>
                  </a:lnTo>
                  <a:lnTo>
                    <a:pt x="47566" y="2022"/>
                  </a:lnTo>
                  <a:lnTo>
                    <a:pt x="46353" y="1708"/>
                  </a:lnTo>
                  <a:lnTo>
                    <a:pt x="45051" y="1438"/>
                  </a:lnTo>
                  <a:lnTo>
                    <a:pt x="43658" y="1169"/>
                  </a:lnTo>
                  <a:lnTo>
                    <a:pt x="42176" y="944"/>
                  </a:lnTo>
                  <a:lnTo>
                    <a:pt x="40649" y="720"/>
                  </a:lnTo>
                  <a:lnTo>
                    <a:pt x="39032" y="540"/>
                  </a:lnTo>
                  <a:lnTo>
                    <a:pt x="37325" y="360"/>
                  </a:lnTo>
                  <a:lnTo>
                    <a:pt x="35573" y="225"/>
                  </a:lnTo>
                  <a:lnTo>
                    <a:pt x="33732" y="136"/>
                  </a:lnTo>
                  <a:lnTo>
                    <a:pt x="31846" y="46"/>
                  </a:lnTo>
                  <a:lnTo>
                    <a:pt x="29914" y="1"/>
                  </a:lnTo>
                  <a:close/>
                </a:path>
              </a:pathLst>
            </a:custGeom>
            <a:solidFill>
              <a:srgbClr val="BB4A2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57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57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57"/>
            <p:cNvSpPr/>
            <p:nvPr/>
          </p:nvSpPr>
          <p:spPr>
            <a:xfrm>
              <a:off x="5547075" y="1761550"/>
              <a:ext cx="1393525" cy="344750"/>
            </a:xfrm>
            <a:custGeom>
              <a:rect b="b" l="l" r="r" t="t"/>
              <a:pathLst>
                <a:path extrusionOk="0" fill="none" h="13790" w="55741">
                  <a:moveTo>
                    <a:pt x="51698" y="3325"/>
                  </a:moveTo>
                  <a:lnTo>
                    <a:pt x="51698" y="3325"/>
                  </a:lnTo>
                  <a:lnTo>
                    <a:pt x="50800" y="3010"/>
                  </a:lnTo>
                  <a:lnTo>
                    <a:pt x="49812" y="2651"/>
                  </a:lnTo>
                  <a:lnTo>
                    <a:pt x="48734" y="2336"/>
                  </a:lnTo>
                  <a:lnTo>
                    <a:pt x="47566" y="2022"/>
                  </a:lnTo>
                  <a:lnTo>
                    <a:pt x="46353" y="1708"/>
                  </a:lnTo>
                  <a:lnTo>
                    <a:pt x="45051" y="1438"/>
                  </a:lnTo>
                  <a:lnTo>
                    <a:pt x="43658" y="1169"/>
                  </a:lnTo>
                  <a:lnTo>
                    <a:pt x="42176" y="944"/>
                  </a:lnTo>
                  <a:lnTo>
                    <a:pt x="40649" y="720"/>
                  </a:lnTo>
                  <a:lnTo>
                    <a:pt x="39032" y="540"/>
                  </a:lnTo>
                  <a:lnTo>
                    <a:pt x="37325" y="360"/>
                  </a:lnTo>
                  <a:lnTo>
                    <a:pt x="35573" y="225"/>
                  </a:lnTo>
                  <a:lnTo>
                    <a:pt x="33732" y="136"/>
                  </a:lnTo>
                  <a:lnTo>
                    <a:pt x="31846" y="46"/>
                  </a:lnTo>
                  <a:lnTo>
                    <a:pt x="29914" y="1"/>
                  </a:lnTo>
                  <a:lnTo>
                    <a:pt x="27893" y="1"/>
                  </a:lnTo>
                  <a:lnTo>
                    <a:pt x="27893" y="1"/>
                  </a:lnTo>
                  <a:lnTo>
                    <a:pt x="25782" y="1"/>
                  </a:lnTo>
                  <a:lnTo>
                    <a:pt x="23806" y="46"/>
                  </a:lnTo>
                  <a:lnTo>
                    <a:pt x="21874" y="136"/>
                  </a:lnTo>
                  <a:lnTo>
                    <a:pt x="19988" y="270"/>
                  </a:lnTo>
                  <a:lnTo>
                    <a:pt x="18191" y="405"/>
                  </a:lnTo>
                  <a:lnTo>
                    <a:pt x="16485" y="585"/>
                  </a:lnTo>
                  <a:lnTo>
                    <a:pt x="14823" y="764"/>
                  </a:lnTo>
                  <a:lnTo>
                    <a:pt x="13251" y="989"/>
                  </a:lnTo>
                  <a:lnTo>
                    <a:pt x="11768" y="1258"/>
                  </a:lnTo>
                  <a:lnTo>
                    <a:pt x="10376" y="1528"/>
                  </a:lnTo>
                  <a:lnTo>
                    <a:pt x="9029" y="1797"/>
                  </a:lnTo>
                  <a:lnTo>
                    <a:pt x="7771" y="2112"/>
                  </a:lnTo>
                  <a:lnTo>
                    <a:pt x="6648" y="2426"/>
                  </a:lnTo>
                  <a:lnTo>
                    <a:pt x="5570" y="2786"/>
                  </a:lnTo>
                  <a:lnTo>
                    <a:pt x="4582" y="3145"/>
                  </a:lnTo>
                  <a:lnTo>
                    <a:pt x="3684" y="3504"/>
                  </a:lnTo>
                  <a:lnTo>
                    <a:pt x="3684" y="3504"/>
                  </a:lnTo>
                  <a:lnTo>
                    <a:pt x="2830" y="3908"/>
                  </a:lnTo>
                  <a:lnTo>
                    <a:pt x="2112" y="4313"/>
                  </a:lnTo>
                  <a:lnTo>
                    <a:pt x="1483" y="4717"/>
                  </a:lnTo>
                  <a:lnTo>
                    <a:pt x="944" y="5166"/>
                  </a:lnTo>
                  <a:lnTo>
                    <a:pt x="540" y="5570"/>
                  </a:lnTo>
                  <a:lnTo>
                    <a:pt x="225" y="6019"/>
                  </a:lnTo>
                  <a:lnTo>
                    <a:pt x="135" y="6244"/>
                  </a:lnTo>
                  <a:lnTo>
                    <a:pt x="46" y="6469"/>
                  </a:lnTo>
                  <a:lnTo>
                    <a:pt x="1" y="6693"/>
                  </a:lnTo>
                  <a:lnTo>
                    <a:pt x="1" y="6873"/>
                  </a:lnTo>
                  <a:lnTo>
                    <a:pt x="1" y="6873"/>
                  </a:lnTo>
                  <a:lnTo>
                    <a:pt x="46" y="7277"/>
                  </a:lnTo>
                  <a:lnTo>
                    <a:pt x="180" y="7636"/>
                  </a:lnTo>
                  <a:lnTo>
                    <a:pt x="405" y="7996"/>
                  </a:lnTo>
                  <a:lnTo>
                    <a:pt x="719" y="8400"/>
                  </a:lnTo>
                  <a:lnTo>
                    <a:pt x="1079" y="8759"/>
                  </a:lnTo>
                  <a:lnTo>
                    <a:pt x="1573" y="9119"/>
                  </a:lnTo>
                  <a:lnTo>
                    <a:pt x="2112" y="9478"/>
                  </a:lnTo>
                  <a:lnTo>
                    <a:pt x="2741" y="9837"/>
                  </a:lnTo>
                  <a:lnTo>
                    <a:pt x="3459" y="10197"/>
                  </a:lnTo>
                  <a:lnTo>
                    <a:pt x="4268" y="10511"/>
                  </a:lnTo>
                  <a:lnTo>
                    <a:pt x="5121" y="10825"/>
                  </a:lnTo>
                  <a:lnTo>
                    <a:pt x="6064" y="11185"/>
                  </a:lnTo>
                  <a:lnTo>
                    <a:pt x="7052" y="11454"/>
                  </a:lnTo>
                  <a:lnTo>
                    <a:pt x="8175" y="11769"/>
                  </a:lnTo>
                  <a:lnTo>
                    <a:pt x="9298" y="12038"/>
                  </a:lnTo>
                  <a:lnTo>
                    <a:pt x="10556" y="12308"/>
                  </a:lnTo>
                  <a:lnTo>
                    <a:pt x="10556" y="12308"/>
                  </a:lnTo>
                  <a:lnTo>
                    <a:pt x="12307" y="12622"/>
                  </a:lnTo>
                  <a:lnTo>
                    <a:pt x="14194" y="12936"/>
                  </a:lnTo>
                  <a:lnTo>
                    <a:pt x="16215" y="13161"/>
                  </a:lnTo>
                  <a:lnTo>
                    <a:pt x="18326" y="13386"/>
                  </a:lnTo>
                  <a:lnTo>
                    <a:pt x="20527" y="13565"/>
                  </a:lnTo>
                  <a:lnTo>
                    <a:pt x="22862" y="13700"/>
                  </a:lnTo>
                  <a:lnTo>
                    <a:pt x="25333" y="13745"/>
                  </a:lnTo>
                  <a:lnTo>
                    <a:pt x="27893" y="13790"/>
                  </a:lnTo>
                  <a:lnTo>
                    <a:pt x="27893" y="13790"/>
                  </a:lnTo>
                  <a:lnTo>
                    <a:pt x="30363" y="13745"/>
                  </a:lnTo>
                  <a:lnTo>
                    <a:pt x="32789" y="13700"/>
                  </a:lnTo>
                  <a:lnTo>
                    <a:pt x="35079" y="13565"/>
                  </a:lnTo>
                  <a:lnTo>
                    <a:pt x="37280" y="13386"/>
                  </a:lnTo>
                  <a:lnTo>
                    <a:pt x="39391" y="13206"/>
                  </a:lnTo>
                  <a:lnTo>
                    <a:pt x="41368" y="12936"/>
                  </a:lnTo>
                  <a:lnTo>
                    <a:pt x="43209" y="12667"/>
                  </a:lnTo>
                  <a:lnTo>
                    <a:pt x="44961" y="12353"/>
                  </a:lnTo>
                  <a:lnTo>
                    <a:pt x="44961" y="12353"/>
                  </a:lnTo>
                  <a:lnTo>
                    <a:pt x="46218" y="12083"/>
                  </a:lnTo>
                  <a:lnTo>
                    <a:pt x="47386" y="11814"/>
                  </a:lnTo>
                  <a:lnTo>
                    <a:pt x="48509" y="11499"/>
                  </a:lnTo>
                  <a:lnTo>
                    <a:pt x="49542" y="11230"/>
                  </a:lnTo>
                  <a:lnTo>
                    <a:pt x="50530" y="10870"/>
                  </a:lnTo>
                  <a:lnTo>
                    <a:pt x="51384" y="10556"/>
                  </a:lnTo>
                  <a:lnTo>
                    <a:pt x="52192" y="10197"/>
                  </a:lnTo>
                  <a:lnTo>
                    <a:pt x="52956" y="9882"/>
                  </a:lnTo>
                  <a:lnTo>
                    <a:pt x="53584" y="9523"/>
                  </a:lnTo>
                  <a:lnTo>
                    <a:pt x="54123" y="9164"/>
                  </a:lnTo>
                  <a:lnTo>
                    <a:pt x="54617" y="8759"/>
                  </a:lnTo>
                  <a:lnTo>
                    <a:pt x="55022" y="8400"/>
                  </a:lnTo>
                  <a:lnTo>
                    <a:pt x="55336" y="8041"/>
                  </a:lnTo>
                  <a:lnTo>
                    <a:pt x="55561" y="7636"/>
                  </a:lnTo>
                  <a:lnTo>
                    <a:pt x="55695" y="7277"/>
                  </a:lnTo>
                  <a:lnTo>
                    <a:pt x="55740" y="6873"/>
                  </a:lnTo>
                  <a:lnTo>
                    <a:pt x="55740" y="6873"/>
                  </a:lnTo>
                  <a:lnTo>
                    <a:pt x="55740" y="6648"/>
                  </a:lnTo>
                  <a:lnTo>
                    <a:pt x="55695" y="6424"/>
                  </a:lnTo>
                  <a:lnTo>
                    <a:pt x="55606" y="6199"/>
                  </a:lnTo>
                  <a:lnTo>
                    <a:pt x="55471" y="5975"/>
                  </a:lnTo>
                  <a:lnTo>
                    <a:pt x="55156" y="5525"/>
                  </a:lnTo>
                  <a:lnTo>
                    <a:pt x="54707" y="5076"/>
                  </a:lnTo>
                  <a:lnTo>
                    <a:pt x="54123" y="4627"/>
                  </a:lnTo>
                  <a:lnTo>
                    <a:pt x="53450" y="4178"/>
                  </a:lnTo>
                  <a:lnTo>
                    <a:pt x="52641" y="3774"/>
                  </a:lnTo>
                  <a:lnTo>
                    <a:pt x="51698" y="332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57"/>
            <p:cNvSpPr/>
            <p:nvPr/>
          </p:nvSpPr>
          <p:spPr>
            <a:xfrm>
              <a:off x="5647025" y="1795250"/>
              <a:ext cx="1194750" cy="268400"/>
            </a:xfrm>
            <a:custGeom>
              <a:rect b="b" l="l" r="r" t="t"/>
              <a:pathLst>
                <a:path extrusionOk="0" fill="none" h="10736" w="47790">
                  <a:moveTo>
                    <a:pt x="38313" y="9702"/>
                  </a:moveTo>
                  <a:lnTo>
                    <a:pt x="38313" y="9702"/>
                  </a:lnTo>
                  <a:lnTo>
                    <a:pt x="36696" y="9927"/>
                  </a:lnTo>
                  <a:lnTo>
                    <a:pt x="34989" y="10151"/>
                  </a:lnTo>
                  <a:lnTo>
                    <a:pt x="33237" y="10331"/>
                  </a:lnTo>
                  <a:lnTo>
                    <a:pt x="31396" y="10466"/>
                  </a:lnTo>
                  <a:lnTo>
                    <a:pt x="29554" y="10600"/>
                  </a:lnTo>
                  <a:lnTo>
                    <a:pt x="27668" y="10690"/>
                  </a:lnTo>
                  <a:lnTo>
                    <a:pt x="25781" y="10735"/>
                  </a:lnTo>
                  <a:lnTo>
                    <a:pt x="23895" y="10735"/>
                  </a:lnTo>
                  <a:lnTo>
                    <a:pt x="23895" y="10735"/>
                  </a:lnTo>
                  <a:lnTo>
                    <a:pt x="21919" y="10735"/>
                  </a:lnTo>
                  <a:lnTo>
                    <a:pt x="19987" y="10690"/>
                  </a:lnTo>
                  <a:lnTo>
                    <a:pt x="18101" y="10600"/>
                  </a:lnTo>
                  <a:lnTo>
                    <a:pt x="16215" y="10466"/>
                  </a:lnTo>
                  <a:lnTo>
                    <a:pt x="14373" y="10331"/>
                  </a:lnTo>
                  <a:lnTo>
                    <a:pt x="12576" y="10106"/>
                  </a:lnTo>
                  <a:lnTo>
                    <a:pt x="10870" y="9882"/>
                  </a:lnTo>
                  <a:lnTo>
                    <a:pt x="9208" y="9657"/>
                  </a:lnTo>
                  <a:lnTo>
                    <a:pt x="9208" y="9657"/>
                  </a:lnTo>
                  <a:lnTo>
                    <a:pt x="9163" y="9612"/>
                  </a:lnTo>
                  <a:lnTo>
                    <a:pt x="9163" y="9612"/>
                  </a:lnTo>
                  <a:lnTo>
                    <a:pt x="7905" y="9388"/>
                  </a:lnTo>
                  <a:lnTo>
                    <a:pt x="6692" y="9163"/>
                  </a:lnTo>
                  <a:lnTo>
                    <a:pt x="5570" y="8894"/>
                  </a:lnTo>
                  <a:lnTo>
                    <a:pt x="4537" y="8579"/>
                  </a:lnTo>
                  <a:lnTo>
                    <a:pt x="4537" y="8579"/>
                  </a:lnTo>
                  <a:lnTo>
                    <a:pt x="3548" y="8265"/>
                  </a:lnTo>
                  <a:lnTo>
                    <a:pt x="2650" y="7905"/>
                  </a:lnTo>
                  <a:lnTo>
                    <a:pt x="1842" y="7546"/>
                  </a:lnTo>
                  <a:lnTo>
                    <a:pt x="1213" y="7142"/>
                  </a:lnTo>
                  <a:lnTo>
                    <a:pt x="674" y="6738"/>
                  </a:lnTo>
                  <a:lnTo>
                    <a:pt x="449" y="6513"/>
                  </a:lnTo>
                  <a:lnTo>
                    <a:pt x="315" y="6288"/>
                  </a:lnTo>
                  <a:lnTo>
                    <a:pt x="180" y="6064"/>
                  </a:lnTo>
                  <a:lnTo>
                    <a:pt x="45" y="5839"/>
                  </a:lnTo>
                  <a:lnTo>
                    <a:pt x="0" y="5615"/>
                  </a:lnTo>
                  <a:lnTo>
                    <a:pt x="0" y="5390"/>
                  </a:lnTo>
                  <a:lnTo>
                    <a:pt x="0" y="5390"/>
                  </a:lnTo>
                  <a:lnTo>
                    <a:pt x="0" y="5076"/>
                  </a:lnTo>
                  <a:lnTo>
                    <a:pt x="0" y="5076"/>
                  </a:lnTo>
                  <a:lnTo>
                    <a:pt x="135" y="4761"/>
                  </a:lnTo>
                  <a:lnTo>
                    <a:pt x="270" y="4492"/>
                  </a:lnTo>
                  <a:lnTo>
                    <a:pt x="494" y="4177"/>
                  </a:lnTo>
                  <a:lnTo>
                    <a:pt x="809" y="3908"/>
                  </a:lnTo>
                  <a:lnTo>
                    <a:pt x="1123" y="3683"/>
                  </a:lnTo>
                  <a:lnTo>
                    <a:pt x="1527" y="3414"/>
                  </a:lnTo>
                  <a:lnTo>
                    <a:pt x="1976" y="3144"/>
                  </a:lnTo>
                  <a:lnTo>
                    <a:pt x="2470" y="2920"/>
                  </a:lnTo>
                  <a:lnTo>
                    <a:pt x="3593" y="2471"/>
                  </a:lnTo>
                  <a:lnTo>
                    <a:pt x="4896" y="2066"/>
                  </a:lnTo>
                  <a:lnTo>
                    <a:pt x="6378" y="1662"/>
                  </a:lnTo>
                  <a:lnTo>
                    <a:pt x="7950" y="1348"/>
                  </a:lnTo>
                  <a:lnTo>
                    <a:pt x="9702" y="1033"/>
                  </a:lnTo>
                  <a:lnTo>
                    <a:pt x="11543" y="764"/>
                  </a:lnTo>
                  <a:lnTo>
                    <a:pt x="13475" y="539"/>
                  </a:lnTo>
                  <a:lnTo>
                    <a:pt x="15451" y="360"/>
                  </a:lnTo>
                  <a:lnTo>
                    <a:pt x="17517" y="180"/>
                  </a:lnTo>
                  <a:lnTo>
                    <a:pt x="19628" y="90"/>
                  </a:lnTo>
                  <a:lnTo>
                    <a:pt x="21739" y="0"/>
                  </a:lnTo>
                  <a:lnTo>
                    <a:pt x="23895" y="0"/>
                  </a:lnTo>
                  <a:lnTo>
                    <a:pt x="23895" y="0"/>
                  </a:lnTo>
                  <a:lnTo>
                    <a:pt x="25916" y="0"/>
                  </a:lnTo>
                  <a:lnTo>
                    <a:pt x="27937" y="90"/>
                  </a:lnTo>
                  <a:lnTo>
                    <a:pt x="29959" y="180"/>
                  </a:lnTo>
                  <a:lnTo>
                    <a:pt x="31935" y="315"/>
                  </a:lnTo>
                  <a:lnTo>
                    <a:pt x="33866" y="494"/>
                  </a:lnTo>
                  <a:lnTo>
                    <a:pt x="35753" y="719"/>
                  </a:lnTo>
                  <a:lnTo>
                    <a:pt x="37504" y="944"/>
                  </a:lnTo>
                  <a:lnTo>
                    <a:pt x="39211" y="1213"/>
                  </a:lnTo>
                  <a:lnTo>
                    <a:pt x="40783" y="1527"/>
                  </a:lnTo>
                  <a:lnTo>
                    <a:pt x="42265" y="1887"/>
                  </a:lnTo>
                  <a:lnTo>
                    <a:pt x="43568" y="2291"/>
                  </a:lnTo>
                  <a:lnTo>
                    <a:pt x="44736" y="2695"/>
                  </a:lnTo>
                  <a:lnTo>
                    <a:pt x="45724" y="3144"/>
                  </a:lnTo>
                  <a:lnTo>
                    <a:pt x="46173" y="3369"/>
                  </a:lnTo>
                  <a:lnTo>
                    <a:pt x="46532" y="3594"/>
                  </a:lnTo>
                  <a:lnTo>
                    <a:pt x="46892" y="3863"/>
                  </a:lnTo>
                  <a:lnTo>
                    <a:pt x="47161" y="4133"/>
                  </a:lnTo>
                  <a:lnTo>
                    <a:pt x="47386" y="4402"/>
                  </a:lnTo>
                  <a:lnTo>
                    <a:pt x="47565" y="4671"/>
                  </a:lnTo>
                  <a:lnTo>
                    <a:pt x="47565" y="4671"/>
                  </a:lnTo>
                  <a:lnTo>
                    <a:pt x="47700" y="5031"/>
                  </a:lnTo>
                  <a:lnTo>
                    <a:pt x="47790" y="5390"/>
                  </a:lnTo>
                  <a:lnTo>
                    <a:pt x="47790" y="5390"/>
                  </a:lnTo>
                  <a:lnTo>
                    <a:pt x="47745" y="5749"/>
                  </a:lnTo>
                  <a:lnTo>
                    <a:pt x="47610" y="6064"/>
                  </a:lnTo>
                  <a:lnTo>
                    <a:pt x="47386" y="6423"/>
                  </a:lnTo>
                  <a:lnTo>
                    <a:pt x="47071" y="6738"/>
                  </a:lnTo>
                  <a:lnTo>
                    <a:pt x="46712" y="7052"/>
                  </a:lnTo>
                  <a:lnTo>
                    <a:pt x="46218" y="7321"/>
                  </a:lnTo>
                  <a:lnTo>
                    <a:pt x="45724" y="7636"/>
                  </a:lnTo>
                  <a:lnTo>
                    <a:pt x="45095" y="7905"/>
                  </a:lnTo>
                  <a:lnTo>
                    <a:pt x="44466" y="8175"/>
                  </a:lnTo>
                  <a:lnTo>
                    <a:pt x="43747" y="8444"/>
                  </a:lnTo>
                  <a:lnTo>
                    <a:pt x="42939" y="8669"/>
                  </a:lnTo>
                  <a:lnTo>
                    <a:pt x="42131" y="8894"/>
                  </a:lnTo>
                  <a:lnTo>
                    <a:pt x="40289" y="9298"/>
                  </a:lnTo>
                  <a:lnTo>
                    <a:pt x="38313" y="970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57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57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h="4178" w="27175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1858" y="4178"/>
                  </a:lnTo>
                  <a:lnTo>
                    <a:pt x="15137" y="4178"/>
                  </a:lnTo>
                  <a:lnTo>
                    <a:pt x="16619" y="4088"/>
                  </a:lnTo>
                  <a:lnTo>
                    <a:pt x="17742" y="3998"/>
                  </a:lnTo>
                  <a:lnTo>
                    <a:pt x="18865" y="3908"/>
                  </a:lnTo>
                  <a:lnTo>
                    <a:pt x="19853" y="3774"/>
                  </a:lnTo>
                  <a:lnTo>
                    <a:pt x="20796" y="3594"/>
                  </a:lnTo>
                  <a:lnTo>
                    <a:pt x="22458" y="3279"/>
                  </a:lnTo>
                  <a:lnTo>
                    <a:pt x="23896" y="2875"/>
                  </a:lnTo>
                  <a:lnTo>
                    <a:pt x="25063" y="2516"/>
                  </a:lnTo>
                  <a:lnTo>
                    <a:pt x="25962" y="2157"/>
                  </a:lnTo>
                  <a:lnTo>
                    <a:pt x="26635" y="1842"/>
                  </a:lnTo>
                  <a:lnTo>
                    <a:pt x="27085" y="1573"/>
                  </a:lnTo>
                  <a:lnTo>
                    <a:pt x="27174" y="1528"/>
                  </a:lnTo>
                  <a:lnTo>
                    <a:pt x="27174" y="1"/>
                  </a:lnTo>
                  <a:lnTo>
                    <a:pt x="26905" y="90"/>
                  </a:lnTo>
                  <a:lnTo>
                    <a:pt x="25692" y="450"/>
                  </a:lnTo>
                  <a:lnTo>
                    <a:pt x="24435" y="764"/>
                  </a:lnTo>
                  <a:lnTo>
                    <a:pt x="23132" y="1079"/>
                  </a:lnTo>
                  <a:lnTo>
                    <a:pt x="21785" y="1303"/>
                  </a:lnTo>
                  <a:lnTo>
                    <a:pt x="20437" y="1528"/>
                  </a:lnTo>
                  <a:lnTo>
                    <a:pt x="19045" y="1707"/>
                  </a:lnTo>
                  <a:lnTo>
                    <a:pt x="17607" y="1842"/>
                  </a:lnTo>
                  <a:lnTo>
                    <a:pt x="16170" y="1932"/>
                  </a:lnTo>
                  <a:lnTo>
                    <a:pt x="14868" y="1977"/>
                  </a:lnTo>
                  <a:lnTo>
                    <a:pt x="12128" y="1977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B4A2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57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fill="none" h="4178" w="27175">
                  <a:moveTo>
                    <a:pt x="27174" y="1"/>
                  </a:moveTo>
                  <a:lnTo>
                    <a:pt x="27174" y="1528"/>
                  </a:lnTo>
                  <a:lnTo>
                    <a:pt x="27085" y="1573"/>
                  </a:lnTo>
                  <a:lnTo>
                    <a:pt x="27085" y="1573"/>
                  </a:lnTo>
                  <a:lnTo>
                    <a:pt x="26635" y="1842"/>
                  </a:lnTo>
                  <a:lnTo>
                    <a:pt x="25962" y="2157"/>
                  </a:lnTo>
                  <a:lnTo>
                    <a:pt x="25063" y="2516"/>
                  </a:lnTo>
                  <a:lnTo>
                    <a:pt x="23896" y="2875"/>
                  </a:lnTo>
                  <a:lnTo>
                    <a:pt x="22458" y="3279"/>
                  </a:lnTo>
                  <a:lnTo>
                    <a:pt x="20796" y="3594"/>
                  </a:lnTo>
                  <a:lnTo>
                    <a:pt x="19853" y="3774"/>
                  </a:lnTo>
                  <a:lnTo>
                    <a:pt x="18865" y="3908"/>
                  </a:lnTo>
                  <a:lnTo>
                    <a:pt x="17742" y="399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5137" y="4178"/>
                  </a:lnTo>
                  <a:lnTo>
                    <a:pt x="13610" y="4178"/>
                  </a:lnTo>
                  <a:lnTo>
                    <a:pt x="13610" y="4178"/>
                  </a:lnTo>
                  <a:lnTo>
                    <a:pt x="11858" y="4178"/>
                  </a:lnTo>
                  <a:lnTo>
                    <a:pt x="10241" y="4088"/>
                  </a:lnTo>
                  <a:lnTo>
                    <a:pt x="10241" y="4088"/>
                  </a:lnTo>
                  <a:lnTo>
                    <a:pt x="9163" y="3998"/>
                  </a:lnTo>
                  <a:lnTo>
                    <a:pt x="8085" y="3863"/>
                  </a:lnTo>
                  <a:lnTo>
                    <a:pt x="7097" y="3729"/>
                  </a:lnTo>
                  <a:lnTo>
                    <a:pt x="6199" y="3594"/>
                  </a:lnTo>
                  <a:lnTo>
                    <a:pt x="4582" y="3235"/>
                  </a:lnTo>
                  <a:lnTo>
                    <a:pt x="3235" y="2875"/>
                  </a:lnTo>
                  <a:lnTo>
                    <a:pt x="2067" y="2471"/>
                  </a:lnTo>
                  <a:lnTo>
                    <a:pt x="1213" y="2112"/>
                  </a:lnTo>
                  <a:lnTo>
                    <a:pt x="540" y="1842"/>
                  </a:lnTo>
                  <a:lnTo>
                    <a:pt x="91" y="1573"/>
                  </a:lnTo>
                  <a:lnTo>
                    <a:pt x="1" y="1528"/>
                  </a:lnTo>
                  <a:lnTo>
                    <a:pt x="1" y="1"/>
                  </a:lnTo>
                  <a:lnTo>
                    <a:pt x="270" y="90"/>
                  </a:lnTo>
                  <a:lnTo>
                    <a:pt x="270" y="90"/>
                  </a:lnTo>
                  <a:lnTo>
                    <a:pt x="1483" y="450"/>
                  </a:lnTo>
                  <a:lnTo>
                    <a:pt x="2696" y="764"/>
                  </a:lnTo>
                  <a:lnTo>
                    <a:pt x="3953" y="1034"/>
                  </a:lnTo>
                  <a:lnTo>
                    <a:pt x="5256" y="1303"/>
                  </a:lnTo>
                  <a:lnTo>
                    <a:pt x="6558" y="1483"/>
                  </a:lnTo>
                  <a:lnTo>
                    <a:pt x="7906" y="1663"/>
                  </a:lnTo>
                  <a:lnTo>
                    <a:pt x="9298" y="179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2128" y="1977"/>
                  </a:lnTo>
                  <a:lnTo>
                    <a:pt x="13610" y="1977"/>
                  </a:lnTo>
                  <a:lnTo>
                    <a:pt x="13610" y="1977"/>
                  </a:lnTo>
                  <a:lnTo>
                    <a:pt x="14868" y="1977"/>
                  </a:lnTo>
                  <a:lnTo>
                    <a:pt x="16170" y="1932"/>
                  </a:lnTo>
                  <a:lnTo>
                    <a:pt x="16170" y="1932"/>
                  </a:lnTo>
                  <a:lnTo>
                    <a:pt x="17607" y="1842"/>
                  </a:lnTo>
                  <a:lnTo>
                    <a:pt x="19045" y="1707"/>
                  </a:lnTo>
                  <a:lnTo>
                    <a:pt x="20437" y="1528"/>
                  </a:lnTo>
                  <a:lnTo>
                    <a:pt x="21785" y="1303"/>
                  </a:lnTo>
                  <a:lnTo>
                    <a:pt x="23132" y="1079"/>
                  </a:lnTo>
                  <a:lnTo>
                    <a:pt x="24435" y="764"/>
                  </a:lnTo>
                  <a:lnTo>
                    <a:pt x="25692" y="450"/>
                  </a:lnTo>
                  <a:lnTo>
                    <a:pt x="26905" y="90"/>
                  </a:lnTo>
                  <a:lnTo>
                    <a:pt x="2717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57"/>
            <p:cNvSpPr/>
            <p:nvPr/>
          </p:nvSpPr>
          <p:spPr>
            <a:xfrm>
              <a:off x="5661625" y="1809850"/>
              <a:ext cx="1164425" cy="134775"/>
            </a:xfrm>
            <a:custGeom>
              <a:rect b="b" l="l" r="r" t="t"/>
              <a:pathLst>
                <a:path extrusionOk="0" h="5391" w="46577">
                  <a:moveTo>
                    <a:pt x="23311" y="0"/>
                  </a:moveTo>
                  <a:lnTo>
                    <a:pt x="20930" y="45"/>
                  </a:lnTo>
                  <a:lnTo>
                    <a:pt x="18685" y="135"/>
                  </a:lnTo>
                  <a:lnTo>
                    <a:pt x="16439" y="225"/>
                  </a:lnTo>
                  <a:lnTo>
                    <a:pt x="14328" y="404"/>
                  </a:lnTo>
                  <a:lnTo>
                    <a:pt x="12307" y="629"/>
                  </a:lnTo>
                  <a:lnTo>
                    <a:pt x="10375" y="854"/>
                  </a:lnTo>
                  <a:lnTo>
                    <a:pt x="8579" y="1123"/>
                  </a:lnTo>
                  <a:lnTo>
                    <a:pt x="6917" y="1438"/>
                  </a:lnTo>
                  <a:lnTo>
                    <a:pt x="5390" y="1797"/>
                  </a:lnTo>
                  <a:lnTo>
                    <a:pt x="4042" y="2156"/>
                  </a:lnTo>
                  <a:lnTo>
                    <a:pt x="2875" y="2560"/>
                  </a:lnTo>
                  <a:lnTo>
                    <a:pt x="1886" y="2965"/>
                  </a:lnTo>
                  <a:lnTo>
                    <a:pt x="1437" y="3189"/>
                  </a:lnTo>
                  <a:lnTo>
                    <a:pt x="1078" y="3414"/>
                  </a:lnTo>
                  <a:lnTo>
                    <a:pt x="764" y="3638"/>
                  </a:lnTo>
                  <a:lnTo>
                    <a:pt x="494" y="3863"/>
                  </a:lnTo>
                  <a:lnTo>
                    <a:pt x="270" y="4087"/>
                  </a:lnTo>
                  <a:lnTo>
                    <a:pt x="135" y="4312"/>
                  </a:lnTo>
                  <a:lnTo>
                    <a:pt x="45" y="4537"/>
                  </a:lnTo>
                  <a:lnTo>
                    <a:pt x="0" y="4806"/>
                  </a:lnTo>
                  <a:lnTo>
                    <a:pt x="45" y="5031"/>
                  </a:lnTo>
                  <a:lnTo>
                    <a:pt x="135" y="5390"/>
                  </a:lnTo>
                  <a:lnTo>
                    <a:pt x="359" y="5121"/>
                  </a:lnTo>
                  <a:lnTo>
                    <a:pt x="674" y="4896"/>
                  </a:lnTo>
                  <a:lnTo>
                    <a:pt x="988" y="4626"/>
                  </a:lnTo>
                  <a:lnTo>
                    <a:pt x="1347" y="4402"/>
                  </a:lnTo>
                  <a:lnTo>
                    <a:pt x="1752" y="4132"/>
                  </a:lnTo>
                  <a:lnTo>
                    <a:pt x="2695" y="3728"/>
                  </a:lnTo>
                  <a:lnTo>
                    <a:pt x="3773" y="3324"/>
                  </a:lnTo>
                  <a:lnTo>
                    <a:pt x="5031" y="2920"/>
                  </a:lnTo>
                  <a:lnTo>
                    <a:pt x="6378" y="2605"/>
                  </a:lnTo>
                  <a:lnTo>
                    <a:pt x="7860" y="2291"/>
                  </a:lnTo>
                  <a:lnTo>
                    <a:pt x="9387" y="2021"/>
                  </a:lnTo>
                  <a:lnTo>
                    <a:pt x="11004" y="1797"/>
                  </a:lnTo>
                  <a:lnTo>
                    <a:pt x="12711" y="1617"/>
                  </a:lnTo>
                  <a:lnTo>
                    <a:pt x="14463" y="1438"/>
                  </a:lnTo>
                  <a:lnTo>
                    <a:pt x="16214" y="1303"/>
                  </a:lnTo>
                  <a:lnTo>
                    <a:pt x="18011" y="1168"/>
                  </a:lnTo>
                  <a:lnTo>
                    <a:pt x="19763" y="1123"/>
                  </a:lnTo>
                  <a:lnTo>
                    <a:pt x="21559" y="1078"/>
                  </a:lnTo>
                  <a:lnTo>
                    <a:pt x="23311" y="1033"/>
                  </a:lnTo>
                  <a:lnTo>
                    <a:pt x="25018" y="1078"/>
                  </a:lnTo>
                  <a:lnTo>
                    <a:pt x="26814" y="1123"/>
                  </a:lnTo>
                  <a:lnTo>
                    <a:pt x="28566" y="1168"/>
                  </a:lnTo>
                  <a:lnTo>
                    <a:pt x="30363" y="1303"/>
                  </a:lnTo>
                  <a:lnTo>
                    <a:pt x="32114" y="1438"/>
                  </a:lnTo>
                  <a:lnTo>
                    <a:pt x="33866" y="1617"/>
                  </a:lnTo>
                  <a:lnTo>
                    <a:pt x="35573" y="1797"/>
                  </a:lnTo>
                  <a:lnTo>
                    <a:pt x="37190" y="2021"/>
                  </a:lnTo>
                  <a:lnTo>
                    <a:pt x="38762" y="2291"/>
                  </a:lnTo>
                  <a:lnTo>
                    <a:pt x="40199" y="2605"/>
                  </a:lnTo>
                  <a:lnTo>
                    <a:pt x="41547" y="2920"/>
                  </a:lnTo>
                  <a:lnTo>
                    <a:pt x="42804" y="3324"/>
                  </a:lnTo>
                  <a:lnTo>
                    <a:pt x="43882" y="3728"/>
                  </a:lnTo>
                  <a:lnTo>
                    <a:pt x="44825" y="4132"/>
                  </a:lnTo>
                  <a:lnTo>
                    <a:pt x="45230" y="4402"/>
                  </a:lnTo>
                  <a:lnTo>
                    <a:pt x="45634" y="4626"/>
                  </a:lnTo>
                  <a:lnTo>
                    <a:pt x="45948" y="4896"/>
                  </a:lnTo>
                  <a:lnTo>
                    <a:pt x="46218" y="5121"/>
                  </a:lnTo>
                  <a:lnTo>
                    <a:pt x="46352" y="5300"/>
                  </a:lnTo>
                  <a:lnTo>
                    <a:pt x="46442" y="5390"/>
                  </a:lnTo>
                  <a:lnTo>
                    <a:pt x="46532" y="5031"/>
                  </a:lnTo>
                  <a:lnTo>
                    <a:pt x="46577" y="4986"/>
                  </a:lnTo>
                  <a:lnTo>
                    <a:pt x="46577" y="4806"/>
                  </a:lnTo>
                  <a:lnTo>
                    <a:pt x="46532" y="4537"/>
                  </a:lnTo>
                  <a:lnTo>
                    <a:pt x="46442" y="4312"/>
                  </a:lnTo>
                  <a:lnTo>
                    <a:pt x="46308" y="4087"/>
                  </a:lnTo>
                  <a:lnTo>
                    <a:pt x="46083" y="3863"/>
                  </a:lnTo>
                  <a:lnTo>
                    <a:pt x="45813" y="3638"/>
                  </a:lnTo>
                  <a:lnTo>
                    <a:pt x="45499" y="3414"/>
                  </a:lnTo>
                  <a:lnTo>
                    <a:pt x="45140" y="3189"/>
                  </a:lnTo>
                  <a:lnTo>
                    <a:pt x="44736" y="2965"/>
                  </a:lnTo>
                  <a:lnTo>
                    <a:pt x="43702" y="2560"/>
                  </a:lnTo>
                  <a:lnTo>
                    <a:pt x="42535" y="2156"/>
                  </a:lnTo>
                  <a:lnTo>
                    <a:pt x="41187" y="1797"/>
                  </a:lnTo>
                  <a:lnTo>
                    <a:pt x="39660" y="1438"/>
                  </a:lnTo>
                  <a:lnTo>
                    <a:pt x="37998" y="1123"/>
                  </a:lnTo>
                  <a:lnTo>
                    <a:pt x="36202" y="854"/>
                  </a:lnTo>
                  <a:lnTo>
                    <a:pt x="34270" y="629"/>
                  </a:lnTo>
                  <a:lnTo>
                    <a:pt x="32249" y="404"/>
                  </a:lnTo>
                  <a:lnTo>
                    <a:pt x="30138" y="225"/>
                  </a:lnTo>
                  <a:lnTo>
                    <a:pt x="27937" y="135"/>
                  </a:lnTo>
                  <a:lnTo>
                    <a:pt x="25647" y="45"/>
                  </a:lnTo>
                  <a:lnTo>
                    <a:pt x="23311" y="0"/>
                  </a:lnTo>
                  <a:close/>
                </a:path>
              </a:pathLst>
            </a:custGeom>
            <a:solidFill>
              <a:srgbClr val="62281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57"/>
            <p:cNvSpPr/>
            <p:nvPr/>
          </p:nvSpPr>
          <p:spPr>
            <a:xfrm>
              <a:off x="5661625" y="1809850"/>
              <a:ext cx="1164425" cy="134775"/>
            </a:xfrm>
            <a:custGeom>
              <a:rect b="b" l="l" r="r" t="t"/>
              <a:pathLst>
                <a:path extrusionOk="0" fill="none" h="5391" w="46577">
                  <a:moveTo>
                    <a:pt x="46577" y="4806"/>
                  </a:moveTo>
                  <a:lnTo>
                    <a:pt x="46577" y="4806"/>
                  </a:lnTo>
                  <a:lnTo>
                    <a:pt x="46577" y="4986"/>
                  </a:lnTo>
                  <a:lnTo>
                    <a:pt x="46577" y="4986"/>
                  </a:lnTo>
                  <a:lnTo>
                    <a:pt x="46532" y="5031"/>
                  </a:lnTo>
                  <a:lnTo>
                    <a:pt x="46442" y="5390"/>
                  </a:lnTo>
                  <a:lnTo>
                    <a:pt x="46352" y="5300"/>
                  </a:lnTo>
                  <a:lnTo>
                    <a:pt x="46218" y="5121"/>
                  </a:lnTo>
                  <a:lnTo>
                    <a:pt x="46218" y="5121"/>
                  </a:lnTo>
                  <a:lnTo>
                    <a:pt x="45948" y="4896"/>
                  </a:lnTo>
                  <a:lnTo>
                    <a:pt x="45634" y="4626"/>
                  </a:lnTo>
                  <a:lnTo>
                    <a:pt x="45230" y="4402"/>
                  </a:lnTo>
                  <a:lnTo>
                    <a:pt x="44825" y="4132"/>
                  </a:lnTo>
                  <a:lnTo>
                    <a:pt x="43882" y="3728"/>
                  </a:lnTo>
                  <a:lnTo>
                    <a:pt x="42804" y="3324"/>
                  </a:lnTo>
                  <a:lnTo>
                    <a:pt x="41547" y="2920"/>
                  </a:lnTo>
                  <a:lnTo>
                    <a:pt x="40199" y="2605"/>
                  </a:lnTo>
                  <a:lnTo>
                    <a:pt x="38762" y="2291"/>
                  </a:lnTo>
                  <a:lnTo>
                    <a:pt x="37190" y="2021"/>
                  </a:lnTo>
                  <a:lnTo>
                    <a:pt x="35573" y="1797"/>
                  </a:lnTo>
                  <a:lnTo>
                    <a:pt x="33866" y="1617"/>
                  </a:lnTo>
                  <a:lnTo>
                    <a:pt x="32114" y="1438"/>
                  </a:lnTo>
                  <a:lnTo>
                    <a:pt x="30363" y="1303"/>
                  </a:lnTo>
                  <a:lnTo>
                    <a:pt x="28566" y="1168"/>
                  </a:lnTo>
                  <a:lnTo>
                    <a:pt x="26814" y="1123"/>
                  </a:lnTo>
                  <a:lnTo>
                    <a:pt x="25018" y="1078"/>
                  </a:lnTo>
                  <a:lnTo>
                    <a:pt x="23311" y="1033"/>
                  </a:lnTo>
                  <a:lnTo>
                    <a:pt x="23311" y="1033"/>
                  </a:lnTo>
                  <a:lnTo>
                    <a:pt x="21559" y="1078"/>
                  </a:lnTo>
                  <a:lnTo>
                    <a:pt x="19763" y="1123"/>
                  </a:lnTo>
                  <a:lnTo>
                    <a:pt x="18011" y="1168"/>
                  </a:lnTo>
                  <a:lnTo>
                    <a:pt x="16214" y="1303"/>
                  </a:lnTo>
                  <a:lnTo>
                    <a:pt x="14463" y="1438"/>
                  </a:lnTo>
                  <a:lnTo>
                    <a:pt x="12711" y="1617"/>
                  </a:lnTo>
                  <a:lnTo>
                    <a:pt x="11004" y="1797"/>
                  </a:lnTo>
                  <a:lnTo>
                    <a:pt x="9387" y="2021"/>
                  </a:lnTo>
                  <a:lnTo>
                    <a:pt x="7860" y="2291"/>
                  </a:lnTo>
                  <a:lnTo>
                    <a:pt x="6378" y="2605"/>
                  </a:lnTo>
                  <a:lnTo>
                    <a:pt x="5031" y="2920"/>
                  </a:lnTo>
                  <a:lnTo>
                    <a:pt x="3773" y="3324"/>
                  </a:lnTo>
                  <a:lnTo>
                    <a:pt x="2695" y="3728"/>
                  </a:lnTo>
                  <a:lnTo>
                    <a:pt x="1752" y="4132"/>
                  </a:lnTo>
                  <a:lnTo>
                    <a:pt x="1347" y="4402"/>
                  </a:lnTo>
                  <a:lnTo>
                    <a:pt x="988" y="4626"/>
                  </a:lnTo>
                  <a:lnTo>
                    <a:pt x="674" y="4896"/>
                  </a:lnTo>
                  <a:lnTo>
                    <a:pt x="359" y="5121"/>
                  </a:lnTo>
                  <a:lnTo>
                    <a:pt x="135" y="5390"/>
                  </a:lnTo>
                  <a:lnTo>
                    <a:pt x="45" y="5031"/>
                  </a:lnTo>
                  <a:lnTo>
                    <a:pt x="45" y="5031"/>
                  </a:lnTo>
                  <a:lnTo>
                    <a:pt x="0" y="4806"/>
                  </a:lnTo>
                  <a:lnTo>
                    <a:pt x="0" y="4806"/>
                  </a:lnTo>
                  <a:lnTo>
                    <a:pt x="45" y="4537"/>
                  </a:lnTo>
                  <a:lnTo>
                    <a:pt x="135" y="4312"/>
                  </a:lnTo>
                  <a:lnTo>
                    <a:pt x="270" y="4087"/>
                  </a:lnTo>
                  <a:lnTo>
                    <a:pt x="494" y="3863"/>
                  </a:lnTo>
                  <a:lnTo>
                    <a:pt x="764" y="3638"/>
                  </a:lnTo>
                  <a:lnTo>
                    <a:pt x="1078" y="3414"/>
                  </a:lnTo>
                  <a:lnTo>
                    <a:pt x="1437" y="3189"/>
                  </a:lnTo>
                  <a:lnTo>
                    <a:pt x="1886" y="2965"/>
                  </a:lnTo>
                  <a:lnTo>
                    <a:pt x="2875" y="2560"/>
                  </a:lnTo>
                  <a:lnTo>
                    <a:pt x="4042" y="2156"/>
                  </a:lnTo>
                  <a:lnTo>
                    <a:pt x="5390" y="1797"/>
                  </a:lnTo>
                  <a:lnTo>
                    <a:pt x="6917" y="1438"/>
                  </a:lnTo>
                  <a:lnTo>
                    <a:pt x="8579" y="1123"/>
                  </a:lnTo>
                  <a:lnTo>
                    <a:pt x="10375" y="854"/>
                  </a:lnTo>
                  <a:lnTo>
                    <a:pt x="12307" y="629"/>
                  </a:lnTo>
                  <a:lnTo>
                    <a:pt x="14328" y="404"/>
                  </a:lnTo>
                  <a:lnTo>
                    <a:pt x="16439" y="225"/>
                  </a:lnTo>
                  <a:lnTo>
                    <a:pt x="18685" y="135"/>
                  </a:lnTo>
                  <a:lnTo>
                    <a:pt x="20930" y="45"/>
                  </a:lnTo>
                  <a:lnTo>
                    <a:pt x="23311" y="0"/>
                  </a:lnTo>
                  <a:lnTo>
                    <a:pt x="23311" y="0"/>
                  </a:lnTo>
                  <a:lnTo>
                    <a:pt x="25647" y="45"/>
                  </a:lnTo>
                  <a:lnTo>
                    <a:pt x="27937" y="135"/>
                  </a:lnTo>
                  <a:lnTo>
                    <a:pt x="30138" y="225"/>
                  </a:lnTo>
                  <a:lnTo>
                    <a:pt x="32249" y="404"/>
                  </a:lnTo>
                  <a:lnTo>
                    <a:pt x="34270" y="629"/>
                  </a:lnTo>
                  <a:lnTo>
                    <a:pt x="36202" y="854"/>
                  </a:lnTo>
                  <a:lnTo>
                    <a:pt x="37998" y="1123"/>
                  </a:lnTo>
                  <a:lnTo>
                    <a:pt x="39660" y="1438"/>
                  </a:lnTo>
                  <a:lnTo>
                    <a:pt x="41187" y="1797"/>
                  </a:lnTo>
                  <a:lnTo>
                    <a:pt x="42535" y="2156"/>
                  </a:lnTo>
                  <a:lnTo>
                    <a:pt x="43702" y="2560"/>
                  </a:lnTo>
                  <a:lnTo>
                    <a:pt x="44736" y="2965"/>
                  </a:lnTo>
                  <a:lnTo>
                    <a:pt x="45140" y="3189"/>
                  </a:lnTo>
                  <a:lnTo>
                    <a:pt x="45499" y="3414"/>
                  </a:lnTo>
                  <a:lnTo>
                    <a:pt x="45813" y="3638"/>
                  </a:lnTo>
                  <a:lnTo>
                    <a:pt x="46083" y="3863"/>
                  </a:lnTo>
                  <a:lnTo>
                    <a:pt x="46308" y="4087"/>
                  </a:lnTo>
                  <a:lnTo>
                    <a:pt x="46442" y="4312"/>
                  </a:lnTo>
                  <a:lnTo>
                    <a:pt x="46532" y="4537"/>
                  </a:lnTo>
                  <a:lnTo>
                    <a:pt x="46577" y="480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57"/>
            <p:cNvSpPr/>
            <p:nvPr/>
          </p:nvSpPr>
          <p:spPr>
            <a:xfrm>
              <a:off x="5676200" y="1851400"/>
              <a:ext cx="1135275" cy="197650"/>
            </a:xfrm>
            <a:custGeom>
              <a:rect b="b" l="l" r="r" t="t"/>
              <a:pathLst>
                <a:path extrusionOk="0" h="7906" w="45411">
                  <a:moveTo>
                    <a:pt x="20392" y="0"/>
                  </a:moveTo>
                  <a:lnTo>
                    <a:pt x="18147" y="90"/>
                  </a:lnTo>
                  <a:lnTo>
                    <a:pt x="16036" y="180"/>
                  </a:lnTo>
                  <a:lnTo>
                    <a:pt x="14059" y="359"/>
                  </a:lnTo>
                  <a:lnTo>
                    <a:pt x="12173" y="539"/>
                  </a:lnTo>
                  <a:lnTo>
                    <a:pt x="10421" y="764"/>
                  </a:lnTo>
                  <a:lnTo>
                    <a:pt x="8759" y="988"/>
                  </a:lnTo>
                  <a:lnTo>
                    <a:pt x="7232" y="1258"/>
                  </a:lnTo>
                  <a:lnTo>
                    <a:pt x="5840" y="1572"/>
                  </a:lnTo>
                  <a:lnTo>
                    <a:pt x="4582" y="1887"/>
                  </a:lnTo>
                  <a:lnTo>
                    <a:pt x="3504" y="2201"/>
                  </a:lnTo>
                  <a:lnTo>
                    <a:pt x="2516" y="2560"/>
                  </a:lnTo>
                  <a:lnTo>
                    <a:pt x="1663" y="2920"/>
                  </a:lnTo>
                  <a:lnTo>
                    <a:pt x="989" y="3279"/>
                  </a:lnTo>
                  <a:lnTo>
                    <a:pt x="495" y="3638"/>
                  </a:lnTo>
                  <a:lnTo>
                    <a:pt x="270" y="3818"/>
                  </a:lnTo>
                  <a:lnTo>
                    <a:pt x="136" y="3998"/>
                  </a:lnTo>
                  <a:lnTo>
                    <a:pt x="1" y="4177"/>
                  </a:lnTo>
                  <a:lnTo>
                    <a:pt x="136" y="4312"/>
                  </a:lnTo>
                  <a:lnTo>
                    <a:pt x="630" y="4626"/>
                  </a:lnTo>
                  <a:lnTo>
                    <a:pt x="1259" y="4941"/>
                  </a:lnTo>
                  <a:lnTo>
                    <a:pt x="2022" y="5255"/>
                  </a:lnTo>
                  <a:lnTo>
                    <a:pt x="2876" y="5614"/>
                  </a:lnTo>
                  <a:lnTo>
                    <a:pt x="3909" y="5884"/>
                  </a:lnTo>
                  <a:lnTo>
                    <a:pt x="5031" y="6198"/>
                  </a:lnTo>
                  <a:lnTo>
                    <a:pt x="6289" y="6468"/>
                  </a:lnTo>
                  <a:lnTo>
                    <a:pt x="7637" y="6737"/>
                  </a:lnTo>
                  <a:lnTo>
                    <a:pt x="9164" y="7007"/>
                  </a:lnTo>
                  <a:lnTo>
                    <a:pt x="10736" y="7231"/>
                  </a:lnTo>
                  <a:lnTo>
                    <a:pt x="12487" y="7411"/>
                  </a:lnTo>
                  <a:lnTo>
                    <a:pt x="14284" y="7591"/>
                  </a:lnTo>
                  <a:lnTo>
                    <a:pt x="16260" y="7725"/>
                  </a:lnTo>
                  <a:lnTo>
                    <a:pt x="18281" y="7815"/>
                  </a:lnTo>
                  <a:lnTo>
                    <a:pt x="20437" y="7860"/>
                  </a:lnTo>
                  <a:lnTo>
                    <a:pt x="22728" y="7905"/>
                  </a:lnTo>
                  <a:lnTo>
                    <a:pt x="24884" y="7860"/>
                  </a:lnTo>
                  <a:lnTo>
                    <a:pt x="26950" y="7815"/>
                  </a:lnTo>
                  <a:lnTo>
                    <a:pt x="28926" y="7725"/>
                  </a:lnTo>
                  <a:lnTo>
                    <a:pt x="30813" y="7591"/>
                  </a:lnTo>
                  <a:lnTo>
                    <a:pt x="32609" y="7456"/>
                  </a:lnTo>
                  <a:lnTo>
                    <a:pt x="34271" y="7276"/>
                  </a:lnTo>
                  <a:lnTo>
                    <a:pt x="35843" y="7052"/>
                  </a:lnTo>
                  <a:lnTo>
                    <a:pt x="37325" y="6827"/>
                  </a:lnTo>
                  <a:lnTo>
                    <a:pt x="38673" y="6558"/>
                  </a:lnTo>
                  <a:lnTo>
                    <a:pt x="39930" y="6288"/>
                  </a:lnTo>
                  <a:lnTo>
                    <a:pt x="41053" y="6019"/>
                  </a:lnTo>
                  <a:lnTo>
                    <a:pt x="42086" y="5749"/>
                  </a:lnTo>
                  <a:lnTo>
                    <a:pt x="42985" y="5435"/>
                  </a:lnTo>
                  <a:lnTo>
                    <a:pt x="43793" y="5120"/>
                  </a:lnTo>
                  <a:lnTo>
                    <a:pt x="44422" y="4806"/>
                  </a:lnTo>
                  <a:lnTo>
                    <a:pt x="44961" y="4492"/>
                  </a:lnTo>
                  <a:lnTo>
                    <a:pt x="45006" y="4492"/>
                  </a:lnTo>
                  <a:lnTo>
                    <a:pt x="45275" y="4312"/>
                  </a:lnTo>
                  <a:lnTo>
                    <a:pt x="45410" y="4177"/>
                  </a:lnTo>
                  <a:lnTo>
                    <a:pt x="45365" y="4132"/>
                  </a:lnTo>
                  <a:lnTo>
                    <a:pt x="45320" y="3998"/>
                  </a:lnTo>
                  <a:lnTo>
                    <a:pt x="45141" y="3818"/>
                  </a:lnTo>
                  <a:lnTo>
                    <a:pt x="44916" y="3638"/>
                  </a:lnTo>
                  <a:lnTo>
                    <a:pt x="44422" y="3279"/>
                  </a:lnTo>
                  <a:lnTo>
                    <a:pt x="43748" y="2920"/>
                  </a:lnTo>
                  <a:lnTo>
                    <a:pt x="42895" y="2560"/>
                  </a:lnTo>
                  <a:lnTo>
                    <a:pt x="41952" y="2201"/>
                  </a:lnTo>
                  <a:lnTo>
                    <a:pt x="40829" y="1887"/>
                  </a:lnTo>
                  <a:lnTo>
                    <a:pt x="39571" y="1572"/>
                  </a:lnTo>
                  <a:lnTo>
                    <a:pt x="38179" y="1258"/>
                  </a:lnTo>
                  <a:lnTo>
                    <a:pt x="36652" y="988"/>
                  </a:lnTo>
                  <a:lnTo>
                    <a:pt x="35035" y="764"/>
                  </a:lnTo>
                  <a:lnTo>
                    <a:pt x="33238" y="539"/>
                  </a:lnTo>
                  <a:lnTo>
                    <a:pt x="31352" y="359"/>
                  </a:lnTo>
                  <a:lnTo>
                    <a:pt x="29375" y="180"/>
                  </a:lnTo>
                  <a:lnTo>
                    <a:pt x="27264" y="90"/>
                  </a:lnTo>
                  <a:lnTo>
                    <a:pt x="25019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57"/>
            <p:cNvSpPr/>
            <p:nvPr/>
          </p:nvSpPr>
          <p:spPr>
            <a:xfrm>
              <a:off x="5676200" y="1851400"/>
              <a:ext cx="1135275" cy="197650"/>
            </a:xfrm>
            <a:custGeom>
              <a:rect b="b" l="l" r="r" t="t"/>
              <a:pathLst>
                <a:path extrusionOk="0" fill="none" h="7906" w="45411">
                  <a:moveTo>
                    <a:pt x="45410" y="4177"/>
                  </a:moveTo>
                  <a:lnTo>
                    <a:pt x="45275" y="4312"/>
                  </a:lnTo>
                  <a:lnTo>
                    <a:pt x="45275" y="4312"/>
                  </a:lnTo>
                  <a:lnTo>
                    <a:pt x="45006" y="4492"/>
                  </a:lnTo>
                  <a:lnTo>
                    <a:pt x="44961" y="4492"/>
                  </a:lnTo>
                  <a:lnTo>
                    <a:pt x="44961" y="4492"/>
                  </a:lnTo>
                  <a:lnTo>
                    <a:pt x="44422" y="4806"/>
                  </a:lnTo>
                  <a:lnTo>
                    <a:pt x="43793" y="5120"/>
                  </a:lnTo>
                  <a:lnTo>
                    <a:pt x="42985" y="5435"/>
                  </a:lnTo>
                  <a:lnTo>
                    <a:pt x="42086" y="5749"/>
                  </a:lnTo>
                  <a:lnTo>
                    <a:pt x="41053" y="6019"/>
                  </a:lnTo>
                  <a:lnTo>
                    <a:pt x="39930" y="6288"/>
                  </a:lnTo>
                  <a:lnTo>
                    <a:pt x="38673" y="6558"/>
                  </a:lnTo>
                  <a:lnTo>
                    <a:pt x="37325" y="6827"/>
                  </a:lnTo>
                  <a:lnTo>
                    <a:pt x="35843" y="7052"/>
                  </a:lnTo>
                  <a:lnTo>
                    <a:pt x="34271" y="7276"/>
                  </a:lnTo>
                  <a:lnTo>
                    <a:pt x="32609" y="7456"/>
                  </a:lnTo>
                  <a:lnTo>
                    <a:pt x="30813" y="7591"/>
                  </a:lnTo>
                  <a:lnTo>
                    <a:pt x="28926" y="7725"/>
                  </a:lnTo>
                  <a:lnTo>
                    <a:pt x="26950" y="7815"/>
                  </a:lnTo>
                  <a:lnTo>
                    <a:pt x="24884" y="7860"/>
                  </a:lnTo>
                  <a:lnTo>
                    <a:pt x="22728" y="7905"/>
                  </a:lnTo>
                  <a:lnTo>
                    <a:pt x="22728" y="7905"/>
                  </a:lnTo>
                  <a:lnTo>
                    <a:pt x="20437" y="7860"/>
                  </a:lnTo>
                  <a:lnTo>
                    <a:pt x="18281" y="7815"/>
                  </a:lnTo>
                  <a:lnTo>
                    <a:pt x="16260" y="7725"/>
                  </a:lnTo>
                  <a:lnTo>
                    <a:pt x="14284" y="7591"/>
                  </a:lnTo>
                  <a:lnTo>
                    <a:pt x="12487" y="7411"/>
                  </a:lnTo>
                  <a:lnTo>
                    <a:pt x="10736" y="7231"/>
                  </a:lnTo>
                  <a:lnTo>
                    <a:pt x="9164" y="7007"/>
                  </a:lnTo>
                  <a:lnTo>
                    <a:pt x="7637" y="6737"/>
                  </a:lnTo>
                  <a:lnTo>
                    <a:pt x="6289" y="6468"/>
                  </a:lnTo>
                  <a:lnTo>
                    <a:pt x="5031" y="6198"/>
                  </a:lnTo>
                  <a:lnTo>
                    <a:pt x="3909" y="5884"/>
                  </a:lnTo>
                  <a:lnTo>
                    <a:pt x="2876" y="5614"/>
                  </a:lnTo>
                  <a:lnTo>
                    <a:pt x="2022" y="5255"/>
                  </a:lnTo>
                  <a:lnTo>
                    <a:pt x="1259" y="4941"/>
                  </a:lnTo>
                  <a:lnTo>
                    <a:pt x="630" y="4626"/>
                  </a:lnTo>
                  <a:lnTo>
                    <a:pt x="136" y="4312"/>
                  </a:lnTo>
                  <a:lnTo>
                    <a:pt x="1" y="4177"/>
                  </a:lnTo>
                  <a:lnTo>
                    <a:pt x="136" y="3998"/>
                  </a:lnTo>
                  <a:lnTo>
                    <a:pt x="136" y="3998"/>
                  </a:lnTo>
                  <a:lnTo>
                    <a:pt x="270" y="3818"/>
                  </a:lnTo>
                  <a:lnTo>
                    <a:pt x="495" y="3638"/>
                  </a:lnTo>
                  <a:lnTo>
                    <a:pt x="989" y="3279"/>
                  </a:lnTo>
                  <a:lnTo>
                    <a:pt x="1663" y="2920"/>
                  </a:lnTo>
                  <a:lnTo>
                    <a:pt x="2516" y="2560"/>
                  </a:lnTo>
                  <a:lnTo>
                    <a:pt x="3504" y="2201"/>
                  </a:lnTo>
                  <a:lnTo>
                    <a:pt x="4582" y="1887"/>
                  </a:lnTo>
                  <a:lnTo>
                    <a:pt x="5840" y="1572"/>
                  </a:lnTo>
                  <a:lnTo>
                    <a:pt x="7232" y="1258"/>
                  </a:lnTo>
                  <a:lnTo>
                    <a:pt x="8759" y="988"/>
                  </a:lnTo>
                  <a:lnTo>
                    <a:pt x="10421" y="764"/>
                  </a:lnTo>
                  <a:lnTo>
                    <a:pt x="12173" y="539"/>
                  </a:lnTo>
                  <a:lnTo>
                    <a:pt x="14059" y="359"/>
                  </a:lnTo>
                  <a:lnTo>
                    <a:pt x="16036" y="180"/>
                  </a:lnTo>
                  <a:lnTo>
                    <a:pt x="18147" y="90"/>
                  </a:lnTo>
                  <a:lnTo>
                    <a:pt x="20392" y="0"/>
                  </a:lnTo>
                  <a:lnTo>
                    <a:pt x="22728" y="0"/>
                  </a:lnTo>
                  <a:lnTo>
                    <a:pt x="22728" y="0"/>
                  </a:lnTo>
                  <a:lnTo>
                    <a:pt x="25019" y="0"/>
                  </a:lnTo>
                  <a:lnTo>
                    <a:pt x="27264" y="90"/>
                  </a:lnTo>
                  <a:lnTo>
                    <a:pt x="29375" y="180"/>
                  </a:lnTo>
                  <a:lnTo>
                    <a:pt x="31352" y="359"/>
                  </a:lnTo>
                  <a:lnTo>
                    <a:pt x="33238" y="539"/>
                  </a:lnTo>
                  <a:lnTo>
                    <a:pt x="35035" y="764"/>
                  </a:lnTo>
                  <a:lnTo>
                    <a:pt x="36652" y="988"/>
                  </a:lnTo>
                  <a:lnTo>
                    <a:pt x="38179" y="1258"/>
                  </a:lnTo>
                  <a:lnTo>
                    <a:pt x="39571" y="1572"/>
                  </a:lnTo>
                  <a:lnTo>
                    <a:pt x="40829" y="1887"/>
                  </a:lnTo>
                  <a:lnTo>
                    <a:pt x="41952" y="2201"/>
                  </a:lnTo>
                  <a:lnTo>
                    <a:pt x="42895" y="2560"/>
                  </a:lnTo>
                  <a:lnTo>
                    <a:pt x="43748" y="2920"/>
                  </a:lnTo>
                  <a:lnTo>
                    <a:pt x="44422" y="3279"/>
                  </a:lnTo>
                  <a:lnTo>
                    <a:pt x="44916" y="3638"/>
                  </a:lnTo>
                  <a:lnTo>
                    <a:pt x="45141" y="3818"/>
                  </a:lnTo>
                  <a:lnTo>
                    <a:pt x="45320" y="3998"/>
                  </a:lnTo>
                  <a:lnTo>
                    <a:pt x="45365" y="4132"/>
                  </a:lnTo>
                  <a:lnTo>
                    <a:pt x="45410" y="417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57"/>
            <p:cNvSpPr/>
            <p:nvPr/>
          </p:nvSpPr>
          <p:spPr>
            <a:xfrm>
              <a:off x="5366300" y="1961425"/>
              <a:ext cx="1755075" cy="2072875"/>
            </a:xfrm>
            <a:custGeom>
              <a:rect b="b" l="l" r="r" t="t"/>
              <a:pathLst>
                <a:path extrusionOk="0" h="82915" w="70203">
                  <a:moveTo>
                    <a:pt x="11858" y="7367"/>
                  </a:moveTo>
                  <a:lnTo>
                    <a:pt x="11903" y="7457"/>
                  </a:lnTo>
                  <a:lnTo>
                    <a:pt x="11409" y="10825"/>
                  </a:lnTo>
                  <a:lnTo>
                    <a:pt x="11364" y="10870"/>
                  </a:lnTo>
                  <a:lnTo>
                    <a:pt x="11319" y="10825"/>
                  </a:lnTo>
                  <a:lnTo>
                    <a:pt x="11813" y="7412"/>
                  </a:lnTo>
                  <a:lnTo>
                    <a:pt x="11858" y="7367"/>
                  </a:lnTo>
                  <a:close/>
                  <a:moveTo>
                    <a:pt x="56414" y="8535"/>
                  </a:moveTo>
                  <a:lnTo>
                    <a:pt x="56459" y="8580"/>
                  </a:lnTo>
                  <a:lnTo>
                    <a:pt x="57132" y="11948"/>
                  </a:lnTo>
                  <a:lnTo>
                    <a:pt x="57087" y="12038"/>
                  </a:lnTo>
                  <a:lnTo>
                    <a:pt x="57043" y="12218"/>
                  </a:lnTo>
                  <a:lnTo>
                    <a:pt x="56998" y="11993"/>
                  </a:lnTo>
                  <a:lnTo>
                    <a:pt x="56369" y="8580"/>
                  </a:lnTo>
                  <a:lnTo>
                    <a:pt x="56414" y="8535"/>
                  </a:lnTo>
                  <a:close/>
                  <a:moveTo>
                    <a:pt x="40065" y="11903"/>
                  </a:moveTo>
                  <a:lnTo>
                    <a:pt x="40110" y="11948"/>
                  </a:lnTo>
                  <a:lnTo>
                    <a:pt x="40110" y="13610"/>
                  </a:lnTo>
                  <a:lnTo>
                    <a:pt x="40065" y="13655"/>
                  </a:lnTo>
                  <a:lnTo>
                    <a:pt x="40020" y="13610"/>
                  </a:lnTo>
                  <a:lnTo>
                    <a:pt x="40020" y="11948"/>
                  </a:lnTo>
                  <a:lnTo>
                    <a:pt x="40065" y="11903"/>
                  </a:lnTo>
                  <a:close/>
                  <a:moveTo>
                    <a:pt x="30677" y="11589"/>
                  </a:moveTo>
                  <a:lnTo>
                    <a:pt x="30722" y="11634"/>
                  </a:lnTo>
                  <a:lnTo>
                    <a:pt x="30722" y="14419"/>
                  </a:lnTo>
                  <a:lnTo>
                    <a:pt x="30677" y="14419"/>
                  </a:lnTo>
                  <a:lnTo>
                    <a:pt x="30632" y="14463"/>
                  </a:lnTo>
                  <a:lnTo>
                    <a:pt x="30632" y="14419"/>
                  </a:lnTo>
                  <a:lnTo>
                    <a:pt x="30588" y="14419"/>
                  </a:lnTo>
                  <a:lnTo>
                    <a:pt x="30588" y="11634"/>
                  </a:lnTo>
                  <a:lnTo>
                    <a:pt x="30632" y="11589"/>
                  </a:lnTo>
                  <a:close/>
                  <a:moveTo>
                    <a:pt x="8804" y="6558"/>
                  </a:moveTo>
                  <a:lnTo>
                    <a:pt x="8849" y="6648"/>
                  </a:lnTo>
                  <a:lnTo>
                    <a:pt x="7501" y="15856"/>
                  </a:lnTo>
                  <a:lnTo>
                    <a:pt x="7411" y="15901"/>
                  </a:lnTo>
                  <a:lnTo>
                    <a:pt x="7366" y="15856"/>
                  </a:lnTo>
                  <a:lnTo>
                    <a:pt x="8714" y="6603"/>
                  </a:lnTo>
                  <a:lnTo>
                    <a:pt x="8759" y="6558"/>
                  </a:lnTo>
                  <a:close/>
                  <a:moveTo>
                    <a:pt x="34585" y="10152"/>
                  </a:moveTo>
                  <a:lnTo>
                    <a:pt x="34585" y="10196"/>
                  </a:lnTo>
                  <a:lnTo>
                    <a:pt x="34585" y="18281"/>
                  </a:lnTo>
                  <a:lnTo>
                    <a:pt x="34585" y="18326"/>
                  </a:lnTo>
                  <a:lnTo>
                    <a:pt x="34495" y="18326"/>
                  </a:lnTo>
                  <a:lnTo>
                    <a:pt x="34495" y="18281"/>
                  </a:lnTo>
                  <a:lnTo>
                    <a:pt x="34495" y="10196"/>
                  </a:lnTo>
                  <a:lnTo>
                    <a:pt x="34495" y="10152"/>
                  </a:lnTo>
                  <a:close/>
                  <a:moveTo>
                    <a:pt x="59693" y="6738"/>
                  </a:moveTo>
                  <a:lnTo>
                    <a:pt x="59737" y="6783"/>
                  </a:lnTo>
                  <a:lnTo>
                    <a:pt x="60142" y="8265"/>
                  </a:lnTo>
                  <a:lnTo>
                    <a:pt x="60546" y="9747"/>
                  </a:lnTo>
                  <a:lnTo>
                    <a:pt x="60905" y="11274"/>
                  </a:lnTo>
                  <a:lnTo>
                    <a:pt x="61220" y="12802"/>
                  </a:lnTo>
                  <a:lnTo>
                    <a:pt x="61489" y="14329"/>
                  </a:lnTo>
                  <a:lnTo>
                    <a:pt x="61759" y="15856"/>
                  </a:lnTo>
                  <a:lnTo>
                    <a:pt x="61983" y="17383"/>
                  </a:lnTo>
                  <a:lnTo>
                    <a:pt x="62163" y="18910"/>
                  </a:lnTo>
                  <a:lnTo>
                    <a:pt x="62163" y="18955"/>
                  </a:lnTo>
                  <a:lnTo>
                    <a:pt x="62118" y="19000"/>
                  </a:lnTo>
                  <a:lnTo>
                    <a:pt x="62073" y="18955"/>
                  </a:lnTo>
                  <a:lnTo>
                    <a:pt x="61893" y="17383"/>
                  </a:lnTo>
                  <a:lnTo>
                    <a:pt x="61669" y="15856"/>
                  </a:lnTo>
                  <a:lnTo>
                    <a:pt x="61399" y="14329"/>
                  </a:lnTo>
                  <a:lnTo>
                    <a:pt x="61130" y="12802"/>
                  </a:lnTo>
                  <a:lnTo>
                    <a:pt x="60771" y="11274"/>
                  </a:lnTo>
                  <a:lnTo>
                    <a:pt x="60456" y="9792"/>
                  </a:lnTo>
                  <a:lnTo>
                    <a:pt x="60052" y="8265"/>
                  </a:lnTo>
                  <a:lnTo>
                    <a:pt x="59648" y="6783"/>
                  </a:lnTo>
                  <a:lnTo>
                    <a:pt x="59648" y="6738"/>
                  </a:lnTo>
                  <a:close/>
                  <a:moveTo>
                    <a:pt x="62073" y="5301"/>
                  </a:moveTo>
                  <a:lnTo>
                    <a:pt x="62837" y="8490"/>
                  </a:lnTo>
                  <a:lnTo>
                    <a:pt x="63510" y="11634"/>
                  </a:lnTo>
                  <a:lnTo>
                    <a:pt x="64094" y="14823"/>
                  </a:lnTo>
                  <a:lnTo>
                    <a:pt x="64588" y="18012"/>
                  </a:lnTo>
                  <a:lnTo>
                    <a:pt x="65037" y="21246"/>
                  </a:lnTo>
                  <a:lnTo>
                    <a:pt x="65352" y="24479"/>
                  </a:lnTo>
                  <a:lnTo>
                    <a:pt x="65621" y="27668"/>
                  </a:lnTo>
                  <a:lnTo>
                    <a:pt x="65801" y="30902"/>
                  </a:lnTo>
                  <a:lnTo>
                    <a:pt x="65756" y="30947"/>
                  </a:lnTo>
                  <a:lnTo>
                    <a:pt x="65711" y="30992"/>
                  </a:lnTo>
                  <a:lnTo>
                    <a:pt x="65711" y="30947"/>
                  </a:lnTo>
                  <a:lnTo>
                    <a:pt x="65666" y="30947"/>
                  </a:lnTo>
                  <a:lnTo>
                    <a:pt x="65532" y="27713"/>
                  </a:lnTo>
                  <a:lnTo>
                    <a:pt x="65262" y="24479"/>
                  </a:lnTo>
                  <a:lnTo>
                    <a:pt x="64948" y="21246"/>
                  </a:lnTo>
                  <a:lnTo>
                    <a:pt x="64498" y="18057"/>
                  </a:lnTo>
                  <a:lnTo>
                    <a:pt x="64004" y="14823"/>
                  </a:lnTo>
                  <a:lnTo>
                    <a:pt x="63421" y="11679"/>
                  </a:lnTo>
                  <a:lnTo>
                    <a:pt x="62747" y="8490"/>
                  </a:lnTo>
                  <a:lnTo>
                    <a:pt x="61983" y="5346"/>
                  </a:lnTo>
                  <a:lnTo>
                    <a:pt x="61983" y="5301"/>
                  </a:lnTo>
                  <a:close/>
                  <a:moveTo>
                    <a:pt x="12307" y="50934"/>
                  </a:moveTo>
                  <a:lnTo>
                    <a:pt x="12352" y="51114"/>
                  </a:lnTo>
                  <a:lnTo>
                    <a:pt x="12397" y="51204"/>
                  </a:lnTo>
                  <a:lnTo>
                    <a:pt x="12352" y="52012"/>
                  </a:lnTo>
                  <a:lnTo>
                    <a:pt x="12352" y="52821"/>
                  </a:lnTo>
                  <a:lnTo>
                    <a:pt x="12397" y="53629"/>
                  </a:lnTo>
                  <a:lnTo>
                    <a:pt x="12487" y="54438"/>
                  </a:lnTo>
                  <a:lnTo>
                    <a:pt x="12622" y="55291"/>
                  </a:lnTo>
                  <a:lnTo>
                    <a:pt x="12801" y="56100"/>
                  </a:lnTo>
                  <a:lnTo>
                    <a:pt x="13026" y="56863"/>
                  </a:lnTo>
                  <a:lnTo>
                    <a:pt x="13295" y="57672"/>
                  </a:lnTo>
                  <a:lnTo>
                    <a:pt x="13565" y="58435"/>
                  </a:lnTo>
                  <a:lnTo>
                    <a:pt x="13879" y="59199"/>
                  </a:lnTo>
                  <a:lnTo>
                    <a:pt x="14283" y="59917"/>
                  </a:lnTo>
                  <a:lnTo>
                    <a:pt x="14643" y="60636"/>
                  </a:lnTo>
                  <a:lnTo>
                    <a:pt x="15092" y="61355"/>
                  </a:lnTo>
                  <a:lnTo>
                    <a:pt x="15586" y="62029"/>
                  </a:lnTo>
                  <a:lnTo>
                    <a:pt x="16080" y="62657"/>
                  </a:lnTo>
                  <a:lnTo>
                    <a:pt x="16619" y="63286"/>
                  </a:lnTo>
                  <a:lnTo>
                    <a:pt x="16619" y="63331"/>
                  </a:lnTo>
                  <a:lnTo>
                    <a:pt x="16574" y="63376"/>
                  </a:lnTo>
                  <a:lnTo>
                    <a:pt x="16529" y="63376"/>
                  </a:lnTo>
                  <a:lnTo>
                    <a:pt x="15990" y="62747"/>
                  </a:lnTo>
                  <a:lnTo>
                    <a:pt x="15496" y="62073"/>
                  </a:lnTo>
                  <a:lnTo>
                    <a:pt x="15002" y="61400"/>
                  </a:lnTo>
                  <a:lnTo>
                    <a:pt x="14553" y="60726"/>
                  </a:lnTo>
                  <a:lnTo>
                    <a:pt x="14194" y="59962"/>
                  </a:lnTo>
                  <a:lnTo>
                    <a:pt x="13789" y="59244"/>
                  </a:lnTo>
                  <a:lnTo>
                    <a:pt x="13475" y="58480"/>
                  </a:lnTo>
                  <a:lnTo>
                    <a:pt x="13205" y="57717"/>
                  </a:lnTo>
                  <a:lnTo>
                    <a:pt x="12936" y="56908"/>
                  </a:lnTo>
                  <a:lnTo>
                    <a:pt x="12711" y="56100"/>
                  </a:lnTo>
                  <a:lnTo>
                    <a:pt x="12532" y="55291"/>
                  </a:lnTo>
                  <a:lnTo>
                    <a:pt x="12397" y="54483"/>
                  </a:lnTo>
                  <a:lnTo>
                    <a:pt x="12307" y="53629"/>
                  </a:lnTo>
                  <a:lnTo>
                    <a:pt x="12262" y="52821"/>
                  </a:lnTo>
                  <a:lnTo>
                    <a:pt x="12262" y="52012"/>
                  </a:lnTo>
                  <a:lnTo>
                    <a:pt x="12262" y="51159"/>
                  </a:lnTo>
                  <a:lnTo>
                    <a:pt x="12307" y="51114"/>
                  </a:lnTo>
                  <a:lnTo>
                    <a:pt x="12307" y="50934"/>
                  </a:lnTo>
                  <a:close/>
                  <a:moveTo>
                    <a:pt x="60142" y="60052"/>
                  </a:moveTo>
                  <a:lnTo>
                    <a:pt x="60187" y="60097"/>
                  </a:lnTo>
                  <a:lnTo>
                    <a:pt x="60142" y="60816"/>
                  </a:lnTo>
                  <a:lnTo>
                    <a:pt x="60052" y="61534"/>
                  </a:lnTo>
                  <a:lnTo>
                    <a:pt x="59962" y="62253"/>
                  </a:lnTo>
                  <a:lnTo>
                    <a:pt x="59782" y="62972"/>
                  </a:lnTo>
                  <a:lnTo>
                    <a:pt x="59603" y="63645"/>
                  </a:lnTo>
                  <a:lnTo>
                    <a:pt x="59333" y="64364"/>
                  </a:lnTo>
                  <a:lnTo>
                    <a:pt x="59064" y="64993"/>
                  </a:lnTo>
                  <a:lnTo>
                    <a:pt x="58749" y="65667"/>
                  </a:lnTo>
                  <a:lnTo>
                    <a:pt x="58390" y="66295"/>
                  </a:lnTo>
                  <a:lnTo>
                    <a:pt x="57986" y="66924"/>
                  </a:lnTo>
                  <a:lnTo>
                    <a:pt x="57582" y="67508"/>
                  </a:lnTo>
                  <a:lnTo>
                    <a:pt x="57132" y="68047"/>
                  </a:lnTo>
                  <a:lnTo>
                    <a:pt x="56638" y="68586"/>
                  </a:lnTo>
                  <a:lnTo>
                    <a:pt x="56099" y="69125"/>
                  </a:lnTo>
                  <a:lnTo>
                    <a:pt x="55560" y="69574"/>
                  </a:lnTo>
                  <a:lnTo>
                    <a:pt x="54976" y="70023"/>
                  </a:lnTo>
                  <a:lnTo>
                    <a:pt x="55111" y="70203"/>
                  </a:lnTo>
                  <a:lnTo>
                    <a:pt x="54932" y="70023"/>
                  </a:lnTo>
                  <a:lnTo>
                    <a:pt x="54932" y="69934"/>
                  </a:lnTo>
                  <a:lnTo>
                    <a:pt x="55515" y="69529"/>
                  </a:lnTo>
                  <a:lnTo>
                    <a:pt x="56054" y="69035"/>
                  </a:lnTo>
                  <a:lnTo>
                    <a:pt x="56549" y="68541"/>
                  </a:lnTo>
                  <a:lnTo>
                    <a:pt x="57043" y="68002"/>
                  </a:lnTo>
                  <a:lnTo>
                    <a:pt x="57492" y="67463"/>
                  </a:lnTo>
                  <a:lnTo>
                    <a:pt x="57896" y="66879"/>
                  </a:lnTo>
                  <a:lnTo>
                    <a:pt x="58300" y="66251"/>
                  </a:lnTo>
                  <a:lnTo>
                    <a:pt x="58660" y="65622"/>
                  </a:lnTo>
                  <a:lnTo>
                    <a:pt x="58974" y="64993"/>
                  </a:lnTo>
                  <a:lnTo>
                    <a:pt x="59243" y="64319"/>
                  </a:lnTo>
                  <a:lnTo>
                    <a:pt x="59468" y="63645"/>
                  </a:lnTo>
                  <a:lnTo>
                    <a:pt x="59693" y="62927"/>
                  </a:lnTo>
                  <a:lnTo>
                    <a:pt x="59827" y="62253"/>
                  </a:lnTo>
                  <a:lnTo>
                    <a:pt x="59962" y="61534"/>
                  </a:lnTo>
                  <a:lnTo>
                    <a:pt x="60052" y="60816"/>
                  </a:lnTo>
                  <a:lnTo>
                    <a:pt x="60097" y="60097"/>
                  </a:lnTo>
                  <a:lnTo>
                    <a:pt x="60142" y="60052"/>
                  </a:lnTo>
                  <a:close/>
                  <a:moveTo>
                    <a:pt x="8804" y="44691"/>
                  </a:move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6619" y="68721"/>
                  </a:lnTo>
                  <a:lnTo>
                    <a:pt x="17517" y="69529"/>
                  </a:lnTo>
                  <a:lnTo>
                    <a:pt x="18460" y="70293"/>
                  </a:lnTo>
                  <a:lnTo>
                    <a:pt x="19449" y="70967"/>
                  </a:lnTo>
                  <a:lnTo>
                    <a:pt x="19449" y="71056"/>
                  </a:lnTo>
                  <a:lnTo>
                    <a:pt x="19404" y="71056"/>
                  </a:lnTo>
                  <a:lnTo>
                    <a:pt x="18460" y="70428"/>
                  </a:lnTo>
                  <a:lnTo>
                    <a:pt x="17607" y="69709"/>
                  </a:lnTo>
                  <a:lnTo>
                    <a:pt x="16754" y="68990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691"/>
                  </a:lnTo>
                  <a:close/>
                  <a:moveTo>
                    <a:pt x="65172" y="54393"/>
                  </a:moveTo>
                  <a:lnTo>
                    <a:pt x="65217" y="54438"/>
                  </a:lnTo>
                  <a:lnTo>
                    <a:pt x="65082" y="56100"/>
                  </a:lnTo>
                  <a:lnTo>
                    <a:pt x="64858" y="57717"/>
                  </a:lnTo>
                  <a:lnTo>
                    <a:pt x="64498" y="59379"/>
                  </a:lnTo>
                  <a:lnTo>
                    <a:pt x="64049" y="60951"/>
                  </a:lnTo>
                  <a:lnTo>
                    <a:pt x="63510" y="62523"/>
                  </a:lnTo>
                  <a:lnTo>
                    <a:pt x="62882" y="64050"/>
                  </a:lnTo>
                  <a:lnTo>
                    <a:pt x="62163" y="65577"/>
                  </a:lnTo>
                  <a:lnTo>
                    <a:pt x="61354" y="67014"/>
                  </a:lnTo>
                  <a:lnTo>
                    <a:pt x="60456" y="68406"/>
                  </a:lnTo>
                  <a:lnTo>
                    <a:pt x="59468" y="69754"/>
                  </a:lnTo>
                  <a:lnTo>
                    <a:pt x="58435" y="71056"/>
                  </a:lnTo>
                  <a:lnTo>
                    <a:pt x="57312" y="72269"/>
                  </a:lnTo>
                  <a:lnTo>
                    <a:pt x="56099" y="73437"/>
                  </a:lnTo>
                  <a:lnTo>
                    <a:pt x="54842" y="74515"/>
                  </a:lnTo>
                  <a:lnTo>
                    <a:pt x="53494" y="75503"/>
                  </a:lnTo>
                  <a:lnTo>
                    <a:pt x="52102" y="76401"/>
                  </a:lnTo>
                  <a:lnTo>
                    <a:pt x="52057" y="76401"/>
                  </a:lnTo>
                  <a:lnTo>
                    <a:pt x="52057" y="76312"/>
                  </a:lnTo>
                  <a:lnTo>
                    <a:pt x="53449" y="75413"/>
                  </a:lnTo>
                  <a:lnTo>
                    <a:pt x="54752" y="74425"/>
                  </a:lnTo>
                  <a:lnTo>
                    <a:pt x="56054" y="73347"/>
                  </a:lnTo>
                  <a:lnTo>
                    <a:pt x="57222" y="72179"/>
                  </a:lnTo>
                  <a:lnTo>
                    <a:pt x="58345" y="70967"/>
                  </a:lnTo>
                  <a:lnTo>
                    <a:pt x="59378" y="69709"/>
                  </a:lnTo>
                  <a:lnTo>
                    <a:pt x="60366" y="68362"/>
                  </a:lnTo>
                  <a:lnTo>
                    <a:pt x="61265" y="66969"/>
                  </a:lnTo>
                  <a:lnTo>
                    <a:pt x="62073" y="65532"/>
                  </a:lnTo>
                  <a:lnTo>
                    <a:pt x="62792" y="64005"/>
                  </a:lnTo>
                  <a:lnTo>
                    <a:pt x="63421" y="62478"/>
                  </a:lnTo>
                  <a:lnTo>
                    <a:pt x="63960" y="60951"/>
                  </a:lnTo>
                  <a:lnTo>
                    <a:pt x="64409" y="59334"/>
                  </a:lnTo>
                  <a:lnTo>
                    <a:pt x="64723" y="57717"/>
                  </a:lnTo>
                  <a:lnTo>
                    <a:pt x="64993" y="56100"/>
                  </a:lnTo>
                  <a:lnTo>
                    <a:pt x="65127" y="54438"/>
                  </a:lnTo>
                  <a:lnTo>
                    <a:pt x="65172" y="54393"/>
                  </a:lnTo>
                  <a:close/>
                  <a:moveTo>
                    <a:pt x="5121" y="37999"/>
                  </a:moveTo>
                  <a:lnTo>
                    <a:pt x="5166" y="38044"/>
                  </a:lnTo>
                  <a:lnTo>
                    <a:pt x="5166" y="38089"/>
                  </a:lnTo>
                  <a:lnTo>
                    <a:pt x="4896" y="39571"/>
                  </a:lnTo>
                  <a:lnTo>
                    <a:pt x="4672" y="41053"/>
                  </a:lnTo>
                  <a:lnTo>
                    <a:pt x="4537" y="42535"/>
                  </a:lnTo>
                  <a:lnTo>
                    <a:pt x="4402" y="44018"/>
                  </a:lnTo>
                  <a:lnTo>
                    <a:pt x="4357" y="45500"/>
                  </a:lnTo>
                  <a:lnTo>
                    <a:pt x="4312" y="46937"/>
                  </a:lnTo>
                  <a:lnTo>
                    <a:pt x="4357" y="48419"/>
                  </a:lnTo>
                  <a:lnTo>
                    <a:pt x="4447" y="49857"/>
                  </a:lnTo>
                  <a:lnTo>
                    <a:pt x="4582" y="51249"/>
                  </a:lnTo>
                  <a:lnTo>
                    <a:pt x="4806" y="52686"/>
                  </a:lnTo>
                  <a:lnTo>
                    <a:pt x="5031" y="54079"/>
                  </a:lnTo>
                  <a:lnTo>
                    <a:pt x="5300" y="55426"/>
                  </a:lnTo>
                  <a:lnTo>
                    <a:pt x="5660" y="56773"/>
                  </a:lnTo>
                  <a:lnTo>
                    <a:pt x="6064" y="58121"/>
                  </a:lnTo>
                  <a:lnTo>
                    <a:pt x="6513" y="59423"/>
                  </a:lnTo>
                  <a:lnTo>
                    <a:pt x="7007" y="60726"/>
                  </a:lnTo>
                  <a:lnTo>
                    <a:pt x="7591" y="62118"/>
                  </a:lnTo>
                  <a:lnTo>
                    <a:pt x="8220" y="63421"/>
                  </a:lnTo>
                  <a:lnTo>
                    <a:pt x="8938" y="64723"/>
                  </a:lnTo>
                  <a:lnTo>
                    <a:pt x="9702" y="65981"/>
                  </a:lnTo>
                  <a:lnTo>
                    <a:pt x="10511" y="67239"/>
                  </a:lnTo>
                  <a:lnTo>
                    <a:pt x="11364" y="68406"/>
                  </a:lnTo>
                  <a:lnTo>
                    <a:pt x="12307" y="69529"/>
                  </a:lnTo>
                  <a:lnTo>
                    <a:pt x="13250" y="70607"/>
                  </a:lnTo>
                  <a:lnTo>
                    <a:pt x="14238" y="71640"/>
                  </a:lnTo>
                  <a:lnTo>
                    <a:pt x="15316" y="72584"/>
                  </a:lnTo>
                  <a:lnTo>
                    <a:pt x="16394" y="73527"/>
                  </a:lnTo>
                  <a:lnTo>
                    <a:pt x="17517" y="74380"/>
                  </a:lnTo>
                  <a:lnTo>
                    <a:pt x="18640" y="75189"/>
                  </a:lnTo>
                  <a:lnTo>
                    <a:pt x="19853" y="75907"/>
                  </a:lnTo>
                  <a:lnTo>
                    <a:pt x="21066" y="76581"/>
                  </a:lnTo>
                  <a:lnTo>
                    <a:pt x="22323" y="77210"/>
                  </a:lnTo>
                  <a:lnTo>
                    <a:pt x="22368" y="77210"/>
                  </a:lnTo>
                  <a:lnTo>
                    <a:pt x="22368" y="77255"/>
                  </a:lnTo>
                  <a:lnTo>
                    <a:pt x="22278" y="77300"/>
                  </a:lnTo>
                  <a:lnTo>
                    <a:pt x="21021" y="76671"/>
                  </a:lnTo>
                  <a:lnTo>
                    <a:pt x="19808" y="75997"/>
                  </a:lnTo>
                  <a:lnTo>
                    <a:pt x="18595" y="75278"/>
                  </a:lnTo>
                  <a:lnTo>
                    <a:pt x="17427" y="74470"/>
                  </a:lnTo>
                  <a:lnTo>
                    <a:pt x="16305" y="73617"/>
                  </a:lnTo>
                  <a:lnTo>
                    <a:pt x="15227" y="72673"/>
                  </a:lnTo>
                  <a:lnTo>
                    <a:pt x="14194" y="71685"/>
                  </a:lnTo>
                  <a:lnTo>
                    <a:pt x="13160" y="70652"/>
                  </a:lnTo>
                  <a:lnTo>
                    <a:pt x="12217" y="69574"/>
                  </a:lnTo>
                  <a:lnTo>
                    <a:pt x="11319" y="68451"/>
                  </a:lnTo>
                  <a:lnTo>
                    <a:pt x="10421" y="67284"/>
                  </a:lnTo>
                  <a:lnTo>
                    <a:pt x="9612" y="66071"/>
                  </a:lnTo>
                  <a:lnTo>
                    <a:pt x="8849" y="64813"/>
                  </a:lnTo>
                  <a:lnTo>
                    <a:pt x="8130" y="63511"/>
                  </a:lnTo>
                  <a:lnTo>
                    <a:pt x="7501" y="62163"/>
                  </a:lnTo>
                  <a:lnTo>
                    <a:pt x="6917" y="60771"/>
                  </a:lnTo>
                  <a:lnTo>
                    <a:pt x="6423" y="59468"/>
                  </a:lnTo>
                  <a:lnTo>
                    <a:pt x="5974" y="58166"/>
                  </a:lnTo>
                  <a:lnTo>
                    <a:pt x="5570" y="56818"/>
                  </a:lnTo>
                  <a:lnTo>
                    <a:pt x="5211" y="55471"/>
                  </a:lnTo>
                  <a:lnTo>
                    <a:pt x="4941" y="54079"/>
                  </a:lnTo>
                  <a:lnTo>
                    <a:pt x="4672" y="52686"/>
                  </a:lnTo>
                  <a:lnTo>
                    <a:pt x="4492" y="51294"/>
                  </a:lnTo>
                  <a:lnTo>
                    <a:pt x="4357" y="49857"/>
                  </a:lnTo>
                  <a:lnTo>
                    <a:pt x="4267" y="48419"/>
                  </a:lnTo>
                  <a:lnTo>
                    <a:pt x="4222" y="46982"/>
                  </a:lnTo>
                  <a:lnTo>
                    <a:pt x="4222" y="45500"/>
                  </a:lnTo>
                  <a:lnTo>
                    <a:pt x="4312" y="44018"/>
                  </a:lnTo>
                  <a:lnTo>
                    <a:pt x="4402" y="42535"/>
                  </a:lnTo>
                  <a:lnTo>
                    <a:pt x="4582" y="41053"/>
                  </a:lnTo>
                  <a:lnTo>
                    <a:pt x="4806" y="39571"/>
                  </a:lnTo>
                  <a:lnTo>
                    <a:pt x="5076" y="38044"/>
                  </a:lnTo>
                  <a:lnTo>
                    <a:pt x="5121" y="37999"/>
                  </a:lnTo>
                  <a:close/>
                  <a:moveTo>
                    <a:pt x="6917" y="1"/>
                  </a:moveTo>
                  <a:lnTo>
                    <a:pt x="6783" y="405"/>
                  </a:lnTo>
                  <a:lnTo>
                    <a:pt x="6199" y="2291"/>
                  </a:lnTo>
                  <a:lnTo>
                    <a:pt x="5480" y="4852"/>
                  </a:lnTo>
                  <a:lnTo>
                    <a:pt x="4627" y="8085"/>
                  </a:lnTo>
                  <a:lnTo>
                    <a:pt x="3728" y="11813"/>
                  </a:lnTo>
                  <a:lnTo>
                    <a:pt x="3279" y="13880"/>
                  </a:lnTo>
                  <a:lnTo>
                    <a:pt x="2830" y="16035"/>
                  </a:lnTo>
                  <a:lnTo>
                    <a:pt x="2381" y="18281"/>
                  </a:lnTo>
                  <a:lnTo>
                    <a:pt x="1932" y="20662"/>
                  </a:lnTo>
                  <a:lnTo>
                    <a:pt x="1572" y="23042"/>
                  </a:lnTo>
                  <a:lnTo>
                    <a:pt x="1168" y="25557"/>
                  </a:lnTo>
                  <a:lnTo>
                    <a:pt x="854" y="28118"/>
                  </a:lnTo>
                  <a:lnTo>
                    <a:pt x="584" y="30678"/>
                  </a:lnTo>
                  <a:lnTo>
                    <a:pt x="360" y="33328"/>
                  </a:lnTo>
                  <a:lnTo>
                    <a:pt x="180" y="35978"/>
                  </a:lnTo>
                  <a:lnTo>
                    <a:pt x="45" y="38673"/>
                  </a:lnTo>
                  <a:lnTo>
                    <a:pt x="0" y="41323"/>
                  </a:lnTo>
                  <a:lnTo>
                    <a:pt x="45" y="44018"/>
                  </a:lnTo>
                  <a:lnTo>
                    <a:pt x="180" y="46668"/>
                  </a:lnTo>
                  <a:lnTo>
                    <a:pt x="360" y="49318"/>
                  </a:lnTo>
                  <a:lnTo>
                    <a:pt x="674" y="51968"/>
                  </a:lnTo>
                  <a:lnTo>
                    <a:pt x="854" y="53225"/>
                  </a:lnTo>
                  <a:lnTo>
                    <a:pt x="1078" y="54528"/>
                  </a:lnTo>
                  <a:lnTo>
                    <a:pt x="1348" y="55785"/>
                  </a:lnTo>
                  <a:lnTo>
                    <a:pt x="1617" y="57043"/>
                  </a:lnTo>
                  <a:lnTo>
                    <a:pt x="1932" y="58301"/>
                  </a:lnTo>
                  <a:lnTo>
                    <a:pt x="2246" y="59513"/>
                  </a:lnTo>
                  <a:lnTo>
                    <a:pt x="2605" y="60726"/>
                  </a:lnTo>
                  <a:lnTo>
                    <a:pt x="3010" y="61894"/>
                  </a:lnTo>
                  <a:lnTo>
                    <a:pt x="3459" y="63062"/>
                  </a:lnTo>
                  <a:lnTo>
                    <a:pt x="3908" y="64229"/>
                  </a:lnTo>
                  <a:lnTo>
                    <a:pt x="4402" y="65352"/>
                  </a:lnTo>
                  <a:lnTo>
                    <a:pt x="4941" y="66430"/>
                  </a:lnTo>
                  <a:lnTo>
                    <a:pt x="5480" y="67508"/>
                  </a:lnTo>
                  <a:lnTo>
                    <a:pt x="6109" y="68586"/>
                  </a:lnTo>
                  <a:lnTo>
                    <a:pt x="6738" y="69574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3193" y="82869"/>
                  </a:lnTo>
                  <a:lnTo>
                    <a:pt x="35124" y="82914"/>
                  </a:lnTo>
                  <a:lnTo>
                    <a:pt x="36831" y="82869"/>
                  </a:lnTo>
                  <a:lnTo>
                    <a:pt x="38493" y="82779"/>
                  </a:lnTo>
                  <a:lnTo>
                    <a:pt x="40514" y="82600"/>
                  </a:lnTo>
                  <a:lnTo>
                    <a:pt x="42445" y="82375"/>
                  </a:lnTo>
                  <a:lnTo>
                    <a:pt x="44332" y="82061"/>
                  </a:lnTo>
                  <a:lnTo>
                    <a:pt x="46128" y="81611"/>
                  </a:lnTo>
                  <a:lnTo>
                    <a:pt x="47880" y="81162"/>
                  </a:lnTo>
                  <a:lnTo>
                    <a:pt x="49542" y="80578"/>
                  </a:lnTo>
                  <a:lnTo>
                    <a:pt x="51159" y="79950"/>
                  </a:lnTo>
                  <a:lnTo>
                    <a:pt x="52731" y="79186"/>
                  </a:lnTo>
                  <a:lnTo>
                    <a:pt x="54213" y="78423"/>
                  </a:lnTo>
                  <a:lnTo>
                    <a:pt x="55650" y="77524"/>
                  </a:lnTo>
                  <a:lnTo>
                    <a:pt x="56998" y="76581"/>
                  </a:lnTo>
                  <a:lnTo>
                    <a:pt x="58300" y="75503"/>
                  </a:lnTo>
                  <a:lnTo>
                    <a:pt x="59513" y="74425"/>
                  </a:lnTo>
                  <a:lnTo>
                    <a:pt x="60681" y="73212"/>
                  </a:lnTo>
                  <a:lnTo>
                    <a:pt x="61759" y="71955"/>
                  </a:lnTo>
                  <a:lnTo>
                    <a:pt x="62792" y="70562"/>
                  </a:lnTo>
                  <a:lnTo>
                    <a:pt x="63465" y="69574"/>
                  </a:lnTo>
                  <a:lnTo>
                    <a:pt x="64094" y="68586"/>
                  </a:lnTo>
                  <a:lnTo>
                    <a:pt x="64723" y="67508"/>
                  </a:lnTo>
                  <a:lnTo>
                    <a:pt x="65307" y="66430"/>
                  </a:lnTo>
                  <a:lnTo>
                    <a:pt x="65801" y="65352"/>
                  </a:lnTo>
                  <a:lnTo>
                    <a:pt x="66295" y="64229"/>
                  </a:lnTo>
                  <a:lnTo>
                    <a:pt x="66789" y="63062"/>
                  </a:lnTo>
                  <a:lnTo>
                    <a:pt x="67193" y="61894"/>
                  </a:lnTo>
                  <a:lnTo>
                    <a:pt x="67598" y="60726"/>
                  </a:lnTo>
                  <a:lnTo>
                    <a:pt x="67957" y="59513"/>
                  </a:lnTo>
                  <a:lnTo>
                    <a:pt x="68316" y="58301"/>
                  </a:lnTo>
                  <a:lnTo>
                    <a:pt x="68586" y="57043"/>
                  </a:lnTo>
                  <a:lnTo>
                    <a:pt x="68900" y="55785"/>
                  </a:lnTo>
                  <a:lnTo>
                    <a:pt x="69125" y="54528"/>
                  </a:lnTo>
                  <a:lnTo>
                    <a:pt x="69349" y="53225"/>
                  </a:lnTo>
                  <a:lnTo>
                    <a:pt x="69529" y="51968"/>
                  </a:lnTo>
                  <a:lnTo>
                    <a:pt x="69843" y="49318"/>
                  </a:lnTo>
                  <a:lnTo>
                    <a:pt x="70068" y="46668"/>
                  </a:lnTo>
                  <a:lnTo>
                    <a:pt x="70158" y="44018"/>
                  </a:lnTo>
                  <a:lnTo>
                    <a:pt x="70203" y="41323"/>
                  </a:lnTo>
                  <a:lnTo>
                    <a:pt x="70158" y="38628"/>
                  </a:lnTo>
                  <a:lnTo>
                    <a:pt x="70068" y="35978"/>
                  </a:lnTo>
                  <a:lnTo>
                    <a:pt x="69888" y="33328"/>
                  </a:lnTo>
                  <a:lnTo>
                    <a:pt x="69664" y="30678"/>
                  </a:lnTo>
                  <a:lnTo>
                    <a:pt x="69349" y="28073"/>
                  </a:lnTo>
                  <a:lnTo>
                    <a:pt x="69035" y="25557"/>
                  </a:lnTo>
                  <a:lnTo>
                    <a:pt x="68676" y="23042"/>
                  </a:lnTo>
                  <a:lnTo>
                    <a:pt x="68271" y="20617"/>
                  </a:lnTo>
                  <a:lnTo>
                    <a:pt x="67867" y="18281"/>
                  </a:lnTo>
                  <a:lnTo>
                    <a:pt x="67418" y="16035"/>
                  </a:lnTo>
                  <a:lnTo>
                    <a:pt x="66969" y="13880"/>
                  </a:lnTo>
                  <a:lnTo>
                    <a:pt x="66475" y="11813"/>
                  </a:lnTo>
                  <a:lnTo>
                    <a:pt x="65576" y="8085"/>
                  </a:lnTo>
                  <a:lnTo>
                    <a:pt x="64723" y="4852"/>
                  </a:lnTo>
                  <a:lnTo>
                    <a:pt x="64004" y="2247"/>
                  </a:lnTo>
                  <a:lnTo>
                    <a:pt x="63421" y="360"/>
                  </a:lnTo>
                  <a:lnTo>
                    <a:pt x="63331" y="1"/>
                  </a:lnTo>
                  <a:lnTo>
                    <a:pt x="63061" y="315"/>
                  </a:lnTo>
                  <a:lnTo>
                    <a:pt x="62792" y="674"/>
                  </a:lnTo>
                  <a:lnTo>
                    <a:pt x="62432" y="1034"/>
                  </a:lnTo>
                  <a:lnTo>
                    <a:pt x="62028" y="1393"/>
                  </a:lnTo>
                  <a:lnTo>
                    <a:pt x="61579" y="1708"/>
                  </a:lnTo>
                  <a:lnTo>
                    <a:pt x="61085" y="2022"/>
                  </a:lnTo>
                  <a:lnTo>
                    <a:pt x="60501" y="2336"/>
                  </a:lnTo>
                  <a:lnTo>
                    <a:pt x="59917" y="2651"/>
                  </a:lnTo>
                  <a:lnTo>
                    <a:pt x="59243" y="2920"/>
                  </a:lnTo>
                  <a:lnTo>
                    <a:pt x="57806" y="3459"/>
                  </a:lnTo>
                  <a:lnTo>
                    <a:pt x="56234" y="3953"/>
                  </a:lnTo>
                  <a:lnTo>
                    <a:pt x="54482" y="4402"/>
                  </a:lnTo>
                  <a:lnTo>
                    <a:pt x="52641" y="4852"/>
                  </a:lnTo>
                  <a:lnTo>
                    <a:pt x="50620" y="5211"/>
                  </a:lnTo>
                  <a:lnTo>
                    <a:pt x="48554" y="5525"/>
                  </a:lnTo>
                  <a:lnTo>
                    <a:pt x="46398" y="5795"/>
                  </a:lnTo>
                  <a:lnTo>
                    <a:pt x="44152" y="6019"/>
                  </a:lnTo>
                  <a:lnTo>
                    <a:pt x="41906" y="6199"/>
                  </a:lnTo>
                  <a:lnTo>
                    <a:pt x="39616" y="6289"/>
                  </a:lnTo>
                  <a:lnTo>
                    <a:pt x="37370" y="6379"/>
                  </a:lnTo>
                  <a:lnTo>
                    <a:pt x="35124" y="6424"/>
                  </a:lnTo>
                  <a:lnTo>
                    <a:pt x="32788" y="6379"/>
                  </a:lnTo>
                  <a:lnTo>
                    <a:pt x="30498" y="6289"/>
                  </a:lnTo>
                  <a:lnTo>
                    <a:pt x="28162" y="6154"/>
                  </a:lnTo>
                  <a:lnTo>
                    <a:pt x="25871" y="5974"/>
                  </a:lnTo>
                  <a:lnTo>
                    <a:pt x="23626" y="5750"/>
                  </a:lnTo>
                  <a:lnTo>
                    <a:pt x="21425" y="5480"/>
                  </a:lnTo>
                  <a:lnTo>
                    <a:pt x="19314" y="5166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close/>
                </a:path>
              </a:pathLst>
            </a:custGeom>
            <a:solidFill>
              <a:srgbClr val="62281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57"/>
            <p:cNvSpPr/>
            <p:nvPr/>
          </p:nvSpPr>
          <p:spPr>
            <a:xfrm>
              <a:off x="5366300" y="1961425"/>
              <a:ext cx="1755075" cy="2072875"/>
            </a:xfrm>
            <a:custGeom>
              <a:rect b="b" l="l" r="r" t="t"/>
              <a:pathLst>
                <a:path extrusionOk="0" fill="none" h="82915" w="70203">
                  <a:moveTo>
                    <a:pt x="63421" y="360"/>
                  </a:moveTo>
                  <a:lnTo>
                    <a:pt x="63331" y="1"/>
                  </a:lnTo>
                  <a:lnTo>
                    <a:pt x="63061" y="315"/>
                  </a:lnTo>
                  <a:lnTo>
                    <a:pt x="63061" y="315"/>
                  </a:lnTo>
                  <a:lnTo>
                    <a:pt x="62792" y="674"/>
                  </a:lnTo>
                  <a:lnTo>
                    <a:pt x="62432" y="1034"/>
                  </a:lnTo>
                  <a:lnTo>
                    <a:pt x="62028" y="1393"/>
                  </a:lnTo>
                  <a:lnTo>
                    <a:pt x="61579" y="1708"/>
                  </a:lnTo>
                  <a:lnTo>
                    <a:pt x="61085" y="2022"/>
                  </a:lnTo>
                  <a:lnTo>
                    <a:pt x="60501" y="2336"/>
                  </a:lnTo>
                  <a:lnTo>
                    <a:pt x="59917" y="2651"/>
                  </a:lnTo>
                  <a:lnTo>
                    <a:pt x="59243" y="2920"/>
                  </a:lnTo>
                  <a:lnTo>
                    <a:pt x="57806" y="3459"/>
                  </a:lnTo>
                  <a:lnTo>
                    <a:pt x="56234" y="3953"/>
                  </a:lnTo>
                  <a:lnTo>
                    <a:pt x="54482" y="4402"/>
                  </a:lnTo>
                  <a:lnTo>
                    <a:pt x="52641" y="4852"/>
                  </a:lnTo>
                  <a:lnTo>
                    <a:pt x="52641" y="4852"/>
                  </a:lnTo>
                  <a:lnTo>
                    <a:pt x="50620" y="5211"/>
                  </a:lnTo>
                  <a:lnTo>
                    <a:pt x="48554" y="5525"/>
                  </a:lnTo>
                  <a:lnTo>
                    <a:pt x="46398" y="5795"/>
                  </a:lnTo>
                  <a:lnTo>
                    <a:pt x="44152" y="6019"/>
                  </a:lnTo>
                  <a:lnTo>
                    <a:pt x="41906" y="6199"/>
                  </a:lnTo>
                  <a:lnTo>
                    <a:pt x="39616" y="6289"/>
                  </a:lnTo>
                  <a:lnTo>
                    <a:pt x="37370" y="6379"/>
                  </a:lnTo>
                  <a:lnTo>
                    <a:pt x="35124" y="6424"/>
                  </a:lnTo>
                  <a:lnTo>
                    <a:pt x="35124" y="6424"/>
                  </a:lnTo>
                  <a:lnTo>
                    <a:pt x="32788" y="6379"/>
                  </a:lnTo>
                  <a:lnTo>
                    <a:pt x="30498" y="6289"/>
                  </a:lnTo>
                  <a:lnTo>
                    <a:pt x="28162" y="6154"/>
                  </a:lnTo>
                  <a:lnTo>
                    <a:pt x="25871" y="5974"/>
                  </a:lnTo>
                  <a:lnTo>
                    <a:pt x="23626" y="5750"/>
                  </a:lnTo>
                  <a:lnTo>
                    <a:pt x="21425" y="5480"/>
                  </a:lnTo>
                  <a:lnTo>
                    <a:pt x="19314" y="5166"/>
                  </a:lnTo>
                  <a:lnTo>
                    <a:pt x="17248" y="4762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lnTo>
                    <a:pt x="6783" y="405"/>
                  </a:lnTo>
                  <a:lnTo>
                    <a:pt x="6783" y="405"/>
                  </a:lnTo>
                  <a:lnTo>
                    <a:pt x="6199" y="2291"/>
                  </a:lnTo>
                  <a:lnTo>
                    <a:pt x="5480" y="4852"/>
                  </a:lnTo>
                  <a:lnTo>
                    <a:pt x="4627" y="8085"/>
                  </a:lnTo>
                  <a:lnTo>
                    <a:pt x="3728" y="11813"/>
                  </a:lnTo>
                  <a:lnTo>
                    <a:pt x="3279" y="13880"/>
                  </a:lnTo>
                  <a:lnTo>
                    <a:pt x="2830" y="16035"/>
                  </a:lnTo>
                  <a:lnTo>
                    <a:pt x="2381" y="18281"/>
                  </a:lnTo>
                  <a:lnTo>
                    <a:pt x="1932" y="20662"/>
                  </a:lnTo>
                  <a:lnTo>
                    <a:pt x="1572" y="23042"/>
                  </a:lnTo>
                  <a:lnTo>
                    <a:pt x="1168" y="25557"/>
                  </a:lnTo>
                  <a:lnTo>
                    <a:pt x="854" y="28118"/>
                  </a:lnTo>
                  <a:lnTo>
                    <a:pt x="584" y="30678"/>
                  </a:lnTo>
                  <a:lnTo>
                    <a:pt x="360" y="33328"/>
                  </a:lnTo>
                  <a:lnTo>
                    <a:pt x="180" y="35978"/>
                  </a:lnTo>
                  <a:lnTo>
                    <a:pt x="45" y="38673"/>
                  </a:lnTo>
                  <a:lnTo>
                    <a:pt x="0" y="41323"/>
                  </a:lnTo>
                  <a:lnTo>
                    <a:pt x="45" y="44018"/>
                  </a:lnTo>
                  <a:lnTo>
                    <a:pt x="180" y="46668"/>
                  </a:lnTo>
                  <a:lnTo>
                    <a:pt x="360" y="49318"/>
                  </a:lnTo>
                  <a:lnTo>
                    <a:pt x="674" y="51968"/>
                  </a:lnTo>
                  <a:lnTo>
                    <a:pt x="854" y="53225"/>
                  </a:lnTo>
                  <a:lnTo>
                    <a:pt x="1078" y="54528"/>
                  </a:lnTo>
                  <a:lnTo>
                    <a:pt x="1348" y="55785"/>
                  </a:lnTo>
                  <a:lnTo>
                    <a:pt x="1617" y="57043"/>
                  </a:lnTo>
                  <a:lnTo>
                    <a:pt x="1932" y="58301"/>
                  </a:lnTo>
                  <a:lnTo>
                    <a:pt x="2246" y="59513"/>
                  </a:lnTo>
                  <a:lnTo>
                    <a:pt x="2605" y="60726"/>
                  </a:lnTo>
                  <a:lnTo>
                    <a:pt x="3010" y="61894"/>
                  </a:lnTo>
                  <a:lnTo>
                    <a:pt x="3459" y="63062"/>
                  </a:lnTo>
                  <a:lnTo>
                    <a:pt x="3908" y="64229"/>
                  </a:lnTo>
                  <a:lnTo>
                    <a:pt x="4402" y="65352"/>
                  </a:lnTo>
                  <a:lnTo>
                    <a:pt x="4941" y="66430"/>
                  </a:lnTo>
                  <a:lnTo>
                    <a:pt x="5480" y="67508"/>
                  </a:lnTo>
                  <a:lnTo>
                    <a:pt x="6109" y="68586"/>
                  </a:lnTo>
                  <a:lnTo>
                    <a:pt x="6738" y="69574"/>
                  </a:lnTo>
                  <a:lnTo>
                    <a:pt x="7411" y="70562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1306" y="82779"/>
                  </a:lnTo>
                  <a:lnTo>
                    <a:pt x="33193" y="82869"/>
                  </a:lnTo>
                  <a:lnTo>
                    <a:pt x="35124" y="82914"/>
                  </a:lnTo>
                  <a:lnTo>
                    <a:pt x="35124" y="82914"/>
                  </a:lnTo>
                  <a:lnTo>
                    <a:pt x="36831" y="82869"/>
                  </a:lnTo>
                  <a:lnTo>
                    <a:pt x="38493" y="82779"/>
                  </a:lnTo>
                  <a:lnTo>
                    <a:pt x="38493" y="82779"/>
                  </a:lnTo>
                  <a:lnTo>
                    <a:pt x="38493" y="82779"/>
                  </a:lnTo>
                  <a:lnTo>
                    <a:pt x="40514" y="82600"/>
                  </a:lnTo>
                  <a:lnTo>
                    <a:pt x="42445" y="82375"/>
                  </a:lnTo>
                  <a:lnTo>
                    <a:pt x="44332" y="82061"/>
                  </a:lnTo>
                  <a:lnTo>
                    <a:pt x="46128" y="81611"/>
                  </a:lnTo>
                  <a:lnTo>
                    <a:pt x="47880" y="81162"/>
                  </a:lnTo>
                  <a:lnTo>
                    <a:pt x="49542" y="80578"/>
                  </a:lnTo>
                  <a:lnTo>
                    <a:pt x="51159" y="79950"/>
                  </a:lnTo>
                  <a:lnTo>
                    <a:pt x="52731" y="79186"/>
                  </a:lnTo>
                  <a:lnTo>
                    <a:pt x="54213" y="78423"/>
                  </a:lnTo>
                  <a:lnTo>
                    <a:pt x="55650" y="77524"/>
                  </a:lnTo>
                  <a:lnTo>
                    <a:pt x="56998" y="76581"/>
                  </a:lnTo>
                  <a:lnTo>
                    <a:pt x="58300" y="75503"/>
                  </a:lnTo>
                  <a:lnTo>
                    <a:pt x="59513" y="74425"/>
                  </a:lnTo>
                  <a:lnTo>
                    <a:pt x="60681" y="73212"/>
                  </a:lnTo>
                  <a:lnTo>
                    <a:pt x="61759" y="71955"/>
                  </a:lnTo>
                  <a:lnTo>
                    <a:pt x="62792" y="70562"/>
                  </a:lnTo>
                  <a:lnTo>
                    <a:pt x="62792" y="70562"/>
                  </a:lnTo>
                  <a:lnTo>
                    <a:pt x="63465" y="69574"/>
                  </a:lnTo>
                  <a:lnTo>
                    <a:pt x="64094" y="68586"/>
                  </a:lnTo>
                  <a:lnTo>
                    <a:pt x="64723" y="67508"/>
                  </a:lnTo>
                  <a:lnTo>
                    <a:pt x="65307" y="66430"/>
                  </a:lnTo>
                  <a:lnTo>
                    <a:pt x="65801" y="65352"/>
                  </a:lnTo>
                  <a:lnTo>
                    <a:pt x="66295" y="64229"/>
                  </a:lnTo>
                  <a:lnTo>
                    <a:pt x="66789" y="63062"/>
                  </a:lnTo>
                  <a:lnTo>
                    <a:pt x="67193" y="61894"/>
                  </a:lnTo>
                  <a:lnTo>
                    <a:pt x="67598" y="60726"/>
                  </a:lnTo>
                  <a:lnTo>
                    <a:pt x="67957" y="59513"/>
                  </a:lnTo>
                  <a:lnTo>
                    <a:pt x="68316" y="58301"/>
                  </a:lnTo>
                  <a:lnTo>
                    <a:pt x="68586" y="57043"/>
                  </a:lnTo>
                  <a:lnTo>
                    <a:pt x="68900" y="55785"/>
                  </a:lnTo>
                  <a:lnTo>
                    <a:pt x="69125" y="54528"/>
                  </a:lnTo>
                  <a:lnTo>
                    <a:pt x="69349" y="53225"/>
                  </a:lnTo>
                  <a:lnTo>
                    <a:pt x="69529" y="51968"/>
                  </a:lnTo>
                  <a:lnTo>
                    <a:pt x="69843" y="49318"/>
                  </a:lnTo>
                  <a:lnTo>
                    <a:pt x="70068" y="46668"/>
                  </a:lnTo>
                  <a:lnTo>
                    <a:pt x="70158" y="44018"/>
                  </a:lnTo>
                  <a:lnTo>
                    <a:pt x="70203" y="41323"/>
                  </a:lnTo>
                  <a:lnTo>
                    <a:pt x="70158" y="38628"/>
                  </a:lnTo>
                  <a:lnTo>
                    <a:pt x="70068" y="35978"/>
                  </a:lnTo>
                  <a:lnTo>
                    <a:pt x="69888" y="33328"/>
                  </a:lnTo>
                  <a:lnTo>
                    <a:pt x="69664" y="30678"/>
                  </a:lnTo>
                  <a:lnTo>
                    <a:pt x="69349" y="28073"/>
                  </a:lnTo>
                  <a:lnTo>
                    <a:pt x="69035" y="25557"/>
                  </a:lnTo>
                  <a:lnTo>
                    <a:pt x="68676" y="23042"/>
                  </a:lnTo>
                  <a:lnTo>
                    <a:pt x="68271" y="20617"/>
                  </a:lnTo>
                  <a:lnTo>
                    <a:pt x="67867" y="18281"/>
                  </a:lnTo>
                  <a:lnTo>
                    <a:pt x="67418" y="16035"/>
                  </a:lnTo>
                  <a:lnTo>
                    <a:pt x="66969" y="13880"/>
                  </a:lnTo>
                  <a:lnTo>
                    <a:pt x="66475" y="11813"/>
                  </a:lnTo>
                  <a:lnTo>
                    <a:pt x="65576" y="8085"/>
                  </a:lnTo>
                  <a:lnTo>
                    <a:pt x="64723" y="4852"/>
                  </a:lnTo>
                  <a:lnTo>
                    <a:pt x="64004" y="2247"/>
                  </a:lnTo>
                  <a:lnTo>
                    <a:pt x="63421" y="36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57"/>
            <p:cNvSpPr/>
            <p:nvPr/>
          </p:nvSpPr>
          <p:spPr>
            <a:xfrm>
              <a:off x="6130975" y="2251125"/>
              <a:ext cx="3400" cy="71900"/>
            </a:xfrm>
            <a:custGeom>
              <a:rect b="b" l="l" r="r" t="t"/>
              <a:pathLst>
                <a:path extrusionOk="0" fill="none" h="2876" w="136">
                  <a:moveTo>
                    <a:pt x="1" y="46"/>
                  </a:moveTo>
                  <a:lnTo>
                    <a:pt x="1" y="46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90" y="1"/>
                  </a:lnTo>
                  <a:lnTo>
                    <a:pt x="135" y="46"/>
                  </a:lnTo>
                  <a:lnTo>
                    <a:pt x="135" y="2831"/>
                  </a:lnTo>
                  <a:lnTo>
                    <a:pt x="135" y="2831"/>
                  </a:lnTo>
                  <a:lnTo>
                    <a:pt x="90" y="2831"/>
                  </a:lnTo>
                  <a:lnTo>
                    <a:pt x="45" y="2875"/>
                  </a:lnTo>
                  <a:lnTo>
                    <a:pt x="45" y="2875"/>
                  </a:lnTo>
                  <a:lnTo>
                    <a:pt x="45" y="2831"/>
                  </a:lnTo>
                  <a:lnTo>
                    <a:pt x="1" y="2831"/>
                  </a:lnTo>
                  <a:lnTo>
                    <a:pt x="1" y="4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57"/>
            <p:cNvSpPr/>
            <p:nvPr/>
          </p:nvSpPr>
          <p:spPr>
            <a:xfrm>
              <a:off x="5571775" y="3078700"/>
              <a:ext cx="280750" cy="659150"/>
            </a:xfrm>
            <a:custGeom>
              <a:rect b="b" l="l" r="r" t="t"/>
              <a:pathLst>
                <a:path extrusionOk="0" fill="none" h="26366" w="11230">
                  <a:moveTo>
                    <a:pt x="11230" y="26276"/>
                  </a:moveTo>
                  <a:lnTo>
                    <a:pt x="11230" y="26365"/>
                  </a:lnTo>
                  <a:lnTo>
                    <a:pt x="11185" y="26365"/>
                  </a:lnTo>
                  <a:lnTo>
                    <a:pt x="11185" y="26365"/>
                  </a:lnTo>
                  <a:lnTo>
                    <a:pt x="10241" y="25737"/>
                  </a:lnTo>
                  <a:lnTo>
                    <a:pt x="9388" y="25018"/>
                  </a:lnTo>
                  <a:lnTo>
                    <a:pt x="8535" y="24299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6603" y="22323"/>
                  </a:lnTo>
                  <a:lnTo>
                    <a:pt x="5570" y="21110"/>
                  </a:lnTo>
                  <a:lnTo>
                    <a:pt x="4627" y="19808"/>
                  </a:lnTo>
                  <a:lnTo>
                    <a:pt x="3774" y="18505"/>
                  </a:lnTo>
                  <a:lnTo>
                    <a:pt x="2965" y="17113"/>
                  </a:lnTo>
                  <a:lnTo>
                    <a:pt x="2292" y="15676"/>
                  </a:lnTo>
                  <a:lnTo>
                    <a:pt x="1663" y="14193"/>
                  </a:lnTo>
                  <a:lnTo>
                    <a:pt x="1169" y="12666"/>
                  </a:lnTo>
                  <a:lnTo>
                    <a:pt x="719" y="11139"/>
                  </a:lnTo>
                  <a:lnTo>
                    <a:pt x="405" y="9567"/>
                  </a:lnTo>
                  <a:lnTo>
                    <a:pt x="180" y="7995"/>
                  </a:lnTo>
                  <a:lnTo>
                    <a:pt x="1" y="6378"/>
                  </a:lnTo>
                  <a:lnTo>
                    <a:pt x="1" y="4806"/>
                  </a:lnTo>
                  <a:lnTo>
                    <a:pt x="46" y="3189"/>
                  </a:lnTo>
                  <a:lnTo>
                    <a:pt x="225" y="1617"/>
                  </a:lnTo>
                  <a:lnTo>
                    <a:pt x="360" y="809"/>
                  </a:lnTo>
                  <a:lnTo>
                    <a:pt x="495" y="45"/>
                  </a:lnTo>
                  <a:lnTo>
                    <a:pt x="495" y="45"/>
                  </a:lnTo>
                  <a:lnTo>
                    <a:pt x="495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85" y="0"/>
                  </a:lnTo>
                  <a:lnTo>
                    <a:pt x="585" y="45"/>
                  </a:lnTo>
                  <a:lnTo>
                    <a:pt x="585" y="45"/>
                  </a:lnTo>
                  <a:lnTo>
                    <a:pt x="315" y="1617"/>
                  </a:lnTo>
                  <a:lnTo>
                    <a:pt x="136" y="3189"/>
                  </a:lnTo>
                  <a:lnTo>
                    <a:pt x="91" y="4761"/>
                  </a:lnTo>
                  <a:lnTo>
                    <a:pt x="136" y="6333"/>
                  </a:lnTo>
                  <a:lnTo>
                    <a:pt x="270" y="7860"/>
                  </a:lnTo>
                  <a:lnTo>
                    <a:pt x="495" y="9432"/>
                  </a:lnTo>
                  <a:lnTo>
                    <a:pt x="809" y="10960"/>
                  </a:lnTo>
                  <a:lnTo>
                    <a:pt x="1214" y="12487"/>
                  </a:lnTo>
                  <a:lnTo>
                    <a:pt x="1708" y="13969"/>
                  </a:lnTo>
                  <a:lnTo>
                    <a:pt x="2292" y="15451"/>
                  </a:lnTo>
                  <a:lnTo>
                    <a:pt x="2965" y="16843"/>
                  </a:lnTo>
                  <a:lnTo>
                    <a:pt x="3729" y="18236"/>
                  </a:lnTo>
                  <a:lnTo>
                    <a:pt x="4582" y="19583"/>
                  </a:lnTo>
                  <a:lnTo>
                    <a:pt x="5480" y="20841"/>
                  </a:lnTo>
                  <a:lnTo>
                    <a:pt x="6469" y="22054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8400" y="24030"/>
                  </a:lnTo>
                  <a:lnTo>
                    <a:pt x="9298" y="24838"/>
                  </a:lnTo>
                  <a:lnTo>
                    <a:pt x="10241" y="25602"/>
                  </a:lnTo>
                  <a:lnTo>
                    <a:pt x="11230" y="2627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57"/>
            <p:cNvSpPr/>
            <p:nvPr/>
          </p:nvSpPr>
          <p:spPr>
            <a:xfrm>
              <a:off x="5672850" y="3234775"/>
              <a:ext cx="108925" cy="311050"/>
            </a:xfrm>
            <a:custGeom>
              <a:rect b="b" l="l" r="r" t="t"/>
              <a:pathLst>
                <a:path extrusionOk="0" fill="none" h="12442" w="4357">
                  <a:moveTo>
                    <a:pt x="4357" y="12352"/>
                  </a:moveTo>
                  <a:lnTo>
                    <a:pt x="4357" y="12352"/>
                  </a:lnTo>
                  <a:lnTo>
                    <a:pt x="4357" y="12397"/>
                  </a:lnTo>
                  <a:lnTo>
                    <a:pt x="4312" y="12442"/>
                  </a:lnTo>
                  <a:lnTo>
                    <a:pt x="4267" y="12442"/>
                  </a:lnTo>
                  <a:lnTo>
                    <a:pt x="4267" y="12442"/>
                  </a:lnTo>
                  <a:lnTo>
                    <a:pt x="3728" y="11813"/>
                  </a:lnTo>
                  <a:lnTo>
                    <a:pt x="3234" y="11139"/>
                  </a:lnTo>
                  <a:lnTo>
                    <a:pt x="2740" y="10466"/>
                  </a:lnTo>
                  <a:lnTo>
                    <a:pt x="2291" y="9792"/>
                  </a:lnTo>
                  <a:lnTo>
                    <a:pt x="1932" y="9028"/>
                  </a:lnTo>
                  <a:lnTo>
                    <a:pt x="1527" y="8310"/>
                  </a:lnTo>
                  <a:lnTo>
                    <a:pt x="1213" y="7546"/>
                  </a:lnTo>
                  <a:lnTo>
                    <a:pt x="943" y="6783"/>
                  </a:lnTo>
                  <a:lnTo>
                    <a:pt x="674" y="5974"/>
                  </a:lnTo>
                  <a:lnTo>
                    <a:pt x="449" y="5166"/>
                  </a:lnTo>
                  <a:lnTo>
                    <a:pt x="270" y="4357"/>
                  </a:lnTo>
                  <a:lnTo>
                    <a:pt x="135" y="3549"/>
                  </a:lnTo>
                  <a:lnTo>
                    <a:pt x="45" y="2695"/>
                  </a:lnTo>
                  <a:lnTo>
                    <a:pt x="0" y="1887"/>
                  </a:lnTo>
                  <a:lnTo>
                    <a:pt x="0" y="1078"/>
                  </a:lnTo>
                  <a:lnTo>
                    <a:pt x="0" y="225"/>
                  </a:lnTo>
                  <a:lnTo>
                    <a:pt x="0" y="225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45" y="0"/>
                  </a:lnTo>
                  <a:lnTo>
                    <a:pt x="90" y="180"/>
                  </a:lnTo>
                  <a:lnTo>
                    <a:pt x="90" y="180"/>
                  </a:lnTo>
                  <a:lnTo>
                    <a:pt x="135" y="270"/>
                  </a:lnTo>
                  <a:lnTo>
                    <a:pt x="135" y="270"/>
                  </a:lnTo>
                  <a:lnTo>
                    <a:pt x="90" y="1078"/>
                  </a:lnTo>
                  <a:lnTo>
                    <a:pt x="90" y="1887"/>
                  </a:lnTo>
                  <a:lnTo>
                    <a:pt x="135" y="2695"/>
                  </a:lnTo>
                  <a:lnTo>
                    <a:pt x="225" y="3504"/>
                  </a:lnTo>
                  <a:lnTo>
                    <a:pt x="360" y="4357"/>
                  </a:lnTo>
                  <a:lnTo>
                    <a:pt x="539" y="5166"/>
                  </a:lnTo>
                  <a:lnTo>
                    <a:pt x="764" y="5929"/>
                  </a:lnTo>
                  <a:lnTo>
                    <a:pt x="1033" y="6738"/>
                  </a:lnTo>
                  <a:lnTo>
                    <a:pt x="1303" y="7501"/>
                  </a:lnTo>
                  <a:lnTo>
                    <a:pt x="1617" y="8265"/>
                  </a:lnTo>
                  <a:lnTo>
                    <a:pt x="2021" y="8983"/>
                  </a:lnTo>
                  <a:lnTo>
                    <a:pt x="2381" y="9702"/>
                  </a:lnTo>
                  <a:lnTo>
                    <a:pt x="2830" y="10421"/>
                  </a:lnTo>
                  <a:lnTo>
                    <a:pt x="3324" y="11095"/>
                  </a:lnTo>
                  <a:lnTo>
                    <a:pt x="3818" y="11723"/>
                  </a:lnTo>
                  <a:lnTo>
                    <a:pt x="4357" y="1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57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495" y="46"/>
                  </a:moveTo>
                  <a:lnTo>
                    <a:pt x="495" y="46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85" y="91"/>
                  </a:lnTo>
                  <a:lnTo>
                    <a:pt x="91" y="3459"/>
                  </a:lnTo>
                  <a:lnTo>
                    <a:pt x="46" y="3504"/>
                  </a:lnTo>
                  <a:lnTo>
                    <a:pt x="46" y="3504"/>
                  </a:lnTo>
                  <a:lnTo>
                    <a:pt x="1" y="3459"/>
                  </a:lnTo>
                  <a:lnTo>
                    <a:pt x="495" y="4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57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1348" y="45"/>
                  </a:moveTo>
                  <a:lnTo>
                    <a:pt x="1348" y="45"/>
                  </a:lnTo>
                  <a:lnTo>
                    <a:pt x="1393" y="0"/>
                  </a:lnTo>
                  <a:lnTo>
                    <a:pt x="1438" y="0"/>
                  </a:lnTo>
                  <a:lnTo>
                    <a:pt x="1438" y="0"/>
                  </a:lnTo>
                  <a:lnTo>
                    <a:pt x="1483" y="90"/>
                  </a:lnTo>
                  <a:lnTo>
                    <a:pt x="135" y="9298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0" y="9298"/>
                  </a:lnTo>
                  <a:lnTo>
                    <a:pt x="1348" y="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57"/>
            <p:cNvSpPr/>
            <p:nvPr/>
          </p:nvSpPr>
          <p:spPr>
            <a:xfrm>
              <a:off x="5471850" y="2911375"/>
              <a:ext cx="453675" cy="982550"/>
            </a:xfrm>
            <a:custGeom>
              <a:rect b="b" l="l" r="r" t="t"/>
              <a:pathLst>
                <a:path extrusionOk="0" fill="none" h="39302" w="18147">
                  <a:moveTo>
                    <a:pt x="18146" y="39257"/>
                  </a:moveTo>
                  <a:lnTo>
                    <a:pt x="18056" y="39302"/>
                  </a:lnTo>
                  <a:lnTo>
                    <a:pt x="18056" y="39302"/>
                  </a:lnTo>
                  <a:lnTo>
                    <a:pt x="16799" y="38673"/>
                  </a:lnTo>
                  <a:lnTo>
                    <a:pt x="15586" y="37999"/>
                  </a:lnTo>
                  <a:lnTo>
                    <a:pt x="14373" y="37280"/>
                  </a:lnTo>
                  <a:lnTo>
                    <a:pt x="13205" y="36472"/>
                  </a:lnTo>
                  <a:lnTo>
                    <a:pt x="12083" y="35619"/>
                  </a:lnTo>
                  <a:lnTo>
                    <a:pt x="11005" y="34675"/>
                  </a:lnTo>
                  <a:lnTo>
                    <a:pt x="9972" y="33687"/>
                  </a:lnTo>
                  <a:lnTo>
                    <a:pt x="8938" y="32654"/>
                  </a:lnTo>
                  <a:lnTo>
                    <a:pt x="7995" y="31576"/>
                  </a:lnTo>
                  <a:lnTo>
                    <a:pt x="7097" y="30453"/>
                  </a:lnTo>
                  <a:lnTo>
                    <a:pt x="6199" y="29286"/>
                  </a:lnTo>
                  <a:lnTo>
                    <a:pt x="5390" y="28073"/>
                  </a:lnTo>
                  <a:lnTo>
                    <a:pt x="4627" y="26815"/>
                  </a:lnTo>
                  <a:lnTo>
                    <a:pt x="3908" y="25513"/>
                  </a:lnTo>
                  <a:lnTo>
                    <a:pt x="3279" y="24165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2201" y="21470"/>
                  </a:lnTo>
                  <a:lnTo>
                    <a:pt x="1752" y="20168"/>
                  </a:lnTo>
                  <a:lnTo>
                    <a:pt x="1348" y="18820"/>
                  </a:lnTo>
                  <a:lnTo>
                    <a:pt x="989" y="17473"/>
                  </a:lnTo>
                  <a:lnTo>
                    <a:pt x="719" y="16081"/>
                  </a:lnTo>
                  <a:lnTo>
                    <a:pt x="450" y="14688"/>
                  </a:lnTo>
                  <a:lnTo>
                    <a:pt x="270" y="13296"/>
                  </a:lnTo>
                  <a:lnTo>
                    <a:pt x="135" y="11859"/>
                  </a:lnTo>
                  <a:lnTo>
                    <a:pt x="45" y="10421"/>
                  </a:lnTo>
                  <a:lnTo>
                    <a:pt x="0" y="8984"/>
                  </a:lnTo>
                  <a:lnTo>
                    <a:pt x="0" y="7502"/>
                  </a:lnTo>
                  <a:lnTo>
                    <a:pt x="90" y="6020"/>
                  </a:lnTo>
                  <a:lnTo>
                    <a:pt x="180" y="4537"/>
                  </a:lnTo>
                  <a:lnTo>
                    <a:pt x="360" y="3055"/>
                  </a:lnTo>
                  <a:lnTo>
                    <a:pt x="584" y="1573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944" y="46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674" y="1573"/>
                  </a:lnTo>
                  <a:lnTo>
                    <a:pt x="450" y="3055"/>
                  </a:lnTo>
                  <a:lnTo>
                    <a:pt x="315" y="4537"/>
                  </a:lnTo>
                  <a:lnTo>
                    <a:pt x="180" y="6020"/>
                  </a:lnTo>
                  <a:lnTo>
                    <a:pt x="135" y="7502"/>
                  </a:lnTo>
                  <a:lnTo>
                    <a:pt x="90" y="8939"/>
                  </a:lnTo>
                  <a:lnTo>
                    <a:pt x="135" y="10421"/>
                  </a:lnTo>
                  <a:lnTo>
                    <a:pt x="225" y="11859"/>
                  </a:lnTo>
                  <a:lnTo>
                    <a:pt x="360" y="13251"/>
                  </a:lnTo>
                  <a:lnTo>
                    <a:pt x="584" y="14688"/>
                  </a:lnTo>
                  <a:lnTo>
                    <a:pt x="809" y="16081"/>
                  </a:lnTo>
                  <a:lnTo>
                    <a:pt x="1078" y="17428"/>
                  </a:lnTo>
                  <a:lnTo>
                    <a:pt x="1438" y="18775"/>
                  </a:lnTo>
                  <a:lnTo>
                    <a:pt x="1842" y="20123"/>
                  </a:lnTo>
                  <a:lnTo>
                    <a:pt x="2291" y="21425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3369" y="24120"/>
                  </a:lnTo>
                  <a:lnTo>
                    <a:pt x="3998" y="25423"/>
                  </a:lnTo>
                  <a:lnTo>
                    <a:pt x="4716" y="26725"/>
                  </a:lnTo>
                  <a:lnTo>
                    <a:pt x="5480" y="27983"/>
                  </a:lnTo>
                  <a:lnTo>
                    <a:pt x="6289" y="29241"/>
                  </a:lnTo>
                  <a:lnTo>
                    <a:pt x="7142" y="30408"/>
                  </a:lnTo>
                  <a:lnTo>
                    <a:pt x="8085" y="31531"/>
                  </a:lnTo>
                  <a:lnTo>
                    <a:pt x="9028" y="32609"/>
                  </a:lnTo>
                  <a:lnTo>
                    <a:pt x="10016" y="33642"/>
                  </a:lnTo>
                  <a:lnTo>
                    <a:pt x="11094" y="34586"/>
                  </a:lnTo>
                  <a:lnTo>
                    <a:pt x="12172" y="35529"/>
                  </a:lnTo>
                  <a:lnTo>
                    <a:pt x="13295" y="36382"/>
                  </a:lnTo>
                  <a:lnTo>
                    <a:pt x="14418" y="37191"/>
                  </a:lnTo>
                  <a:lnTo>
                    <a:pt x="15631" y="37909"/>
                  </a:lnTo>
                  <a:lnTo>
                    <a:pt x="16844" y="38583"/>
                  </a:lnTo>
                  <a:lnTo>
                    <a:pt x="18101" y="39212"/>
                  </a:lnTo>
                  <a:lnTo>
                    <a:pt x="18101" y="39212"/>
                  </a:lnTo>
                  <a:lnTo>
                    <a:pt x="18146" y="39212"/>
                  </a:lnTo>
                  <a:lnTo>
                    <a:pt x="18146" y="3925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57"/>
            <p:cNvSpPr/>
            <p:nvPr/>
          </p:nvSpPr>
          <p:spPr>
            <a:xfrm>
              <a:off x="6228675" y="2215200"/>
              <a:ext cx="2250" cy="204400"/>
            </a:xfrm>
            <a:custGeom>
              <a:rect b="b" l="l" r="r" t="t"/>
              <a:pathLst>
                <a:path extrusionOk="0" fill="none" h="8176" w="90">
                  <a:moveTo>
                    <a:pt x="90" y="8130"/>
                  </a:moveTo>
                  <a:lnTo>
                    <a:pt x="90" y="8130"/>
                  </a:lnTo>
                  <a:lnTo>
                    <a:pt x="90" y="8175"/>
                  </a:lnTo>
                  <a:lnTo>
                    <a:pt x="45" y="8175"/>
                  </a:lnTo>
                  <a:lnTo>
                    <a:pt x="45" y="8175"/>
                  </a:lnTo>
                  <a:lnTo>
                    <a:pt x="0" y="8175"/>
                  </a:lnTo>
                  <a:lnTo>
                    <a:pt x="0" y="8130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1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90" y="1"/>
                  </a:lnTo>
                  <a:lnTo>
                    <a:pt x="90" y="45"/>
                  </a:lnTo>
                  <a:lnTo>
                    <a:pt x="90" y="813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57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1" y="0"/>
                  </a:moveTo>
                  <a:lnTo>
                    <a:pt x="46" y="0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495" y="1527"/>
                  </a:lnTo>
                  <a:lnTo>
                    <a:pt x="899" y="3009"/>
                  </a:lnTo>
                  <a:lnTo>
                    <a:pt x="1258" y="4536"/>
                  </a:lnTo>
                  <a:lnTo>
                    <a:pt x="1573" y="6064"/>
                  </a:lnTo>
                  <a:lnTo>
                    <a:pt x="1842" y="7591"/>
                  </a:lnTo>
                  <a:lnTo>
                    <a:pt x="2112" y="9118"/>
                  </a:lnTo>
                  <a:lnTo>
                    <a:pt x="2336" y="10645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516" y="12217"/>
                  </a:lnTo>
                  <a:lnTo>
                    <a:pt x="2471" y="12262"/>
                  </a:lnTo>
                  <a:lnTo>
                    <a:pt x="2471" y="12262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246" y="10645"/>
                  </a:lnTo>
                  <a:lnTo>
                    <a:pt x="2022" y="9118"/>
                  </a:lnTo>
                  <a:lnTo>
                    <a:pt x="1752" y="7591"/>
                  </a:lnTo>
                  <a:lnTo>
                    <a:pt x="1483" y="6064"/>
                  </a:lnTo>
                  <a:lnTo>
                    <a:pt x="1124" y="4536"/>
                  </a:lnTo>
                  <a:lnTo>
                    <a:pt x="809" y="3054"/>
                  </a:lnTo>
                  <a:lnTo>
                    <a:pt x="405" y="1527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57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180" y="10151"/>
                  </a:moveTo>
                  <a:lnTo>
                    <a:pt x="1" y="9971"/>
                  </a:lnTo>
                  <a:lnTo>
                    <a:pt x="1" y="9882"/>
                  </a:lnTo>
                  <a:lnTo>
                    <a:pt x="1" y="9882"/>
                  </a:lnTo>
                  <a:lnTo>
                    <a:pt x="584" y="9477"/>
                  </a:lnTo>
                  <a:lnTo>
                    <a:pt x="1123" y="8983"/>
                  </a:lnTo>
                  <a:lnTo>
                    <a:pt x="1618" y="8489"/>
                  </a:lnTo>
                  <a:lnTo>
                    <a:pt x="2112" y="7950"/>
                  </a:lnTo>
                  <a:lnTo>
                    <a:pt x="2561" y="7411"/>
                  </a:lnTo>
                  <a:lnTo>
                    <a:pt x="2965" y="6827"/>
                  </a:lnTo>
                  <a:lnTo>
                    <a:pt x="3369" y="6199"/>
                  </a:lnTo>
                  <a:lnTo>
                    <a:pt x="3729" y="5570"/>
                  </a:lnTo>
                  <a:lnTo>
                    <a:pt x="4043" y="4941"/>
                  </a:lnTo>
                  <a:lnTo>
                    <a:pt x="4312" y="4267"/>
                  </a:lnTo>
                  <a:lnTo>
                    <a:pt x="4537" y="3593"/>
                  </a:lnTo>
                  <a:lnTo>
                    <a:pt x="4762" y="2875"/>
                  </a:lnTo>
                  <a:lnTo>
                    <a:pt x="4896" y="2201"/>
                  </a:lnTo>
                  <a:lnTo>
                    <a:pt x="5031" y="1482"/>
                  </a:lnTo>
                  <a:lnTo>
                    <a:pt x="5121" y="764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211" y="0"/>
                  </a:lnTo>
                  <a:lnTo>
                    <a:pt x="5211" y="0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764"/>
                  </a:lnTo>
                  <a:lnTo>
                    <a:pt x="5121" y="1482"/>
                  </a:lnTo>
                  <a:lnTo>
                    <a:pt x="5031" y="2201"/>
                  </a:lnTo>
                  <a:lnTo>
                    <a:pt x="4851" y="2920"/>
                  </a:lnTo>
                  <a:lnTo>
                    <a:pt x="4672" y="3593"/>
                  </a:lnTo>
                  <a:lnTo>
                    <a:pt x="4402" y="4312"/>
                  </a:lnTo>
                  <a:lnTo>
                    <a:pt x="4133" y="4941"/>
                  </a:lnTo>
                  <a:lnTo>
                    <a:pt x="3818" y="5615"/>
                  </a:lnTo>
                  <a:lnTo>
                    <a:pt x="3459" y="6243"/>
                  </a:lnTo>
                  <a:lnTo>
                    <a:pt x="3055" y="6872"/>
                  </a:lnTo>
                  <a:lnTo>
                    <a:pt x="2651" y="7456"/>
                  </a:lnTo>
                  <a:lnTo>
                    <a:pt x="2201" y="7995"/>
                  </a:lnTo>
                  <a:lnTo>
                    <a:pt x="1707" y="8534"/>
                  </a:lnTo>
                  <a:lnTo>
                    <a:pt x="1168" y="9073"/>
                  </a:lnTo>
                  <a:lnTo>
                    <a:pt x="629" y="9522"/>
                  </a:lnTo>
                  <a:lnTo>
                    <a:pt x="45" y="9971"/>
                  </a:lnTo>
                  <a:lnTo>
                    <a:pt x="180" y="101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57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46" y="225"/>
                  </a:moveTo>
                  <a:lnTo>
                    <a:pt x="46" y="0"/>
                  </a:lnTo>
                  <a:lnTo>
                    <a:pt x="46" y="225"/>
                  </a:lnTo>
                  <a:lnTo>
                    <a:pt x="91" y="270"/>
                  </a:lnTo>
                  <a:lnTo>
                    <a:pt x="764" y="3638"/>
                  </a:lnTo>
                  <a:lnTo>
                    <a:pt x="764" y="3638"/>
                  </a:lnTo>
                  <a:lnTo>
                    <a:pt x="719" y="3728"/>
                  </a:lnTo>
                  <a:lnTo>
                    <a:pt x="675" y="3908"/>
                  </a:lnTo>
                  <a:lnTo>
                    <a:pt x="630" y="3683"/>
                  </a:lnTo>
                  <a:lnTo>
                    <a:pt x="1" y="270"/>
                  </a:lnTo>
                  <a:lnTo>
                    <a:pt x="46" y="22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57"/>
            <p:cNvSpPr/>
            <p:nvPr/>
          </p:nvSpPr>
          <p:spPr>
            <a:xfrm>
              <a:off x="6366775" y="2259000"/>
              <a:ext cx="2275" cy="43800"/>
            </a:xfrm>
            <a:custGeom>
              <a:rect b="b" l="l" r="r" t="t"/>
              <a:pathLst>
                <a:path extrusionOk="0" fill="none" h="1752" w="91">
                  <a:moveTo>
                    <a:pt x="1" y="45"/>
                  </a:moveTo>
                  <a:lnTo>
                    <a:pt x="1" y="45"/>
                  </a:lnTo>
                  <a:lnTo>
                    <a:pt x="1" y="45"/>
                  </a:lnTo>
                  <a:lnTo>
                    <a:pt x="46" y="0"/>
                  </a:lnTo>
                  <a:lnTo>
                    <a:pt x="46" y="0"/>
                  </a:lnTo>
                  <a:lnTo>
                    <a:pt x="91" y="45"/>
                  </a:lnTo>
                  <a:lnTo>
                    <a:pt x="91" y="45"/>
                  </a:lnTo>
                  <a:lnTo>
                    <a:pt x="91" y="1707"/>
                  </a:lnTo>
                  <a:lnTo>
                    <a:pt x="91" y="1707"/>
                  </a:lnTo>
                  <a:lnTo>
                    <a:pt x="91" y="1707"/>
                  </a:lnTo>
                  <a:lnTo>
                    <a:pt x="46" y="1752"/>
                  </a:lnTo>
                  <a:lnTo>
                    <a:pt x="46" y="1752"/>
                  </a:lnTo>
                  <a:lnTo>
                    <a:pt x="1" y="1707"/>
                  </a:lnTo>
                  <a:lnTo>
                    <a:pt x="1" y="1707"/>
                  </a:lnTo>
                  <a:lnTo>
                    <a:pt x="1" y="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57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46" y="22009"/>
                  </a:moveTo>
                  <a:lnTo>
                    <a:pt x="1" y="22009"/>
                  </a:lnTo>
                  <a:lnTo>
                    <a:pt x="1" y="21920"/>
                  </a:lnTo>
                  <a:lnTo>
                    <a:pt x="1" y="21920"/>
                  </a:lnTo>
                  <a:lnTo>
                    <a:pt x="1393" y="21021"/>
                  </a:lnTo>
                  <a:lnTo>
                    <a:pt x="2696" y="20033"/>
                  </a:lnTo>
                  <a:lnTo>
                    <a:pt x="3998" y="18955"/>
                  </a:lnTo>
                  <a:lnTo>
                    <a:pt x="5166" y="17787"/>
                  </a:lnTo>
                  <a:lnTo>
                    <a:pt x="6289" y="16575"/>
                  </a:lnTo>
                  <a:lnTo>
                    <a:pt x="7322" y="15317"/>
                  </a:lnTo>
                  <a:lnTo>
                    <a:pt x="8310" y="13970"/>
                  </a:lnTo>
                  <a:lnTo>
                    <a:pt x="9209" y="12577"/>
                  </a:lnTo>
                  <a:lnTo>
                    <a:pt x="10017" y="11140"/>
                  </a:lnTo>
                  <a:lnTo>
                    <a:pt x="10736" y="9613"/>
                  </a:lnTo>
                  <a:lnTo>
                    <a:pt x="11365" y="8086"/>
                  </a:lnTo>
                  <a:lnTo>
                    <a:pt x="11904" y="6559"/>
                  </a:lnTo>
                  <a:lnTo>
                    <a:pt x="12353" y="4942"/>
                  </a:lnTo>
                  <a:lnTo>
                    <a:pt x="12667" y="3325"/>
                  </a:lnTo>
                  <a:lnTo>
                    <a:pt x="12937" y="1708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3116" y="1"/>
                  </a:lnTo>
                  <a:lnTo>
                    <a:pt x="13116" y="1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026" y="1708"/>
                  </a:lnTo>
                  <a:lnTo>
                    <a:pt x="12802" y="3325"/>
                  </a:lnTo>
                  <a:lnTo>
                    <a:pt x="12442" y="4987"/>
                  </a:lnTo>
                  <a:lnTo>
                    <a:pt x="11993" y="6559"/>
                  </a:lnTo>
                  <a:lnTo>
                    <a:pt x="11454" y="8131"/>
                  </a:lnTo>
                  <a:lnTo>
                    <a:pt x="10826" y="9658"/>
                  </a:lnTo>
                  <a:lnTo>
                    <a:pt x="10107" y="11185"/>
                  </a:lnTo>
                  <a:lnTo>
                    <a:pt x="9298" y="12622"/>
                  </a:lnTo>
                  <a:lnTo>
                    <a:pt x="8400" y="14014"/>
                  </a:lnTo>
                  <a:lnTo>
                    <a:pt x="7412" y="15362"/>
                  </a:lnTo>
                  <a:lnTo>
                    <a:pt x="6379" y="16664"/>
                  </a:lnTo>
                  <a:lnTo>
                    <a:pt x="5256" y="17877"/>
                  </a:lnTo>
                  <a:lnTo>
                    <a:pt x="4043" y="19045"/>
                  </a:lnTo>
                  <a:lnTo>
                    <a:pt x="2786" y="20123"/>
                  </a:lnTo>
                  <a:lnTo>
                    <a:pt x="1438" y="21111"/>
                  </a:lnTo>
                  <a:lnTo>
                    <a:pt x="46" y="220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57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3728" y="25916"/>
                  </a:moveTo>
                  <a:lnTo>
                    <a:pt x="3728" y="25916"/>
                  </a:lnTo>
                  <a:lnTo>
                    <a:pt x="3728" y="25871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549" y="22637"/>
                  </a:lnTo>
                  <a:lnTo>
                    <a:pt x="3279" y="19403"/>
                  </a:lnTo>
                  <a:lnTo>
                    <a:pt x="2965" y="16170"/>
                  </a:lnTo>
                  <a:lnTo>
                    <a:pt x="2515" y="12981"/>
                  </a:lnTo>
                  <a:lnTo>
                    <a:pt x="2021" y="9747"/>
                  </a:lnTo>
                  <a:lnTo>
                    <a:pt x="1438" y="6603"/>
                  </a:lnTo>
                  <a:lnTo>
                    <a:pt x="764" y="3414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25"/>
                  </a:lnTo>
                  <a:lnTo>
                    <a:pt x="45" y="225"/>
                  </a:lnTo>
                  <a:lnTo>
                    <a:pt x="45" y="0"/>
                  </a:lnTo>
                  <a:lnTo>
                    <a:pt x="45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854" y="3414"/>
                  </a:lnTo>
                  <a:lnTo>
                    <a:pt x="1527" y="6558"/>
                  </a:lnTo>
                  <a:lnTo>
                    <a:pt x="2111" y="9747"/>
                  </a:lnTo>
                  <a:lnTo>
                    <a:pt x="2605" y="12936"/>
                  </a:lnTo>
                  <a:lnTo>
                    <a:pt x="3054" y="16170"/>
                  </a:lnTo>
                  <a:lnTo>
                    <a:pt x="3369" y="19403"/>
                  </a:lnTo>
                  <a:lnTo>
                    <a:pt x="3638" y="22592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773" y="25871"/>
                  </a:lnTo>
                  <a:lnTo>
                    <a:pt x="3728" y="259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57"/>
            <p:cNvSpPr/>
            <p:nvPr/>
          </p:nvSpPr>
          <p:spPr>
            <a:xfrm>
              <a:off x="5471850" y="2125375"/>
              <a:ext cx="430075" cy="1756200"/>
            </a:xfrm>
            <a:custGeom>
              <a:rect b="b" l="l" r="r" t="t"/>
              <a:pathLst>
                <a:path extrusionOk="0" h="70248" w="17203">
                  <a:moveTo>
                    <a:pt x="7636" y="809"/>
                  </a:moveTo>
                  <a:lnTo>
                    <a:pt x="7591" y="854"/>
                  </a:lnTo>
                  <a:lnTo>
                    <a:pt x="7097" y="4267"/>
                  </a:lnTo>
                  <a:lnTo>
                    <a:pt x="7142" y="4312"/>
                  </a:lnTo>
                  <a:lnTo>
                    <a:pt x="7187" y="4267"/>
                  </a:lnTo>
                  <a:lnTo>
                    <a:pt x="7681" y="899"/>
                  </a:lnTo>
                  <a:lnTo>
                    <a:pt x="7636" y="809"/>
                  </a:lnTo>
                  <a:close/>
                  <a:moveTo>
                    <a:pt x="4537" y="0"/>
                  </a:moveTo>
                  <a:lnTo>
                    <a:pt x="4492" y="45"/>
                  </a:lnTo>
                  <a:lnTo>
                    <a:pt x="3144" y="9298"/>
                  </a:lnTo>
                  <a:lnTo>
                    <a:pt x="3189" y="9343"/>
                  </a:lnTo>
                  <a:lnTo>
                    <a:pt x="3279" y="9298"/>
                  </a:lnTo>
                  <a:lnTo>
                    <a:pt x="4627" y="90"/>
                  </a:lnTo>
                  <a:lnTo>
                    <a:pt x="4582" y="0"/>
                  </a:lnTo>
                  <a:close/>
                  <a:moveTo>
                    <a:pt x="4492" y="38133"/>
                  </a:moveTo>
                  <a:lnTo>
                    <a:pt x="4492" y="38178"/>
                  </a:lnTo>
                  <a:lnTo>
                    <a:pt x="4357" y="38942"/>
                  </a:lnTo>
                  <a:lnTo>
                    <a:pt x="4222" y="39750"/>
                  </a:lnTo>
                  <a:lnTo>
                    <a:pt x="4043" y="41322"/>
                  </a:lnTo>
                  <a:lnTo>
                    <a:pt x="3998" y="42939"/>
                  </a:lnTo>
                  <a:lnTo>
                    <a:pt x="3998" y="44511"/>
                  </a:lnTo>
                  <a:lnTo>
                    <a:pt x="4177" y="46128"/>
                  </a:lnTo>
                  <a:lnTo>
                    <a:pt x="4402" y="47700"/>
                  </a:lnTo>
                  <a:lnTo>
                    <a:pt x="4716" y="49272"/>
                  </a:lnTo>
                  <a:lnTo>
                    <a:pt x="5166" y="50799"/>
                  </a:lnTo>
                  <a:lnTo>
                    <a:pt x="5660" y="52326"/>
                  </a:lnTo>
                  <a:lnTo>
                    <a:pt x="6289" y="53809"/>
                  </a:lnTo>
                  <a:lnTo>
                    <a:pt x="6962" y="55246"/>
                  </a:lnTo>
                  <a:lnTo>
                    <a:pt x="7771" y="56638"/>
                  </a:lnTo>
                  <a:lnTo>
                    <a:pt x="8624" y="57941"/>
                  </a:lnTo>
                  <a:lnTo>
                    <a:pt x="9567" y="59243"/>
                  </a:lnTo>
                  <a:lnTo>
                    <a:pt x="10600" y="60456"/>
                  </a:lnTo>
                  <a:lnTo>
                    <a:pt x="11678" y="61624"/>
                  </a:lnTo>
                  <a:lnTo>
                    <a:pt x="11544" y="61354"/>
                  </a:lnTo>
                  <a:lnTo>
                    <a:pt x="10466" y="60187"/>
                  </a:lnTo>
                  <a:lnTo>
                    <a:pt x="9477" y="58974"/>
                  </a:lnTo>
                  <a:lnTo>
                    <a:pt x="8579" y="57716"/>
                  </a:lnTo>
                  <a:lnTo>
                    <a:pt x="7726" y="56369"/>
                  </a:lnTo>
                  <a:lnTo>
                    <a:pt x="6962" y="54976"/>
                  </a:lnTo>
                  <a:lnTo>
                    <a:pt x="6289" y="53584"/>
                  </a:lnTo>
                  <a:lnTo>
                    <a:pt x="5705" y="52102"/>
                  </a:lnTo>
                  <a:lnTo>
                    <a:pt x="5211" y="50620"/>
                  </a:lnTo>
                  <a:lnTo>
                    <a:pt x="4806" y="49093"/>
                  </a:lnTo>
                  <a:lnTo>
                    <a:pt x="4492" y="47565"/>
                  </a:lnTo>
                  <a:lnTo>
                    <a:pt x="4267" y="45993"/>
                  </a:lnTo>
                  <a:lnTo>
                    <a:pt x="4133" y="44466"/>
                  </a:lnTo>
                  <a:lnTo>
                    <a:pt x="4088" y="42894"/>
                  </a:lnTo>
                  <a:lnTo>
                    <a:pt x="4133" y="41322"/>
                  </a:lnTo>
                  <a:lnTo>
                    <a:pt x="4312" y="39750"/>
                  </a:lnTo>
                  <a:lnTo>
                    <a:pt x="4582" y="38178"/>
                  </a:lnTo>
                  <a:lnTo>
                    <a:pt x="4582" y="38133"/>
                  </a:lnTo>
                  <a:close/>
                  <a:moveTo>
                    <a:pt x="899" y="31441"/>
                  </a:moveTo>
                  <a:lnTo>
                    <a:pt x="854" y="31486"/>
                  </a:lnTo>
                  <a:lnTo>
                    <a:pt x="584" y="33013"/>
                  </a:lnTo>
                  <a:lnTo>
                    <a:pt x="360" y="34495"/>
                  </a:lnTo>
                  <a:lnTo>
                    <a:pt x="180" y="35977"/>
                  </a:lnTo>
                  <a:lnTo>
                    <a:pt x="90" y="37460"/>
                  </a:lnTo>
                  <a:lnTo>
                    <a:pt x="0" y="38942"/>
                  </a:lnTo>
                  <a:lnTo>
                    <a:pt x="0" y="40424"/>
                  </a:lnTo>
                  <a:lnTo>
                    <a:pt x="45" y="41861"/>
                  </a:lnTo>
                  <a:lnTo>
                    <a:pt x="135" y="43299"/>
                  </a:lnTo>
                  <a:lnTo>
                    <a:pt x="270" y="44736"/>
                  </a:lnTo>
                  <a:lnTo>
                    <a:pt x="450" y="46128"/>
                  </a:lnTo>
                  <a:lnTo>
                    <a:pt x="719" y="47521"/>
                  </a:lnTo>
                  <a:lnTo>
                    <a:pt x="989" y="48913"/>
                  </a:lnTo>
                  <a:lnTo>
                    <a:pt x="1348" y="50260"/>
                  </a:lnTo>
                  <a:lnTo>
                    <a:pt x="1752" y="51608"/>
                  </a:lnTo>
                  <a:lnTo>
                    <a:pt x="2201" y="52910"/>
                  </a:lnTo>
                  <a:lnTo>
                    <a:pt x="2695" y="54213"/>
                  </a:lnTo>
                  <a:lnTo>
                    <a:pt x="3234" y="55515"/>
                  </a:lnTo>
                  <a:lnTo>
                    <a:pt x="3863" y="56818"/>
                  </a:lnTo>
                  <a:lnTo>
                    <a:pt x="4537" y="58031"/>
                  </a:lnTo>
                  <a:lnTo>
                    <a:pt x="5255" y="59243"/>
                  </a:lnTo>
                  <a:lnTo>
                    <a:pt x="6019" y="60411"/>
                  </a:lnTo>
                  <a:lnTo>
                    <a:pt x="6827" y="61534"/>
                  </a:lnTo>
                  <a:lnTo>
                    <a:pt x="7681" y="62612"/>
                  </a:lnTo>
                  <a:lnTo>
                    <a:pt x="8534" y="63690"/>
                  </a:lnTo>
                  <a:lnTo>
                    <a:pt x="9477" y="64678"/>
                  </a:lnTo>
                  <a:lnTo>
                    <a:pt x="10466" y="65621"/>
                  </a:lnTo>
                  <a:lnTo>
                    <a:pt x="11499" y="66520"/>
                  </a:lnTo>
                  <a:lnTo>
                    <a:pt x="12532" y="67373"/>
                  </a:lnTo>
                  <a:lnTo>
                    <a:pt x="13610" y="68181"/>
                  </a:lnTo>
                  <a:lnTo>
                    <a:pt x="14733" y="68900"/>
                  </a:lnTo>
                  <a:lnTo>
                    <a:pt x="15855" y="69619"/>
                  </a:lnTo>
                  <a:lnTo>
                    <a:pt x="17023" y="70248"/>
                  </a:lnTo>
                  <a:lnTo>
                    <a:pt x="17203" y="70203"/>
                  </a:lnTo>
                  <a:lnTo>
                    <a:pt x="16035" y="69619"/>
                  </a:lnTo>
                  <a:lnTo>
                    <a:pt x="14912" y="68900"/>
                  </a:lnTo>
                  <a:lnTo>
                    <a:pt x="13789" y="68181"/>
                  </a:lnTo>
                  <a:lnTo>
                    <a:pt x="12666" y="67373"/>
                  </a:lnTo>
                  <a:lnTo>
                    <a:pt x="11633" y="66520"/>
                  </a:lnTo>
                  <a:lnTo>
                    <a:pt x="10600" y="65621"/>
                  </a:lnTo>
                  <a:lnTo>
                    <a:pt x="9612" y="64678"/>
                  </a:lnTo>
                  <a:lnTo>
                    <a:pt x="8669" y="63690"/>
                  </a:lnTo>
                  <a:lnTo>
                    <a:pt x="7771" y="62612"/>
                  </a:lnTo>
                  <a:lnTo>
                    <a:pt x="6917" y="61534"/>
                  </a:lnTo>
                  <a:lnTo>
                    <a:pt x="6109" y="60411"/>
                  </a:lnTo>
                  <a:lnTo>
                    <a:pt x="5345" y="59243"/>
                  </a:lnTo>
                  <a:lnTo>
                    <a:pt x="4627" y="58031"/>
                  </a:lnTo>
                  <a:lnTo>
                    <a:pt x="3953" y="56773"/>
                  </a:lnTo>
                  <a:lnTo>
                    <a:pt x="3324" y="55471"/>
                  </a:lnTo>
                  <a:lnTo>
                    <a:pt x="2785" y="54168"/>
                  </a:lnTo>
                  <a:lnTo>
                    <a:pt x="2291" y="52865"/>
                  </a:lnTo>
                  <a:lnTo>
                    <a:pt x="1842" y="51563"/>
                  </a:lnTo>
                  <a:lnTo>
                    <a:pt x="1438" y="50215"/>
                  </a:lnTo>
                  <a:lnTo>
                    <a:pt x="1078" y="48868"/>
                  </a:lnTo>
                  <a:lnTo>
                    <a:pt x="809" y="47521"/>
                  </a:lnTo>
                  <a:lnTo>
                    <a:pt x="584" y="46128"/>
                  </a:lnTo>
                  <a:lnTo>
                    <a:pt x="360" y="44691"/>
                  </a:lnTo>
                  <a:lnTo>
                    <a:pt x="225" y="43299"/>
                  </a:lnTo>
                  <a:lnTo>
                    <a:pt x="135" y="41861"/>
                  </a:lnTo>
                  <a:lnTo>
                    <a:pt x="90" y="40379"/>
                  </a:lnTo>
                  <a:lnTo>
                    <a:pt x="135" y="38942"/>
                  </a:lnTo>
                  <a:lnTo>
                    <a:pt x="180" y="37460"/>
                  </a:lnTo>
                  <a:lnTo>
                    <a:pt x="315" y="35977"/>
                  </a:lnTo>
                  <a:lnTo>
                    <a:pt x="450" y="34495"/>
                  </a:lnTo>
                  <a:lnTo>
                    <a:pt x="674" y="33013"/>
                  </a:lnTo>
                  <a:lnTo>
                    <a:pt x="944" y="31531"/>
                  </a:lnTo>
                  <a:lnTo>
                    <a:pt x="944" y="31486"/>
                  </a:lnTo>
                  <a:lnTo>
                    <a:pt x="899" y="31441"/>
                  </a:lnTo>
                  <a:close/>
                </a:path>
              </a:pathLst>
            </a:custGeom>
            <a:solidFill>
              <a:srgbClr val="D3D0C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57"/>
            <p:cNvSpPr/>
            <p:nvPr/>
          </p:nvSpPr>
          <p:spPr>
            <a:xfrm>
              <a:off x="5571775" y="3078700"/>
              <a:ext cx="192050" cy="587275"/>
            </a:xfrm>
            <a:custGeom>
              <a:rect b="b" l="l" r="r" t="t"/>
              <a:pathLst>
                <a:path extrusionOk="0" fill="none" h="23491" w="7682">
                  <a:moveTo>
                    <a:pt x="540" y="0"/>
                  </a:moveTo>
                  <a:lnTo>
                    <a:pt x="540" y="0"/>
                  </a:lnTo>
                  <a:lnTo>
                    <a:pt x="540" y="0"/>
                  </a:lnTo>
                  <a:lnTo>
                    <a:pt x="495" y="0"/>
                  </a:lnTo>
                  <a:lnTo>
                    <a:pt x="495" y="45"/>
                  </a:lnTo>
                  <a:lnTo>
                    <a:pt x="495" y="45"/>
                  </a:lnTo>
                  <a:lnTo>
                    <a:pt x="360" y="809"/>
                  </a:lnTo>
                  <a:lnTo>
                    <a:pt x="225" y="1617"/>
                  </a:lnTo>
                  <a:lnTo>
                    <a:pt x="46" y="3189"/>
                  </a:lnTo>
                  <a:lnTo>
                    <a:pt x="1" y="4806"/>
                  </a:lnTo>
                  <a:lnTo>
                    <a:pt x="1" y="6378"/>
                  </a:lnTo>
                  <a:lnTo>
                    <a:pt x="180" y="7995"/>
                  </a:lnTo>
                  <a:lnTo>
                    <a:pt x="405" y="9567"/>
                  </a:lnTo>
                  <a:lnTo>
                    <a:pt x="719" y="11139"/>
                  </a:lnTo>
                  <a:lnTo>
                    <a:pt x="1169" y="12666"/>
                  </a:lnTo>
                  <a:lnTo>
                    <a:pt x="1663" y="14193"/>
                  </a:lnTo>
                  <a:lnTo>
                    <a:pt x="2292" y="15676"/>
                  </a:lnTo>
                  <a:lnTo>
                    <a:pt x="2965" y="17113"/>
                  </a:lnTo>
                  <a:lnTo>
                    <a:pt x="3774" y="18505"/>
                  </a:lnTo>
                  <a:lnTo>
                    <a:pt x="4627" y="19808"/>
                  </a:lnTo>
                  <a:lnTo>
                    <a:pt x="5570" y="21110"/>
                  </a:lnTo>
                  <a:lnTo>
                    <a:pt x="6603" y="22323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6469" y="22054"/>
                  </a:lnTo>
                  <a:lnTo>
                    <a:pt x="5480" y="20841"/>
                  </a:lnTo>
                  <a:lnTo>
                    <a:pt x="4582" y="19583"/>
                  </a:lnTo>
                  <a:lnTo>
                    <a:pt x="3729" y="18236"/>
                  </a:lnTo>
                  <a:lnTo>
                    <a:pt x="2965" y="16843"/>
                  </a:lnTo>
                  <a:lnTo>
                    <a:pt x="2292" y="15451"/>
                  </a:lnTo>
                  <a:lnTo>
                    <a:pt x="1708" y="13969"/>
                  </a:lnTo>
                  <a:lnTo>
                    <a:pt x="1214" y="12487"/>
                  </a:lnTo>
                  <a:lnTo>
                    <a:pt x="809" y="10960"/>
                  </a:lnTo>
                  <a:lnTo>
                    <a:pt x="495" y="9432"/>
                  </a:lnTo>
                  <a:lnTo>
                    <a:pt x="270" y="7860"/>
                  </a:lnTo>
                  <a:lnTo>
                    <a:pt x="136" y="6333"/>
                  </a:lnTo>
                  <a:lnTo>
                    <a:pt x="91" y="4761"/>
                  </a:lnTo>
                  <a:lnTo>
                    <a:pt x="136" y="3189"/>
                  </a:lnTo>
                  <a:lnTo>
                    <a:pt x="315" y="1617"/>
                  </a:lnTo>
                  <a:lnTo>
                    <a:pt x="585" y="45"/>
                  </a:lnTo>
                  <a:lnTo>
                    <a:pt x="585" y="45"/>
                  </a:lnTo>
                  <a:lnTo>
                    <a:pt x="585" y="0"/>
                  </a:lnTo>
                  <a:lnTo>
                    <a:pt x="54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57"/>
            <p:cNvSpPr/>
            <p:nvPr/>
          </p:nvSpPr>
          <p:spPr>
            <a:xfrm>
              <a:off x="5471850" y="2911375"/>
              <a:ext cx="430075" cy="970200"/>
            </a:xfrm>
            <a:custGeom>
              <a:rect b="b" l="l" r="r" t="t"/>
              <a:pathLst>
                <a:path extrusionOk="0" fill="none" h="38808" w="17203">
                  <a:moveTo>
                    <a:pt x="899" y="1"/>
                  </a:moveTo>
                  <a:lnTo>
                    <a:pt x="899" y="1"/>
                  </a:lnTo>
                  <a:lnTo>
                    <a:pt x="899" y="1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584" y="1573"/>
                  </a:lnTo>
                  <a:lnTo>
                    <a:pt x="360" y="3055"/>
                  </a:lnTo>
                  <a:lnTo>
                    <a:pt x="180" y="4537"/>
                  </a:lnTo>
                  <a:lnTo>
                    <a:pt x="90" y="6020"/>
                  </a:lnTo>
                  <a:lnTo>
                    <a:pt x="0" y="7502"/>
                  </a:lnTo>
                  <a:lnTo>
                    <a:pt x="0" y="8984"/>
                  </a:lnTo>
                  <a:lnTo>
                    <a:pt x="45" y="10421"/>
                  </a:lnTo>
                  <a:lnTo>
                    <a:pt x="135" y="11859"/>
                  </a:lnTo>
                  <a:lnTo>
                    <a:pt x="270" y="13296"/>
                  </a:lnTo>
                  <a:lnTo>
                    <a:pt x="450" y="14688"/>
                  </a:lnTo>
                  <a:lnTo>
                    <a:pt x="719" y="16081"/>
                  </a:lnTo>
                  <a:lnTo>
                    <a:pt x="989" y="17473"/>
                  </a:lnTo>
                  <a:lnTo>
                    <a:pt x="1348" y="18820"/>
                  </a:lnTo>
                  <a:lnTo>
                    <a:pt x="1752" y="20168"/>
                  </a:lnTo>
                  <a:lnTo>
                    <a:pt x="2201" y="21470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3234" y="24075"/>
                  </a:lnTo>
                  <a:lnTo>
                    <a:pt x="3863" y="25378"/>
                  </a:lnTo>
                  <a:lnTo>
                    <a:pt x="4537" y="26591"/>
                  </a:lnTo>
                  <a:lnTo>
                    <a:pt x="5255" y="27803"/>
                  </a:lnTo>
                  <a:lnTo>
                    <a:pt x="6019" y="28971"/>
                  </a:lnTo>
                  <a:lnTo>
                    <a:pt x="6827" y="30094"/>
                  </a:lnTo>
                  <a:lnTo>
                    <a:pt x="7681" y="31172"/>
                  </a:lnTo>
                  <a:lnTo>
                    <a:pt x="8534" y="32250"/>
                  </a:lnTo>
                  <a:lnTo>
                    <a:pt x="9477" y="33238"/>
                  </a:lnTo>
                  <a:lnTo>
                    <a:pt x="10466" y="34181"/>
                  </a:lnTo>
                  <a:lnTo>
                    <a:pt x="11499" y="35080"/>
                  </a:lnTo>
                  <a:lnTo>
                    <a:pt x="12532" y="35933"/>
                  </a:lnTo>
                  <a:lnTo>
                    <a:pt x="13610" y="36741"/>
                  </a:lnTo>
                  <a:lnTo>
                    <a:pt x="14733" y="37460"/>
                  </a:lnTo>
                  <a:lnTo>
                    <a:pt x="15855" y="38179"/>
                  </a:lnTo>
                  <a:lnTo>
                    <a:pt x="17023" y="38808"/>
                  </a:lnTo>
                  <a:lnTo>
                    <a:pt x="17023" y="38808"/>
                  </a:lnTo>
                  <a:lnTo>
                    <a:pt x="17203" y="38763"/>
                  </a:lnTo>
                  <a:lnTo>
                    <a:pt x="17203" y="38763"/>
                  </a:lnTo>
                  <a:lnTo>
                    <a:pt x="16035" y="38179"/>
                  </a:lnTo>
                  <a:lnTo>
                    <a:pt x="14912" y="37460"/>
                  </a:lnTo>
                  <a:lnTo>
                    <a:pt x="13789" y="36741"/>
                  </a:lnTo>
                  <a:lnTo>
                    <a:pt x="12666" y="35933"/>
                  </a:lnTo>
                  <a:lnTo>
                    <a:pt x="11633" y="35080"/>
                  </a:lnTo>
                  <a:lnTo>
                    <a:pt x="10600" y="34181"/>
                  </a:lnTo>
                  <a:lnTo>
                    <a:pt x="9612" y="33238"/>
                  </a:lnTo>
                  <a:lnTo>
                    <a:pt x="8669" y="32250"/>
                  </a:lnTo>
                  <a:lnTo>
                    <a:pt x="7771" y="31172"/>
                  </a:lnTo>
                  <a:lnTo>
                    <a:pt x="6917" y="30094"/>
                  </a:lnTo>
                  <a:lnTo>
                    <a:pt x="6109" y="28971"/>
                  </a:lnTo>
                  <a:lnTo>
                    <a:pt x="5345" y="27803"/>
                  </a:lnTo>
                  <a:lnTo>
                    <a:pt x="4627" y="26591"/>
                  </a:lnTo>
                  <a:lnTo>
                    <a:pt x="3953" y="25333"/>
                  </a:lnTo>
                  <a:lnTo>
                    <a:pt x="3324" y="24031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2291" y="21425"/>
                  </a:lnTo>
                  <a:lnTo>
                    <a:pt x="1842" y="20123"/>
                  </a:lnTo>
                  <a:lnTo>
                    <a:pt x="1438" y="18775"/>
                  </a:lnTo>
                  <a:lnTo>
                    <a:pt x="1078" y="17428"/>
                  </a:lnTo>
                  <a:lnTo>
                    <a:pt x="809" y="16081"/>
                  </a:lnTo>
                  <a:lnTo>
                    <a:pt x="584" y="14688"/>
                  </a:lnTo>
                  <a:lnTo>
                    <a:pt x="360" y="13251"/>
                  </a:lnTo>
                  <a:lnTo>
                    <a:pt x="225" y="11859"/>
                  </a:lnTo>
                  <a:lnTo>
                    <a:pt x="135" y="10421"/>
                  </a:lnTo>
                  <a:lnTo>
                    <a:pt x="90" y="8939"/>
                  </a:lnTo>
                  <a:lnTo>
                    <a:pt x="135" y="7502"/>
                  </a:lnTo>
                  <a:lnTo>
                    <a:pt x="180" y="6020"/>
                  </a:lnTo>
                  <a:lnTo>
                    <a:pt x="315" y="4537"/>
                  </a:lnTo>
                  <a:lnTo>
                    <a:pt x="450" y="3055"/>
                  </a:lnTo>
                  <a:lnTo>
                    <a:pt x="674" y="1573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944" y="46"/>
                  </a:lnTo>
                  <a:lnTo>
                    <a:pt x="8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57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540" y="1"/>
                  </a:moveTo>
                  <a:lnTo>
                    <a:pt x="540" y="1"/>
                  </a:lnTo>
                  <a:lnTo>
                    <a:pt x="495" y="46"/>
                  </a:lnTo>
                  <a:lnTo>
                    <a:pt x="1" y="3459"/>
                  </a:lnTo>
                  <a:lnTo>
                    <a:pt x="1" y="3459"/>
                  </a:lnTo>
                  <a:lnTo>
                    <a:pt x="46" y="3504"/>
                  </a:lnTo>
                  <a:lnTo>
                    <a:pt x="91" y="3459"/>
                  </a:lnTo>
                  <a:lnTo>
                    <a:pt x="585" y="91"/>
                  </a:lnTo>
                  <a:lnTo>
                    <a:pt x="585" y="91"/>
                  </a:lnTo>
                  <a:lnTo>
                    <a:pt x="540" y="1"/>
                  </a:lnTo>
                  <a:lnTo>
                    <a:pt x="54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57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1393" y="0"/>
                  </a:moveTo>
                  <a:lnTo>
                    <a:pt x="1393" y="0"/>
                  </a:lnTo>
                  <a:lnTo>
                    <a:pt x="1348" y="45"/>
                  </a:lnTo>
                  <a:lnTo>
                    <a:pt x="0" y="9298"/>
                  </a:lnTo>
                  <a:lnTo>
                    <a:pt x="0" y="9298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135" y="9298"/>
                  </a:lnTo>
                  <a:lnTo>
                    <a:pt x="1483" y="90"/>
                  </a:lnTo>
                  <a:lnTo>
                    <a:pt x="1483" y="90"/>
                  </a:lnTo>
                  <a:lnTo>
                    <a:pt x="1438" y="0"/>
                  </a:lnTo>
                  <a:lnTo>
                    <a:pt x="13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57"/>
            <p:cNvSpPr/>
            <p:nvPr/>
          </p:nvSpPr>
          <p:spPr>
            <a:xfrm>
              <a:off x="5897425" y="3880425"/>
              <a:ext cx="28100" cy="13500"/>
            </a:xfrm>
            <a:custGeom>
              <a:rect b="b" l="l" r="r" t="t"/>
              <a:pathLst>
                <a:path extrusionOk="0" h="540" w="1124">
                  <a:moveTo>
                    <a:pt x="180" y="1"/>
                  </a:moveTo>
                  <a:lnTo>
                    <a:pt x="0" y="46"/>
                  </a:lnTo>
                  <a:lnTo>
                    <a:pt x="1033" y="540"/>
                  </a:lnTo>
                  <a:lnTo>
                    <a:pt x="1123" y="495"/>
                  </a:lnTo>
                  <a:lnTo>
                    <a:pt x="1123" y="450"/>
                  </a:lnTo>
                  <a:lnTo>
                    <a:pt x="1078" y="450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C1BDB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57"/>
            <p:cNvSpPr/>
            <p:nvPr/>
          </p:nvSpPr>
          <p:spPr>
            <a:xfrm>
              <a:off x="5897425" y="3880425"/>
              <a:ext cx="28100" cy="13500"/>
            </a:xfrm>
            <a:custGeom>
              <a:rect b="b" l="l" r="r" t="t"/>
              <a:pathLst>
                <a:path extrusionOk="0" fill="none" h="540" w="1124">
                  <a:moveTo>
                    <a:pt x="180" y="1"/>
                  </a:moveTo>
                  <a:lnTo>
                    <a:pt x="180" y="1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033" y="540"/>
                  </a:lnTo>
                  <a:lnTo>
                    <a:pt x="1123" y="495"/>
                  </a:lnTo>
                  <a:lnTo>
                    <a:pt x="1123" y="495"/>
                  </a:lnTo>
                  <a:lnTo>
                    <a:pt x="1123" y="450"/>
                  </a:lnTo>
                  <a:lnTo>
                    <a:pt x="1078" y="450"/>
                  </a:lnTo>
                  <a:lnTo>
                    <a:pt x="1078" y="450"/>
                  </a:lnTo>
                  <a:lnTo>
                    <a:pt x="18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57"/>
            <p:cNvSpPr/>
            <p:nvPr/>
          </p:nvSpPr>
          <p:spPr>
            <a:xfrm>
              <a:off x="5366300" y="1961425"/>
              <a:ext cx="782675" cy="2069500"/>
            </a:xfrm>
            <a:custGeom>
              <a:rect b="b" l="l" r="r" t="t"/>
              <a:pathLst>
                <a:path extrusionOk="0" h="82780" w="31307">
                  <a:moveTo>
                    <a:pt x="11858" y="7367"/>
                  </a:moveTo>
                  <a:lnTo>
                    <a:pt x="11903" y="7457"/>
                  </a:lnTo>
                  <a:lnTo>
                    <a:pt x="11409" y="10825"/>
                  </a:lnTo>
                  <a:lnTo>
                    <a:pt x="11364" y="10870"/>
                  </a:lnTo>
                  <a:lnTo>
                    <a:pt x="11319" y="10825"/>
                  </a:lnTo>
                  <a:lnTo>
                    <a:pt x="11813" y="7412"/>
                  </a:lnTo>
                  <a:lnTo>
                    <a:pt x="11858" y="7367"/>
                  </a:lnTo>
                  <a:close/>
                  <a:moveTo>
                    <a:pt x="8804" y="6558"/>
                  </a:moveTo>
                  <a:lnTo>
                    <a:pt x="8849" y="6648"/>
                  </a:lnTo>
                  <a:lnTo>
                    <a:pt x="7501" y="15856"/>
                  </a:lnTo>
                  <a:lnTo>
                    <a:pt x="7411" y="15901"/>
                  </a:lnTo>
                  <a:lnTo>
                    <a:pt x="7366" y="15856"/>
                  </a:lnTo>
                  <a:lnTo>
                    <a:pt x="8714" y="6603"/>
                  </a:lnTo>
                  <a:lnTo>
                    <a:pt x="8759" y="6558"/>
                  </a:lnTo>
                  <a:close/>
                  <a:moveTo>
                    <a:pt x="5121" y="37999"/>
                  </a:moveTo>
                  <a:lnTo>
                    <a:pt x="5166" y="38044"/>
                  </a:lnTo>
                  <a:lnTo>
                    <a:pt x="5166" y="38089"/>
                  </a:lnTo>
                  <a:lnTo>
                    <a:pt x="4896" y="39571"/>
                  </a:lnTo>
                  <a:lnTo>
                    <a:pt x="4672" y="41053"/>
                  </a:lnTo>
                  <a:lnTo>
                    <a:pt x="4537" y="42535"/>
                  </a:lnTo>
                  <a:lnTo>
                    <a:pt x="4402" y="44018"/>
                  </a:lnTo>
                  <a:lnTo>
                    <a:pt x="4357" y="45500"/>
                  </a:lnTo>
                  <a:lnTo>
                    <a:pt x="4312" y="46937"/>
                  </a:lnTo>
                  <a:lnTo>
                    <a:pt x="4357" y="48419"/>
                  </a:lnTo>
                  <a:lnTo>
                    <a:pt x="4447" y="49857"/>
                  </a:lnTo>
                  <a:lnTo>
                    <a:pt x="4582" y="51249"/>
                  </a:lnTo>
                  <a:lnTo>
                    <a:pt x="4806" y="52686"/>
                  </a:lnTo>
                  <a:lnTo>
                    <a:pt x="5031" y="54079"/>
                  </a:lnTo>
                  <a:lnTo>
                    <a:pt x="5300" y="55426"/>
                  </a:lnTo>
                  <a:lnTo>
                    <a:pt x="5660" y="56773"/>
                  </a:lnTo>
                  <a:lnTo>
                    <a:pt x="6064" y="58121"/>
                  </a:lnTo>
                  <a:lnTo>
                    <a:pt x="6513" y="59423"/>
                  </a:lnTo>
                  <a:lnTo>
                    <a:pt x="7007" y="60726"/>
                  </a:lnTo>
                  <a:lnTo>
                    <a:pt x="7546" y="62029"/>
                  </a:lnTo>
                  <a:lnTo>
                    <a:pt x="8175" y="63331"/>
                  </a:lnTo>
                  <a:lnTo>
                    <a:pt x="8849" y="64589"/>
                  </a:lnTo>
                  <a:lnTo>
                    <a:pt x="9567" y="65801"/>
                  </a:lnTo>
                  <a:lnTo>
                    <a:pt x="10331" y="66969"/>
                  </a:lnTo>
                  <a:lnTo>
                    <a:pt x="11139" y="68092"/>
                  </a:lnTo>
                  <a:lnTo>
                    <a:pt x="11993" y="69170"/>
                  </a:lnTo>
                  <a:lnTo>
                    <a:pt x="12891" y="70248"/>
                  </a:lnTo>
                  <a:lnTo>
                    <a:pt x="13834" y="71236"/>
                  </a:lnTo>
                  <a:lnTo>
                    <a:pt x="14822" y="72179"/>
                  </a:lnTo>
                  <a:lnTo>
                    <a:pt x="15855" y="73078"/>
                  </a:lnTo>
                  <a:lnTo>
                    <a:pt x="16888" y="73931"/>
                  </a:lnTo>
                  <a:lnTo>
                    <a:pt x="18011" y="74739"/>
                  </a:lnTo>
                  <a:lnTo>
                    <a:pt x="19134" y="75458"/>
                  </a:lnTo>
                  <a:lnTo>
                    <a:pt x="20257" y="76177"/>
                  </a:lnTo>
                  <a:lnTo>
                    <a:pt x="21425" y="76761"/>
                  </a:lnTo>
                  <a:lnTo>
                    <a:pt x="22323" y="77210"/>
                  </a:lnTo>
                  <a:lnTo>
                    <a:pt x="22368" y="77210"/>
                  </a:lnTo>
                  <a:lnTo>
                    <a:pt x="22368" y="77255"/>
                  </a:lnTo>
                  <a:lnTo>
                    <a:pt x="22278" y="77300"/>
                  </a:lnTo>
                  <a:lnTo>
                    <a:pt x="21245" y="76806"/>
                  </a:lnTo>
                  <a:lnTo>
                    <a:pt x="20077" y="76177"/>
                  </a:lnTo>
                  <a:lnTo>
                    <a:pt x="18955" y="75458"/>
                  </a:lnTo>
                  <a:lnTo>
                    <a:pt x="17832" y="74739"/>
                  </a:lnTo>
                  <a:lnTo>
                    <a:pt x="16754" y="73931"/>
                  </a:lnTo>
                  <a:lnTo>
                    <a:pt x="15721" y="73078"/>
                  </a:lnTo>
                  <a:lnTo>
                    <a:pt x="14688" y="72179"/>
                  </a:lnTo>
                  <a:lnTo>
                    <a:pt x="13699" y="71236"/>
                  </a:lnTo>
                  <a:lnTo>
                    <a:pt x="12756" y="70248"/>
                  </a:lnTo>
                  <a:lnTo>
                    <a:pt x="11903" y="69170"/>
                  </a:lnTo>
                  <a:lnTo>
                    <a:pt x="11049" y="68092"/>
                  </a:lnTo>
                  <a:lnTo>
                    <a:pt x="10241" y="66969"/>
                  </a:lnTo>
                  <a:lnTo>
                    <a:pt x="9477" y="65801"/>
                  </a:lnTo>
                  <a:lnTo>
                    <a:pt x="8759" y="64589"/>
                  </a:lnTo>
                  <a:lnTo>
                    <a:pt x="8085" y="63376"/>
                  </a:lnTo>
                  <a:lnTo>
                    <a:pt x="7456" y="62073"/>
                  </a:lnTo>
                  <a:lnTo>
                    <a:pt x="6917" y="60771"/>
                  </a:lnTo>
                  <a:lnTo>
                    <a:pt x="6423" y="59468"/>
                  </a:lnTo>
                  <a:lnTo>
                    <a:pt x="5974" y="58166"/>
                  </a:lnTo>
                  <a:lnTo>
                    <a:pt x="5570" y="56818"/>
                  </a:lnTo>
                  <a:lnTo>
                    <a:pt x="5211" y="55471"/>
                  </a:lnTo>
                  <a:lnTo>
                    <a:pt x="4941" y="54079"/>
                  </a:lnTo>
                  <a:lnTo>
                    <a:pt x="4672" y="52686"/>
                  </a:lnTo>
                  <a:lnTo>
                    <a:pt x="4492" y="51294"/>
                  </a:lnTo>
                  <a:lnTo>
                    <a:pt x="4357" y="49857"/>
                  </a:lnTo>
                  <a:lnTo>
                    <a:pt x="4267" y="48419"/>
                  </a:lnTo>
                  <a:lnTo>
                    <a:pt x="4222" y="46982"/>
                  </a:lnTo>
                  <a:lnTo>
                    <a:pt x="4222" y="45500"/>
                  </a:lnTo>
                  <a:lnTo>
                    <a:pt x="4312" y="44018"/>
                  </a:lnTo>
                  <a:lnTo>
                    <a:pt x="4402" y="42535"/>
                  </a:lnTo>
                  <a:lnTo>
                    <a:pt x="4582" y="41053"/>
                  </a:lnTo>
                  <a:lnTo>
                    <a:pt x="4806" y="39571"/>
                  </a:lnTo>
                  <a:lnTo>
                    <a:pt x="5076" y="38044"/>
                  </a:lnTo>
                  <a:lnTo>
                    <a:pt x="5121" y="37999"/>
                  </a:lnTo>
                  <a:close/>
                  <a:moveTo>
                    <a:pt x="6917" y="1"/>
                  </a:moveTo>
                  <a:lnTo>
                    <a:pt x="6783" y="405"/>
                  </a:lnTo>
                  <a:lnTo>
                    <a:pt x="6019" y="2875"/>
                  </a:lnTo>
                  <a:lnTo>
                    <a:pt x="5076" y="6424"/>
                  </a:lnTo>
                  <a:lnTo>
                    <a:pt x="4492" y="8535"/>
                  </a:lnTo>
                  <a:lnTo>
                    <a:pt x="3953" y="10870"/>
                  </a:lnTo>
                  <a:lnTo>
                    <a:pt x="3369" y="13385"/>
                  </a:lnTo>
                  <a:lnTo>
                    <a:pt x="2785" y="16080"/>
                  </a:lnTo>
                  <a:lnTo>
                    <a:pt x="2246" y="18955"/>
                  </a:lnTo>
                  <a:lnTo>
                    <a:pt x="1752" y="21919"/>
                  </a:lnTo>
                  <a:lnTo>
                    <a:pt x="1258" y="25018"/>
                  </a:lnTo>
                  <a:lnTo>
                    <a:pt x="854" y="28207"/>
                  </a:lnTo>
                  <a:lnTo>
                    <a:pt x="494" y="31441"/>
                  </a:lnTo>
                  <a:lnTo>
                    <a:pt x="225" y="34765"/>
                  </a:lnTo>
                  <a:lnTo>
                    <a:pt x="90" y="38089"/>
                  </a:lnTo>
                  <a:lnTo>
                    <a:pt x="45" y="39796"/>
                  </a:lnTo>
                  <a:lnTo>
                    <a:pt x="0" y="41457"/>
                  </a:lnTo>
                  <a:lnTo>
                    <a:pt x="45" y="43479"/>
                  </a:lnTo>
                  <a:lnTo>
                    <a:pt x="90" y="45455"/>
                  </a:lnTo>
                  <a:lnTo>
                    <a:pt x="225" y="47431"/>
                  </a:lnTo>
                  <a:lnTo>
                    <a:pt x="405" y="49407"/>
                  </a:lnTo>
                  <a:lnTo>
                    <a:pt x="629" y="51384"/>
                  </a:lnTo>
                  <a:lnTo>
                    <a:pt x="899" y="53315"/>
                  </a:lnTo>
                  <a:lnTo>
                    <a:pt x="1213" y="55246"/>
                  </a:lnTo>
                  <a:lnTo>
                    <a:pt x="1617" y="57133"/>
                  </a:lnTo>
                  <a:lnTo>
                    <a:pt x="2111" y="58974"/>
                  </a:lnTo>
                  <a:lnTo>
                    <a:pt x="2650" y="60771"/>
                  </a:lnTo>
                  <a:lnTo>
                    <a:pt x="3234" y="62523"/>
                  </a:lnTo>
                  <a:lnTo>
                    <a:pt x="3908" y="64229"/>
                  </a:lnTo>
                  <a:lnTo>
                    <a:pt x="4672" y="65936"/>
                  </a:lnTo>
                  <a:lnTo>
                    <a:pt x="5525" y="67553"/>
                  </a:lnTo>
                  <a:lnTo>
                    <a:pt x="6423" y="69080"/>
                  </a:lnTo>
                  <a:lnTo>
                    <a:pt x="6917" y="69844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0004" y="82195"/>
                  </a:lnTo>
                  <a:lnTo>
                    <a:pt x="28746" y="81567"/>
                  </a:lnTo>
                  <a:lnTo>
                    <a:pt x="27533" y="80893"/>
                  </a:lnTo>
                  <a:lnTo>
                    <a:pt x="26366" y="80174"/>
                  </a:lnTo>
                  <a:lnTo>
                    <a:pt x="25243" y="79411"/>
                  </a:lnTo>
                  <a:lnTo>
                    <a:pt x="24165" y="78557"/>
                  </a:lnTo>
                  <a:lnTo>
                    <a:pt x="23132" y="77704"/>
                  </a:lnTo>
                  <a:lnTo>
                    <a:pt x="22144" y="76806"/>
                  </a:lnTo>
                  <a:lnTo>
                    <a:pt x="21245" y="75862"/>
                  </a:lnTo>
                  <a:lnTo>
                    <a:pt x="20347" y="74829"/>
                  </a:lnTo>
                  <a:lnTo>
                    <a:pt x="19494" y="73796"/>
                  </a:lnTo>
                  <a:lnTo>
                    <a:pt x="18730" y="72763"/>
                  </a:lnTo>
                  <a:lnTo>
                    <a:pt x="17966" y="71640"/>
                  </a:lnTo>
                  <a:lnTo>
                    <a:pt x="17248" y="70517"/>
                  </a:lnTo>
                  <a:lnTo>
                    <a:pt x="16574" y="69395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691"/>
                  </a:lnTo>
                  <a:lnTo>
                    <a:pt x="8804" y="44691"/>
                  </a:ln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4867" y="66071"/>
                  </a:lnTo>
                  <a:lnTo>
                    <a:pt x="14059" y="64184"/>
                  </a:lnTo>
                  <a:lnTo>
                    <a:pt x="13340" y="62253"/>
                  </a:lnTo>
                  <a:lnTo>
                    <a:pt x="12711" y="60277"/>
                  </a:lnTo>
                  <a:lnTo>
                    <a:pt x="12127" y="58301"/>
                  </a:lnTo>
                  <a:lnTo>
                    <a:pt x="11588" y="56324"/>
                  </a:lnTo>
                  <a:lnTo>
                    <a:pt x="11184" y="54303"/>
                  </a:lnTo>
                  <a:lnTo>
                    <a:pt x="10780" y="52282"/>
                  </a:lnTo>
                  <a:lnTo>
                    <a:pt x="10466" y="50306"/>
                  </a:lnTo>
                  <a:lnTo>
                    <a:pt x="10196" y="48284"/>
                  </a:lnTo>
                  <a:lnTo>
                    <a:pt x="9972" y="46353"/>
                  </a:lnTo>
                  <a:lnTo>
                    <a:pt x="9837" y="44422"/>
                  </a:lnTo>
                  <a:lnTo>
                    <a:pt x="9702" y="42490"/>
                  </a:lnTo>
                  <a:lnTo>
                    <a:pt x="9612" y="40649"/>
                  </a:lnTo>
                  <a:lnTo>
                    <a:pt x="9567" y="38852"/>
                  </a:lnTo>
                  <a:lnTo>
                    <a:pt x="9567" y="37101"/>
                  </a:lnTo>
                  <a:lnTo>
                    <a:pt x="9612" y="35708"/>
                  </a:lnTo>
                  <a:lnTo>
                    <a:pt x="9702" y="34361"/>
                  </a:lnTo>
                  <a:lnTo>
                    <a:pt x="9792" y="33013"/>
                  </a:lnTo>
                  <a:lnTo>
                    <a:pt x="9927" y="31666"/>
                  </a:lnTo>
                  <a:lnTo>
                    <a:pt x="10061" y="30274"/>
                  </a:lnTo>
                  <a:lnTo>
                    <a:pt x="10241" y="28926"/>
                  </a:lnTo>
                  <a:lnTo>
                    <a:pt x="10690" y="26276"/>
                  </a:lnTo>
                  <a:lnTo>
                    <a:pt x="11229" y="23626"/>
                  </a:lnTo>
                  <a:lnTo>
                    <a:pt x="11813" y="21111"/>
                  </a:lnTo>
                  <a:lnTo>
                    <a:pt x="12442" y="18641"/>
                  </a:lnTo>
                  <a:lnTo>
                    <a:pt x="13116" y="16350"/>
                  </a:lnTo>
                  <a:lnTo>
                    <a:pt x="13789" y="14149"/>
                  </a:lnTo>
                  <a:lnTo>
                    <a:pt x="14463" y="12173"/>
                  </a:lnTo>
                  <a:lnTo>
                    <a:pt x="15092" y="10331"/>
                  </a:lnTo>
                  <a:lnTo>
                    <a:pt x="15676" y="8714"/>
                  </a:lnTo>
                  <a:lnTo>
                    <a:pt x="16664" y="6199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close/>
                </a:path>
              </a:pathLst>
            </a:custGeom>
            <a:solidFill>
              <a:srgbClr val="562410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57"/>
            <p:cNvSpPr/>
            <p:nvPr/>
          </p:nvSpPr>
          <p:spPr>
            <a:xfrm>
              <a:off x="5471850" y="2911375"/>
              <a:ext cx="453675" cy="982550"/>
            </a:xfrm>
            <a:custGeom>
              <a:rect b="b" l="l" r="r" t="t"/>
              <a:pathLst>
                <a:path extrusionOk="0" fill="none" h="39302" w="18147">
                  <a:moveTo>
                    <a:pt x="17023" y="38808"/>
                  </a:moveTo>
                  <a:lnTo>
                    <a:pt x="17023" y="38808"/>
                  </a:lnTo>
                  <a:lnTo>
                    <a:pt x="15855" y="38179"/>
                  </a:lnTo>
                  <a:lnTo>
                    <a:pt x="14733" y="37460"/>
                  </a:lnTo>
                  <a:lnTo>
                    <a:pt x="13610" y="36741"/>
                  </a:lnTo>
                  <a:lnTo>
                    <a:pt x="12532" y="35933"/>
                  </a:lnTo>
                  <a:lnTo>
                    <a:pt x="11499" y="35080"/>
                  </a:lnTo>
                  <a:lnTo>
                    <a:pt x="10466" y="34181"/>
                  </a:lnTo>
                  <a:lnTo>
                    <a:pt x="9477" y="33238"/>
                  </a:lnTo>
                  <a:lnTo>
                    <a:pt x="8534" y="32250"/>
                  </a:lnTo>
                  <a:lnTo>
                    <a:pt x="7681" y="31172"/>
                  </a:lnTo>
                  <a:lnTo>
                    <a:pt x="6827" y="30094"/>
                  </a:lnTo>
                  <a:lnTo>
                    <a:pt x="6019" y="28971"/>
                  </a:lnTo>
                  <a:lnTo>
                    <a:pt x="5255" y="27803"/>
                  </a:lnTo>
                  <a:lnTo>
                    <a:pt x="4537" y="26591"/>
                  </a:lnTo>
                  <a:lnTo>
                    <a:pt x="3863" y="25378"/>
                  </a:lnTo>
                  <a:lnTo>
                    <a:pt x="3234" y="24075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2201" y="21470"/>
                  </a:lnTo>
                  <a:lnTo>
                    <a:pt x="1752" y="20168"/>
                  </a:lnTo>
                  <a:lnTo>
                    <a:pt x="1348" y="18820"/>
                  </a:lnTo>
                  <a:lnTo>
                    <a:pt x="989" y="17473"/>
                  </a:lnTo>
                  <a:lnTo>
                    <a:pt x="719" y="16081"/>
                  </a:lnTo>
                  <a:lnTo>
                    <a:pt x="450" y="14688"/>
                  </a:lnTo>
                  <a:lnTo>
                    <a:pt x="270" y="13296"/>
                  </a:lnTo>
                  <a:lnTo>
                    <a:pt x="135" y="11859"/>
                  </a:lnTo>
                  <a:lnTo>
                    <a:pt x="45" y="10421"/>
                  </a:lnTo>
                  <a:lnTo>
                    <a:pt x="0" y="8984"/>
                  </a:lnTo>
                  <a:lnTo>
                    <a:pt x="0" y="7502"/>
                  </a:lnTo>
                  <a:lnTo>
                    <a:pt x="90" y="6020"/>
                  </a:lnTo>
                  <a:lnTo>
                    <a:pt x="180" y="4537"/>
                  </a:lnTo>
                  <a:lnTo>
                    <a:pt x="360" y="3055"/>
                  </a:lnTo>
                  <a:lnTo>
                    <a:pt x="584" y="1573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944" y="46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674" y="1573"/>
                  </a:lnTo>
                  <a:lnTo>
                    <a:pt x="450" y="3055"/>
                  </a:lnTo>
                  <a:lnTo>
                    <a:pt x="315" y="4537"/>
                  </a:lnTo>
                  <a:lnTo>
                    <a:pt x="180" y="6020"/>
                  </a:lnTo>
                  <a:lnTo>
                    <a:pt x="135" y="7502"/>
                  </a:lnTo>
                  <a:lnTo>
                    <a:pt x="90" y="8939"/>
                  </a:lnTo>
                  <a:lnTo>
                    <a:pt x="135" y="10421"/>
                  </a:lnTo>
                  <a:lnTo>
                    <a:pt x="225" y="11859"/>
                  </a:lnTo>
                  <a:lnTo>
                    <a:pt x="360" y="13251"/>
                  </a:lnTo>
                  <a:lnTo>
                    <a:pt x="584" y="14688"/>
                  </a:lnTo>
                  <a:lnTo>
                    <a:pt x="809" y="16081"/>
                  </a:lnTo>
                  <a:lnTo>
                    <a:pt x="1078" y="17428"/>
                  </a:lnTo>
                  <a:lnTo>
                    <a:pt x="1438" y="18775"/>
                  </a:lnTo>
                  <a:lnTo>
                    <a:pt x="1842" y="20123"/>
                  </a:lnTo>
                  <a:lnTo>
                    <a:pt x="2291" y="21425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3324" y="24031"/>
                  </a:lnTo>
                  <a:lnTo>
                    <a:pt x="3953" y="25333"/>
                  </a:lnTo>
                  <a:lnTo>
                    <a:pt x="4627" y="26591"/>
                  </a:lnTo>
                  <a:lnTo>
                    <a:pt x="5345" y="27803"/>
                  </a:lnTo>
                  <a:lnTo>
                    <a:pt x="6109" y="28971"/>
                  </a:lnTo>
                  <a:lnTo>
                    <a:pt x="6917" y="30094"/>
                  </a:lnTo>
                  <a:lnTo>
                    <a:pt x="7771" y="31172"/>
                  </a:lnTo>
                  <a:lnTo>
                    <a:pt x="8669" y="32250"/>
                  </a:lnTo>
                  <a:lnTo>
                    <a:pt x="9612" y="33238"/>
                  </a:lnTo>
                  <a:lnTo>
                    <a:pt x="10600" y="34181"/>
                  </a:lnTo>
                  <a:lnTo>
                    <a:pt x="11633" y="35080"/>
                  </a:lnTo>
                  <a:lnTo>
                    <a:pt x="12666" y="35933"/>
                  </a:lnTo>
                  <a:lnTo>
                    <a:pt x="13789" y="36741"/>
                  </a:lnTo>
                  <a:lnTo>
                    <a:pt x="14912" y="37460"/>
                  </a:lnTo>
                  <a:lnTo>
                    <a:pt x="16035" y="38179"/>
                  </a:lnTo>
                  <a:lnTo>
                    <a:pt x="17203" y="38763"/>
                  </a:lnTo>
                  <a:lnTo>
                    <a:pt x="17203" y="38763"/>
                  </a:lnTo>
                  <a:lnTo>
                    <a:pt x="18101" y="39212"/>
                  </a:lnTo>
                  <a:lnTo>
                    <a:pt x="18101" y="39212"/>
                  </a:lnTo>
                  <a:lnTo>
                    <a:pt x="18146" y="39212"/>
                  </a:lnTo>
                  <a:lnTo>
                    <a:pt x="18146" y="39257"/>
                  </a:lnTo>
                  <a:lnTo>
                    <a:pt x="18056" y="39302"/>
                  </a:lnTo>
                  <a:lnTo>
                    <a:pt x="18056" y="39302"/>
                  </a:lnTo>
                  <a:lnTo>
                    <a:pt x="17023" y="388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57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46" y="3504"/>
                  </a:moveTo>
                  <a:lnTo>
                    <a:pt x="46" y="3504"/>
                  </a:lnTo>
                  <a:lnTo>
                    <a:pt x="1" y="3459"/>
                  </a:lnTo>
                  <a:lnTo>
                    <a:pt x="495" y="46"/>
                  </a:lnTo>
                  <a:lnTo>
                    <a:pt x="495" y="46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85" y="91"/>
                  </a:lnTo>
                  <a:lnTo>
                    <a:pt x="91" y="3459"/>
                  </a:lnTo>
                  <a:lnTo>
                    <a:pt x="46" y="350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57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45" y="9343"/>
                  </a:moveTo>
                  <a:lnTo>
                    <a:pt x="45" y="9343"/>
                  </a:lnTo>
                  <a:lnTo>
                    <a:pt x="45" y="9343"/>
                  </a:lnTo>
                  <a:lnTo>
                    <a:pt x="0" y="9298"/>
                  </a:lnTo>
                  <a:lnTo>
                    <a:pt x="1348" y="45"/>
                  </a:lnTo>
                  <a:lnTo>
                    <a:pt x="1348" y="45"/>
                  </a:lnTo>
                  <a:lnTo>
                    <a:pt x="1393" y="0"/>
                  </a:lnTo>
                  <a:lnTo>
                    <a:pt x="1438" y="0"/>
                  </a:lnTo>
                  <a:lnTo>
                    <a:pt x="1438" y="0"/>
                  </a:lnTo>
                  <a:lnTo>
                    <a:pt x="1483" y="90"/>
                  </a:lnTo>
                  <a:lnTo>
                    <a:pt x="135" y="9298"/>
                  </a:lnTo>
                  <a:lnTo>
                    <a:pt x="45" y="934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57"/>
            <p:cNvSpPr/>
            <p:nvPr/>
          </p:nvSpPr>
          <p:spPr>
            <a:xfrm>
              <a:off x="5366300" y="1961425"/>
              <a:ext cx="782675" cy="2069500"/>
            </a:xfrm>
            <a:custGeom>
              <a:rect b="b" l="l" r="r" t="t"/>
              <a:pathLst>
                <a:path extrusionOk="0" fill="none" h="82780" w="31307">
                  <a:moveTo>
                    <a:pt x="6917" y="1"/>
                  </a:moveTo>
                  <a:lnTo>
                    <a:pt x="6783" y="405"/>
                  </a:lnTo>
                  <a:lnTo>
                    <a:pt x="6783" y="405"/>
                  </a:lnTo>
                  <a:lnTo>
                    <a:pt x="6019" y="2875"/>
                  </a:lnTo>
                  <a:lnTo>
                    <a:pt x="5076" y="6424"/>
                  </a:lnTo>
                  <a:lnTo>
                    <a:pt x="4492" y="8535"/>
                  </a:lnTo>
                  <a:lnTo>
                    <a:pt x="3953" y="10870"/>
                  </a:lnTo>
                  <a:lnTo>
                    <a:pt x="3369" y="13385"/>
                  </a:lnTo>
                  <a:lnTo>
                    <a:pt x="2785" y="16080"/>
                  </a:lnTo>
                  <a:lnTo>
                    <a:pt x="2246" y="18955"/>
                  </a:lnTo>
                  <a:lnTo>
                    <a:pt x="1752" y="21919"/>
                  </a:lnTo>
                  <a:lnTo>
                    <a:pt x="1258" y="25018"/>
                  </a:lnTo>
                  <a:lnTo>
                    <a:pt x="854" y="28207"/>
                  </a:lnTo>
                  <a:lnTo>
                    <a:pt x="494" y="31441"/>
                  </a:lnTo>
                  <a:lnTo>
                    <a:pt x="225" y="34765"/>
                  </a:lnTo>
                  <a:lnTo>
                    <a:pt x="90" y="38089"/>
                  </a:lnTo>
                  <a:lnTo>
                    <a:pt x="45" y="39796"/>
                  </a:lnTo>
                  <a:lnTo>
                    <a:pt x="0" y="41457"/>
                  </a:lnTo>
                  <a:lnTo>
                    <a:pt x="0" y="41457"/>
                  </a:lnTo>
                  <a:lnTo>
                    <a:pt x="45" y="43479"/>
                  </a:lnTo>
                  <a:lnTo>
                    <a:pt x="90" y="45455"/>
                  </a:lnTo>
                  <a:lnTo>
                    <a:pt x="225" y="47431"/>
                  </a:lnTo>
                  <a:lnTo>
                    <a:pt x="405" y="49407"/>
                  </a:lnTo>
                  <a:lnTo>
                    <a:pt x="629" y="51384"/>
                  </a:lnTo>
                  <a:lnTo>
                    <a:pt x="899" y="53315"/>
                  </a:lnTo>
                  <a:lnTo>
                    <a:pt x="1213" y="55246"/>
                  </a:lnTo>
                  <a:lnTo>
                    <a:pt x="1617" y="57133"/>
                  </a:lnTo>
                  <a:lnTo>
                    <a:pt x="2111" y="58974"/>
                  </a:lnTo>
                  <a:lnTo>
                    <a:pt x="2650" y="60771"/>
                  </a:lnTo>
                  <a:lnTo>
                    <a:pt x="3234" y="62523"/>
                  </a:lnTo>
                  <a:lnTo>
                    <a:pt x="3908" y="64229"/>
                  </a:lnTo>
                  <a:lnTo>
                    <a:pt x="4672" y="65936"/>
                  </a:lnTo>
                  <a:lnTo>
                    <a:pt x="5525" y="67553"/>
                  </a:lnTo>
                  <a:lnTo>
                    <a:pt x="6423" y="69080"/>
                  </a:lnTo>
                  <a:lnTo>
                    <a:pt x="6917" y="69844"/>
                  </a:lnTo>
                  <a:lnTo>
                    <a:pt x="7411" y="70562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1306" y="82779"/>
                  </a:lnTo>
                  <a:lnTo>
                    <a:pt x="30004" y="82195"/>
                  </a:lnTo>
                  <a:lnTo>
                    <a:pt x="28746" y="81567"/>
                  </a:lnTo>
                  <a:lnTo>
                    <a:pt x="27533" y="80893"/>
                  </a:lnTo>
                  <a:lnTo>
                    <a:pt x="26366" y="80174"/>
                  </a:lnTo>
                  <a:lnTo>
                    <a:pt x="25243" y="79411"/>
                  </a:lnTo>
                  <a:lnTo>
                    <a:pt x="24165" y="78557"/>
                  </a:lnTo>
                  <a:lnTo>
                    <a:pt x="23132" y="77704"/>
                  </a:lnTo>
                  <a:lnTo>
                    <a:pt x="22144" y="76806"/>
                  </a:lnTo>
                  <a:lnTo>
                    <a:pt x="21245" y="75862"/>
                  </a:lnTo>
                  <a:lnTo>
                    <a:pt x="20347" y="74829"/>
                  </a:lnTo>
                  <a:lnTo>
                    <a:pt x="19494" y="73796"/>
                  </a:lnTo>
                  <a:lnTo>
                    <a:pt x="18730" y="72763"/>
                  </a:lnTo>
                  <a:lnTo>
                    <a:pt x="17966" y="71640"/>
                  </a:lnTo>
                  <a:lnTo>
                    <a:pt x="17248" y="70517"/>
                  </a:lnTo>
                  <a:lnTo>
                    <a:pt x="16574" y="69395"/>
                  </a:lnTo>
                  <a:lnTo>
                    <a:pt x="15900" y="68182"/>
                  </a:lnTo>
                  <a:lnTo>
                    <a:pt x="15900" y="68182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736"/>
                  </a:lnTo>
                  <a:lnTo>
                    <a:pt x="8714" y="44691"/>
                  </a:lnTo>
                  <a:lnTo>
                    <a:pt x="8759" y="44691"/>
                  </a:lnTo>
                  <a:lnTo>
                    <a:pt x="8759" y="44691"/>
                  </a:lnTo>
                  <a:lnTo>
                    <a:pt x="8759" y="44691"/>
                  </a:lnTo>
                  <a:lnTo>
                    <a:pt x="8804" y="44691"/>
                  </a:lnTo>
                  <a:lnTo>
                    <a:pt x="8804" y="44736"/>
                  </a:ln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4867" y="66071"/>
                  </a:lnTo>
                  <a:lnTo>
                    <a:pt x="14059" y="64184"/>
                  </a:lnTo>
                  <a:lnTo>
                    <a:pt x="13340" y="62253"/>
                  </a:lnTo>
                  <a:lnTo>
                    <a:pt x="12711" y="60277"/>
                  </a:lnTo>
                  <a:lnTo>
                    <a:pt x="12127" y="58301"/>
                  </a:lnTo>
                  <a:lnTo>
                    <a:pt x="11588" y="56324"/>
                  </a:lnTo>
                  <a:lnTo>
                    <a:pt x="11184" y="54303"/>
                  </a:lnTo>
                  <a:lnTo>
                    <a:pt x="10780" y="52282"/>
                  </a:lnTo>
                  <a:lnTo>
                    <a:pt x="10466" y="50306"/>
                  </a:lnTo>
                  <a:lnTo>
                    <a:pt x="10196" y="48284"/>
                  </a:lnTo>
                  <a:lnTo>
                    <a:pt x="9972" y="46353"/>
                  </a:lnTo>
                  <a:lnTo>
                    <a:pt x="9837" y="44422"/>
                  </a:lnTo>
                  <a:lnTo>
                    <a:pt x="9702" y="42490"/>
                  </a:lnTo>
                  <a:lnTo>
                    <a:pt x="9612" y="40649"/>
                  </a:lnTo>
                  <a:lnTo>
                    <a:pt x="9567" y="38852"/>
                  </a:lnTo>
                  <a:lnTo>
                    <a:pt x="9567" y="37101"/>
                  </a:lnTo>
                  <a:lnTo>
                    <a:pt x="9567" y="37101"/>
                  </a:lnTo>
                  <a:lnTo>
                    <a:pt x="9612" y="35708"/>
                  </a:lnTo>
                  <a:lnTo>
                    <a:pt x="9702" y="34361"/>
                  </a:lnTo>
                  <a:lnTo>
                    <a:pt x="9792" y="33013"/>
                  </a:lnTo>
                  <a:lnTo>
                    <a:pt x="9927" y="31666"/>
                  </a:lnTo>
                  <a:lnTo>
                    <a:pt x="10061" y="30274"/>
                  </a:lnTo>
                  <a:lnTo>
                    <a:pt x="10241" y="28926"/>
                  </a:lnTo>
                  <a:lnTo>
                    <a:pt x="10690" y="26276"/>
                  </a:lnTo>
                  <a:lnTo>
                    <a:pt x="11229" y="23626"/>
                  </a:lnTo>
                  <a:lnTo>
                    <a:pt x="11813" y="21111"/>
                  </a:lnTo>
                  <a:lnTo>
                    <a:pt x="12442" y="18641"/>
                  </a:lnTo>
                  <a:lnTo>
                    <a:pt x="13116" y="16350"/>
                  </a:lnTo>
                  <a:lnTo>
                    <a:pt x="13789" y="14149"/>
                  </a:lnTo>
                  <a:lnTo>
                    <a:pt x="14463" y="12173"/>
                  </a:lnTo>
                  <a:lnTo>
                    <a:pt x="15092" y="10331"/>
                  </a:lnTo>
                  <a:lnTo>
                    <a:pt x="15676" y="8714"/>
                  </a:lnTo>
                  <a:lnTo>
                    <a:pt x="16664" y="6199"/>
                  </a:lnTo>
                  <a:lnTo>
                    <a:pt x="17248" y="4762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57"/>
            <p:cNvSpPr/>
            <p:nvPr/>
          </p:nvSpPr>
          <p:spPr>
            <a:xfrm>
              <a:off x="5647025" y="1922125"/>
              <a:ext cx="113425" cy="87625"/>
            </a:xfrm>
            <a:custGeom>
              <a:rect b="b" l="l" r="r" t="t"/>
              <a:pathLst>
                <a:path extrusionOk="0" h="3505" w="4537">
                  <a:moveTo>
                    <a:pt x="0" y="1"/>
                  </a:moveTo>
                  <a:lnTo>
                    <a:pt x="0" y="315"/>
                  </a:lnTo>
                  <a:lnTo>
                    <a:pt x="0" y="540"/>
                  </a:lnTo>
                  <a:lnTo>
                    <a:pt x="45" y="764"/>
                  </a:lnTo>
                  <a:lnTo>
                    <a:pt x="180" y="989"/>
                  </a:lnTo>
                  <a:lnTo>
                    <a:pt x="315" y="1213"/>
                  </a:lnTo>
                  <a:lnTo>
                    <a:pt x="449" y="1438"/>
                  </a:lnTo>
                  <a:lnTo>
                    <a:pt x="674" y="1663"/>
                  </a:lnTo>
                  <a:lnTo>
                    <a:pt x="1213" y="2067"/>
                  </a:lnTo>
                  <a:lnTo>
                    <a:pt x="1842" y="2471"/>
                  </a:lnTo>
                  <a:lnTo>
                    <a:pt x="2650" y="2830"/>
                  </a:lnTo>
                  <a:lnTo>
                    <a:pt x="3548" y="3190"/>
                  </a:lnTo>
                  <a:lnTo>
                    <a:pt x="4537" y="3504"/>
                  </a:lnTo>
                  <a:lnTo>
                    <a:pt x="3593" y="3145"/>
                  </a:lnTo>
                  <a:lnTo>
                    <a:pt x="2785" y="2741"/>
                  </a:lnTo>
                  <a:lnTo>
                    <a:pt x="2066" y="2291"/>
                  </a:lnTo>
                  <a:lnTo>
                    <a:pt x="1482" y="1842"/>
                  </a:lnTo>
                  <a:lnTo>
                    <a:pt x="988" y="1393"/>
                  </a:lnTo>
                  <a:lnTo>
                    <a:pt x="584" y="944"/>
                  </a:lnTo>
                  <a:lnTo>
                    <a:pt x="270" y="45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D0C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57"/>
            <p:cNvSpPr/>
            <p:nvPr/>
          </p:nvSpPr>
          <p:spPr>
            <a:xfrm>
              <a:off x="5647025" y="1922125"/>
              <a:ext cx="113425" cy="87625"/>
            </a:xfrm>
            <a:custGeom>
              <a:rect b="b" l="l" r="r" t="t"/>
              <a:pathLst>
                <a:path extrusionOk="0" fill="none" h="3505" w="453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315"/>
                  </a:lnTo>
                  <a:lnTo>
                    <a:pt x="0" y="315"/>
                  </a:lnTo>
                  <a:lnTo>
                    <a:pt x="0" y="540"/>
                  </a:lnTo>
                  <a:lnTo>
                    <a:pt x="45" y="764"/>
                  </a:lnTo>
                  <a:lnTo>
                    <a:pt x="180" y="989"/>
                  </a:lnTo>
                  <a:lnTo>
                    <a:pt x="315" y="1213"/>
                  </a:lnTo>
                  <a:lnTo>
                    <a:pt x="449" y="1438"/>
                  </a:lnTo>
                  <a:lnTo>
                    <a:pt x="674" y="1663"/>
                  </a:lnTo>
                  <a:lnTo>
                    <a:pt x="1213" y="2067"/>
                  </a:lnTo>
                  <a:lnTo>
                    <a:pt x="1842" y="2471"/>
                  </a:lnTo>
                  <a:lnTo>
                    <a:pt x="2650" y="2830"/>
                  </a:lnTo>
                  <a:lnTo>
                    <a:pt x="3548" y="3190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3593" y="3145"/>
                  </a:lnTo>
                  <a:lnTo>
                    <a:pt x="2785" y="2741"/>
                  </a:lnTo>
                  <a:lnTo>
                    <a:pt x="2066" y="2291"/>
                  </a:lnTo>
                  <a:lnTo>
                    <a:pt x="1482" y="1842"/>
                  </a:lnTo>
                  <a:lnTo>
                    <a:pt x="988" y="1393"/>
                  </a:lnTo>
                  <a:lnTo>
                    <a:pt x="584" y="944"/>
                  </a:lnTo>
                  <a:lnTo>
                    <a:pt x="270" y="450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57"/>
            <p:cNvSpPr/>
            <p:nvPr/>
          </p:nvSpPr>
          <p:spPr>
            <a:xfrm>
              <a:off x="5547075" y="1849150"/>
              <a:ext cx="330150" cy="220100"/>
            </a:xfrm>
            <a:custGeom>
              <a:rect b="b" l="l" r="r" t="t"/>
              <a:pathLst>
                <a:path extrusionOk="0" h="8804" w="13206">
                  <a:moveTo>
                    <a:pt x="3684" y="0"/>
                  </a:moveTo>
                  <a:lnTo>
                    <a:pt x="2830" y="404"/>
                  </a:lnTo>
                  <a:lnTo>
                    <a:pt x="2112" y="809"/>
                  </a:lnTo>
                  <a:lnTo>
                    <a:pt x="1483" y="1213"/>
                  </a:lnTo>
                  <a:lnTo>
                    <a:pt x="944" y="1662"/>
                  </a:lnTo>
                  <a:lnTo>
                    <a:pt x="540" y="2066"/>
                  </a:lnTo>
                  <a:lnTo>
                    <a:pt x="225" y="2515"/>
                  </a:lnTo>
                  <a:lnTo>
                    <a:pt x="135" y="2740"/>
                  </a:lnTo>
                  <a:lnTo>
                    <a:pt x="46" y="2965"/>
                  </a:lnTo>
                  <a:lnTo>
                    <a:pt x="1" y="3189"/>
                  </a:lnTo>
                  <a:lnTo>
                    <a:pt x="1" y="3369"/>
                  </a:lnTo>
                  <a:lnTo>
                    <a:pt x="46" y="3773"/>
                  </a:lnTo>
                  <a:lnTo>
                    <a:pt x="180" y="4132"/>
                  </a:lnTo>
                  <a:lnTo>
                    <a:pt x="405" y="4492"/>
                  </a:lnTo>
                  <a:lnTo>
                    <a:pt x="719" y="4896"/>
                  </a:lnTo>
                  <a:lnTo>
                    <a:pt x="1079" y="5255"/>
                  </a:lnTo>
                  <a:lnTo>
                    <a:pt x="1573" y="5615"/>
                  </a:lnTo>
                  <a:lnTo>
                    <a:pt x="2112" y="5974"/>
                  </a:lnTo>
                  <a:lnTo>
                    <a:pt x="2741" y="6333"/>
                  </a:lnTo>
                  <a:lnTo>
                    <a:pt x="3459" y="6693"/>
                  </a:lnTo>
                  <a:lnTo>
                    <a:pt x="4268" y="7007"/>
                  </a:lnTo>
                  <a:lnTo>
                    <a:pt x="5121" y="7321"/>
                  </a:lnTo>
                  <a:lnTo>
                    <a:pt x="6064" y="7681"/>
                  </a:lnTo>
                  <a:lnTo>
                    <a:pt x="7052" y="7950"/>
                  </a:lnTo>
                  <a:lnTo>
                    <a:pt x="8175" y="8265"/>
                  </a:lnTo>
                  <a:lnTo>
                    <a:pt x="9298" y="8534"/>
                  </a:lnTo>
                  <a:lnTo>
                    <a:pt x="10556" y="8804"/>
                  </a:lnTo>
                  <a:lnTo>
                    <a:pt x="13206" y="7501"/>
                  </a:lnTo>
                  <a:lnTo>
                    <a:pt x="13161" y="7456"/>
                  </a:lnTo>
                  <a:lnTo>
                    <a:pt x="11813" y="7276"/>
                  </a:lnTo>
                  <a:lnTo>
                    <a:pt x="10601" y="7007"/>
                  </a:lnTo>
                  <a:lnTo>
                    <a:pt x="9523" y="6738"/>
                  </a:lnTo>
                  <a:lnTo>
                    <a:pt x="8535" y="6423"/>
                  </a:lnTo>
                  <a:lnTo>
                    <a:pt x="7546" y="6109"/>
                  </a:lnTo>
                  <a:lnTo>
                    <a:pt x="6648" y="5749"/>
                  </a:lnTo>
                  <a:lnTo>
                    <a:pt x="5840" y="5390"/>
                  </a:lnTo>
                  <a:lnTo>
                    <a:pt x="5211" y="4986"/>
                  </a:lnTo>
                  <a:lnTo>
                    <a:pt x="4672" y="4582"/>
                  </a:lnTo>
                  <a:lnTo>
                    <a:pt x="4447" y="4357"/>
                  </a:lnTo>
                  <a:lnTo>
                    <a:pt x="4313" y="4132"/>
                  </a:lnTo>
                  <a:lnTo>
                    <a:pt x="4178" y="3908"/>
                  </a:lnTo>
                  <a:lnTo>
                    <a:pt x="4043" y="3683"/>
                  </a:lnTo>
                  <a:lnTo>
                    <a:pt x="3998" y="3459"/>
                  </a:lnTo>
                  <a:lnTo>
                    <a:pt x="3998" y="3234"/>
                  </a:lnTo>
                  <a:lnTo>
                    <a:pt x="3998" y="2920"/>
                  </a:lnTo>
                  <a:lnTo>
                    <a:pt x="3863" y="2471"/>
                  </a:lnTo>
                  <a:lnTo>
                    <a:pt x="3729" y="2066"/>
                  </a:lnTo>
                  <a:lnTo>
                    <a:pt x="3639" y="1662"/>
                  </a:lnTo>
                  <a:lnTo>
                    <a:pt x="3594" y="1303"/>
                  </a:lnTo>
                  <a:lnTo>
                    <a:pt x="3594" y="943"/>
                  </a:lnTo>
                  <a:lnTo>
                    <a:pt x="3594" y="584"/>
                  </a:lnTo>
                  <a:lnTo>
                    <a:pt x="3684" y="0"/>
                  </a:lnTo>
                  <a:close/>
                </a:path>
              </a:pathLst>
            </a:custGeom>
            <a:solidFill>
              <a:srgbClr val="9D401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57"/>
            <p:cNvSpPr/>
            <p:nvPr/>
          </p:nvSpPr>
          <p:spPr>
            <a:xfrm>
              <a:off x="5547075" y="1849150"/>
              <a:ext cx="330150" cy="220100"/>
            </a:xfrm>
            <a:custGeom>
              <a:rect b="b" l="l" r="r" t="t"/>
              <a:pathLst>
                <a:path extrusionOk="0" fill="none" h="8804" w="13206">
                  <a:moveTo>
                    <a:pt x="3684" y="0"/>
                  </a:moveTo>
                  <a:lnTo>
                    <a:pt x="3684" y="0"/>
                  </a:lnTo>
                  <a:lnTo>
                    <a:pt x="2830" y="404"/>
                  </a:lnTo>
                  <a:lnTo>
                    <a:pt x="2112" y="809"/>
                  </a:lnTo>
                  <a:lnTo>
                    <a:pt x="1483" y="1213"/>
                  </a:lnTo>
                  <a:lnTo>
                    <a:pt x="944" y="1662"/>
                  </a:lnTo>
                  <a:lnTo>
                    <a:pt x="540" y="2066"/>
                  </a:lnTo>
                  <a:lnTo>
                    <a:pt x="225" y="2515"/>
                  </a:lnTo>
                  <a:lnTo>
                    <a:pt x="135" y="2740"/>
                  </a:lnTo>
                  <a:lnTo>
                    <a:pt x="46" y="2965"/>
                  </a:lnTo>
                  <a:lnTo>
                    <a:pt x="1" y="3189"/>
                  </a:lnTo>
                  <a:lnTo>
                    <a:pt x="1" y="3369"/>
                  </a:lnTo>
                  <a:lnTo>
                    <a:pt x="1" y="3369"/>
                  </a:lnTo>
                  <a:lnTo>
                    <a:pt x="46" y="3773"/>
                  </a:lnTo>
                  <a:lnTo>
                    <a:pt x="180" y="4132"/>
                  </a:lnTo>
                  <a:lnTo>
                    <a:pt x="405" y="4492"/>
                  </a:lnTo>
                  <a:lnTo>
                    <a:pt x="719" y="4896"/>
                  </a:lnTo>
                  <a:lnTo>
                    <a:pt x="1079" y="5255"/>
                  </a:lnTo>
                  <a:lnTo>
                    <a:pt x="1573" y="5615"/>
                  </a:lnTo>
                  <a:lnTo>
                    <a:pt x="2112" y="5974"/>
                  </a:lnTo>
                  <a:lnTo>
                    <a:pt x="2741" y="6333"/>
                  </a:lnTo>
                  <a:lnTo>
                    <a:pt x="3459" y="6693"/>
                  </a:lnTo>
                  <a:lnTo>
                    <a:pt x="4268" y="7007"/>
                  </a:lnTo>
                  <a:lnTo>
                    <a:pt x="5121" y="7321"/>
                  </a:lnTo>
                  <a:lnTo>
                    <a:pt x="6064" y="7681"/>
                  </a:lnTo>
                  <a:lnTo>
                    <a:pt x="7052" y="7950"/>
                  </a:lnTo>
                  <a:lnTo>
                    <a:pt x="8175" y="8265"/>
                  </a:lnTo>
                  <a:lnTo>
                    <a:pt x="9298" y="8534"/>
                  </a:lnTo>
                  <a:lnTo>
                    <a:pt x="10556" y="8804"/>
                  </a:lnTo>
                  <a:lnTo>
                    <a:pt x="13206" y="7501"/>
                  </a:lnTo>
                  <a:lnTo>
                    <a:pt x="13206" y="7501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1813" y="7276"/>
                  </a:lnTo>
                  <a:lnTo>
                    <a:pt x="10601" y="7007"/>
                  </a:lnTo>
                  <a:lnTo>
                    <a:pt x="9523" y="6738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7546" y="6109"/>
                  </a:lnTo>
                  <a:lnTo>
                    <a:pt x="6648" y="5749"/>
                  </a:lnTo>
                  <a:lnTo>
                    <a:pt x="5840" y="5390"/>
                  </a:lnTo>
                  <a:lnTo>
                    <a:pt x="5211" y="4986"/>
                  </a:lnTo>
                  <a:lnTo>
                    <a:pt x="4672" y="4582"/>
                  </a:lnTo>
                  <a:lnTo>
                    <a:pt x="4447" y="4357"/>
                  </a:lnTo>
                  <a:lnTo>
                    <a:pt x="4313" y="4132"/>
                  </a:lnTo>
                  <a:lnTo>
                    <a:pt x="4178" y="3908"/>
                  </a:lnTo>
                  <a:lnTo>
                    <a:pt x="4043" y="3683"/>
                  </a:lnTo>
                  <a:lnTo>
                    <a:pt x="3998" y="3459"/>
                  </a:lnTo>
                  <a:lnTo>
                    <a:pt x="3998" y="3234"/>
                  </a:lnTo>
                  <a:lnTo>
                    <a:pt x="3998" y="3234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863" y="2471"/>
                  </a:lnTo>
                  <a:lnTo>
                    <a:pt x="3729" y="2066"/>
                  </a:lnTo>
                  <a:lnTo>
                    <a:pt x="3639" y="1662"/>
                  </a:lnTo>
                  <a:lnTo>
                    <a:pt x="3594" y="1303"/>
                  </a:lnTo>
                  <a:lnTo>
                    <a:pt x="3594" y="943"/>
                  </a:lnTo>
                  <a:lnTo>
                    <a:pt x="3594" y="584"/>
                  </a:lnTo>
                  <a:lnTo>
                    <a:pt x="368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57"/>
            <p:cNvSpPr/>
            <p:nvPr/>
          </p:nvSpPr>
          <p:spPr>
            <a:xfrm>
              <a:off x="5904150" y="3999450"/>
              <a:ext cx="267275" cy="102200"/>
            </a:xfrm>
            <a:custGeom>
              <a:rect b="b" l="l" r="r" t="t"/>
              <a:pathLst>
                <a:path extrusionOk="0" h="4088" w="10691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D401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57"/>
            <p:cNvSpPr/>
            <p:nvPr/>
          </p:nvSpPr>
          <p:spPr>
            <a:xfrm>
              <a:off x="5904150" y="3999450"/>
              <a:ext cx="267275" cy="102200"/>
            </a:xfrm>
            <a:custGeom>
              <a:rect b="b" l="l" r="r" t="t"/>
              <a:pathLst>
                <a:path extrusionOk="0" fill="none" h="4088" w="10691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57"/>
            <p:cNvSpPr/>
            <p:nvPr/>
          </p:nvSpPr>
          <p:spPr>
            <a:xfrm>
              <a:off x="6308400" y="3999450"/>
              <a:ext cx="275125" cy="102200"/>
            </a:xfrm>
            <a:custGeom>
              <a:rect b="b" l="l" r="r" t="t"/>
              <a:pathLst>
                <a:path extrusionOk="0" h="4088" w="11005">
                  <a:moveTo>
                    <a:pt x="11004" y="1"/>
                  </a:moveTo>
                  <a:lnTo>
                    <a:pt x="10735" y="90"/>
                  </a:lnTo>
                  <a:lnTo>
                    <a:pt x="9522" y="450"/>
                  </a:lnTo>
                  <a:lnTo>
                    <a:pt x="8265" y="764"/>
                  </a:lnTo>
                  <a:lnTo>
                    <a:pt x="6962" y="1079"/>
                  </a:lnTo>
                  <a:lnTo>
                    <a:pt x="5615" y="1303"/>
                  </a:lnTo>
                  <a:lnTo>
                    <a:pt x="4267" y="1528"/>
                  </a:lnTo>
                  <a:lnTo>
                    <a:pt x="2875" y="1707"/>
                  </a:lnTo>
                  <a:lnTo>
                    <a:pt x="1437" y="1842"/>
                  </a:lnTo>
                  <a:lnTo>
                    <a:pt x="0" y="1932"/>
                  </a:lnTo>
                  <a:lnTo>
                    <a:pt x="449" y="4088"/>
                  </a:lnTo>
                  <a:lnTo>
                    <a:pt x="1572" y="3998"/>
                  </a:lnTo>
                  <a:lnTo>
                    <a:pt x="2695" y="3908"/>
                  </a:lnTo>
                  <a:lnTo>
                    <a:pt x="3683" y="3774"/>
                  </a:lnTo>
                  <a:lnTo>
                    <a:pt x="4626" y="3594"/>
                  </a:lnTo>
                  <a:lnTo>
                    <a:pt x="6288" y="3279"/>
                  </a:lnTo>
                  <a:lnTo>
                    <a:pt x="7726" y="2875"/>
                  </a:lnTo>
                  <a:lnTo>
                    <a:pt x="8893" y="2516"/>
                  </a:lnTo>
                  <a:lnTo>
                    <a:pt x="9792" y="2157"/>
                  </a:lnTo>
                  <a:lnTo>
                    <a:pt x="10465" y="1842"/>
                  </a:lnTo>
                  <a:lnTo>
                    <a:pt x="10915" y="1573"/>
                  </a:lnTo>
                  <a:lnTo>
                    <a:pt x="11004" y="1528"/>
                  </a:lnTo>
                  <a:lnTo>
                    <a:pt x="11004" y="1"/>
                  </a:lnTo>
                  <a:close/>
                </a:path>
              </a:pathLst>
            </a:custGeom>
            <a:solidFill>
              <a:srgbClr val="C96E4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57"/>
            <p:cNvSpPr/>
            <p:nvPr/>
          </p:nvSpPr>
          <p:spPr>
            <a:xfrm>
              <a:off x="6308400" y="3999450"/>
              <a:ext cx="275125" cy="102200"/>
            </a:xfrm>
            <a:custGeom>
              <a:rect b="b" l="l" r="r" t="t"/>
              <a:pathLst>
                <a:path extrusionOk="0" fill="none" h="4088" w="11005">
                  <a:moveTo>
                    <a:pt x="11004" y="1"/>
                  </a:moveTo>
                  <a:lnTo>
                    <a:pt x="10735" y="90"/>
                  </a:lnTo>
                  <a:lnTo>
                    <a:pt x="10735" y="90"/>
                  </a:lnTo>
                  <a:lnTo>
                    <a:pt x="9522" y="450"/>
                  </a:lnTo>
                  <a:lnTo>
                    <a:pt x="8265" y="764"/>
                  </a:lnTo>
                  <a:lnTo>
                    <a:pt x="6962" y="1079"/>
                  </a:lnTo>
                  <a:lnTo>
                    <a:pt x="5615" y="1303"/>
                  </a:lnTo>
                  <a:lnTo>
                    <a:pt x="4267" y="1528"/>
                  </a:lnTo>
                  <a:lnTo>
                    <a:pt x="2875" y="1707"/>
                  </a:lnTo>
                  <a:lnTo>
                    <a:pt x="1437" y="1842"/>
                  </a:lnTo>
                  <a:lnTo>
                    <a:pt x="0" y="1932"/>
                  </a:lnTo>
                  <a:lnTo>
                    <a:pt x="449" y="4088"/>
                  </a:lnTo>
                  <a:lnTo>
                    <a:pt x="449" y="4088"/>
                  </a:lnTo>
                  <a:lnTo>
                    <a:pt x="449" y="4088"/>
                  </a:lnTo>
                  <a:lnTo>
                    <a:pt x="1572" y="3998"/>
                  </a:lnTo>
                  <a:lnTo>
                    <a:pt x="2695" y="3908"/>
                  </a:lnTo>
                  <a:lnTo>
                    <a:pt x="3683" y="3774"/>
                  </a:lnTo>
                  <a:lnTo>
                    <a:pt x="4626" y="3594"/>
                  </a:lnTo>
                  <a:lnTo>
                    <a:pt x="6288" y="3279"/>
                  </a:lnTo>
                  <a:lnTo>
                    <a:pt x="7726" y="2875"/>
                  </a:lnTo>
                  <a:lnTo>
                    <a:pt x="8893" y="2516"/>
                  </a:lnTo>
                  <a:lnTo>
                    <a:pt x="9792" y="2157"/>
                  </a:lnTo>
                  <a:lnTo>
                    <a:pt x="10465" y="1842"/>
                  </a:lnTo>
                  <a:lnTo>
                    <a:pt x="10915" y="1573"/>
                  </a:lnTo>
                  <a:lnTo>
                    <a:pt x="11004" y="1528"/>
                  </a:lnTo>
                  <a:lnTo>
                    <a:pt x="1100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57"/>
            <p:cNvSpPr/>
            <p:nvPr/>
          </p:nvSpPr>
          <p:spPr>
            <a:xfrm>
              <a:off x="6604825" y="1844650"/>
              <a:ext cx="335775" cy="225725"/>
            </a:xfrm>
            <a:custGeom>
              <a:rect b="b" l="l" r="r" t="t"/>
              <a:pathLst>
                <a:path extrusionOk="0" h="9029" w="13431">
                  <a:moveTo>
                    <a:pt x="9388" y="1"/>
                  </a:moveTo>
                  <a:lnTo>
                    <a:pt x="9478" y="584"/>
                  </a:lnTo>
                  <a:lnTo>
                    <a:pt x="9523" y="1213"/>
                  </a:lnTo>
                  <a:lnTo>
                    <a:pt x="9523" y="1573"/>
                  </a:lnTo>
                  <a:lnTo>
                    <a:pt x="9478" y="1932"/>
                  </a:lnTo>
                  <a:lnTo>
                    <a:pt x="9388" y="2291"/>
                  </a:lnTo>
                  <a:lnTo>
                    <a:pt x="9253" y="2695"/>
                  </a:lnTo>
                  <a:lnTo>
                    <a:pt x="9388" y="3055"/>
                  </a:lnTo>
                  <a:lnTo>
                    <a:pt x="9478" y="3414"/>
                  </a:lnTo>
                  <a:lnTo>
                    <a:pt x="9433" y="3773"/>
                  </a:lnTo>
                  <a:lnTo>
                    <a:pt x="9298" y="4088"/>
                  </a:lnTo>
                  <a:lnTo>
                    <a:pt x="9074" y="4447"/>
                  </a:lnTo>
                  <a:lnTo>
                    <a:pt x="8759" y="4762"/>
                  </a:lnTo>
                  <a:lnTo>
                    <a:pt x="8400" y="5076"/>
                  </a:lnTo>
                  <a:lnTo>
                    <a:pt x="7906" y="5345"/>
                  </a:lnTo>
                  <a:lnTo>
                    <a:pt x="7412" y="5660"/>
                  </a:lnTo>
                  <a:lnTo>
                    <a:pt x="6783" y="5929"/>
                  </a:lnTo>
                  <a:lnTo>
                    <a:pt x="6154" y="6199"/>
                  </a:lnTo>
                  <a:lnTo>
                    <a:pt x="5435" y="6468"/>
                  </a:lnTo>
                  <a:lnTo>
                    <a:pt x="4627" y="6693"/>
                  </a:lnTo>
                  <a:lnTo>
                    <a:pt x="3819" y="6918"/>
                  </a:lnTo>
                  <a:lnTo>
                    <a:pt x="1977" y="7322"/>
                  </a:lnTo>
                  <a:lnTo>
                    <a:pt x="1" y="7726"/>
                  </a:lnTo>
                  <a:lnTo>
                    <a:pt x="2651" y="9029"/>
                  </a:lnTo>
                  <a:lnTo>
                    <a:pt x="3908" y="8759"/>
                  </a:lnTo>
                  <a:lnTo>
                    <a:pt x="5076" y="8490"/>
                  </a:lnTo>
                  <a:lnTo>
                    <a:pt x="6199" y="8175"/>
                  </a:lnTo>
                  <a:lnTo>
                    <a:pt x="7232" y="7906"/>
                  </a:lnTo>
                  <a:lnTo>
                    <a:pt x="8220" y="7546"/>
                  </a:lnTo>
                  <a:lnTo>
                    <a:pt x="9074" y="7232"/>
                  </a:lnTo>
                  <a:lnTo>
                    <a:pt x="9882" y="6873"/>
                  </a:lnTo>
                  <a:lnTo>
                    <a:pt x="10646" y="6558"/>
                  </a:lnTo>
                  <a:lnTo>
                    <a:pt x="11274" y="6199"/>
                  </a:lnTo>
                  <a:lnTo>
                    <a:pt x="11813" y="5840"/>
                  </a:lnTo>
                  <a:lnTo>
                    <a:pt x="12307" y="5435"/>
                  </a:lnTo>
                  <a:lnTo>
                    <a:pt x="12712" y="5076"/>
                  </a:lnTo>
                  <a:lnTo>
                    <a:pt x="13026" y="4717"/>
                  </a:lnTo>
                  <a:lnTo>
                    <a:pt x="13251" y="4312"/>
                  </a:lnTo>
                  <a:lnTo>
                    <a:pt x="13385" y="3953"/>
                  </a:lnTo>
                  <a:lnTo>
                    <a:pt x="13430" y="3549"/>
                  </a:lnTo>
                  <a:lnTo>
                    <a:pt x="13430" y="3324"/>
                  </a:lnTo>
                  <a:lnTo>
                    <a:pt x="13385" y="3100"/>
                  </a:lnTo>
                  <a:lnTo>
                    <a:pt x="13296" y="2875"/>
                  </a:lnTo>
                  <a:lnTo>
                    <a:pt x="13161" y="2651"/>
                  </a:lnTo>
                  <a:lnTo>
                    <a:pt x="12846" y="2201"/>
                  </a:lnTo>
                  <a:lnTo>
                    <a:pt x="12397" y="1752"/>
                  </a:lnTo>
                  <a:lnTo>
                    <a:pt x="11813" y="1303"/>
                  </a:lnTo>
                  <a:lnTo>
                    <a:pt x="11140" y="854"/>
                  </a:lnTo>
                  <a:lnTo>
                    <a:pt x="10331" y="450"/>
                  </a:lnTo>
                  <a:lnTo>
                    <a:pt x="9388" y="1"/>
                  </a:lnTo>
                  <a:close/>
                </a:path>
              </a:pathLst>
            </a:custGeom>
            <a:solidFill>
              <a:srgbClr val="C96E4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57"/>
            <p:cNvSpPr/>
            <p:nvPr/>
          </p:nvSpPr>
          <p:spPr>
            <a:xfrm>
              <a:off x="6604825" y="1844650"/>
              <a:ext cx="335775" cy="225725"/>
            </a:xfrm>
            <a:custGeom>
              <a:rect b="b" l="l" r="r" t="t"/>
              <a:pathLst>
                <a:path extrusionOk="0" fill="none" h="9029" w="13431">
                  <a:moveTo>
                    <a:pt x="9388" y="1"/>
                  </a:moveTo>
                  <a:lnTo>
                    <a:pt x="9388" y="1"/>
                  </a:lnTo>
                  <a:lnTo>
                    <a:pt x="9478" y="584"/>
                  </a:lnTo>
                  <a:lnTo>
                    <a:pt x="9523" y="1213"/>
                  </a:lnTo>
                  <a:lnTo>
                    <a:pt x="9523" y="1573"/>
                  </a:lnTo>
                  <a:lnTo>
                    <a:pt x="9478" y="1932"/>
                  </a:lnTo>
                  <a:lnTo>
                    <a:pt x="9388" y="2291"/>
                  </a:lnTo>
                  <a:lnTo>
                    <a:pt x="9253" y="2695"/>
                  </a:lnTo>
                  <a:lnTo>
                    <a:pt x="9253" y="2695"/>
                  </a:lnTo>
                  <a:lnTo>
                    <a:pt x="9388" y="3055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33" y="3773"/>
                  </a:lnTo>
                  <a:lnTo>
                    <a:pt x="9298" y="4088"/>
                  </a:lnTo>
                  <a:lnTo>
                    <a:pt x="9074" y="4447"/>
                  </a:lnTo>
                  <a:lnTo>
                    <a:pt x="8759" y="4762"/>
                  </a:lnTo>
                  <a:lnTo>
                    <a:pt x="8400" y="5076"/>
                  </a:lnTo>
                  <a:lnTo>
                    <a:pt x="7906" y="5345"/>
                  </a:lnTo>
                  <a:lnTo>
                    <a:pt x="7412" y="5660"/>
                  </a:lnTo>
                  <a:lnTo>
                    <a:pt x="6783" y="5929"/>
                  </a:lnTo>
                  <a:lnTo>
                    <a:pt x="6154" y="6199"/>
                  </a:lnTo>
                  <a:lnTo>
                    <a:pt x="5435" y="6468"/>
                  </a:lnTo>
                  <a:lnTo>
                    <a:pt x="4627" y="6693"/>
                  </a:lnTo>
                  <a:lnTo>
                    <a:pt x="3819" y="6918"/>
                  </a:lnTo>
                  <a:lnTo>
                    <a:pt x="1977" y="7322"/>
                  </a:lnTo>
                  <a:lnTo>
                    <a:pt x="1" y="7726"/>
                  </a:lnTo>
                  <a:lnTo>
                    <a:pt x="2651" y="9029"/>
                  </a:lnTo>
                  <a:lnTo>
                    <a:pt x="2651" y="9029"/>
                  </a:lnTo>
                  <a:lnTo>
                    <a:pt x="3908" y="8759"/>
                  </a:lnTo>
                  <a:lnTo>
                    <a:pt x="5076" y="8490"/>
                  </a:lnTo>
                  <a:lnTo>
                    <a:pt x="6199" y="8175"/>
                  </a:lnTo>
                  <a:lnTo>
                    <a:pt x="7232" y="7906"/>
                  </a:lnTo>
                  <a:lnTo>
                    <a:pt x="8220" y="7546"/>
                  </a:lnTo>
                  <a:lnTo>
                    <a:pt x="9074" y="7232"/>
                  </a:lnTo>
                  <a:lnTo>
                    <a:pt x="9882" y="6873"/>
                  </a:lnTo>
                  <a:lnTo>
                    <a:pt x="10646" y="6558"/>
                  </a:lnTo>
                  <a:lnTo>
                    <a:pt x="11274" y="6199"/>
                  </a:lnTo>
                  <a:lnTo>
                    <a:pt x="11813" y="5840"/>
                  </a:lnTo>
                  <a:lnTo>
                    <a:pt x="12307" y="5435"/>
                  </a:lnTo>
                  <a:lnTo>
                    <a:pt x="12712" y="5076"/>
                  </a:lnTo>
                  <a:lnTo>
                    <a:pt x="13026" y="4717"/>
                  </a:lnTo>
                  <a:lnTo>
                    <a:pt x="13251" y="4312"/>
                  </a:lnTo>
                  <a:lnTo>
                    <a:pt x="13385" y="3953"/>
                  </a:lnTo>
                  <a:lnTo>
                    <a:pt x="13430" y="3549"/>
                  </a:lnTo>
                  <a:lnTo>
                    <a:pt x="13430" y="3549"/>
                  </a:lnTo>
                  <a:lnTo>
                    <a:pt x="13430" y="3324"/>
                  </a:lnTo>
                  <a:lnTo>
                    <a:pt x="13385" y="3100"/>
                  </a:lnTo>
                  <a:lnTo>
                    <a:pt x="13296" y="2875"/>
                  </a:lnTo>
                  <a:lnTo>
                    <a:pt x="13161" y="2651"/>
                  </a:lnTo>
                  <a:lnTo>
                    <a:pt x="12846" y="2201"/>
                  </a:lnTo>
                  <a:lnTo>
                    <a:pt x="12397" y="1752"/>
                  </a:lnTo>
                  <a:lnTo>
                    <a:pt x="11813" y="1303"/>
                  </a:lnTo>
                  <a:lnTo>
                    <a:pt x="11140" y="854"/>
                  </a:lnTo>
                  <a:lnTo>
                    <a:pt x="10331" y="450"/>
                  </a:lnTo>
                  <a:lnTo>
                    <a:pt x="938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57"/>
            <p:cNvSpPr/>
            <p:nvPr/>
          </p:nvSpPr>
          <p:spPr>
            <a:xfrm>
              <a:off x="6667700" y="2093925"/>
              <a:ext cx="343625" cy="1777550"/>
            </a:xfrm>
            <a:custGeom>
              <a:rect b="b" l="l" r="r" t="t"/>
              <a:pathLst>
                <a:path extrusionOk="0" h="71102" w="13745">
                  <a:moveTo>
                    <a:pt x="4358" y="3235"/>
                  </a:moveTo>
                  <a:lnTo>
                    <a:pt x="4313" y="3280"/>
                  </a:lnTo>
                  <a:lnTo>
                    <a:pt x="4942" y="6693"/>
                  </a:lnTo>
                  <a:lnTo>
                    <a:pt x="4987" y="6918"/>
                  </a:lnTo>
                  <a:lnTo>
                    <a:pt x="5031" y="6738"/>
                  </a:lnTo>
                  <a:lnTo>
                    <a:pt x="5076" y="6648"/>
                  </a:lnTo>
                  <a:lnTo>
                    <a:pt x="4403" y="3280"/>
                  </a:lnTo>
                  <a:lnTo>
                    <a:pt x="4358" y="3235"/>
                  </a:lnTo>
                  <a:close/>
                  <a:moveTo>
                    <a:pt x="7592" y="1438"/>
                  </a:moveTo>
                  <a:lnTo>
                    <a:pt x="7592" y="1483"/>
                  </a:lnTo>
                  <a:lnTo>
                    <a:pt x="7996" y="2965"/>
                  </a:lnTo>
                  <a:lnTo>
                    <a:pt x="8400" y="4492"/>
                  </a:lnTo>
                  <a:lnTo>
                    <a:pt x="8715" y="5974"/>
                  </a:lnTo>
                  <a:lnTo>
                    <a:pt x="9074" y="7502"/>
                  </a:lnTo>
                  <a:lnTo>
                    <a:pt x="9343" y="9029"/>
                  </a:lnTo>
                  <a:lnTo>
                    <a:pt x="9613" y="10556"/>
                  </a:lnTo>
                  <a:lnTo>
                    <a:pt x="9837" y="12083"/>
                  </a:lnTo>
                  <a:lnTo>
                    <a:pt x="10017" y="13655"/>
                  </a:lnTo>
                  <a:lnTo>
                    <a:pt x="10062" y="13700"/>
                  </a:lnTo>
                  <a:lnTo>
                    <a:pt x="10107" y="13655"/>
                  </a:lnTo>
                  <a:lnTo>
                    <a:pt x="10107" y="13610"/>
                  </a:lnTo>
                  <a:lnTo>
                    <a:pt x="9927" y="12083"/>
                  </a:lnTo>
                  <a:lnTo>
                    <a:pt x="9703" y="10556"/>
                  </a:lnTo>
                  <a:lnTo>
                    <a:pt x="9433" y="9029"/>
                  </a:lnTo>
                  <a:lnTo>
                    <a:pt x="9164" y="7502"/>
                  </a:lnTo>
                  <a:lnTo>
                    <a:pt x="8849" y="5974"/>
                  </a:lnTo>
                  <a:lnTo>
                    <a:pt x="8490" y="4447"/>
                  </a:lnTo>
                  <a:lnTo>
                    <a:pt x="8086" y="2965"/>
                  </a:lnTo>
                  <a:lnTo>
                    <a:pt x="7681" y="1483"/>
                  </a:lnTo>
                  <a:lnTo>
                    <a:pt x="7637" y="1438"/>
                  </a:lnTo>
                  <a:close/>
                  <a:moveTo>
                    <a:pt x="9927" y="1"/>
                  </a:moveTo>
                  <a:lnTo>
                    <a:pt x="9927" y="46"/>
                  </a:lnTo>
                  <a:lnTo>
                    <a:pt x="10691" y="3190"/>
                  </a:lnTo>
                  <a:lnTo>
                    <a:pt x="11365" y="6379"/>
                  </a:lnTo>
                  <a:lnTo>
                    <a:pt x="11948" y="9523"/>
                  </a:lnTo>
                  <a:lnTo>
                    <a:pt x="12442" y="12757"/>
                  </a:lnTo>
                  <a:lnTo>
                    <a:pt x="12892" y="15946"/>
                  </a:lnTo>
                  <a:lnTo>
                    <a:pt x="13206" y="19179"/>
                  </a:lnTo>
                  <a:lnTo>
                    <a:pt x="13476" y="22413"/>
                  </a:lnTo>
                  <a:lnTo>
                    <a:pt x="13610" y="25647"/>
                  </a:lnTo>
                  <a:lnTo>
                    <a:pt x="13655" y="25647"/>
                  </a:lnTo>
                  <a:lnTo>
                    <a:pt x="13655" y="25692"/>
                  </a:lnTo>
                  <a:lnTo>
                    <a:pt x="13700" y="25647"/>
                  </a:lnTo>
                  <a:lnTo>
                    <a:pt x="13745" y="25602"/>
                  </a:lnTo>
                  <a:lnTo>
                    <a:pt x="13565" y="22368"/>
                  </a:lnTo>
                  <a:lnTo>
                    <a:pt x="13296" y="19179"/>
                  </a:lnTo>
                  <a:lnTo>
                    <a:pt x="12981" y="15946"/>
                  </a:lnTo>
                  <a:lnTo>
                    <a:pt x="12532" y="12712"/>
                  </a:lnTo>
                  <a:lnTo>
                    <a:pt x="12038" y="9523"/>
                  </a:lnTo>
                  <a:lnTo>
                    <a:pt x="11454" y="6334"/>
                  </a:lnTo>
                  <a:lnTo>
                    <a:pt x="10781" y="3190"/>
                  </a:lnTo>
                  <a:lnTo>
                    <a:pt x="10017" y="1"/>
                  </a:lnTo>
                  <a:close/>
                  <a:moveTo>
                    <a:pt x="8086" y="54752"/>
                  </a:moveTo>
                  <a:lnTo>
                    <a:pt x="8041" y="54797"/>
                  </a:lnTo>
                  <a:lnTo>
                    <a:pt x="7996" y="55516"/>
                  </a:lnTo>
                  <a:lnTo>
                    <a:pt x="7906" y="56234"/>
                  </a:lnTo>
                  <a:lnTo>
                    <a:pt x="7771" y="56953"/>
                  </a:lnTo>
                  <a:lnTo>
                    <a:pt x="7637" y="57627"/>
                  </a:lnTo>
                  <a:lnTo>
                    <a:pt x="7412" y="58345"/>
                  </a:lnTo>
                  <a:lnTo>
                    <a:pt x="7187" y="59019"/>
                  </a:lnTo>
                  <a:lnTo>
                    <a:pt x="6918" y="59693"/>
                  </a:lnTo>
                  <a:lnTo>
                    <a:pt x="6604" y="60322"/>
                  </a:lnTo>
                  <a:lnTo>
                    <a:pt x="6244" y="60951"/>
                  </a:lnTo>
                  <a:lnTo>
                    <a:pt x="5840" y="61579"/>
                  </a:lnTo>
                  <a:lnTo>
                    <a:pt x="5436" y="62163"/>
                  </a:lnTo>
                  <a:lnTo>
                    <a:pt x="4987" y="62702"/>
                  </a:lnTo>
                  <a:lnTo>
                    <a:pt x="4493" y="63241"/>
                  </a:lnTo>
                  <a:lnTo>
                    <a:pt x="3998" y="63735"/>
                  </a:lnTo>
                  <a:lnTo>
                    <a:pt x="3459" y="64229"/>
                  </a:lnTo>
                  <a:lnTo>
                    <a:pt x="2876" y="64634"/>
                  </a:lnTo>
                  <a:lnTo>
                    <a:pt x="2876" y="64723"/>
                  </a:lnTo>
                  <a:lnTo>
                    <a:pt x="3055" y="64903"/>
                  </a:lnTo>
                  <a:lnTo>
                    <a:pt x="2920" y="64723"/>
                  </a:lnTo>
                  <a:lnTo>
                    <a:pt x="3504" y="64274"/>
                  </a:lnTo>
                  <a:lnTo>
                    <a:pt x="4043" y="63825"/>
                  </a:lnTo>
                  <a:lnTo>
                    <a:pt x="4582" y="63286"/>
                  </a:lnTo>
                  <a:lnTo>
                    <a:pt x="5076" y="62747"/>
                  </a:lnTo>
                  <a:lnTo>
                    <a:pt x="5526" y="62208"/>
                  </a:lnTo>
                  <a:lnTo>
                    <a:pt x="5930" y="61624"/>
                  </a:lnTo>
                  <a:lnTo>
                    <a:pt x="6334" y="60995"/>
                  </a:lnTo>
                  <a:lnTo>
                    <a:pt x="6693" y="60367"/>
                  </a:lnTo>
                  <a:lnTo>
                    <a:pt x="7008" y="59693"/>
                  </a:lnTo>
                  <a:lnTo>
                    <a:pt x="7277" y="59064"/>
                  </a:lnTo>
                  <a:lnTo>
                    <a:pt x="7547" y="58345"/>
                  </a:lnTo>
                  <a:lnTo>
                    <a:pt x="7726" y="57672"/>
                  </a:lnTo>
                  <a:lnTo>
                    <a:pt x="7906" y="56953"/>
                  </a:lnTo>
                  <a:lnTo>
                    <a:pt x="7996" y="56234"/>
                  </a:lnTo>
                  <a:lnTo>
                    <a:pt x="8086" y="55516"/>
                  </a:lnTo>
                  <a:lnTo>
                    <a:pt x="8131" y="54797"/>
                  </a:lnTo>
                  <a:lnTo>
                    <a:pt x="8086" y="54752"/>
                  </a:lnTo>
                  <a:close/>
                  <a:moveTo>
                    <a:pt x="13116" y="49093"/>
                  </a:moveTo>
                  <a:lnTo>
                    <a:pt x="13071" y="49138"/>
                  </a:lnTo>
                  <a:lnTo>
                    <a:pt x="12937" y="50800"/>
                  </a:lnTo>
                  <a:lnTo>
                    <a:pt x="12667" y="52417"/>
                  </a:lnTo>
                  <a:lnTo>
                    <a:pt x="12353" y="54034"/>
                  </a:lnTo>
                  <a:lnTo>
                    <a:pt x="11904" y="55651"/>
                  </a:lnTo>
                  <a:lnTo>
                    <a:pt x="11365" y="57178"/>
                  </a:lnTo>
                  <a:lnTo>
                    <a:pt x="10736" y="58705"/>
                  </a:lnTo>
                  <a:lnTo>
                    <a:pt x="10017" y="60232"/>
                  </a:lnTo>
                  <a:lnTo>
                    <a:pt x="9209" y="61669"/>
                  </a:lnTo>
                  <a:lnTo>
                    <a:pt x="8310" y="63062"/>
                  </a:lnTo>
                  <a:lnTo>
                    <a:pt x="7322" y="64409"/>
                  </a:lnTo>
                  <a:lnTo>
                    <a:pt x="6289" y="65667"/>
                  </a:lnTo>
                  <a:lnTo>
                    <a:pt x="5166" y="66879"/>
                  </a:lnTo>
                  <a:lnTo>
                    <a:pt x="3998" y="68047"/>
                  </a:lnTo>
                  <a:lnTo>
                    <a:pt x="2696" y="69125"/>
                  </a:lnTo>
                  <a:lnTo>
                    <a:pt x="1393" y="70113"/>
                  </a:lnTo>
                  <a:lnTo>
                    <a:pt x="1" y="71012"/>
                  </a:lnTo>
                  <a:lnTo>
                    <a:pt x="1" y="71101"/>
                  </a:lnTo>
                  <a:lnTo>
                    <a:pt x="46" y="71101"/>
                  </a:lnTo>
                  <a:lnTo>
                    <a:pt x="1438" y="70203"/>
                  </a:lnTo>
                  <a:lnTo>
                    <a:pt x="2786" y="69215"/>
                  </a:lnTo>
                  <a:lnTo>
                    <a:pt x="4043" y="68137"/>
                  </a:lnTo>
                  <a:lnTo>
                    <a:pt x="5256" y="66969"/>
                  </a:lnTo>
                  <a:lnTo>
                    <a:pt x="6379" y="65756"/>
                  </a:lnTo>
                  <a:lnTo>
                    <a:pt x="7412" y="64454"/>
                  </a:lnTo>
                  <a:lnTo>
                    <a:pt x="8400" y="63106"/>
                  </a:lnTo>
                  <a:lnTo>
                    <a:pt x="9298" y="61714"/>
                  </a:lnTo>
                  <a:lnTo>
                    <a:pt x="10107" y="60277"/>
                  </a:lnTo>
                  <a:lnTo>
                    <a:pt x="10826" y="58750"/>
                  </a:lnTo>
                  <a:lnTo>
                    <a:pt x="11454" y="57223"/>
                  </a:lnTo>
                  <a:lnTo>
                    <a:pt x="11993" y="55651"/>
                  </a:lnTo>
                  <a:lnTo>
                    <a:pt x="12442" y="54079"/>
                  </a:lnTo>
                  <a:lnTo>
                    <a:pt x="12802" y="52417"/>
                  </a:lnTo>
                  <a:lnTo>
                    <a:pt x="13026" y="50800"/>
                  </a:lnTo>
                  <a:lnTo>
                    <a:pt x="13161" y="49138"/>
                  </a:lnTo>
                  <a:lnTo>
                    <a:pt x="13116" y="490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57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5211" y="0"/>
                  </a:moveTo>
                  <a:lnTo>
                    <a:pt x="5211" y="0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121" y="764"/>
                  </a:lnTo>
                  <a:lnTo>
                    <a:pt x="5031" y="1482"/>
                  </a:lnTo>
                  <a:lnTo>
                    <a:pt x="4896" y="2201"/>
                  </a:lnTo>
                  <a:lnTo>
                    <a:pt x="4762" y="2875"/>
                  </a:lnTo>
                  <a:lnTo>
                    <a:pt x="4537" y="3593"/>
                  </a:lnTo>
                  <a:lnTo>
                    <a:pt x="4312" y="4267"/>
                  </a:lnTo>
                  <a:lnTo>
                    <a:pt x="4043" y="4941"/>
                  </a:lnTo>
                  <a:lnTo>
                    <a:pt x="3729" y="5570"/>
                  </a:lnTo>
                  <a:lnTo>
                    <a:pt x="3369" y="6199"/>
                  </a:lnTo>
                  <a:lnTo>
                    <a:pt x="2965" y="6827"/>
                  </a:lnTo>
                  <a:lnTo>
                    <a:pt x="2561" y="7411"/>
                  </a:lnTo>
                  <a:lnTo>
                    <a:pt x="2112" y="7950"/>
                  </a:lnTo>
                  <a:lnTo>
                    <a:pt x="1618" y="8489"/>
                  </a:lnTo>
                  <a:lnTo>
                    <a:pt x="1123" y="8983"/>
                  </a:lnTo>
                  <a:lnTo>
                    <a:pt x="584" y="9477"/>
                  </a:lnTo>
                  <a:lnTo>
                    <a:pt x="1" y="9882"/>
                  </a:lnTo>
                  <a:lnTo>
                    <a:pt x="1" y="9971"/>
                  </a:lnTo>
                  <a:lnTo>
                    <a:pt x="180" y="10151"/>
                  </a:lnTo>
                  <a:lnTo>
                    <a:pt x="45" y="9971"/>
                  </a:lnTo>
                  <a:lnTo>
                    <a:pt x="45" y="9971"/>
                  </a:lnTo>
                  <a:lnTo>
                    <a:pt x="629" y="9522"/>
                  </a:lnTo>
                  <a:lnTo>
                    <a:pt x="1168" y="9073"/>
                  </a:lnTo>
                  <a:lnTo>
                    <a:pt x="1707" y="8534"/>
                  </a:lnTo>
                  <a:lnTo>
                    <a:pt x="2201" y="7995"/>
                  </a:lnTo>
                  <a:lnTo>
                    <a:pt x="2651" y="7456"/>
                  </a:lnTo>
                  <a:lnTo>
                    <a:pt x="3055" y="6872"/>
                  </a:lnTo>
                  <a:lnTo>
                    <a:pt x="3459" y="6243"/>
                  </a:lnTo>
                  <a:lnTo>
                    <a:pt x="3818" y="5615"/>
                  </a:lnTo>
                  <a:lnTo>
                    <a:pt x="4133" y="4941"/>
                  </a:lnTo>
                  <a:lnTo>
                    <a:pt x="4402" y="4312"/>
                  </a:lnTo>
                  <a:lnTo>
                    <a:pt x="4672" y="3593"/>
                  </a:lnTo>
                  <a:lnTo>
                    <a:pt x="4851" y="2920"/>
                  </a:lnTo>
                  <a:lnTo>
                    <a:pt x="5031" y="2201"/>
                  </a:lnTo>
                  <a:lnTo>
                    <a:pt x="5121" y="1482"/>
                  </a:lnTo>
                  <a:lnTo>
                    <a:pt x="5211" y="764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57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13116" y="1"/>
                  </a:moveTo>
                  <a:lnTo>
                    <a:pt x="13116" y="1"/>
                  </a:lnTo>
                  <a:lnTo>
                    <a:pt x="13116" y="1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2937" y="1708"/>
                  </a:lnTo>
                  <a:lnTo>
                    <a:pt x="12667" y="3325"/>
                  </a:lnTo>
                  <a:lnTo>
                    <a:pt x="12353" y="4942"/>
                  </a:lnTo>
                  <a:lnTo>
                    <a:pt x="11904" y="6559"/>
                  </a:lnTo>
                  <a:lnTo>
                    <a:pt x="11365" y="8086"/>
                  </a:lnTo>
                  <a:lnTo>
                    <a:pt x="10736" y="9613"/>
                  </a:lnTo>
                  <a:lnTo>
                    <a:pt x="10017" y="11140"/>
                  </a:lnTo>
                  <a:lnTo>
                    <a:pt x="9209" y="12577"/>
                  </a:lnTo>
                  <a:lnTo>
                    <a:pt x="8310" y="13970"/>
                  </a:lnTo>
                  <a:lnTo>
                    <a:pt x="7322" y="15317"/>
                  </a:lnTo>
                  <a:lnTo>
                    <a:pt x="6289" y="16575"/>
                  </a:lnTo>
                  <a:lnTo>
                    <a:pt x="5166" y="17787"/>
                  </a:lnTo>
                  <a:lnTo>
                    <a:pt x="3998" y="18955"/>
                  </a:lnTo>
                  <a:lnTo>
                    <a:pt x="2696" y="20033"/>
                  </a:lnTo>
                  <a:lnTo>
                    <a:pt x="1393" y="21021"/>
                  </a:lnTo>
                  <a:lnTo>
                    <a:pt x="1" y="21920"/>
                  </a:lnTo>
                  <a:lnTo>
                    <a:pt x="1" y="22009"/>
                  </a:lnTo>
                  <a:lnTo>
                    <a:pt x="46" y="22009"/>
                  </a:lnTo>
                  <a:lnTo>
                    <a:pt x="46" y="22009"/>
                  </a:lnTo>
                  <a:lnTo>
                    <a:pt x="1438" y="21111"/>
                  </a:lnTo>
                  <a:lnTo>
                    <a:pt x="2786" y="20123"/>
                  </a:lnTo>
                  <a:lnTo>
                    <a:pt x="4043" y="19045"/>
                  </a:lnTo>
                  <a:lnTo>
                    <a:pt x="5256" y="17877"/>
                  </a:lnTo>
                  <a:lnTo>
                    <a:pt x="6379" y="16664"/>
                  </a:lnTo>
                  <a:lnTo>
                    <a:pt x="7412" y="15362"/>
                  </a:lnTo>
                  <a:lnTo>
                    <a:pt x="8400" y="14014"/>
                  </a:lnTo>
                  <a:lnTo>
                    <a:pt x="9298" y="12622"/>
                  </a:lnTo>
                  <a:lnTo>
                    <a:pt x="10107" y="11185"/>
                  </a:lnTo>
                  <a:lnTo>
                    <a:pt x="10826" y="9658"/>
                  </a:lnTo>
                  <a:lnTo>
                    <a:pt x="11454" y="8131"/>
                  </a:lnTo>
                  <a:lnTo>
                    <a:pt x="11993" y="6559"/>
                  </a:lnTo>
                  <a:lnTo>
                    <a:pt x="12442" y="4987"/>
                  </a:lnTo>
                  <a:lnTo>
                    <a:pt x="12802" y="3325"/>
                  </a:lnTo>
                  <a:lnTo>
                    <a:pt x="13026" y="1708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1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57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46" y="0"/>
                  </a:moveTo>
                  <a:lnTo>
                    <a:pt x="46" y="225"/>
                  </a:lnTo>
                  <a:lnTo>
                    <a:pt x="1" y="270"/>
                  </a:lnTo>
                  <a:lnTo>
                    <a:pt x="630" y="3683"/>
                  </a:lnTo>
                  <a:lnTo>
                    <a:pt x="675" y="3908"/>
                  </a:lnTo>
                  <a:lnTo>
                    <a:pt x="719" y="3728"/>
                  </a:lnTo>
                  <a:lnTo>
                    <a:pt x="719" y="3728"/>
                  </a:lnTo>
                  <a:lnTo>
                    <a:pt x="764" y="3638"/>
                  </a:lnTo>
                  <a:lnTo>
                    <a:pt x="91" y="270"/>
                  </a:lnTo>
                  <a:lnTo>
                    <a:pt x="46" y="225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57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46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405" y="1527"/>
                  </a:lnTo>
                  <a:lnTo>
                    <a:pt x="809" y="3054"/>
                  </a:lnTo>
                  <a:lnTo>
                    <a:pt x="1124" y="4536"/>
                  </a:lnTo>
                  <a:lnTo>
                    <a:pt x="1483" y="6064"/>
                  </a:lnTo>
                  <a:lnTo>
                    <a:pt x="1752" y="7591"/>
                  </a:lnTo>
                  <a:lnTo>
                    <a:pt x="2022" y="9118"/>
                  </a:lnTo>
                  <a:lnTo>
                    <a:pt x="2246" y="10645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71" y="12262"/>
                  </a:lnTo>
                  <a:lnTo>
                    <a:pt x="2471" y="12262"/>
                  </a:lnTo>
                  <a:lnTo>
                    <a:pt x="2516" y="12217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336" y="10645"/>
                  </a:lnTo>
                  <a:lnTo>
                    <a:pt x="2112" y="9118"/>
                  </a:lnTo>
                  <a:lnTo>
                    <a:pt x="1842" y="7591"/>
                  </a:lnTo>
                  <a:lnTo>
                    <a:pt x="1573" y="6064"/>
                  </a:lnTo>
                  <a:lnTo>
                    <a:pt x="1258" y="4536"/>
                  </a:lnTo>
                  <a:lnTo>
                    <a:pt x="899" y="3009"/>
                  </a:lnTo>
                  <a:lnTo>
                    <a:pt x="495" y="1527"/>
                  </a:lnTo>
                  <a:lnTo>
                    <a:pt x="90" y="45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57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45" y="0"/>
                  </a:moveTo>
                  <a:lnTo>
                    <a:pt x="45" y="225"/>
                  </a:lnTo>
                  <a:lnTo>
                    <a:pt x="45" y="225"/>
                  </a:lnTo>
                  <a:lnTo>
                    <a:pt x="0" y="22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764" y="3414"/>
                  </a:lnTo>
                  <a:lnTo>
                    <a:pt x="1438" y="6603"/>
                  </a:lnTo>
                  <a:lnTo>
                    <a:pt x="2021" y="9747"/>
                  </a:lnTo>
                  <a:lnTo>
                    <a:pt x="2515" y="12981"/>
                  </a:lnTo>
                  <a:lnTo>
                    <a:pt x="2965" y="16170"/>
                  </a:lnTo>
                  <a:lnTo>
                    <a:pt x="3279" y="19403"/>
                  </a:lnTo>
                  <a:lnTo>
                    <a:pt x="3549" y="22637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728" y="25871"/>
                  </a:lnTo>
                  <a:lnTo>
                    <a:pt x="3728" y="25916"/>
                  </a:lnTo>
                  <a:lnTo>
                    <a:pt x="3728" y="25916"/>
                  </a:lnTo>
                  <a:lnTo>
                    <a:pt x="3773" y="25871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638" y="22592"/>
                  </a:lnTo>
                  <a:lnTo>
                    <a:pt x="3369" y="19403"/>
                  </a:lnTo>
                  <a:lnTo>
                    <a:pt x="3054" y="16170"/>
                  </a:lnTo>
                  <a:lnTo>
                    <a:pt x="2605" y="12936"/>
                  </a:lnTo>
                  <a:lnTo>
                    <a:pt x="2111" y="9747"/>
                  </a:lnTo>
                  <a:lnTo>
                    <a:pt x="1527" y="6558"/>
                  </a:lnTo>
                  <a:lnTo>
                    <a:pt x="854" y="3414"/>
                  </a:lnTo>
                  <a:lnTo>
                    <a:pt x="90" y="225"/>
                  </a:lnTo>
                  <a:lnTo>
                    <a:pt x="45" y="225"/>
                  </a:lnTo>
                  <a:lnTo>
                    <a:pt x="4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57"/>
            <p:cNvSpPr/>
            <p:nvPr/>
          </p:nvSpPr>
          <p:spPr>
            <a:xfrm>
              <a:off x="6328600" y="1961425"/>
              <a:ext cx="792775" cy="2069500"/>
            </a:xfrm>
            <a:custGeom>
              <a:rect b="b" l="l" r="r" t="t"/>
              <a:pathLst>
                <a:path extrusionOk="0" h="82780" w="31711">
                  <a:moveTo>
                    <a:pt x="17922" y="8535"/>
                  </a:moveTo>
                  <a:lnTo>
                    <a:pt x="17967" y="8580"/>
                  </a:lnTo>
                  <a:lnTo>
                    <a:pt x="18640" y="11948"/>
                  </a:lnTo>
                  <a:lnTo>
                    <a:pt x="18595" y="12038"/>
                  </a:lnTo>
                  <a:lnTo>
                    <a:pt x="18551" y="12218"/>
                  </a:lnTo>
                  <a:lnTo>
                    <a:pt x="18506" y="11993"/>
                  </a:lnTo>
                  <a:lnTo>
                    <a:pt x="17877" y="8580"/>
                  </a:lnTo>
                  <a:lnTo>
                    <a:pt x="17922" y="8535"/>
                  </a:lnTo>
                  <a:close/>
                  <a:moveTo>
                    <a:pt x="21201" y="6738"/>
                  </a:moveTo>
                  <a:lnTo>
                    <a:pt x="21245" y="6783"/>
                  </a:lnTo>
                  <a:lnTo>
                    <a:pt x="21650" y="8265"/>
                  </a:lnTo>
                  <a:lnTo>
                    <a:pt x="22054" y="9747"/>
                  </a:lnTo>
                  <a:lnTo>
                    <a:pt x="22413" y="11274"/>
                  </a:lnTo>
                  <a:lnTo>
                    <a:pt x="22728" y="12802"/>
                  </a:lnTo>
                  <a:lnTo>
                    <a:pt x="22997" y="14329"/>
                  </a:lnTo>
                  <a:lnTo>
                    <a:pt x="23267" y="15856"/>
                  </a:lnTo>
                  <a:lnTo>
                    <a:pt x="23491" y="17383"/>
                  </a:lnTo>
                  <a:lnTo>
                    <a:pt x="23671" y="18910"/>
                  </a:lnTo>
                  <a:lnTo>
                    <a:pt x="23671" y="18955"/>
                  </a:lnTo>
                  <a:lnTo>
                    <a:pt x="23626" y="19000"/>
                  </a:lnTo>
                  <a:lnTo>
                    <a:pt x="23581" y="18955"/>
                  </a:lnTo>
                  <a:lnTo>
                    <a:pt x="23401" y="17383"/>
                  </a:lnTo>
                  <a:lnTo>
                    <a:pt x="23177" y="15856"/>
                  </a:lnTo>
                  <a:lnTo>
                    <a:pt x="22907" y="14329"/>
                  </a:lnTo>
                  <a:lnTo>
                    <a:pt x="22638" y="12802"/>
                  </a:lnTo>
                  <a:lnTo>
                    <a:pt x="22279" y="11274"/>
                  </a:lnTo>
                  <a:lnTo>
                    <a:pt x="21964" y="9792"/>
                  </a:lnTo>
                  <a:lnTo>
                    <a:pt x="21560" y="8265"/>
                  </a:lnTo>
                  <a:lnTo>
                    <a:pt x="21156" y="6783"/>
                  </a:lnTo>
                  <a:lnTo>
                    <a:pt x="21156" y="6738"/>
                  </a:lnTo>
                  <a:close/>
                  <a:moveTo>
                    <a:pt x="23581" y="5301"/>
                  </a:moveTo>
                  <a:lnTo>
                    <a:pt x="24345" y="8490"/>
                  </a:lnTo>
                  <a:lnTo>
                    <a:pt x="25018" y="11634"/>
                  </a:lnTo>
                  <a:lnTo>
                    <a:pt x="25602" y="14823"/>
                  </a:lnTo>
                  <a:lnTo>
                    <a:pt x="26096" y="18012"/>
                  </a:lnTo>
                  <a:lnTo>
                    <a:pt x="26545" y="21246"/>
                  </a:lnTo>
                  <a:lnTo>
                    <a:pt x="26860" y="24479"/>
                  </a:lnTo>
                  <a:lnTo>
                    <a:pt x="27129" y="27668"/>
                  </a:lnTo>
                  <a:lnTo>
                    <a:pt x="27309" y="30902"/>
                  </a:lnTo>
                  <a:lnTo>
                    <a:pt x="27264" y="30947"/>
                  </a:lnTo>
                  <a:lnTo>
                    <a:pt x="27219" y="30992"/>
                  </a:lnTo>
                  <a:lnTo>
                    <a:pt x="27219" y="30947"/>
                  </a:lnTo>
                  <a:lnTo>
                    <a:pt x="27174" y="30947"/>
                  </a:lnTo>
                  <a:lnTo>
                    <a:pt x="27040" y="27713"/>
                  </a:lnTo>
                  <a:lnTo>
                    <a:pt x="26770" y="24479"/>
                  </a:lnTo>
                  <a:lnTo>
                    <a:pt x="26456" y="21246"/>
                  </a:lnTo>
                  <a:lnTo>
                    <a:pt x="26006" y="18057"/>
                  </a:lnTo>
                  <a:lnTo>
                    <a:pt x="25512" y="14823"/>
                  </a:lnTo>
                  <a:lnTo>
                    <a:pt x="24929" y="11679"/>
                  </a:lnTo>
                  <a:lnTo>
                    <a:pt x="24255" y="8490"/>
                  </a:lnTo>
                  <a:lnTo>
                    <a:pt x="23491" y="5346"/>
                  </a:lnTo>
                  <a:lnTo>
                    <a:pt x="23491" y="5301"/>
                  </a:lnTo>
                  <a:close/>
                  <a:moveTo>
                    <a:pt x="21650" y="60052"/>
                  </a:moveTo>
                  <a:lnTo>
                    <a:pt x="21695" y="60097"/>
                  </a:lnTo>
                  <a:lnTo>
                    <a:pt x="21650" y="60816"/>
                  </a:lnTo>
                  <a:lnTo>
                    <a:pt x="21560" y="61534"/>
                  </a:lnTo>
                  <a:lnTo>
                    <a:pt x="21470" y="62253"/>
                  </a:lnTo>
                  <a:lnTo>
                    <a:pt x="21290" y="62972"/>
                  </a:lnTo>
                  <a:lnTo>
                    <a:pt x="21111" y="63645"/>
                  </a:lnTo>
                  <a:lnTo>
                    <a:pt x="20841" y="64364"/>
                  </a:lnTo>
                  <a:lnTo>
                    <a:pt x="20572" y="64993"/>
                  </a:lnTo>
                  <a:lnTo>
                    <a:pt x="20257" y="65667"/>
                  </a:lnTo>
                  <a:lnTo>
                    <a:pt x="19898" y="66295"/>
                  </a:lnTo>
                  <a:lnTo>
                    <a:pt x="19494" y="66924"/>
                  </a:lnTo>
                  <a:lnTo>
                    <a:pt x="19090" y="67508"/>
                  </a:lnTo>
                  <a:lnTo>
                    <a:pt x="18640" y="68047"/>
                  </a:lnTo>
                  <a:lnTo>
                    <a:pt x="18146" y="68586"/>
                  </a:lnTo>
                  <a:lnTo>
                    <a:pt x="17607" y="69125"/>
                  </a:lnTo>
                  <a:lnTo>
                    <a:pt x="17068" y="69574"/>
                  </a:lnTo>
                  <a:lnTo>
                    <a:pt x="16484" y="70023"/>
                  </a:lnTo>
                  <a:lnTo>
                    <a:pt x="16619" y="70203"/>
                  </a:lnTo>
                  <a:lnTo>
                    <a:pt x="16440" y="70023"/>
                  </a:lnTo>
                  <a:lnTo>
                    <a:pt x="16440" y="69934"/>
                  </a:lnTo>
                  <a:lnTo>
                    <a:pt x="17023" y="69529"/>
                  </a:lnTo>
                  <a:lnTo>
                    <a:pt x="17562" y="69035"/>
                  </a:lnTo>
                  <a:lnTo>
                    <a:pt x="18057" y="68541"/>
                  </a:lnTo>
                  <a:lnTo>
                    <a:pt x="18551" y="68002"/>
                  </a:lnTo>
                  <a:lnTo>
                    <a:pt x="19000" y="67463"/>
                  </a:lnTo>
                  <a:lnTo>
                    <a:pt x="19404" y="66879"/>
                  </a:lnTo>
                  <a:lnTo>
                    <a:pt x="19808" y="66251"/>
                  </a:lnTo>
                  <a:lnTo>
                    <a:pt x="20168" y="65622"/>
                  </a:lnTo>
                  <a:lnTo>
                    <a:pt x="20482" y="64993"/>
                  </a:lnTo>
                  <a:lnTo>
                    <a:pt x="20751" y="64319"/>
                  </a:lnTo>
                  <a:lnTo>
                    <a:pt x="20976" y="63645"/>
                  </a:lnTo>
                  <a:lnTo>
                    <a:pt x="21201" y="62927"/>
                  </a:lnTo>
                  <a:lnTo>
                    <a:pt x="21335" y="62253"/>
                  </a:lnTo>
                  <a:lnTo>
                    <a:pt x="21470" y="61534"/>
                  </a:lnTo>
                  <a:lnTo>
                    <a:pt x="21560" y="60816"/>
                  </a:lnTo>
                  <a:lnTo>
                    <a:pt x="21605" y="60097"/>
                  </a:lnTo>
                  <a:lnTo>
                    <a:pt x="21650" y="60052"/>
                  </a:lnTo>
                  <a:close/>
                  <a:moveTo>
                    <a:pt x="26680" y="54393"/>
                  </a:moveTo>
                  <a:lnTo>
                    <a:pt x="26725" y="54438"/>
                  </a:lnTo>
                  <a:lnTo>
                    <a:pt x="26590" y="56100"/>
                  </a:lnTo>
                  <a:lnTo>
                    <a:pt x="26366" y="57717"/>
                  </a:lnTo>
                  <a:lnTo>
                    <a:pt x="26006" y="59379"/>
                  </a:lnTo>
                  <a:lnTo>
                    <a:pt x="25557" y="60951"/>
                  </a:lnTo>
                  <a:lnTo>
                    <a:pt x="25018" y="62523"/>
                  </a:lnTo>
                  <a:lnTo>
                    <a:pt x="24390" y="64050"/>
                  </a:lnTo>
                  <a:lnTo>
                    <a:pt x="23671" y="65577"/>
                  </a:lnTo>
                  <a:lnTo>
                    <a:pt x="22862" y="67014"/>
                  </a:lnTo>
                  <a:lnTo>
                    <a:pt x="21964" y="68406"/>
                  </a:lnTo>
                  <a:lnTo>
                    <a:pt x="20976" y="69754"/>
                  </a:lnTo>
                  <a:lnTo>
                    <a:pt x="19943" y="71056"/>
                  </a:lnTo>
                  <a:lnTo>
                    <a:pt x="18820" y="72269"/>
                  </a:lnTo>
                  <a:lnTo>
                    <a:pt x="17607" y="73437"/>
                  </a:lnTo>
                  <a:lnTo>
                    <a:pt x="16350" y="74515"/>
                  </a:lnTo>
                  <a:lnTo>
                    <a:pt x="15002" y="75503"/>
                  </a:lnTo>
                  <a:lnTo>
                    <a:pt x="13610" y="76401"/>
                  </a:lnTo>
                  <a:lnTo>
                    <a:pt x="13565" y="76401"/>
                  </a:lnTo>
                  <a:lnTo>
                    <a:pt x="13565" y="76312"/>
                  </a:lnTo>
                  <a:lnTo>
                    <a:pt x="14957" y="75413"/>
                  </a:lnTo>
                  <a:lnTo>
                    <a:pt x="16260" y="74425"/>
                  </a:lnTo>
                  <a:lnTo>
                    <a:pt x="17562" y="73347"/>
                  </a:lnTo>
                  <a:lnTo>
                    <a:pt x="18730" y="72179"/>
                  </a:lnTo>
                  <a:lnTo>
                    <a:pt x="19853" y="70967"/>
                  </a:lnTo>
                  <a:lnTo>
                    <a:pt x="20886" y="69709"/>
                  </a:lnTo>
                  <a:lnTo>
                    <a:pt x="21874" y="68362"/>
                  </a:lnTo>
                  <a:lnTo>
                    <a:pt x="22773" y="66969"/>
                  </a:lnTo>
                  <a:lnTo>
                    <a:pt x="23581" y="65532"/>
                  </a:lnTo>
                  <a:lnTo>
                    <a:pt x="24300" y="64005"/>
                  </a:lnTo>
                  <a:lnTo>
                    <a:pt x="24929" y="62478"/>
                  </a:lnTo>
                  <a:lnTo>
                    <a:pt x="25468" y="60951"/>
                  </a:lnTo>
                  <a:lnTo>
                    <a:pt x="25917" y="59334"/>
                  </a:lnTo>
                  <a:lnTo>
                    <a:pt x="26231" y="57717"/>
                  </a:lnTo>
                  <a:lnTo>
                    <a:pt x="26501" y="56100"/>
                  </a:lnTo>
                  <a:lnTo>
                    <a:pt x="26635" y="54438"/>
                  </a:lnTo>
                  <a:lnTo>
                    <a:pt x="26680" y="54393"/>
                  </a:lnTo>
                  <a:close/>
                  <a:moveTo>
                    <a:pt x="24839" y="1"/>
                  </a:moveTo>
                  <a:lnTo>
                    <a:pt x="24569" y="315"/>
                  </a:lnTo>
                  <a:lnTo>
                    <a:pt x="24300" y="674"/>
                  </a:lnTo>
                  <a:lnTo>
                    <a:pt x="23940" y="1034"/>
                  </a:lnTo>
                  <a:lnTo>
                    <a:pt x="23536" y="1393"/>
                  </a:lnTo>
                  <a:lnTo>
                    <a:pt x="23087" y="1708"/>
                  </a:lnTo>
                  <a:lnTo>
                    <a:pt x="22593" y="2022"/>
                  </a:lnTo>
                  <a:lnTo>
                    <a:pt x="22009" y="2336"/>
                  </a:lnTo>
                  <a:lnTo>
                    <a:pt x="21425" y="2651"/>
                  </a:lnTo>
                  <a:lnTo>
                    <a:pt x="20751" y="2920"/>
                  </a:lnTo>
                  <a:lnTo>
                    <a:pt x="19314" y="3459"/>
                  </a:lnTo>
                  <a:lnTo>
                    <a:pt x="17742" y="3953"/>
                  </a:lnTo>
                  <a:lnTo>
                    <a:pt x="15990" y="4402"/>
                  </a:lnTo>
                  <a:lnTo>
                    <a:pt x="14149" y="4852"/>
                  </a:lnTo>
                  <a:lnTo>
                    <a:pt x="14778" y="6334"/>
                  </a:lnTo>
                  <a:lnTo>
                    <a:pt x="15766" y="8894"/>
                  </a:lnTo>
                  <a:lnTo>
                    <a:pt x="16350" y="10511"/>
                  </a:lnTo>
                  <a:lnTo>
                    <a:pt x="17023" y="12352"/>
                  </a:lnTo>
                  <a:lnTo>
                    <a:pt x="17652" y="14329"/>
                  </a:lnTo>
                  <a:lnTo>
                    <a:pt x="18326" y="16530"/>
                  </a:lnTo>
                  <a:lnTo>
                    <a:pt x="19000" y="18820"/>
                  </a:lnTo>
                  <a:lnTo>
                    <a:pt x="19629" y="21246"/>
                  </a:lnTo>
                  <a:lnTo>
                    <a:pt x="20168" y="23761"/>
                  </a:lnTo>
                  <a:lnTo>
                    <a:pt x="20707" y="26366"/>
                  </a:lnTo>
                  <a:lnTo>
                    <a:pt x="21156" y="29016"/>
                  </a:lnTo>
                  <a:lnTo>
                    <a:pt x="21335" y="30363"/>
                  </a:lnTo>
                  <a:lnTo>
                    <a:pt x="21470" y="31711"/>
                  </a:lnTo>
                  <a:lnTo>
                    <a:pt x="21605" y="33058"/>
                  </a:lnTo>
                  <a:lnTo>
                    <a:pt x="21695" y="34406"/>
                  </a:lnTo>
                  <a:lnTo>
                    <a:pt x="21784" y="35753"/>
                  </a:lnTo>
                  <a:lnTo>
                    <a:pt x="21784" y="37101"/>
                  </a:lnTo>
                  <a:lnTo>
                    <a:pt x="21784" y="40020"/>
                  </a:lnTo>
                  <a:lnTo>
                    <a:pt x="21740" y="41592"/>
                  </a:lnTo>
                  <a:lnTo>
                    <a:pt x="21650" y="43164"/>
                  </a:lnTo>
                  <a:lnTo>
                    <a:pt x="21560" y="44736"/>
                  </a:lnTo>
                  <a:lnTo>
                    <a:pt x="21425" y="46353"/>
                  </a:lnTo>
                  <a:lnTo>
                    <a:pt x="21245" y="48015"/>
                  </a:lnTo>
                  <a:lnTo>
                    <a:pt x="21021" y="49677"/>
                  </a:lnTo>
                  <a:lnTo>
                    <a:pt x="20751" y="51339"/>
                  </a:lnTo>
                  <a:lnTo>
                    <a:pt x="20482" y="53001"/>
                  </a:lnTo>
                  <a:lnTo>
                    <a:pt x="20123" y="54707"/>
                  </a:lnTo>
                  <a:lnTo>
                    <a:pt x="19763" y="56369"/>
                  </a:lnTo>
                  <a:lnTo>
                    <a:pt x="19359" y="58031"/>
                  </a:lnTo>
                  <a:lnTo>
                    <a:pt x="18865" y="59693"/>
                  </a:lnTo>
                  <a:lnTo>
                    <a:pt x="18371" y="61355"/>
                  </a:lnTo>
                  <a:lnTo>
                    <a:pt x="17787" y="62972"/>
                  </a:lnTo>
                  <a:lnTo>
                    <a:pt x="17158" y="64589"/>
                  </a:lnTo>
                  <a:lnTo>
                    <a:pt x="16484" y="66161"/>
                  </a:lnTo>
                  <a:lnTo>
                    <a:pt x="15721" y="67688"/>
                  </a:lnTo>
                  <a:lnTo>
                    <a:pt x="14957" y="69215"/>
                  </a:lnTo>
                  <a:lnTo>
                    <a:pt x="14104" y="70652"/>
                  </a:lnTo>
                  <a:lnTo>
                    <a:pt x="13161" y="72089"/>
                  </a:lnTo>
                  <a:lnTo>
                    <a:pt x="12173" y="73437"/>
                  </a:lnTo>
                  <a:lnTo>
                    <a:pt x="11095" y="74784"/>
                  </a:lnTo>
                  <a:lnTo>
                    <a:pt x="9972" y="76042"/>
                  </a:lnTo>
                  <a:lnTo>
                    <a:pt x="8804" y="77210"/>
                  </a:lnTo>
                  <a:lnTo>
                    <a:pt x="7546" y="78333"/>
                  </a:lnTo>
                  <a:lnTo>
                    <a:pt x="6199" y="79411"/>
                  </a:lnTo>
                  <a:lnTo>
                    <a:pt x="5480" y="79905"/>
                  </a:lnTo>
                  <a:lnTo>
                    <a:pt x="4762" y="80354"/>
                  </a:lnTo>
                  <a:lnTo>
                    <a:pt x="4043" y="80803"/>
                  </a:lnTo>
                  <a:lnTo>
                    <a:pt x="3279" y="81252"/>
                  </a:lnTo>
                  <a:lnTo>
                    <a:pt x="2471" y="81656"/>
                  </a:lnTo>
                  <a:lnTo>
                    <a:pt x="1662" y="82061"/>
                  </a:lnTo>
                  <a:lnTo>
                    <a:pt x="854" y="82420"/>
                  </a:lnTo>
                  <a:lnTo>
                    <a:pt x="1" y="82779"/>
                  </a:lnTo>
                  <a:lnTo>
                    <a:pt x="2022" y="82600"/>
                  </a:lnTo>
                  <a:lnTo>
                    <a:pt x="3953" y="82375"/>
                  </a:lnTo>
                  <a:lnTo>
                    <a:pt x="5840" y="82061"/>
                  </a:lnTo>
                  <a:lnTo>
                    <a:pt x="7636" y="81611"/>
                  </a:lnTo>
                  <a:lnTo>
                    <a:pt x="9388" y="81162"/>
                  </a:lnTo>
                  <a:lnTo>
                    <a:pt x="11050" y="80578"/>
                  </a:lnTo>
                  <a:lnTo>
                    <a:pt x="12667" y="79950"/>
                  </a:lnTo>
                  <a:lnTo>
                    <a:pt x="14239" y="79186"/>
                  </a:lnTo>
                  <a:lnTo>
                    <a:pt x="15721" y="78423"/>
                  </a:lnTo>
                  <a:lnTo>
                    <a:pt x="17158" y="77524"/>
                  </a:lnTo>
                  <a:lnTo>
                    <a:pt x="18506" y="76581"/>
                  </a:lnTo>
                  <a:lnTo>
                    <a:pt x="19808" y="75503"/>
                  </a:lnTo>
                  <a:lnTo>
                    <a:pt x="21021" y="74425"/>
                  </a:lnTo>
                  <a:lnTo>
                    <a:pt x="22189" y="73212"/>
                  </a:lnTo>
                  <a:lnTo>
                    <a:pt x="23267" y="71955"/>
                  </a:lnTo>
                  <a:lnTo>
                    <a:pt x="24300" y="70562"/>
                  </a:lnTo>
                  <a:lnTo>
                    <a:pt x="24794" y="69844"/>
                  </a:lnTo>
                  <a:lnTo>
                    <a:pt x="25288" y="69080"/>
                  </a:lnTo>
                  <a:lnTo>
                    <a:pt x="26231" y="67553"/>
                  </a:lnTo>
                  <a:lnTo>
                    <a:pt x="27040" y="65936"/>
                  </a:lnTo>
                  <a:lnTo>
                    <a:pt x="27803" y="64229"/>
                  </a:lnTo>
                  <a:lnTo>
                    <a:pt x="28477" y="62523"/>
                  </a:lnTo>
                  <a:lnTo>
                    <a:pt x="29106" y="60771"/>
                  </a:lnTo>
                  <a:lnTo>
                    <a:pt x="29645" y="58974"/>
                  </a:lnTo>
                  <a:lnTo>
                    <a:pt x="30094" y="57133"/>
                  </a:lnTo>
                  <a:lnTo>
                    <a:pt x="30498" y="55246"/>
                  </a:lnTo>
                  <a:lnTo>
                    <a:pt x="30857" y="53315"/>
                  </a:lnTo>
                  <a:lnTo>
                    <a:pt x="31127" y="51384"/>
                  </a:lnTo>
                  <a:lnTo>
                    <a:pt x="31351" y="49407"/>
                  </a:lnTo>
                  <a:lnTo>
                    <a:pt x="31531" y="47431"/>
                  </a:lnTo>
                  <a:lnTo>
                    <a:pt x="31621" y="45455"/>
                  </a:lnTo>
                  <a:lnTo>
                    <a:pt x="31711" y="43479"/>
                  </a:lnTo>
                  <a:lnTo>
                    <a:pt x="31711" y="41457"/>
                  </a:lnTo>
                  <a:lnTo>
                    <a:pt x="31711" y="39796"/>
                  </a:lnTo>
                  <a:lnTo>
                    <a:pt x="31666" y="38089"/>
                  </a:lnTo>
                  <a:lnTo>
                    <a:pt x="31486" y="34765"/>
                  </a:lnTo>
                  <a:lnTo>
                    <a:pt x="31217" y="31441"/>
                  </a:lnTo>
                  <a:lnTo>
                    <a:pt x="30902" y="28163"/>
                  </a:lnTo>
                  <a:lnTo>
                    <a:pt x="30453" y="25018"/>
                  </a:lnTo>
                  <a:lnTo>
                    <a:pt x="30004" y="21919"/>
                  </a:lnTo>
                  <a:lnTo>
                    <a:pt x="29465" y="18955"/>
                  </a:lnTo>
                  <a:lnTo>
                    <a:pt x="28926" y="16080"/>
                  </a:lnTo>
                  <a:lnTo>
                    <a:pt x="28342" y="13385"/>
                  </a:lnTo>
                  <a:lnTo>
                    <a:pt x="27758" y="10870"/>
                  </a:lnTo>
                  <a:lnTo>
                    <a:pt x="27219" y="8535"/>
                  </a:lnTo>
                  <a:lnTo>
                    <a:pt x="26680" y="6424"/>
                  </a:lnTo>
                  <a:lnTo>
                    <a:pt x="25692" y="2875"/>
                  </a:lnTo>
                  <a:lnTo>
                    <a:pt x="24929" y="360"/>
                  </a:lnTo>
                  <a:lnTo>
                    <a:pt x="24839" y="1"/>
                  </a:lnTo>
                  <a:close/>
                </a:path>
              </a:pathLst>
            </a:custGeom>
            <a:solidFill>
              <a:srgbClr val="81534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57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180" y="10151"/>
                  </a:moveTo>
                  <a:lnTo>
                    <a:pt x="1" y="9971"/>
                  </a:lnTo>
                  <a:lnTo>
                    <a:pt x="1" y="9882"/>
                  </a:lnTo>
                  <a:lnTo>
                    <a:pt x="1" y="9882"/>
                  </a:lnTo>
                  <a:lnTo>
                    <a:pt x="584" y="9477"/>
                  </a:lnTo>
                  <a:lnTo>
                    <a:pt x="1123" y="8983"/>
                  </a:lnTo>
                  <a:lnTo>
                    <a:pt x="1618" y="8489"/>
                  </a:lnTo>
                  <a:lnTo>
                    <a:pt x="2112" y="7950"/>
                  </a:lnTo>
                  <a:lnTo>
                    <a:pt x="2561" y="7411"/>
                  </a:lnTo>
                  <a:lnTo>
                    <a:pt x="2965" y="6827"/>
                  </a:lnTo>
                  <a:lnTo>
                    <a:pt x="3369" y="6199"/>
                  </a:lnTo>
                  <a:lnTo>
                    <a:pt x="3729" y="5570"/>
                  </a:lnTo>
                  <a:lnTo>
                    <a:pt x="4043" y="4941"/>
                  </a:lnTo>
                  <a:lnTo>
                    <a:pt x="4312" y="4267"/>
                  </a:lnTo>
                  <a:lnTo>
                    <a:pt x="4537" y="3593"/>
                  </a:lnTo>
                  <a:lnTo>
                    <a:pt x="4762" y="2875"/>
                  </a:lnTo>
                  <a:lnTo>
                    <a:pt x="4896" y="2201"/>
                  </a:lnTo>
                  <a:lnTo>
                    <a:pt x="5031" y="1482"/>
                  </a:lnTo>
                  <a:lnTo>
                    <a:pt x="5121" y="764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211" y="0"/>
                  </a:lnTo>
                  <a:lnTo>
                    <a:pt x="5211" y="0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764"/>
                  </a:lnTo>
                  <a:lnTo>
                    <a:pt x="5121" y="1482"/>
                  </a:lnTo>
                  <a:lnTo>
                    <a:pt x="5031" y="2201"/>
                  </a:lnTo>
                  <a:lnTo>
                    <a:pt x="4851" y="2920"/>
                  </a:lnTo>
                  <a:lnTo>
                    <a:pt x="4672" y="3593"/>
                  </a:lnTo>
                  <a:lnTo>
                    <a:pt x="4402" y="4312"/>
                  </a:lnTo>
                  <a:lnTo>
                    <a:pt x="4133" y="4941"/>
                  </a:lnTo>
                  <a:lnTo>
                    <a:pt x="3818" y="5615"/>
                  </a:lnTo>
                  <a:lnTo>
                    <a:pt x="3459" y="6243"/>
                  </a:lnTo>
                  <a:lnTo>
                    <a:pt x="3055" y="6872"/>
                  </a:lnTo>
                  <a:lnTo>
                    <a:pt x="2651" y="7456"/>
                  </a:lnTo>
                  <a:lnTo>
                    <a:pt x="2201" y="7995"/>
                  </a:lnTo>
                  <a:lnTo>
                    <a:pt x="1707" y="8534"/>
                  </a:lnTo>
                  <a:lnTo>
                    <a:pt x="1168" y="9073"/>
                  </a:lnTo>
                  <a:lnTo>
                    <a:pt x="629" y="9522"/>
                  </a:lnTo>
                  <a:lnTo>
                    <a:pt x="45" y="9971"/>
                  </a:lnTo>
                  <a:lnTo>
                    <a:pt x="180" y="101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57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46" y="22009"/>
                  </a:moveTo>
                  <a:lnTo>
                    <a:pt x="1" y="22009"/>
                  </a:lnTo>
                  <a:lnTo>
                    <a:pt x="1" y="21920"/>
                  </a:lnTo>
                  <a:lnTo>
                    <a:pt x="1" y="21920"/>
                  </a:lnTo>
                  <a:lnTo>
                    <a:pt x="1393" y="21021"/>
                  </a:lnTo>
                  <a:lnTo>
                    <a:pt x="2696" y="20033"/>
                  </a:lnTo>
                  <a:lnTo>
                    <a:pt x="3998" y="18955"/>
                  </a:lnTo>
                  <a:lnTo>
                    <a:pt x="5166" y="17787"/>
                  </a:lnTo>
                  <a:lnTo>
                    <a:pt x="6289" y="16575"/>
                  </a:lnTo>
                  <a:lnTo>
                    <a:pt x="7322" y="15317"/>
                  </a:lnTo>
                  <a:lnTo>
                    <a:pt x="8310" y="13970"/>
                  </a:lnTo>
                  <a:lnTo>
                    <a:pt x="9209" y="12577"/>
                  </a:lnTo>
                  <a:lnTo>
                    <a:pt x="10017" y="11140"/>
                  </a:lnTo>
                  <a:lnTo>
                    <a:pt x="10736" y="9613"/>
                  </a:lnTo>
                  <a:lnTo>
                    <a:pt x="11365" y="8086"/>
                  </a:lnTo>
                  <a:lnTo>
                    <a:pt x="11904" y="6559"/>
                  </a:lnTo>
                  <a:lnTo>
                    <a:pt x="12353" y="4942"/>
                  </a:lnTo>
                  <a:lnTo>
                    <a:pt x="12667" y="3325"/>
                  </a:lnTo>
                  <a:lnTo>
                    <a:pt x="12937" y="1708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3116" y="1"/>
                  </a:lnTo>
                  <a:lnTo>
                    <a:pt x="13116" y="1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026" y="1708"/>
                  </a:lnTo>
                  <a:lnTo>
                    <a:pt x="12802" y="3325"/>
                  </a:lnTo>
                  <a:lnTo>
                    <a:pt x="12442" y="4987"/>
                  </a:lnTo>
                  <a:lnTo>
                    <a:pt x="11993" y="6559"/>
                  </a:lnTo>
                  <a:lnTo>
                    <a:pt x="11454" y="8131"/>
                  </a:lnTo>
                  <a:lnTo>
                    <a:pt x="10826" y="9658"/>
                  </a:lnTo>
                  <a:lnTo>
                    <a:pt x="10107" y="11185"/>
                  </a:lnTo>
                  <a:lnTo>
                    <a:pt x="9298" y="12622"/>
                  </a:lnTo>
                  <a:lnTo>
                    <a:pt x="8400" y="14014"/>
                  </a:lnTo>
                  <a:lnTo>
                    <a:pt x="7412" y="15362"/>
                  </a:lnTo>
                  <a:lnTo>
                    <a:pt x="6379" y="16664"/>
                  </a:lnTo>
                  <a:lnTo>
                    <a:pt x="5256" y="17877"/>
                  </a:lnTo>
                  <a:lnTo>
                    <a:pt x="4043" y="19045"/>
                  </a:lnTo>
                  <a:lnTo>
                    <a:pt x="2786" y="20123"/>
                  </a:lnTo>
                  <a:lnTo>
                    <a:pt x="1438" y="21111"/>
                  </a:lnTo>
                  <a:lnTo>
                    <a:pt x="46" y="220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57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675" y="3908"/>
                  </a:moveTo>
                  <a:lnTo>
                    <a:pt x="630" y="3683"/>
                  </a:lnTo>
                  <a:lnTo>
                    <a:pt x="1" y="270"/>
                  </a:lnTo>
                  <a:lnTo>
                    <a:pt x="46" y="225"/>
                  </a:lnTo>
                  <a:lnTo>
                    <a:pt x="46" y="0"/>
                  </a:lnTo>
                  <a:lnTo>
                    <a:pt x="46" y="225"/>
                  </a:lnTo>
                  <a:lnTo>
                    <a:pt x="91" y="270"/>
                  </a:lnTo>
                  <a:lnTo>
                    <a:pt x="764" y="3638"/>
                  </a:lnTo>
                  <a:lnTo>
                    <a:pt x="764" y="3638"/>
                  </a:lnTo>
                  <a:lnTo>
                    <a:pt x="719" y="3728"/>
                  </a:lnTo>
                  <a:lnTo>
                    <a:pt x="675" y="39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57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2471" y="12262"/>
                  </a:moveTo>
                  <a:lnTo>
                    <a:pt x="2471" y="12262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246" y="10645"/>
                  </a:lnTo>
                  <a:lnTo>
                    <a:pt x="2022" y="9118"/>
                  </a:lnTo>
                  <a:lnTo>
                    <a:pt x="1752" y="7591"/>
                  </a:lnTo>
                  <a:lnTo>
                    <a:pt x="1483" y="6064"/>
                  </a:lnTo>
                  <a:lnTo>
                    <a:pt x="1124" y="4536"/>
                  </a:lnTo>
                  <a:lnTo>
                    <a:pt x="809" y="3054"/>
                  </a:lnTo>
                  <a:lnTo>
                    <a:pt x="405" y="1527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0"/>
                  </a:lnTo>
                  <a:lnTo>
                    <a:pt x="1" y="0"/>
                  </a:lnTo>
                  <a:lnTo>
                    <a:pt x="46" y="0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495" y="1527"/>
                  </a:lnTo>
                  <a:lnTo>
                    <a:pt x="899" y="3009"/>
                  </a:lnTo>
                  <a:lnTo>
                    <a:pt x="1258" y="4536"/>
                  </a:lnTo>
                  <a:lnTo>
                    <a:pt x="1573" y="6064"/>
                  </a:lnTo>
                  <a:lnTo>
                    <a:pt x="1842" y="7591"/>
                  </a:lnTo>
                  <a:lnTo>
                    <a:pt x="2112" y="9118"/>
                  </a:lnTo>
                  <a:lnTo>
                    <a:pt x="2336" y="10645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516" y="12217"/>
                  </a:lnTo>
                  <a:lnTo>
                    <a:pt x="2471" y="1226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57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3728" y="25916"/>
                  </a:moveTo>
                  <a:lnTo>
                    <a:pt x="3728" y="25916"/>
                  </a:lnTo>
                  <a:lnTo>
                    <a:pt x="3728" y="25871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549" y="22637"/>
                  </a:lnTo>
                  <a:lnTo>
                    <a:pt x="3279" y="19403"/>
                  </a:lnTo>
                  <a:lnTo>
                    <a:pt x="2965" y="16170"/>
                  </a:lnTo>
                  <a:lnTo>
                    <a:pt x="2515" y="12981"/>
                  </a:lnTo>
                  <a:lnTo>
                    <a:pt x="2021" y="9747"/>
                  </a:lnTo>
                  <a:lnTo>
                    <a:pt x="1438" y="6603"/>
                  </a:lnTo>
                  <a:lnTo>
                    <a:pt x="764" y="3414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25"/>
                  </a:lnTo>
                  <a:lnTo>
                    <a:pt x="45" y="225"/>
                  </a:lnTo>
                  <a:lnTo>
                    <a:pt x="45" y="0"/>
                  </a:lnTo>
                  <a:lnTo>
                    <a:pt x="45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854" y="3414"/>
                  </a:lnTo>
                  <a:lnTo>
                    <a:pt x="1527" y="6558"/>
                  </a:lnTo>
                  <a:lnTo>
                    <a:pt x="2111" y="9747"/>
                  </a:lnTo>
                  <a:lnTo>
                    <a:pt x="2605" y="12936"/>
                  </a:lnTo>
                  <a:lnTo>
                    <a:pt x="3054" y="16170"/>
                  </a:lnTo>
                  <a:lnTo>
                    <a:pt x="3369" y="19403"/>
                  </a:lnTo>
                  <a:lnTo>
                    <a:pt x="3638" y="22592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773" y="25871"/>
                  </a:lnTo>
                  <a:lnTo>
                    <a:pt x="3728" y="259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57"/>
            <p:cNvSpPr/>
            <p:nvPr/>
          </p:nvSpPr>
          <p:spPr>
            <a:xfrm>
              <a:off x="6328600" y="1961425"/>
              <a:ext cx="792775" cy="2069500"/>
            </a:xfrm>
            <a:custGeom>
              <a:rect b="b" l="l" r="r" t="t"/>
              <a:pathLst>
                <a:path extrusionOk="0" fill="none" h="82780" w="31711">
                  <a:moveTo>
                    <a:pt x="24839" y="1"/>
                  </a:moveTo>
                  <a:lnTo>
                    <a:pt x="24569" y="315"/>
                  </a:lnTo>
                  <a:lnTo>
                    <a:pt x="24569" y="315"/>
                  </a:lnTo>
                  <a:lnTo>
                    <a:pt x="24300" y="674"/>
                  </a:lnTo>
                  <a:lnTo>
                    <a:pt x="23940" y="1034"/>
                  </a:lnTo>
                  <a:lnTo>
                    <a:pt x="23536" y="1393"/>
                  </a:lnTo>
                  <a:lnTo>
                    <a:pt x="23087" y="1708"/>
                  </a:lnTo>
                  <a:lnTo>
                    <a:pt x="22593" y="2022"/>
                  </a:lnTo>
                  <a:lnTo>
                    <a:pt x="22009" y="2336"/>
                  </a:lnTo>
                  <a:lnTo>
                    <a:pt x="21425" y="2651"/>
                  </a:lnTo>
                  <a:lnTo>
                    <a:pt x="20751" y="2920"/>
                  </a:lnTo>
                  <a:lnTo>
                    <a:pt x="19314" y="3459"/>
                  </a:lnTo>
                  <a:lnTo>
                    <a:pt x="17742" y="3953"/>
                  </a:lnTo>
                  <a:lnTo>
                    <a:pt x="15990" y="4402"/>
                  </a:lnTo>
                  <a:lnTo>
                    <a:pt x="14149" y="4852"/>
                  </a:lnTo>
                  <a:lnTo>
                    <a:pt x="14149" y="4852"/>
                  </a:lnTo>
                  <a:lnTo>
                    <a:pt x="14778" y="6334"/>
                  </a:lnTo>
                  <a:lnTo>
                    <a:pt x="15766" y="8894"/>
                  </a:lnTo>
                  <a:lnTo>
                    <a:pt x="16350" y="10511"/>
                  </a:lnTo>
                  <a:lnTo>
                    <a:pt x="17023" y="12352"/>
                  </a:lnTo>
                  <a:lnTo>
                    <a:pt x="17652" y="14329"/>
                  </a:lnTo>
                  <a:lnTo>
                    <a:pt x="18326" y="16530"/>
                  </a:lnTo>
                  <a:lnTo>
                    <a:pt x="19000" y="18820"/>
                  </a:lnTo>
                  <a:lnTo>
                    <a:pt x="19629" y="21246"/>
                  </a:lnTo>
                  <a:lnTo>
                    <a:pt x="20168" y="23761"/>
                  </a:lnTo>
                  <a:lnTo>
                    <a:pt x="20707" y="26366"/>
                  </a:lnTo>
                  <a:lnTo>
                    <a:pt x="21156" y="29016"/>
                  </a:lnTo>
                  <a:lnTo>
                    <a:pt x="21335" y="30363"/>
                  </a:lnTo>
                  <a:lnTo>
                    <a:pt x="21470" y="31711"/>
                  </a:lnTo>
                  <a:lnTo>
                    <a:pt x="21605" y="33058"/>
                  </a:lnTo>
                  <a:lnTo>
                    <a:pt x="21695" y="34406"/>
                  </a:lnTo>
                  <a:lnTo>
                    <a:pt x="21784" y="35753"/>
                  </a:lnTo>
                  <a:lnTo>
                    <a:pt x="21784" y="37101"/>
                  </a:lnTo>
                  <a:lnTo>
                    <a:pt x="21784" y="37101"/>
                  </a:lnTo>
                  <a:lnTo>
                    <a:pt x="21784" y="40020"/>
                  </a:lnTo>
                  <a:lnTo>
                    <a:pt x="21740" y="41592"/>
                  </a:lnTo>
                  <a:lnTo>
                    <a:pt x="21650" y="43164"/>
                  </a:lnTo>
                  <a:lnTo>
                    <a:pt x="21560" y="44736"/>
                  </a:lnTo>
                  <a:lnTo>
                    <a:pt x="21425" y="46353"/>
                  </a:lnTo>
                  <a:lnTo>
                    <a:pt x="21245" y="48015"/>
                  </a:lnTo>
                  <a:lnTo>
                    <a:pt x="21021" y="49677"/>
                  </a:lnTo>
                  <a:lnTo>
                    <a:pt x="20751" y="51339"/>
                  </a:lnTo>
                  <a:lnTo>
                    <a:pt x="20482" y="53001"/>
                  </a:lnTo>
                  <a:lnTo>
                    <a:pt x="20123" y="54707"/>
                  </a:lnTo>
                  <a:lnTo>
                    <a:pt x="19763" y="56369"/>
                  </a:lnTo>
                  <a:lnTo>
                    <a:pt x="19359" y="58031"/>
                  </a:lnTo>
                  <a:lnTo>
                    <a:pt x="18865" y="59693"/>
                  </a:lnTo>
                  <a:lnTo>
                    <a:pt x="18371" y="61355"/>
                  </a:lnTo>
                  <a:lnTo>
                    <a:pt x="17787" y="62972"/>
                  </a:lnTo>
                  <a:lnTo>
                    <a:pt x="17158" y="64589"/>
                  </a:lnTo>
                  <a:lnTo>
                    <a:pt x="16484" y="66161"/>
                  </a:lnTo>
                  <a:lnTo>
                    <a:pt x="15721" y="67688"/>
                  </a:lnTo>
                  <a:lnTo>
                    <a:pt x="14957" y="69215"/>
                  </a:lnTo>
                  <a:lnTo>
                    <a:pt x="14104" y="70652"/>
                  </a:lnTo>
                  <a:lnTo>
                    <a:pt x="13161" y="72089"/>
                  </a:lnTo>
                  <a:lnTo>
                    <a:pt x="12173" y="73437"/>
                  </a:lnTo>
                  <a:lnTo>
                    <a:pt x="11095" y="74784"/>
                  </a:lnTo>
                  <a:lnTo>
                    <a:pt x="9972" y="76042"/>
                  </a:lnTo>
                  <a:lnTo>
                    <a:pt x="8804" y="77210"/>
                  </a:lnTo>
                  <a:lnTo>
                    <a:pt x="7546" y="78333"/>
                  </a:lnTo>
                  <a:lnTo>
                    <a:pt x="6199" y="79411"/>
                  </a:lnTo>
                  <a:lnTo>
                    <a:pt x="5480" y="79905"/>
                  </a:lnTo>
                  <a:lnTo>
                    <a:pt x="4762" y="80354"/>
                  </a:lnTo>
                  <a:lnTo>
                    <a:pt x="4043" y="80803"/>
                  </a:lnTo>
                  <a:lnTo>
                    <a:pt x="3279" y="81252"/>
                  </a:lnTo>
                  <a:lnTo>
                    <a:pt x="2471" y="81656"/>
                  </a:lnTo>
                  <a:lnTo>
                    <a:pt x="1662" y="82061"/>
                  </a:lnTo>
                  <a:lnTo>
                    <a:pt x="854" y="82420"/>
                  </a:lnTo>
                  <a:lnTo>
                    <a:pt x="1" y="82779"/>
                  </a:lnTo>
                  <a:lnTo>
                    <a:pt x="1" y="82779"/>
                  </a:lnTo>
                  <a:lnTo>
                    <a:pt x="2022" y="82600"/>
                  </a:lnTo>
                  <a:lnTo>
                    <a:pt x="3953" y="82375"/>
                  </a:lnTo>
                  <a:lnTo>
                    <a:pt x="5840" y="82061"/>
                  </a:lnTo>
                  <a:lnTo>
                    <a:pt x="7636" y="81611"/>
                  </a:lnTo>
                  <a:lnTo>
                    <a:pt x="9388" y="81162"/>
                  </a:lnTo>
                  <a:lnTo>
                    <a:pt x="11050" y="80578"/>
                  </a:lnTo>
                  <a:lnTo>
                    <a:pt x="12667" y="79950"/>
                  </a:lnTo>
                  <a:lnTo>
                    <a:pt x="14239" y="79186"/>
                  </a:lnTo>
                  <a:lnTo>
                    <a:pt x="15721" y="78423"/>
                  </a:lnTo>
                  <a:lnTo>
                    <a:pt x="17158" y="77524"/>
                  </a:lnTo>
                  <a:lnTo>
                    <a:pt x="18506" y="76581"/>
                  </a:lnTo>
                  <a:lnTo>
                    <a:pt x="19808" y="75503"/>
                  </a:lnTo>
                  <a:lnTo>
                    <a:pt x="21021" y="74425"/>
                  </a:lnTo>
                  <a:lnTo>
                    <a:pt x="22189" y="73212"/>
                  </a:lnTo>
                  <a:lnTo>
                    <a:pt x="23267" y="71955"/>
                  </a:lnTo>
                  <a:lnTo>
                    <a:pt x="24300" y="70562"/>
                  </a:lnTo>
                  <a:lnTo>
                    <a:pt x="24300" y="70562"/>
                  </a:lnTo>
                  <a:lnTo>
                    <a:pt x="24794" y="69844"/>
                  </a:lnTo>
                  <a:lnTo>
                    <a:pt x="25288" y="69080"/>
                  </a:lnTo>
                  <a:lnTo>
                    <a:pt x="26231" y="67553"/>
                  </a:lnTo>
                  <a:lnTo>
                    <a:pt x="27040" y="65936"/>
                  </a:lnTo>
                  <a:lnTo>
                    <a:pt x="27803" y="64229"/>
                  </a:lnTo>
                  <a:lnTo>
                    <a:pt x="28477" y="62523"/>
                  </a:lnTo>
                  <a:lnTo>
                    <a:pt x="29106" y="60771"/>
                  </a:lnTo>
                  <a:lnTo>
                    <a:pt x="29645" y="58974"/>
                  </a:lnTo>
                  <a:lnTo>
                    <a:pt x="30094" y="57133"/>
                  </a:lnTo>
                  <a:lnTo>
                    <a:pt x="30498" y="55246"/>
                  </a:lnTo>
                  <a:lnTo>
                    <a:pt x="30857" y="53315"/>
                  </a:lnTo>
                  <a:lnTo>
                    <a:pt x="31127" y="51384"/>
                  </a:lnTo>
                  <a:lnTo>
                    <a:pt x="31351" y="49407"/>
                  </a:lnTo>
                  <a:lnTo>
                    <a:pt x="31531" y="47431"/>
                  </a:lnTo>
                  <a:lnTo>
                    <a:pt x="31621" y="45455"/>
                  </a:lnTo>
                  <a:lnTo>
                    <a:pt x="31711" y="43479"/>
                  </a:lnTo>
                  <a:lnTo>
                    <a:pt x="31711" y="41457"/>
                  </a:lnTo>
                  <a:lnTo>
                    <a:pt x="31711" y="41457"/>
                  </a:lnTo>
                  <a:lnTo>
                    <a:pt x="31711" y="39796"/>
                  </a:lnTo>
                  <a:lnTo>
                    <a:pt x="31666" y="38089"/>
                  </a:lnTo>
                  <a:lnTo>
                    <a:pt x="31486" y="34765"/>
                  </a:lnTo>
                  <a:lnTo>
                    <a:pt x="31217" y="31441"/>
                  </a:lnTo>
                  <a:lnTo>
                    <a:pt x="30902" y="28163"/>
                  </a:lnTo>
                  <a:lnTo>
                    <a:pt x="30453" y="25018"/>
                  </a:lnTo>
                  <a:lnTo>
                    <a:pt x="30004" y="21919"/>
                  </a:lnTo>
                  <a:lnTo>
                    <a:pt x="29465" y="18955"/>
                  </a:lnTo>
                  <a:lnTo>
                    <a:pt x="28926" y="16080"/>
                  </a:lnTo>
                  <a:lnTo>
                    <a:pt x="28342" y="13385"/>
                  </a:lnTo>
                  <a:lnTo>
                    <a:pt x="27758" y="10870"/>
                  </a:lnTo>
                  <a:lnTo>
                    <a:pt x="27219" y="8535"/>
                  </a:lnTo>
                  <a:lnTo>
                    <a:pt x="26680" y="6424"/>
                  </a:lnTo>
                  <a:lnTo>
                    <a:pt x="25692" y="2875"/>
                  </a:lnTo>
                  <a:lnTo>
                    <a:pt x="24929" y="360"/>
                  </a:lnTo>
                  <a:lnTo>
                    <a:pt x="2483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57"/>
            <p:cNvSpPr/>
            <p:nvPr/>
          </p:nvSpPr>
          <p:spPr>
            <a:xfrm>
              <a:off x="6356675" y="1889575"/>
              <a:ext cx="360475" cy="110050"/>
            </a:xfrm>
            <a:custGeom>
              <a:rect b="b" l="l" r="r" t="t"/>
              <a:pathLst>
                <a:path extrusionOk="0" h="4402" w="14419">
                  <a:moveTo>
                    <a:pt x="1393" y="0"/>
                  </a:moveTo>
                  <a:lnTo>
                    <a:pt x="674" y="45"/>
                  </a:lnTo>
                  <a:lnTo>
                    <a:pt x="360" y="90"/>
                  </a:lnTo>
                  <a:lnTo>
                    <a:pt x="90" y="180"/>
                  </a:lnTo>
                  <a:lnTo>
                    <a:pt x="1" y="315"/>
                  </a:lnTo>
                  <a:lnTo>
                    <a:pt x="45" y="449"/>
                  </a:lnTo>
                  <a:lnTo>
                    <a:pt x="135" y="539"/>
                  </a:lnTo>
                  <a:lnTo>
                    <a:pt x="315" y="674"/>
                  </a:lnTo>
                  <a:lnTo>
                    <a:pt x="584" y="719"/>
                  </a:lnTo>
                  <a:lnTo>
                    <a:pt x="854" y="809"/>
                  </a:lnTo>
                  <a:lnTo>
                    <a:pt x="1438" y="898"/>
                  </a:lnTo>
                  <a:lnTo>
                    <a:pt x="2965" y="1078"/>
                  </a:lnTo>
                  <a:lnTo>
                    <a:pt x="4492" y="1258"/>
                  </a:lnTo>
                  <a:lnTo>
                    <a:pt x="5211" y="1393"/>
                  </a:lnTo>
                  <a:lnTo>
                    <a:pt x="5884" y="1527"/>
                  </a:lnTo>
                  <a:lnTo>
                    <a:pt x="6513" y="1752"/>
                  </a:lnTo>
                  <a:lnTo>
                    <a:pt x="7007" y="1976"/>
                  </a:lnTo>
                  <a:lnTo>
                    <a:pt x="7187" y="2111"/>
                  </a:lnTo>
                  <a:lnTo>
                    <a:pt x="7322" y="2246"/>
                  </a:lnTo>
                  <a:lnTo>
                    <a:pt x="7411" y="2426"/>
                  </a:lnTo>
                  <a:lnTo>
                    <a:pt x="7411" y="2560"/>
                  </a:lnTo>
                  <a:lnTo>
                    <a:pt x="7411" y="2695"/>
                  </a:lnTo>
                  <a:lnTo>
                    <a:pt x="7322" y="2830"/>
                  </a:lnTo>
                  <a:lnTo>
                    <a:pt x="7142" y="3010"/>
                  </a:lnTo>
                  <a:lnTo>
                    <a:pt x="6917" y="3099"/>
                  </a:lnTo>
                  <a:lnTo>
                    <a:pt x="6558" y="3234"/>
                  </a:lnTo>
                  <a:lnTo>
                    <a:pt x="6199" y="3324"/>
                  </a:lnTo>
                  <a:lnTo>
                    <a:pt x="5390" y="3548"/>
                  </a:lnTo>
                  <a:lnTo>
                    <a:pt x="5031" y="3683"/>
                  </a:lnTo>
                  <a:lnTo>
                    <a:pt x="4806" y="3863"/>
                  </a:lnTo>
                  <a:lnTo>
                    <a:pt x="4762" y="3953"/>
                  </a:lnTo>
                  <a:lnTo>
                    <a:pt x="4762" y="4043"/>
                  </a:lnTo>
                  <a:lnTo>
                    <a:pt x="4851" y="4132"/>
                  </a:lnTo>
                  <a:lnTo>
                    <a:pt x="4941" y="4222"/>
                  </a:lnTo>
                  <a:lnTo>
                    <a:pt x="5211" y="4312"/>
                  </a:lnTo>
                  <a:lnTo>
                    <a:pt x="5480" y="4357"/>
                  </a:lnTo>
                  <a:lnTo>
                    <a:pt x="6154" y="4402"/>
                  </a:lnTo>
                  <a:lnTo>
                    <a:pt x="6423" y="4357"/>
                  </a:lnTo>
                  <a:lnTo>
                    <a:pt x="7636" y="4357"/>
                  </a:lnTo>
                  <a:lnTo>
                    <a:pt x="8894" y="4312"/>
                  </a:lnTo>
                  <a:lnTo>
                    <a:pt x="10106" y="4222"/>
                  </a:lnTo>
                  <a:lnTo>
                    <a:pt x="11319" y="4087"/>
                  </a:lnTo>
                  <a:lnTo>
                    <a:pt x="11858" y="3998"/>
                  </a:lnTo>
                  <a:lnTo>
                    <a:pt x="12397" y="3863"/>
                  </a:lnTo>
                  <a:lnTo>
                    <a:pt x="12891" y="3728"/>
                  </a:lnTo>
                  <a:lnTo>
                    <a:pt x="13340" y="3548"/>
                  </a:lnTo>
                  <a:lnTo>
                    <a:pt x="13745" y="3369"/>
                  </a:lnTo>
                  <a:lnTo>
                    <a:pt x="14059" y="3144"/>
                  </a:lnTo>
                  <a:lnTo>
                    <a:pt x="14284" y="2920"/>
                  </a:lnTo>
                  <a:lnTo>
                    <a:pt x="14418" y="2695"/>
                  </a:lnTo>
                  <a:lnTo>
                    <a:pt x="14418" y="2560"/>
                  </a:lnTo>
                  <a:lnTo>
                    <a:pt x="14418" y="2471"/>
                  </a:lnTo>
                  <a:lnTo>
                    <a:pt x="14373" y="2336"/>
                  </a:lnTo>
                  <a:lnTo>
                    <a:pt x="14328" y="2201"/>
                  </a:lnTo>
                  <a:lnTo>
                    <a:pt x="14104" y="1976"/>
                  </a:lnTo>
                  <a:lnTo>
                    <a:pt x="13834" y="1707"/>
                  </a:lnTo>
                  <a:lnTo>
                    <a:pt x="13430" y="1527"/>
                  </a:lnTo>
                  <a:lnTo>
                    <a:pt x="13026" y="1303"/>
                  </a:lnTo>
                  <a:lnTo>
                    <a:pt x="12487" y="1123"/>
                  </a:lnTo>
                  <a:lnTo>
                    <a:pt x="11948" y="988"/>
                  </a:lnTo>
                  <a:lnTo>
                    <a:pt x="10870" y="719"/>
                  </a:lnTo>
                  <a:lnTo>
                    <a:pt x="9612" y="539"/>
                  </a:lnTo>
                  <a:lnTo>
                    <a:pt x="8310" y="360"/>
                  </a:lnTo>
                  <a:lnTo>
                    <a:pt x="6917" y="225"/>
                  </a:lnTo>
                  <a:lnTo>
                    <a:pt x="5525" y="135"/>
                  </a:lnTo>
                  <a:lnTo>
                    <a:pt x="4178" y="90"/>
                  </a:lnTo>
                  <a:lnTo>
                    <a:pt x="1573" y="0"/>
                  </a:lnTo>
                  <a:close/>
                </a:path>
              </a:pathLst>
            </a:custGeom>
            <a:solidFill>
              <a:srgbClr val="99C462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57"/>
            <p:cNvSpPr/>
            <p:nvPr/>
          </p:nvSpPr>
          <p:spPr>
            <a:xfrm>
              <a:off x="6356675" y="1889575"/>
              <a:ext cx="360475" cy="110050"/>
            </a:xfrm>
            <a:custGeom>
              <a:rect b="b" l="l" r="r" t="t"/>
              <a:pathLst>
                <a:path extrusionOk="0" fill="none" h="4402" w="14419">
                  <a:moveTo>
                    <a:pt x="1393" y="0"/>
                  </a:moveTo>
                  <a:lnTo>
                    <a:pt x="1393" y="0"/>
                  </a:lnTo>
                  <a:lnTo>
                    <a:pt x="674" y="45"/>
                  </a:lnTo>
                  <a:lnTo>
                    <a:pt x="360" y="90"/>
                  </a:lnTo>
                  <a:lnTo>
                    <a:pt x="90" y="180"/>
                  </a:lnTo>
                  <a:lnTo>
                    <a:pt x="90" y="180"/>
                  </a:lnTo>
                  <a:lnTo>
                    <a:pt x="1" y="315"/>
                  </a:lnTo>
                  <a:lnTo>
                    <a:pt x="45" y="449"/>
                  </a:lnTo>
                  <a:lnTo>
                    <a:pt x="135" y="539"/>
                  </a:lnTo>
                  <a:lnTo>
                    <a:pt x="315" y="674"/>
                  </a:lnTo>
                  <a:lnTo>
                    <a:pt x="315" y="674"/>
                  </a:lnTo>
                  <a:lnTo>
                    <a:pt x="584" y="719"/>
                  </a:lnTo>
                  <a:lnTo>
                    <a:pt x="854" y="809"/>
                  </a:lnTo>
                  <a:lnTo>
                    <a:pt x="1438" y="898"/>
                  </a:lnTo>
                  <a:lnTo>
                    <a:pt x="1438" y="898"/>
                  </a:lnTo>
                  <a:lnTo>
                    <a:pt x="2965" y="1078"/>
                  </a:lnTo>
                  <a:lnTo>
                    <a:pt x="4492" y="1258"/>
                  </a:lnTo>
                  <a:lnTo>
                    <a:pt x="4492" y="1258"/>
                  </a:lnTo>
                  <a:lnTo>
                    <a:pt x="5211" y="1393"/>
                  </a:lnTo>
                  <a:lnTo>
                    <a:pt x="5884" y="1527"/>
                  </a:lnTo>
                  <a:lnTo>
                    <a:pt x="6513" y="1752"/>
                  </a:lnTo>
                  <a:lnTo>
                    <a:pt x="7007" y="1976"/>
                  </a:lnTo>
                  <a:lnTo>
                    <a:pt x="7007" y="1976"/>
                  </a:lnTo>
                  <a:lnTo>
                    <a:pt x="7187" y="2111"/>
                  </a:lnTo>
                  <a:lnTo>
                    <a:pt x="7322" y="2246"/>
                  </a:lnTo>
                  <a:lnTo>
                    <a:pt x="7411" y="2426"/>
                  </a:lnTo>
                  <a:lnTo>
                    <a:pt x="7411" y="2560"/>
                  </a:lnTo>
                  <a:lnTo>
                    <a:pt x="7411" y="2695"/>
                  </a:lnTo>
                  <a:lnTo>
                    <a:pt x="7322" y="2830"/>
                  </a:lnTo>
                  <a:lnTo>
                    <a:pt x="7142" y="3010"/>
                  </a:lnTo>
                  <a:lnTo>
                    <a:pt x="6917" y="3099"/>
                  </a:lnTo>
                  <a:lnTo>
                    <a:pt x="6917" y="3099"/>
                  </a:lnTo>
                  <a:lnTo>
                    <a:pt x="6558" y="3234"/>
                  </a:lnTo>
                  <a:lnTo>
                    <a:pt x="6199" y="3324"/>
                  </a:lnTo>
                  <a:lnTo>
                    <a:pt x="5390" y="3548"/>
                  </a:lnTo>
                  <a:lnTo>
                    <a:pt x="5390" y="3548"/>
                  </a:lnTo>
                  <a:lnTo>
                    <a:pt x="5031" y="3683"/>
                  </a:lnTo>
                  <a:lnTo>
                    <a:pt x="4806" y="3863"/>
                  </a:lnTo>
                  <a:lnTo>
                    <a:pt x="4762" y="3953"/>
                  </a:lnTo>
                  <a:lnTo>
                    <a:pt x="4762" y="4043"/>
                  </a:lnTo>
                  <a:lnTo>
                    <a:pt x="4851" y="4132"/>
                  </a:lnTo>
                  <a:lnTo>
                    <a:pt x="4941" y="4222"/>
                  </a:lnTo>
                  <a:lnTo>
                    <a:pt x="4941" y="4222"/>
                  </a:lnTo>
                  <a:lnTo>
                    <a:pt x="5211" y="4312"/>
                  </a:lnTo>
                  <a:lnTo>
                    <a:pt x="5480" y="4357"/>
                  </a:lnTo>
                  <a:lnTo>
                    <a:pt x="6154" y="4402"/>
                  </a:lnTo>
                  <a:lnTo>
                    <a:pt x="6154" y="4402"/>
                  </a:lnTo>
                  <a:lnTo>
                    <a:pt x="6423" y="4357"/>
                  </a:lnTo>
                  <a:lnTo>
                    <a:pt x="6423" y="4357"/>
                  </a:lnTo>
                  <a:lnTo>
                    <a:pt x="7636" y="4357"/>
                  </a:lnTo>
                  <a:lnTo>
                    <a:pt x="8894" y="4312"/>
                  </a:lnTo>
                  <a:lnTo>
                    <a:pt x="10106" y="4222"/>
                  </a:lnTo>
                  <a:lnTo>
                    <a:pt x="11319" y="4087"/>
                  </a:lnTo>
                  <a:lnTo>
                    <a:pt x="11319" y="4087"/>
                  </a:lnTo>
                  <a:lnTo>
                    <a:pt x="11858" y="3998"/>
                  </a:lnTo>
                  <a:lnTo>
                    <a:pt x="12397" y="3863"/>
                  </a:lnTo>
                  <a:lnTo>
                    <a:pt x="12891" y="3728"/>
                  </a:lnTo>
                  <a:lnTo>
                    <a:pt x="13340" y="3548"/>
                  </a:lnTo>
                  <a:lnTo>
                    <a:pt x="13745" y="3369"/>
                  </a:lnTo>
                  <a:lnTo>
                    <a:pt x="14059" y="3144"/>
                  </a:lnTo>
                  <a:lnTo>
                    <a:pt x="14284" y="2920"/>
                  </a:lnTo>
                  <a:lnTo>
                    <a:pt x="14418" y="2695"/>
                  </a:lnTo>
                  <a:lnTo>
                    <a:pt x="14418" y="2695"/>
                  </a:lnTo>
                  <a:lnTo>
                    <a:pt x="14418" y="2560"/>
                  </a:lnTo>
                  <a:lnTo>
                    <a:pt x="14418" y="2471"/>
                  </a:lnTo>
                  <a:lnTo>
                    <a:pt x="14373" y="2336"/>
                  </a:lnTo>
                  <a:lnTo>
                    <a:pt x="14328" y="2201"/>
                  </a:lnTo>
                  <a:lnTo>
                    <a:pt x="14104" y="1976"/>
                  </a:lnTo>
                  <a:lnTo>
                    <a:pt x="13834" y="1707"/>
                  </a:lnTo>
                  <a:lnTo>
                    <a:pt x="13430" y="1527"/>
                  </a:lnTo>
                  <a:lnTo>
                    <a:pt x="13026" y="1303"/>
                  </a:lnTo>
                  <a:lnTo>
                    <a:pt x="12487" y="1123"/>
                  </a:lnTo>
                  <a:lnTo>
                    <a:pt x="11948" y="988"/>
                  </a:lnTo>
                  <a:lnTo>
                    <a:pt x="11948" y="988"/>
                  </a:lnTo>
                  <a:lnTo>
                    <a:pt x="10870" y="719"/>
                  </a:lnTo>
                  <a:lnTo>
                    <a:pt x="9612" y="539"/>
                  </a:lnTo>
                  <a:lnTo>
                    <a:pt x="8310" y="360"/>
                  </a:lnTo>
                  <a:lnTo>
                    <a:pt x="6917" y="225"/>
                  </a:lnTo>
                  <a:lnTo>
                    <a:pt x="5525" y="135"/>
                  </a:lnTo>
                  <a:lnTo>
                    <a:pt x="4178" y="90"/>
                  </a:lnTo>
                  <a:lnTo>
                    <a:pt x="1573" y="0"/>
                  </a:lnTo>
                  <a:lnTo>
                    <a:pt x="1573" y="0"/>
                  </a:lnTo>
                  <a:lnTo>
                    <a:pt x="13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57"/>
            <p:cNvSpPr/>
            <p:nvPr/>
          </p:nvSpPr>
          <p:spPr>
            <a:xfrm>
              <a:off x="6379125" y="1981650"/>
              <a:ext cx="52800" cy="17975"/>
            </a:xfrm>
            <a:custGeom>
              <a:rect b="b" l="l" r="r" t="t"/>
              <a:pathLst>
                <a:path extrusionOk="0" h="719" w="2112">
                  <a:moveTo>
                    <a:pt x="630" y="0"/>
                  </a:moveTo>
                  <a:lnTo>
                    <a:pt x="315" y="90"/>
                  </a:lnTo>
                  <a:lnTo>
                    <a:pt x="91" y="225"/>
                  </a:lnTo>
                  <a:lnTo>
                    <a:pt x="1" y="270"/>
                  </a:lnTo>
                  <a:lnTo>
                    <a:pt x="1" y="360"/>
                  </a:lnTo>
                  <a:lnTo>
                    <a:pt x="1" y="449"/>
                  </a:lnTo>
                  <a:lnTo>
                    <a:pt x="91" y="494"/>
                  </a:lnTo>
                  <a:lnTo>
                    <a:pt x="315" y="629"/>
                  </a:lnTo>
                  <a:lnTo>
                    <a:pt x="630" y="719"/>
                  </a:lnTo>
                  <a:lnTo>
                    <a:pt x="1438" y="719"/>
                  </a:lnTo>
                  <a:lnTo>
                    <a:pt x="1797" y="629"/>
                  </a:lnTo>
                  <a:lnTo>
                    <a:pt x="2022" y="494"/>
                  </a:lnTo>
                  <a:lnTo>
                    <a:pt x="2067" y="449"/>
                  </a:lnTo>
                  <a:lnTo>
                    <a:pt x="2112" y="360"/>
                  </a:lnTo>
                  <a:lnTo>
                    <a:pt x="2067" y="270"/>
                  </a:lnTo>
                  <a:lnTo>
                    <a:pt x="2022" y="225"/>
                  </a:lnTo>
                  <a:lnTo>
                    <a:pt x="1797" y="90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rgbClr val="99C462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57"/>
            <p:cNvSpPr/>
            <p:nvPr/>
          </p:nvSpPr>
          <p:spPr>
            <a:xfrm>
              <a:off x="6379125" y="1981650"/>
              <a:ext cx="52800" cy="17975"/>
            </a:xfrm>
            <a:custGeom>
              <a:rect b="b" l="l" r="r" t="t"/>
              <a:pathLst>
                <a:path extrusionOk="0" fill="none" h="719" w="2112">
                  <a:moveTo>
                    <a:pt x="1034" y="0"/>
                  </a:moveTo>
                  <a:lnTo>
                    <a:pt x="1034" y="0"/>
                  </a:lnTo>
                  <a:lnTo>
                    <a:pt x="630" y="0"/>
                  </a:lnTo>
                  <a:lnTo>
                    <a:pt x="315" y="90"/>
                  </a:lnTo>
                  <a:lnTo>
                    <a:pt x="91" y="225"/>
                  </a:lnTo>
                  <a:lnTo>
                    <a:pt x="1" y="270"/>
                  </a:lnTo>
                  <a:lnTo>
                    <a:pt x="1" y="360"/>
                  </a:lnTo>
                  <a:lnTo>
                    <a:pt x="1" y="360"/>
                  </a:lnTo>
                  <a:lnTo>
                    <a:pt x="1" y="449"/>
                  </a:lnTo>
                  <a:lnTo>
                    <a:pt x="91" y="494"/>
                  </a:lnTo>
                  <a:lnTo>
                    <a:pt x="315" y="629"/>
                  </a:lnTo>
                  <a:lnTo>
                    <a:pt x="630" y="719"/>
                  </a:lnTo>
                  <a:lnTo>
                    <a:pt x="1034" y="719"/>
                  </a:lnTo>
                  <a:lnTo>
                    <a:pt x="1034" y="719"/>
                  </a:lnTo>
                  <a:lnTo>
                    <a:pt x="1438" y="719"/>
                  </a:lnTo>
                  <a:lnTo>
                    <a:pt x="1797" y="629"/>
                  </a:lnTo>
                  <a:lnTo>
                    <a:pt x="2022" y="494"/>
                  </a:lnTo>
                  <a:lnTo>
                    <a:pt x="2067" y="449"/>
                  </a:lnTo>
                  <a:lnTo>
                    <a:pt x="2112" y="360"/>
                  </a:lnTo>
                  <a:lnTo>
                    <a:pt x="2112" y="360"/>
                  </a:lnTo>
                  <a:lnTo>
                    <a:pt x="2067" y="270"/>
                  </a:lnTo>
                  <a:lnTo>
                    <a:pt x="2022" y="225"/>
                  </a:lnTo>
                  <a:lnTo>
                    <a:pt x="1797" y="90"/>
                  </a:lnTo>
                  <a:lnTo>
                    <a:pt x="1438" y="0"/>
                  </a:lnTo>
                  <a:lnTo>
                    <a:pt x="103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57"/>
            <p:cNvSpPr/>
            <p:nvPr/>
          </p:nvSpPr>
          <p:spPr>
            <a:xfrm>
              <a:off x="5522375" y="1736850"/>
              <a:ext cx="1442925" cy="394150"/>
            </a:xfrm>
            <a:custGeom>
              <a:rect b="b" l="l" r="r" t="t"/>
              <a:pathLst>
                <a:path extrusionOk="0" h="15766" w="57717">
                  <a:moveTo>
                    <a:pt x="28881" y="1348"/>
                  </a:moveTo>
                  <a:lnTo>
                    <a:pt x="31845" y="1393"/>
                  </a:lnTo>
                  <a:lnTo>
                    <a:pt x="34675" y="1528"/>
                  </a:lnTo>
                  <a:lnTo>
                    <a:pt x="37415" y="1708"/>
                  </a:lnTo>
                  <a:lnTo>
                    <a:pt x="39975" y="1932"/>
                  </a:lnTo>
                  <a:lnTo>
                    <a:pt x="42400" y="2246"/>
                  </a:lnTo>
                  <a:lnTo>
                    <a:pt x="44691" y="2606"/>
                  </a:lnTo>
                  <a:lnTo>
                    <a:pt x="46757" y="3010"/>
                  </a:lnTo>
                  <a:lnTo>
                    <a:pt x="48689" y="3459"/>
                  </a:lnTo>
                  <a:lnTo>
                    <a:pt x="50395" y="3953"/>
                  </a:lnTo>
                  <a:lnTo>
                    <a:pt x="51922" y="4447"/>
                  </a:lnTo>
                  <a:lnTo>
                    <a:pt x="53225" y="4986"/>
                  </a:lnTo>
                  <a:lnTo>
                    <a:pt x="53809" y="5301"/>
                  </a:lnTo>
                  <a:lnTo>
                    <a:pt x="54303" y="5570"/>
                  </a:lnTo>
                  <a:lnTo>
                    <a:pt x="54797" y="5840"/>
                  </a:lnTo>
                  <a:lnTo>
                    <a:pt x="55201" y="6154"/>
                  </a:lnTo>
                  <a:lnTo>
                    <a:pt x="55516" y="6424"/>
                  </a:lnTo>
                  <a:lnTo>
                    <a:pt x="55830" y="6693"/>
                  </a:lnTo>
                  <a:lnTo>
                    <a:pt x="56055" y="7007"/>
                  </a:lnTo>
                  <a:lnTo>
                    <a:pt x="56189" y="7277"/>
                  </a:lnTo>
                  <a:lnTo>
                    <a:pt x="56324" y="7591"/>
                  </a:lnTo>
                  <a:lnTo>
                    <a:pt x="56324" y="7861"/>
                  </a:lnTo>
                  <a:lnTo>
                    <a:pt x="56324" y="8175"/>
                  </a:lnTo>
                  <a:lnTo>
                    <a:pt x="56189" y="8445"/>
                  </a:lnTo>
                  <a:lnTo>
                    <a:pt x="56055" y="8759"/>
                  </a:lnTo>
                  <a:lnTo>
                    <a:pt x="55830" y="9029"/>
                  </a:lnTo>
                  <a:lnTo>
                    <a:pt x="55516" y="9343"/>
                  </a:lnTo>
                  <a:lnTo>
                    <a:pt x="55201" y="9613"/>
                  </a:lnTo>
                  <a:lnTo>
                    <a:pt x="54797" y="9927"/>
                  </a:lnTo>
                  <a:lnTo>
                    <a:pt x="54303" y="10196"/>
                  </a:lnTo>
                  <a:lnTo>
                    <a:pt x="53809" y="10466"/>
                  </a:lnTo>
                  <a:lnTo>
                    <a:pt x="53225" y="10735"/>
                  </a:lnTo>
                  <a:lnTo>
                    <a:pt x="51922" y="11274"/>
                  </a:lnTo>
                  <a:lnTo>
                    <a:pt x="50395" y="11813"/>
                  </a:lnTo>
                  <a:lnTo>
                    <a:pt x="48689" y="12307"/>
                  </a:lnTo>
                  <a:lnTo>
                    <a:pt x="46757" y="12757"/>
                  </a:lnTo>
                  <a:lnTo>
                    <a:pt x="44691" y="13161"/>
                  </a:lnTo>
                  <a:lnTo>
                    <a:pt x="42400" y="13520"/>
                  </a:lnTo>
                  <a:lnTo>
                    <a:pt x="39975" y="13790"/>
                  </a:lnTo>
                  <a:lnTo>
                    <a:pt x="37415" y="14059"/>
                  </a:lnTo>
                  <a:lnTo>
                    <a:pt x="34675" y="14239"/>
                  </a:lnTo>
                  <a:lnTo>
                    <a:pt x="31845" y="14374"/>
                  </a:lnTo>
                  <a:lnTo>
                    <a:pt x="25872" y="14374"/>
                  </a:lnTo>
                  <a:lnTo>
                    <a:pt x="23042" y="14239"/>
                  </a:lnTo>
                  <a:lnTo>
                    <a:pt x="20302" y="14059"/>
                  </a:lnTo>
                  <a:lnTo>
                    <a:pt x="17742" y="13790"/>
                  </a:lnTo>
                  <a:lnTo>
                    <a:pt x="15317" y="13520"/>
                  </a:lnTo>
                  <a:lnTo>
                    <a:pt x="13071" y="13161"/>
                  </a:lnTo>
                  <a:lnTo>
                    <a:pt x="10960" y="12757"/>
                  </a:lnTo>
                  <a:lnTo>
                    <a:pt x="9029" y="12307"/>
                  </a:lnTo>
                  <a:lnTo>
                    <a:pt x="7322" y="11813"/>
                  </a:lnTo>
                  <a:lnTo>
                    <a:pt x="5795" y="11274"/>
                  </a:lnTo>
                  <a:lnTo>
                    <a:pt x="4492" y="10735"/>
                  </a:lnTo>
                  <a:lnTo>
                    <a:pt x="3908" y="10466"/>
                  </a:lnTo>
                  <a:lnTo>
                    <a:pt x="3414" y="10196"/>
                  </a:lnTo>
                  <a:lnTo>
                    <a:pt x="2920" y="9927"/>
                  </a:lnTo>
                  <a:lnTo>
                    <a:pt x="2516" y="9613"/>
                  </a:lnTo>
                  <a:lnTo>
                    <a:pt x="2201" y="9343"/>
                  </a:lnTo>
                  <a:lnTo>
                    <a:pt x="1887" y="9029"/>
                  </a:lnTo>
                  <a:lnTo>
                    <a:pt x="1662" y="8759"/>
                  </a:lnTo>
                  <a:lnTo>
                    <a:pt x="1528" y="8445"/>
                  </a:lnTo>
                  <a:lnTo>
                    <a:pt x="1438" y="8175"/>
                  </a:lnTo>
                  <a:lnTo>
                    <a:pt x="1393" y="7861"/>
                  </a:lnTo>
                  <a:lnTo>
                    <a:pt x="1438" y="7591"/>
                  </a:lnTo>
                  <a:lnTo>
                    <a:pt x="1528" y="7277"/>
                  </a:lnTo>
                  <a:lnTo>
                    <a:pt x="1662" y="7007"/>
                  </a:lnTo>
                  <a:lnTo>
                    <a:pt x="1887" y="6693"/>
                  </a:lnTo>
                  <a:lnTo>
                    <a:pt x="2201" y="6424"/>
                  </a:lnTo>
                  <a:lnTo>
                    <a:pt x="2516" y="6154"/>
                  </a:lnTo>
                  <a:lnTo>
                    <a:pt x="2920" y="5840"/>
                  </a:lnTo>
                  <a:lnTo>
                    <a:pt x="3414" y="5570"/>
                  </a:lnTo>
                  <a:lnTo>
                    <a:pt x="3908" y="5301"/>
                  </a:lnTo>
                  <a:lnTo>
                    <a:pt x="4492" y="4986"/>
                  </a:lnTo>
                  <a:lnTo>
                    <a:pt x="5795" y="4447"/>
                  </a:lnTo>
                  <a:lnTo>
                    <a:pt x="7322" y="3953"/>
                  </a:lnTo>
                  <a:lnTo>
                    <a:pt x="9029" y="3459"/>
                  </a:lnTo>
                  <a:lnTo>
                    <a:pt x="10960" y="3010"/>
                  </a:lnTo>
                  <a:lnTo>
                    <a:pt x="13071" y="2606"/>
                  </a:lnTo>
                  <a:lnTo>
                    <a:pt x="15317" y="2246"/>
                  </a:lnTo>
                  <a:lnTo>
                    <a:pt x="17742" y="1932"/>
                  </a:lnTo>
                  <a:lnTo>
                    <a:pt x="20302" y="1708"/>
                  </a:lnTo>
                  <a:lnTo>
                    <a:pt x="23042" y="1528"/>
                  </a:lnTo>
                  <a:lnTo>
                    <a:pt x="25872" y="1393"/>
                  </a:lnTo>
                  <a:lnTo>
                    <a:pt x="28881" y="1348"/>
                  </a:lnTo>
                  <a:close/>
                  <a:moveTo>
                    <a:pt x="26231" y="1"/>
                  </a:moveTo>
                  <a:lnTo>
                    <a:pt x="23626" y="91"/>
                  </a:lnTo>
                  <a:lnTo>
                    <a:pt x="21021" y="270"/>
                  </a:lnTo>
                  <a:lnTo>
                    <a:pt x="18461" y="495"/>
                  </a:lnTo>
                  <a:lnTo>
                    <a:pt x="15990" y="764"/>
                  </a:lnTo>
                  <a:lnTo>
                    <a:pt x="13565" y="1124"/>
                  </a:lnTo>
                  <a:lnTo>
                    <a:pt x="11319" y="1528"/>
                  </a:lnTo>
                  <a:lnTo>
                    <a:pt x="9208" y="2022"/>
                  </a:lnTo>
                  <a:lnTo>
                    <a:pt x="7232" y="2516"/>
                  </a:lnTo>
                  <a:lnTo>
                    <a:pt x="6289" y="2830"/>
                  </a:lnTo>
                  <a:lnTo>
                    <a:pt x="5435" y="3145"/>
                  </a:lnTo>
                  <a:lnTo>
                    <a:pt x="4627" y="3459"/>
                  </a:lnTo>
                  <a:lnTo>
                    <a:pt x="3863" y="3774"/>
                  </a:lnTo>
                  <a:lnTo>
                    <a:pt x="3190" y="4133"/>
                  </a:lnTo>
                  <a:lnTo>
                    <a:pt x="2561" y="4492"/>
                  </a:lnTo>
                  <a:lnTo>
                    <a:pt x="1977" y="4852"/>
                  </a:lnTo>
                  <a:lnTo>
                    <a:pt x="1483" y="5256"/>
                  </a:lnTo>
                  <a:lnTo>
                    <a:pt x="1034" y="5660"/>
                  </a:lnTo>
                  <a:lnTo>
                    <a:pt x="674" y="6064"/>
                  </a:lnTo>
                  <a:lnTo>
                    <a:pt x="360" y="6513"/>
                  </a:lnTo>
                  <a:lnTo>
                    <a:pt x="180" y="6963"/>
                  </a:lnTo>
                  <a:lnTo>
                    <a:pt x="45" y="7412"/>
                  </a:lnTo>
                  <a:lnTo>
                    <a:pt x="1" y="7861"/>
                  </a:lnTo>
                  <a:lnTo>
                    <a:pt x="45" y="8355"/>
                  </a:lnTo>
                  <a:lnTo>
                    <a:pt x="180" y="8804"/>
                  </a:lnTo>
                  <a:lnTo>
                    <a:pt x="360" y="9253"/>
                  </a:lnTo>
                  <a:lnTo>
                    <a:pt x="674" y="9702"/>
                  </a:lnTo>
                  <a:lnTo>
                    <a:pt x="1034" y="10107"/>
                  </a:lnTo>
                  <a:lnTo>
                    <a:pt x="1483" y="10511"/>
                  </a:lnTo>
                  <a:lnTo>
                    <a:pt x="1977" y="10915"/>
                  </a:lnTo>
                  <a:lnTo>
                    <a:pt x="2561" y="11274"/>
                  </a:lnTo>
                  <a:lnTo>
                    <a:pt x="3190" y="11634"/>
                  </a:lnTo>
                  <a:lnTo>
                    <a:pt x="3863" y="11993"/>
                  </a:lnTo>
                  <a:lnTo>
                    <a:pt x="4627" y="12307"/>
                  </a:lnTo>
                  <a:lnTo>
                    <a:pt x="5435" y="12622"/>
                  </a:lnTo>
                  <a:lnTo>
                    <a:pt x="6289" y="12936"/>
                  </a:lnTo>
                  <a:lnTo>
                    <a:pt x="7232" y="13206"/>
                  </a:lnTo>
                  <a:lnTo>
                    <a:pt x="9208" y="13745"/>
                  </a:lnTo>
                  <a:lnTo>
                    <a:pt x="11319" y="14239"/>
                  </a:lnTo>
                  <a:lnTo>
                    <a:pt x="13565" y="14643"/>
                  </a:lnTo>
                  <a:lnTo>
                    <a:pt x="15990" y="14957"/>
                  </a:lnTo>
                  <a:lnTo>
                    <a:pt x="18461" y="15272"/>
                  </a:lnTo>
                  <a:lnTo>
                    <a:pt x="21021" y="15496"/>
                  </a:lnTo>
                  <a:lnTo>
                    <a:pt x="23626" y="15631"/>
                  </a:lnTo>
                  <a:lnTo>
                    <a:pt x="26231" y="15766"/>
                  </a:lnTo>
                  <a:lnTo>
                    <a:pt x="31486" y="15766"/>
                  </a:lnTo>
                  <a:lnTo>
                    <a:pt x="34136" y="15631"/>
                  </a:lnTo>
                  <a:lnTo>
                    <a:pt x="36741" y="15496"/>
                  </a:lnTo>
                  <a:lnTo>
                    <a:pt x="39256" y="15272"/>
                  </a:lnTo>
                  <a:lnTo>
                    <a:pt x="41772" y="14957"/>
                  </a:lnTo>
                  <a:lnTo>
                    <a:pt x="44152" y="14643"/>
                  </a:lnTo>
                  <a:lnTo>
                    <a:pt x="46398" y="14239"/>
                  </a:lnTo>
                  <a:lnTo>
                    <a:pt x="48554" y="13745"/>
                  </a:lnTo>
                  <a:lnTo>
                    <a:pt x="50485" y="13206"/>
                  </a:lnTo>
                  <a:lnTo>
                    <a:pt x="51428" y="12936"/>
                  </a:lnTo>
                  <a:lnTo>
                    <a:pt x="52282" y="12622"/>
                  </a:lnTo>
                  <a:lnTo>
                    <a:pt x="53090" y="12307"/>
                  </a:lnTo>
                  <a:lnTo>
                    <a:pt x="53854" y="11993"/>
                  </a:lnTo>
                  <a:lnTo>
                    <a:pt x="54528" y="11634"/>
                  </a:lnTo>
                  <a:lnTo>
                    <a:pt x="55156" y="11274"/>
                  </a:lnTo>
                  <a:lnTo>
                    <a:pt x="55740" y="10915"/>
                  </a:lnTo>
                  <a:lnTo>
                    <a:pt x="56234" y="10511"/>
                  </a:lnTo>
                  <a:lnTo>
                    <a:pt x="56683" y="10107"/>
                  </a:lnTo>
                  <a:lnTo>
                    <a:pt x="57043" y="9702"/>
                  </a:lnTo>
                  <a:lnTo>
                    <a:pt x="57357" y="9253"/>
                  </a:lnTo>
                  <a:lnTo>
                    <a:pt x="57537" y="8804"/>
                  </a:lnTo>
                  <a:lnTo>
                    <a:pt x="57672" y="8355"/>
                  </a:lnTo>
                  <a:lnTo>
                    <a:pt x="57717" y="7861"/>
                  </a:lnTo>
                  <a:lnTo>
                    <a:pt x="57672" y="7412"/>
                  </a:lnTo>
                  <a:lnTo>
                    <a:pt x="57537" y="6963"/>
                  </a:lnTo>
                  <a:lnTo>
                    <a:pt x="57357" y="6513"/>
                  </a:lnTo>
                  <a:lnTo>
                    <a:pt x="57043" y="6064"/>
                  </a:lnTo>
                  <a:lnTo>
                    <a:pt x="56683" y="5660"/>
                  </a:lnTo>
                  <a:lnTo>
                    <a:pt x="56234" y="5256"/>
                  </a:lnTo>
                  <a:lnTo>
                    <a:pt x="55740" y="4852"/>
                  </a:lnTo>
                  <a:lnTo>
                    <a:pt x="55156" y="4492"/>
                  </a:lnTo>
                  <a:lnTo>
                    <a:pt x="54528" y="4133"/>
                  </a:lnTo>
                  <a:lnTo>
                    <a:pt x="53854" y="3774"/>
                  </a:lnTo>
                  <a:lnTo>
                    <a:pt x="53090" y="3459"/>
                  </a:lnTo>
                  <a:lnTo>
                    <a:pt x="52282" y="3145"/>
                  </a:lnTo>
                  <a:lnTo>
                    <a:pt x="51428" y="2830"/>
                  </a:lnTo>
                  <a:lnTo>
                    <a:pt x="50485" y="2516"/>
                  </a:lnTo>
                  <a:lnTo>
                    <a:pt x="48554" y="2022"/>
                  </a:lnTo>
                  <a:lnTo>
                    <a:pt x="46398" y="1528"/>
                  </a:lnTo>
                  <a:lnTo>
                    <a:pt x="44152" y="1124"/>
                  </a:lnTo>
                  <a:lnTo>
                    <a:pt x="41772" y="764"/>
                  </a:lnTo>
                  <a:lnTo>
                    <a:pt x="39256" y="495"/>
                  </a:lnTo>
                  <a:lnTo>
                    <a:pt x="36741" y="270"/>
                  </a:lnTo>
                  <a:lnTo>
                    <a:pt x="34136" y="91"/>
                  </a:lnTo>
                  <a:lnTo>
                    <a:pt x="31486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57"/>
            <p:cNvSpPr/>
            <p:nvPr/>
          </p:nvSpPr>
          <p:spPr>
            <a:xfrm>
              <a:off x="5650375" y="1826675"/>
              <a:ext cx="1186925" cy="146000"/>
            </a:xfrm>
            <a:custGeom>
              <a:rect b="b" l="l" r="r" t="t"/>
              <a:pathLst>
                <a:path extrusionOk="0" h="5840" w="47477">
                  <a:moveTo>
                    <a:pt x="21785" y="1"/>
                  </a:moveTo>
                  <a:lnTo>
                    <a:pt x="19853" y="46"/>
                  </a:lnTo>
                  <a:lnTo>
                    <a:pt x="17877" y="136"/>
                  </a:lnTo>
                  <a:lnTo>
                    <a:pt x="15946" y="270"/>
                  </a:lnTo>
                  <a:lnTo>
                    <a:pt x="14014" y="450"/>
                  </a:lnTo>
                  <a:lnTo>
                    <a:pt x="12173" y="630"/>
                  </a:lnTo>
                  <a:lnTo>
                    <a:pt x="10376" y="899"/>
                  </a:lnTo>
                  <a:lnTo>
                    <a:pt x="8670" y="1169"/>
                  </a:lnTo>
                  <a:lnTo>
                    <a:pt x="7053" y="1483"/>
                  </a:lnTo>
                  <a:lnTo>
                    <a:pt x="5570" y="1842"/>
                  </a:lnTo>
                  <a:lnTo>
                    <a:pt x="4223" y="2247"/>
                  </a:lnTo>
                  <a:lnTo>
                    <a:pt x="3010" y="2651"/>
                  </a:lnTo>
                  <a:lnTo>
                    <a:pt x="2471" y="2920"/>
                  </a:lnTo>
                  <a:lnTo>
                    <a:pt x="1977" y="3145"/>
                  </a:lnTo>
                  <a:lnTo>
                    <a:pt x="1528" y="3414"/>
                  </a:lnTo>
                  <a:lnTo>
                    <a:pt x="1169" y="3684"/>
                  </a:lnTo>
                  <a:lnTo>
                    <a:pt x="809" y="3953"/>
                  </a:lnTo>
                  <a:lnTo>
                    <a:pt x="495" y="4223"/>
                  </a:lnTo>
                  <a:lnTo>
                    <a:pt x="270" y="4537"/>
                  </a:lnTo>
                  <a:lnTo>
                    <a:pt x="91" y="4852"/>
                  </a:lnTo>
                  <a:lnTo>
                    <a:pt x="46" y="4987"/>
                  </a:lnTo>
                  <a:lnTo>
                    <a:pt x="1" y="5076"/>
                  </a:lnTo>
                  <a:lnTo>
                    <a:pt x="46" y="5346"/>
                  </a:lnTo>
                  <a:lnTo>
                    <a:pt x="181" y="5570"/>
                  </a:lnTo>
                  <a:lnTo>
                    <a:pt x="270" y="5660"/>
                  </a:lnTo>
                  <a:lnTo>
                    <a:pt x="405" y="5750"/>
                  </a:lnTo>
                  <a:lnTo>
                    <a:pt x="540" y="5795"/>
                  </a:lnTo>
                  <a:lnTo>
                    <a:pt x="675" y="5840"/>
                  </a:lnTo>
                  <a:lnTo>
                    <a:pt x="944" y="5795"/>
                  </a:lnTo>
                  <a:lnTo>
                    <a:pt x="1169" y="5660"/>
                  </a:lnTo>
                  <a:lnTo>
                    <a:pt x="1259" y="5570"/>
                  </a:lnTo>
                  <a:lnTo>
                    <a:pt x="1348" y="5436"/>
                  </a:lnTo>
                  <a:lnTo>
                    <a:pt x="1438" y="5256"/>
                  </a:lnTo>
                  <a:lnTo>
                    <a:pt x="1618" y="5076"/>
                  </a:lnTo>
                  <a:lnTo>
                    <a:pt x="1797" y="4897"/>
                  </a:lnTo>
                  <a:lnTo>
                    <a:pt x="2067" y="4717"/>
                  </a:lnTo>
                  <a:lnTo>
                    <a:pt x="2651" y="4313"/>
                  </a:lnTo>
                  <a:lnTo>
                    <a:pt x="3459" y="3953"/>
                  </a:lnTo>
                  <a:lnTo>
                    <a:pt x="4403" y="3639"/>
                  </a:lnTo>
                  <a:lnTo>
                    <a:pt x="5525" y="3280"/>
                  </a:lnTo>
                  <a:lnTo>
                    <a:pt x="6783" y="2965"/>
                  </a:lnTo>
                  <a:lnTo>
                    <a:pt x="8175" y="2651"/>
                  </a:lnTo>
                  <a:lnTo>
                    <a:pt x="9703" y="2381"/>
                  </a:lnTo>
                  <a:lnTo>
                    <a:pt x="11364" y="2157"/>
                  </a:lnTo>
                  <a:lnTo>
                    <a:pt x="13161" y="1932"/>
                  </a:lnTo>
                  <a:lnTo>
                    <a:pt x="15047" y="1708"/>
                  </a:lnTo>
                  <a:lnTo>
                    <a:pt x="17069" y="1573"/>
                  </a:lnTo>
                  <a:lnTo>
                    <a:pt x="19180" y="1438"/>
                  </a:lnTo>
                  <a:lnTo>
                    <a:pt x="21425" y="1393"/>
                  </a:lnTo>
                  <a:lnTo>
                    <a:pt x="23761" y="1348"/>
                  </a:lnTo>
                  <a:lnTo>
                    <a:pt x="26097" y="1393"/>
                  </a:lnTo>
                  <a:lnTo>
                    <a:pt x="28297" y="1483"/>
                  </a:lnTo>
                  <a:lnTo>
                    <a:pt x="30453" y="1573"/>
                  </a:lnTo>
                  <a:lnTo>
                    <a:pt x="32475" y="1708"/>
                  </a:lnTo>
                  <a:lnTo>
                    <a:pt x="34406" y="1932"/>
                  </a:lnTo>
                  <a:lnTo>
                    <a:pt x="36158" y="2157"/>
                  </a:lnTo>
                  <a:lnTo>
                    <a:pt x="37819" y="2381"/>
                  </a:lnTo>
                  <a:lnTo>
                    <a:pt x="39391" y="2651"/>
                  </a:lnTo>
                  <a:lnTo>
                    <a:pt x="40784" y="2965"/>
                  </a:lnTo>
                  <a:lnTo>
                    <a:pt x="41997" y="3280"/>
                  </a:lnTo>
                  <a:lnTo>
                    <a:pt x="43119" y="3639"/>
                  </a:lnTo>
                  <a:lnTo>
                    <a:pt x="44063" y="3998"/>
                  </a:lnTo>
                  <a:lnTo>
                    <a:pt x="44826" y="4358"/>
                  </a:lnTo>
                  <a:lnTo>
                    <a:pt x="45455" y="4717"/>
                  </a:lnTo>
                  <a:lnTo>
                    <a:pt x="45680" y="4897"/>
                  </a:lnTo>
                  <a:lnTo>
                    <a:pt x="45904" y="5076"/>
                  </a:lnTo>
                  <a:lnTo>
                    <a:pt x="46039" y="5256"/>
                  </a:lnTo>
                  <a:lnTo>
                    <a:pt x="46174" y="5436"/>
                  </a:lnTo>
                  <a:lnTo>
                    <a:pt x="46263" y="5615"/>
                  </a:lnTo>
                  <a:lnTo>
                    <a:pt x="46398" y="5750"/>
                  </a:lnTo>
                  <a:lnTo>
                    <a:pt x="46578" y="5840"/>
                  </a:lnTo>
                  <a:lnTo>
                    <a:pt x="46937" y="5840"/>
                  </a:lnTo>
                  <a:lnTo>
                    <a:pt x="47072" y="5795"/>
                  </a:lnTo>
                  <a:lnTo>
                    <a:pt x="47207" y="5705"/>
                  </a:lnTo>
                  <a:lnTo>
                    <a:pt x="47297" y="5615"/>
                  </a:lnTo>
                  <a:lnTo>
                    <a:pt x="47431" y="5391"/>
                  </a:lnTo>
                  <a:lnTo>
                    <a:pt x="47476" y="5121"/>
                  </a:lnTo>
                  <a:lnTo>
                    <a:pt x="47476" y="4987"/>
                  </a:lnTo>
                  <a:lnTo>
                    <a:pt x="47431" y="4897"/>
                  </a:lnTo>
                  <a:lnTo>
                    <a:pt x="47252" y="4582"/>
                  </a:lnTo>
                  <a:lnTo>
                    <a:pt x="47027" y="4313"/>
                  </a:lnTo>
                  <a:lnTo>
                    <a:pt x="46758" y="3998"/>
                  </a:lnTo>
                  <a:lnTo>
                    <a:pt x="46398" y="3729"/>
                  </a:lnTo>
                  <a:lnTo>
                    <a:pt x="46039" y="3504"/>
                  </a:lnTo>
                  <a:lnTo>
                    <a:pt x="45590" y="3235"/>
                  </a:lnTo>
                  <a:lnTo>
                    <a:pt x="45096" y="3010"/>
                  </a:lnTo>
                  <a:lnTo>
                    <a:pt x="44602" y="2741"/>
                  </a:lnTo>
                  <a:lnTo>
                    <a:pt x="43434" y="2337"/>
                  </a:lnTo>
                  <a:lnTo>
                    <a:pt x="42086" y="1932"/>
                  </a:lnTo>
                  <a:lnTo>
                    <a:pt x="40604" y="1573"/>
                  </a:lnTo>
                  <a:lnTo>
                    <a:pt x="39032" y="1214"/>
                  </a:lnTo>
                  <a:lnTo>
                    <a:pt x="37325" y="944"/>
                  </a:lnTo>
                  <a:lnTo>
                    <a:pt x="35529" y="675"/>
                  </a:lnTo>
                  <a:lnTo>
                    <a:pt x="33642" y="495"/>
                  </a:lnTo>
                  <a:lnTo>
                    <a:pt x="31711" y="315"/>
                  </a:lnTo>
                  <a:lnTo>
                    <a:pt x="29735" y="181"/>
                  </a:lnTo>
                  <a:lnTo>
                    <a:pt x="27758" y="46"/>
                  </a:lnTo>
                  <a:lnTo>
                    <a:pt x="25737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57"/>
            <p:cNvSpPr/>
            <p:nvPr/>
          </p:nvSpPr>
          <p:spPr>
            <a:xfrm>
              <a:off x="5636900" y="1785150"/>
              <a:ext cx="1213875" cy="288600"/>
            </a:xfrm>
            <a:custGeom>
              <a:rect b="b" l="l" r="r" t="t"/>
              <a:pathLst>
                <a:path extrusionOk="0" h="11544" w="48555">
                  <a:moveTo>
                    <a:pt x="24300" y="1392"/>
                  </a:moveTo>
                  <a:lnTo>
                    <a:pt x="26860" y="1437"/>
                  </a:lnTo>
                  <a:lnTo>
                    <a:pt x="29330" y="1527"/>
                  </a:lnTo>
                  <a:lnTo>
                    <a:pt x="31666" y="1662"/>
                  </a:lnTo>
                  <a:lnTo>
                    <a:pt x="33867" y="1842"/>
                  </a:lnTo>
                  <a:lnTo>
                    <a:pt x="35888" y="2066"/>
                  </a:lnTo>
                  <a:lnTo>
                    <a:pt x="37775" y="2291"/>
                  </a:lnTo>
                  <a:lnTo>
                    <a:pt x="39481" y="2605"/>
                  </a:lnTo>
                  <a:lnTo>
                    <a:pt x="41053" y="2920"/>
                  </a:lnTo>
                  <a:lnTo>
                    <a:pt x="42446" y="3234"/>
                  </a:lnTo>
                  <a:lnTo>
                    <a:pt x="43658" y="3593"/>
                  </a:lnTo>
                  <a:lnTo>
                    <a:pt x="44736" y="3953"/>
                  </a:lnTo>
                  <a:lnTo>
                    <a:pt x="45590" y="4312"/>
                  </a:lnTo>
                  <a:lnTo>
                    <a:pt x="46308" y="4716"/>
                  </a:lnTo>
                  <a:lnTo>
                    <a:pt x="46578" y="4896"/>
                  </a:lnTo>
                  <a:lnTo>
                    <a:pt x="46802" y="5075"/>
                  </a:lnTo>
                  <a:lnTo>
                    <a:pt x="46937" y="5255"/>
                  </a:lnTo>
                  <a:lnTo>
                    <a:pt x="47072" y="5435"/>
                  </a:lnTo>
                  <a:lnTo>
                    <a:pt x="47162" y="5614"/>
                  </a:lnTo>
                  <a:lnTo>
                    <a:pt x="47207" y="5794"/>
                  </a:lnTo>
                  <a:lnTo>
                    <a:pt x="47162" y="5974"/>
                  </a:lnTo>
                  <a:lnTo>
                    <a:pt x="47072" y="6153"/>
                  </a:lnTo>
                  <a:lnTo>
                    <a:pt x="46937" y="6333"/>
                  </a:lnTo>
                  <a:lnTo>
                    <a:pt x="46802" y="6513"/>
                  </a:lnTo>
                  <a:lnTo>
                    <a:pt x="46578" y="6692"/>
                  </a:lnTo>
                  <a:lnTo>
                    <a:pt x="46308" y="6872"/>
                  </a:lnTo>
                  <a:lnTo>
                    <a:pt x="45590" y="7231"/>
                  </a:lnTo>
                  <a:lnTo>
                    <a:pt x="44736" y="7591"/>
                  </a:lnTo>
                  <a:lnTo>
                    <a:pt x="43658" y="7950"/>
                  </a:lnTo>
                  <a:lnTo>
                    <a:pt x="42446" y="8309"/>
                  </a:lnTo>
                  <a:lnTo>
                    <a:pt x="41053" y="8669"/>
                  </a:lnTo>
                  <a:lnTo>
                    <a:pt x="39481" y="8983"/>
                  </a:lnTo>
                  <a:lnTo>
                    <a:pt x="37775" y="9253"/>
                  </a:lnTo>
                  <a:lnTo>
                    <a:pt x="35888" y="9522"/>
                  </a:lnTo>
                  <a:lnTo>
                    <a:pt x="33867" y="9747"/>
                  </a:lnTo>
                  <a:lnTo>
                    <a:pt x="31666" y="9926"/>
                  </a:lnTo>
                  <a:lnTo>
                    <a:pt x="29330" y="10061"/>
                  </a:lnTo>
                  <a:lnTo>
                    <a:pt x="26860" y="10151"/>
                  </a:lnTo>
                  <a:lnTo>
                    <a:pt x="21695" y="10151"/>
                  </a:lnTo>
                  <a:lnTo>
                    <a:pt x="19225" y="10061"/>
                  </a:lnTo>
                  <a:lnTo>
                    <a:pt x="16889" y="9926"/>
                  </a:lnTo>
                  <a:lnTo>
                    <a:pt x="14733" y="9747"/>
                  </a:lnTo>
                  <a:lnTo>
                    <a:pt x="12667" y="9522"/>
                  </a:lnTo>
                  <a:lnTo>
                    <a:pt x="10781" y="9253"/>
                  </a:lnTo>
                  <a:lnTo>
                    <a:pt x="9074" y="8983"/>
                  </a:lnTo>
                  <a:lnTo>
                    <a:pt x="7502" y="8669"/>
                  </a:lnTo>
                  <a:lnTo>
                    <a:pt x="6109" y="8309"/>
                  </a:lnTo>
                  <a:lnTo>
                    <a:pt x="4897" y="7950"/>
                  </a:lnTo>
                  <a:lnTo>
                    <a:pt x="3819" y="7591"/>
                  </a:lnTo>
                  <a:lnTo>
                    <a:pt x="2965" y="7231"/>
                  </a:lnTo>
                  <a:lnTo>
                    <a:pt x="2292" y="6872"/>
                  </a:lnTo>
                  <a:lnTo>
                    <a:pt x="2022" y="6692"/>
                  </a:lnTo>
                  <a:lnTo>
                    <a:pt x="1798" y="6513"/>
                  </a:lnTo>
                  <a:lnTo>
                    <a:pt x="1618" y="6333"/>
                  </a:lnTo>
                  <a:lnTo>
                    <a:pt x="1483" y="6153"/>
                  </a:lnTo>
                  <a:lnTo>
                    <a:pt x="1393" y="5974"/>
                  </a:lnTo>
                  <a:lnTo>
                    <a:pt x="1393" y="5794"/>
                  </a:lnTo>
                  <a:lnTo>
                    <a:pt x="1393" y="5614"/>
                  </a:lnTo>
                  <a:lnTo>
                    <a:pt x="1483" y="5435"/>
                  </a:lnTo>
                  <a:lnTo>
                    <a:pt x="1618" y="5255"/>
                  </a:lnTo>
                  <a:lnTo>
                    <a:pt x="1798" y="5075"/>
                  </a:lnTo>
                  <a:lnTo>
                    <a:pt x="2022" y="4896"/>
                  </a:lnTo>
                  <a:lnTo>
                    <a:pt x="2292" y="4716"/>
                  </a:lnTo>
                  <a:lnTo>
                    <a:pt x="2965" y="4312"/>
                  </a:lnTo>
                  <a:lnTo>
                    <a:pt x="3819" y="3953"/>
                  </a:lnTo>
                  <a:lnTo>
                    <a:pt x="4897" y="3593"/>
                  </a:lnTo>
                  <a:lnTo>
                    <a:pt x="6109" y="3234"/>
                  </a:lnTo>
                  <a:lnTo>
                    <a:pt x="7502" y="2920"/>
                  </a:lnTo>
                  <a:lnTo>
                    <a:pt x="9074" y="2605"/>
                  </a:lnTo>
                  <a:lnTo>
                    <a:pt x="10781" y="2291"/>
                  </a:lnTo>
                  <a:lnTo>
                    <a:pt x="12667" y="2066"/>
                  </a:lnTo>
                  <a:lnTo>
                    <a:pt x="14733" y="1842"/>
                  </a:lnTo>
                  <a:lnTo>
                    <a:pt x="16889" y="1662"/>
                  </a:lnTo>
                  <a:lnTo>
                    <a:pt x="19225" y="1527"/>
                  </a:lnTo>
                  <a:lnTo>
                    <a:pt x="21695" y="1437"/>
                  </a:lnTo>
                  <a:lnTo>
                    <a:pt x="24300" y="1392"/>
                  </a:lnTo>
                  <a:close/>
                  <a:moveTo>
                    <a:pt x="24300" y="0"/>
                  </a:moveTo>
                  <a:lnTo>
                    <a:pt x="22009" y="45"/>
                  </a:lnTo>
                  <a:lnTo>
                    <a:pt x="19764" y="90"/>
                  </a:lnTo>
                  <a:lnTo>
                    <a:pt x="17563" y="225"/>
                  </a:lnTo>
                  <a:lnTo>
                    <a:pt x="15407" y="404"/>
                  </a:lnTo>
                  <a:lnTo>
                    <a:pt x="13296" y="584"/>
                  </a:lnTo>
                  <a:lnTo>
                    <a:pt x="11275" y="853"/>
                  </a:lnTo>
                  <a:lnTo>
                    <a:pt x="9388" y="1123"/>
                  </a:lnTo>
                  <a:lnTo>
                    <a:pt x="7592" y="1482"/>
                  </a:lnTo>
                  <a:lnTo>
                    <a:pt x="5975" y="1842"/>
                  </a:lnTo>
                  <a:lnTo>
                    <a:pt x="4492" y="2291"/>
                  </a:lnTo>
                  <a:lnTo>
                    <a:pt x="3190" y="2785"/>
                  </a:lnTo>
                  <a:lnTo>
                    <a:pt x="2606" y="3009"/>
                  </a:lnTo>
                  <a:lnTo>
                    <a:pt x="2112" y="3279"/>
                  </a:lnTo>
                  <a:lnTo>
                    <a:pt x="1618" y="3548"/>
                  </a:lnTo>
                  <a:lnTo>
                    <a:pt x="1214" y="3863"/>
                  </a:lnTo>
                  <a:lnTo>
                    <a:pt x="854" y="4132"/>
                  </a:lnTo>
                  <a:lnTo>
                    <a:pt x="540" y="4447"/>
                  </a:lnTo>
                  <a:lnTo>
                    <a:pt x="315" y="4761"/>
                  </a:lnTo>
                  <a:lnTo>
                    <a:pt x="136" y="5075"/>
                  </a:lnTo>
                  <a:lnTo>
                    <a:pt x="46" y="5435"/>
                  </a:lnTo>
                  <a:lnTo>
                    <a:pt x="1" y="5794"/>
                  </a:lnTo>
                  <a:lnTo>
                    <a:pt x="46" y="6109"/>
                  </a:lnTo>
                  <a:lnTo>
                    <a:pt x="136" y="6468"/>
                  </a:lnTo>
                  <a:lnTo>
                    <a:pt x="315" y="6782"/>
                  </a:lnTo>
                  <a:lnTo>
                    <a:pt x="540" y="7097"/>
                  </a:lnTo>
                  <a:lnTo>
                    <a:pt x="854" y="7411"/>
                  </a:lnTo>
                  <a:lnTo>
                    <a:pt x="1214" y="7725"/>
                  </a:lnTo>
                  <a:lnTo>
                    <a:pt x="1618" y="7995"/>
                  </a:lnTo>
                  <a:lnTo>
                    <a:pt x="2112" y="8264"/>
                  </a:lnTo>
                  <a:lnTo>
                    <a:pt x="2606" y="8534"/>
                  </a:lnTo>
                  <a:lnTo>
                    <a:pt x="3190" y="8803"/>
                  </a:lnTo>
                  <a:lnTo>
                    <a:pt x="4492" y="9253"/>
                  </a:lnTo>
                  <a:lnTo>
                    <a:pt x="5975" y="9702"/>
                  </a:lnTo>
                  <a:lnTo>
                    <a:pt x="7592" y="10061"/>
                  </a:lnTo>
                  <a:lnTo>
                    <a:pt x="9388" y="10420"/>
                  </a:lnTo>
                  <a:lnTo>
                    <a:pt x="11275" y="10735"/>
                  </a:lnTo>
                  <a:lnTo>
                    <a:pt x="13296" y="10959"/>
                  </a:lnTo>
                  <a:lnTo>
                    <a:pt x="15407" y="11184"/>
                  </a:lnTo>
                  <a:lnTo>
                    <a:pt x="17563" y="11319"/>
                  </a:lnTo>
                  <a:lnTo>
                    <a:pt x="19764" y="11453"/>
                  </a:lnTo>
                  <a:lnTo>
                    <a:pt x="22009" y="11543"/>
                  </a:lnTo>
                  <a:lnTo>
                    <a:pt x="26546" y="11543"/>
                  </a:lnTo>
                  <a:lnTo>
                    <a:pt x="28792" y="11453"/>
                  </a:lnTo>
                  <a:lnTo>
                    <a:pt x="30992" y="11319"/>
                  </a:lnTo>
                  <a:lnTo>
                    <a:pt x="33148" y="11184"/>
                  </a:lnTo>
                  <a:lnTo>
                    <a:pt x="35259" y="10959"/>
                  </a:lnTo>
                  <a:lnTo>
                    <a:pt x="37280" y="10735"/>
                  </a:lnTo>
                  <a:lnTo>
                    <a:pt x="39167" y="10420"/>
                  </a:lnTo>
                  <a:lnTo>
                    <a:pt x="40964" y="10061"/>
                  </a:lnTo>
                  <a:lnTo>
                    <a:pt x="42580" y="9702"/>
                  </a:lnTo>
                  <a:lnTo>
                    <a:pt x="44063" y="9253"/>
                  </a:lnTo>
                  <a:lnTo>
                    <a:pt x="45365" y="8803"/>
                  </a:lnTo>
                  <a:lnTo>
                    <a:pt x="45949" y="8534"/>
                  </a:lnTo>
                  <a:lnTo>
                    <a:pt x="46488" y="8264"/>
                  </a:lnTo>
                  <a:lnTo>
                    <a:pt x="46937" y="7995"/>
                  </a:lnTo>
                  <a:lnTo>
                    <a:pt x="47341" y="7725"/>
                  </a:lnTo>
                  <a:lnTo>
                    <a:pt x="47701" y="7411"/>
                  </a:lnTo>
                  <a:lnTo>
                    <a:pt x="48015" y="7097"/>
                  </a:lnTo>
                  <a:lnTo>
                    <a:pt x="48240" y="6782"/>
                  </a:lnTo>
                  <a:lnTo>
                    <a:pt x="48419" y="6468"/>
                  </a:lnTo>
                  <a:lnTo>
                    <a:pt x="48509" y="6109"/>
                  </a:lnTo>
                  <a:lnTo>
                    <a:pt x="48554" y="5794"/>
                  </a:lnTo>
                  <a:lnTo>
                    <a:pt x="48509" y="5435"/>
                  </a:lnTo>
                  <a:lnTo>
                    <a:pt x="48419" y="5075"/>
                  </a:lnTo>
                  <a:lnTo>
                    <a:pt x="48240" y="4761"/>
                  </a:lnTo>
                  <a:lnTo>
                    <a:pt x="48015" y="4447"/>
                  </a:lnTo>
                  <a:lnTo>
                    <a:pt x="47701" y="4132"/>
                  </a:lnTo>
                  <a:lnTo>
                    <a:pt x="47341" y="3863"/>
                  </a:lnTo>
                  <a:lnTo>
                    <a:pt x="46937" y="3548"/>
                  </a:lnTo>
                  <a:lnTo>
                    <a:pt x="46488" y="3279"/>
                  </a:lnTo>
                  <a:lnTo>
                    <a:pt x="45949" y="3009"/>
                  </a:lnTo>
                  <a:lnTo>
                    <a:pt x="45365" y="2785"/>
                  </a:lnTo>
                  <a:lnTo>
                    <a:pt x="44063" y="2291"/>
                  </a:lnTo>
                  <a:lnTo>
                    <a:pt x="42580" y="1842"/>
                  </a:lnTo>
                  <a:lnTo>
                    <a:pt x="40964" y="1482"/>
                  </a:lnTo>
                  <a:lnTo>
                    <a:pt x="39167" y="1123"/>
                  </a:lnTo>
                  <a:lnTo>
                    <a:pt x="37280" y="853"/>
                  </a:lnTo>
                  <a:lnTo>
                    <a:pt x="35259" y="584"/>
                  </a:lnTo>
                  <a:lnTo>
                    <a:pt x="33148" y="404"/>
                  </a:lnTo>
                  <a:lnTo>
                    <a:pt x="30992" y="225"/>
                  </a:lnTo>
                  <a:lnTo>
                    <a:pt x="28792" y="90"/>
                  </a:lnTo>
                  <a:lnTo>
                    <a:pt x="26546" y="45"/>
                  </a:lnTo>
                  <a:lnTo>
                    <a:pt x="2430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57"/>
            <p:cNvSpPr/>
            <p:nvPr/>
          </p:nvSpPr>
          <p:spPr>
            <a:xfrm>
              <a:off x="5341600" y="1916525"/>
              <a:ext cx="919650" cy="2142475"/>
            </a:xfrm>
            <a:custGeom>
              <a:rect b="b" l="l" r="r" t="t"/>
              <a:pathLst>
                <a:path extrusionOk="0" h="85699" w="36786">
                  <a:moveTo>
                    <a:pt x="7860" y="0"/>
                  </a:moveTo>
                  <a:lnTo>
                    <a:pt x="7636" y="90"/>
                  </a:lnTo>
                  <a:lnTo>
                    <a:pt x="7411" y="225"/>
                  </a:lnTo>
                  <a:lnTo>
                    <a:pt x="7321" y="359"/>
                  </a:lnTo>
                  <a:lnTo>
                    <a:pt x="7276" y="449"/>
                  </a:lnTo>
                  <a:lnTo>
                    <a:pt x="6558" y="2695"/>
                  </a:lnTo>
                  <a:lnTo>
                    <a:pt x="5839" y="5210"/>
                  </a:lnTo>
                  <a:lnTo>
                    <a:pt x="4896" y="8534"/>
                  </a:lnTo>
                  <a:lnTo>
                    <a:pt x="3908" y="12576"/>
                  </a:lnTo>
                  <a:lnTo>
                    <a:pt x="3414" y="14822"/>
                  </a:lnTo>
                  <a:lnTo>
                    <a:pt x="2875" y="17203"/>
                  </a:lnTo>
                  <a:lnTo>
                    <a:pt x="2381" y="19673"/>
                  </a:lnTo>
                  <a:lnTo>
                    <a:pt x="1932" y="22278"/>
                  </a:lnTo>
                  <a:lnTo>
                    <a:pt x="1482" y="24973"/>
                  </a:lnTo>
                  <a:lnTo>
                    <a:pt x="1078" y="27713"/>
                  </a:lnTo>
                  <a:lnTo>
                    <a:pt x="719" y="30408"/>
                  </a:lnTo>
                  <a:lnTo>
                    <a:pt x="449" y="33147"/>
                  </a:lnTo>
                  <a:lnTo>
                    <a:pt x="225" y="35977"/>
                  </a:lnTo>
                  <a:lnTo>
                    <a:pt x="45" y="38897"/>
                  </a:lnTo>
                  <a:lnTo>
                    <a:pt x="0" y="41861"/>
                  </a:lnTo>
                  <a:lnTo>
                    <a:pt x="0" y="44870"/>
                  </a:lnTo>
                  <a:lnTo>
                    <a:pt x="45" y="46397"/>
                  </a:lnTo>
                  <a:lnTo>
                    <a:pt x="90" y="47880"/>
                  </a:lnTo>
                  <a:lnTo>
                    <a:pt x="225" y="49407"/>
                  </a:lnTo>
                  <a:lnTo>
                    <a:pt x="315" y="50934"/>
                  </a:lnTo>
                  <a:lnTo>
                    <a:pt x="494" y="52416"/>
                  </a:lnTo>
                  <a:lnTo>
                    <a:pt x="674" y="53943"/>
                  </a:lnTo>
                  <a:lnTo>
                    <a:pt x="899" y="55425"/>
                  </a:lnTo>
                  <a:lnTo>
                    <a:pt x="1168" y="56908"/>
                  </a:lnTo>
                  <a:lnTo>
                    <a:pt x="1482" y="58345"/>
                  </a:lnTo>
                  <a:lnTo>
                    <a:pt x="1797" y="59782"/>
                  </a:lnTo>
                  <a:lnTo>
                    <a:pt x="2201" y="61219"/>
                  </a:lnTo>
                  <a:lnTo>
                    <a:pt x="2605" y="62657"/>
                  </a:lnTo>
                  <a:lnTo>
                    <a:pt x="3054" y="64049"/>
                  </a:lnTo>
                  <a:lnTo>
                    <a:pt x="3593" y="65397"/>
                  </a:lnTo>
                  <a:lnTo>
                    <a:pt x="4132" y="66744"/>
                  </a:lnTo>
                  <a:lnTo>
                    <a:pt x="4716" y="68047"/>
                  </a:lnTo>
                  <a:lnTo>
                    <a:pt x="5345" y="69304"/>
                  </a:lnTo>
                  <a:lnTo>
                    <a:pt x="6064" y="70562"/>
                  </a:lnTo>
                  <a:lnTo>
                    <a:pt x="6827" y="71774"/>
                  </a:lnTo>
                  <a:lnTo>
                    <a:pt x="7591" y="72942"/>
                  </a:lnTo>
                  <a:lnTo>
                    <a:pt x="8175" y="73751"/>
                  </a:lnTo>
                  <a:lnTo>
                    <a:pt x="8759" y="74469"/>
                  </a:lnTo>
                  <a:lnTo>
                    <a:pt x="9387" y="75233"/>
                  </a:lnTo>
                  <a:lnTo>
                    <a:pt x="10016" y="75907"/>
                  </a:lnTo>
                  <a:lnTo>
                    <a:pt x="10690" y="76625"/>
                  </a:lnTo>
                  <a:lnTo>
                    <a:pt x="11364" y="77254"/>
                  </a:lnTo>
                  <a:lnTo>
                    <a:pt x="12082" y="77883"/>
                  </a:lnTo>
                  <a:lnTo>
                    <a:pt x="12801" y="78512"/>
                  </a:lnTo>
                  <a:lnTo>
                    <a:pt x="13520" y="79096"/>
                  </a:lnTo>
                  <a:lnTo>
                    <a:pt x="14283" y="79635"/>
                  </a:lnTo>
                  <a:lnTo>
                    <a:pt x="15092" y="80174"/>
                  </a:lnTo>
                  <a:lnTo>
                    <a:pt x="15900" y="80713"/>
                  </a:lnTo>
                  <a:lnTo>
                    <a:pt x="16709" y="81162"/>
                  </a:lnTo>
                  <a:lnTo>
                    <a:pt x="17562" y="81656"/>
                  </a:lnTo>
                  <a:lnTo>
                    <a:pt x="18415" y="82060"/>
                  </a:lnTo>
                  <a:lnTo>
                    <a:pt x="19314" y="82509"/>
                  </a:lnTo>
                  <a:lnTo>
                    <a:pt x="20212" y="82869"/>
                  </a:lnTo>
                  <a:lnTo>
                    <a:pt x="21110" y="83228"/>
                  </a:lnTo>
                  <a:lnTo>
                    <a:pt x="22054" y="83587"/>
                  </a:lnTo>
                  <a:lnTo>
                    <a:pt x="23042" y="83902"/>
                  </a:lnTo>
                  <a:lnTo>
                    <a:pt x="23985" y="84171"/>
                  </a:lnTo>
                  <a:lnTo>
                    <a:pt x="25018" y="84441"/>
                  </a:lnTo>
                  <a:lnTo>
                    <a:pt x="26051" y="84665"/>
                  </a:lnTo>
                  <a:lnTo>
                    <a:pt x="27084" y="84890"/>
                  </a:lnTo>
                  <a:lnTo>
                    <a:pt x="28117" y="85069"/>
                  </a:lnTo>
                  <a:lnTo>
                    <a:pt x="29195" y="85249"/>
                  </a:lnTo>
                  <a:lnTo>
                    <a:pt x="30318" y="85384"/>
                  </a:lnTo>
                  <a:lnTo>
                    <a:pt x="31441" y="85474"/>
                  </a:lnTo>
                  <a:lnTo>
                    <a:pt x="33731" y="85653"/>
                  </a:lnTo>
                  <a:lnTo>
                    <a:pt x="36112" y="85698"/>
                  </a:lnTo>
                  <a:lnTo>
                    <a:pt x="36247" y="85698"/>
                  </a:lnTo>
                  <a:lnTo>
                    <a:pt x="36381" y="85653"/>
                  </a:lnTo>
                  <a:lnTo>
                    <a:pt x="36606" y="85474"/>
                  </a:lnTo>
                  <a:lnTo>
                    <a:pt x="36741" y="85249"/>
                  </a:lnTo>
                  <a:lnTo>
                    <a:pt x="36786" y="85159"/>
                  </a:lnTo>
                  <a:lnTo>
                    <a:pt x="36786" y="84980"/>
                  </a:lnTo>
                  <a:lnTo>
                    <a:pt x="36786" y="84845"/>
                  </a:lnTo>
                  <a:lnTo>
                    <a:pt x="36741" y="84710"/>
                  </a:lnTo>
                  <a:lnTo>
                    <a:pt x="36606" y="84530"/>
                  </a:lnTo>
                  <a:lnTo>
                    <a:pt x="36381" y="84351"/>
                  </a:lnTo>
                  <a:lnTo>
                    <a:pt x="36247" y="84306"/>
                  </a:lnTo>
                  <a:lnTo>
                    <a:pt x="36112" y="84306"/>
                  </a:lnTo>
                  <a:lnTo>
                    <a:pt x="33821" y="84261"/>
                  </a:lnTo>
                  <a:lnTo>
                    <a:pt x="31620" y="84126"/>
                  </a:lnTo>
                  <a:lnTo>
                    <a:pt x="29465" y="83902"/>
                  </a:lnTo>
                  <a:lnTo>
                    <a:pt x="27398" y="83542"/>
                  </a:lnTo>
                  <a:lnTo>
                    <a:pt x="26410" y="83363"/>
                  </a:lnTo>
                  <a:lnTo>
                    <a:pt x="25422" y="83093"/>
                  </a:lnTo>
                  <a:lnTo>
                    <a:pt x="24479" y="82869"/>
                  </a:lnTo>
                  <a:lnTo>
                    <a:pt x="23536" y="82599"/>
                  </a:lnTo>
                  <a:lnTo>
                    <a:pt x="22593" y="82285"/>
                  </a:lnTo>
                  <a:lnTo>
                    <a:pt x="21694" y="81970"/>
                  </a:lnTo>
                  <a:lnTo>
                    <a:pt x="20796" y="81611"/>
                  </a:lnTo>
                  <a:lnTo>
                    <a:pt x="19943" y="81252"/>
                  </a:lnTo>
                  <a:lnTo>
                    <a:pt x="19089" y="80847"/>
                  </a:lnTo>
                  <a:lnTo>
                    <a:pt x="18236" y="80443"/>
                  </a:lnTo>
                  <a:lnTo>
                    <a:pt x="17427" y="79994"/>
                  </a:lnTo>
                  <a:lnTo>
                    <a:pt x="16664" y="79545"/>
                  </a:lnTo>
                  <a:lnTo>
                    <a:pt x="15900" y="79051"/>
                  </a:lnTo>
                  <a:lnTo>
                    <a:pt x="15137" y="78557"/>
                  </a:lnTo>
                  <a:lnTo>
                    <a:pt x="14418" y="78018"/>
                  </a:lnTo>
                  <a:lnTo>
                    <a:pt x="13699" y="77434"/>
                  </a:lnTo>
                  <a:lnTo>
                    <a:pt x="13026" y="76895"/>
                  </a:lnTo>
                  <a:lnTo>
                    <a:pt x="12352" y="76266"/>
                  </a:lnTo>
                  <a:lnTo>
                    <a:pt x="11678" y="75637"/>
                  </a:lnTo>
                  <a:lnTo>
                    <a:pt x="11049" y="75008"/>
                  </a:lnTo>
                  <a:lnTo>
                    <a:pt x="10421" y="74335"/>
                  </a:lnTo>
                  <a:lnTo>
                    <a:pt x="9837" y="73616"/>
                  </a:lnTo>
                  <a:lnTo>
                    <a:pt x="9298" y="72897"/>
                  </a:lnTo>
                  <a:lnTo>
                    <a:pt x="8714" y="72134"/>
                  </a:lnTo>
                  <a:lnTo>
                    <a:pt x="7995" y="71056"/>
                  </a:lnTo>
                  <a:lnTo>
                    <a:pt x="7276" y="69933"/>
                  </a:lnTo>
                  <a:lnTo>
                    <a:pt x="6648" y="68765"/>
                  </a:lnTo>
                  <a:lnTo>
                    <a:pt x="6019" y="67597"/>
                  </a:lnTo>
                  <a:lnTo>
                    <a:pt x="5480" y="66385"/>
                  </a:lnTo>
                  <a:lnTo>
                    <a:pt x="4941" y="65127"/>
                  </a:lnTo>
                  <a:lnTo>
                    <a:pt x="4447" y="63825"/>
                  </a:lnTo>
                  <a:lnTo>
                    <a:pt x="3998" y="62522"/>
                  </a:lnTo>
                  <a:lnTo>
                    <a:pt x="3593" y="61219"/>
                  </a:lnTo>
                  <a:lnTo>
                    <a:pt x="3234" y="59872"/>
                  </a:lnTo>
                  <a:lnTo>
                    <a:pt x="2920" y="58525"/>
                  </a:lnTo>
                  <a:lnTo>
                    <a:pt x="2605" y="57132"/>
                  </a:lnTo>
                  <a:lnTo>
                    <a:pt x="2381" y="55695"/>
                  </a:lnTo>
                  <a:lnTo>
                    <a:pt x="2111" y="54303"/>
                  </a:lnTo>
                  <a:lnTo>
                    <a:pt x="1932" y="52865"/>
                  </a:lnTo>
                  <a:lnTo>
                    <a:pt x="1752" y="51428"/>
                  </a:lnTo>
                  <a:lnTo>
                    <a:pt x="1617" y="49991"/>
                  </a:lnTo>
                  <a:lnTo>
                    <a:pt x="1527" y="48508"/>
                  </a:lnTo>
                  <a:lnTo>
                    <a:pt x="1438" y="47071"/>
                  </a:lnTo>
                  <a:lnTo>
                    <a:pt x="1393" y="45589"/>
                  </a:lnTo>
                  <a:lnTo>
                    <a:pt x="1393" y="42625"/>
                  </a:lnTo>
                  <a:lnTo>
                    <a:pt x="1438" y="39660"/>
                  </a:lnTo>
                  <a:lnTo>
                    <a:pt x="1572" y="36741"/>
                  </a:lnTo>
                  <a:lnTo>
                    <a:pt x="1797" y="33821"/>
                  </a:lnTo>
                  <a:lnTo>
                    <a:pt x="2111" y="30947"/>
                  </a:lnTo>
                  <a:lnTo>
                    <a:pt x="2471" y="28117"/>
                  </a:lnTo>
                  <a:lnTo>
                    <a:pt x="2830" y="25377"/>
                  </a:lnTo>
                  <a:lnTo>
                    <a:pt x="3279" y="22682"/>
                  </a:lnTo>
                  <a:lnTo>
                    <a:pt x="3728" y="20122"/>
                  </a:lnTo>
                  <a:lnTo>
                    <a:pt x="4222" y="17652"/>
                  </a:lnTo>
                  <a:lnTo>
                    <a:pt x="4716" y="15271"/>
                  </a:lnTo>
                  <a:lnTo>
                    <a:pt x="5255" y="13026"/>
                  </a:lnTo>
                  <a:lnTo>
                    <a:pt x="6243" y="9028"/>
                  </a:lnTo>
                  <a:lnTo>
                    <a:pt x="7142" y="5704"/>
                  </a:lnTo>
                  <a:lnTo>
                    <a:pt x="7860" y="3189"/>
                  </a:lnTo>
                  <a:lnTo>
                    <a:pt x="8579" y="898"/>
                  </a:lnTo>
                  <a:lnTo>
                    <a:pt x="8624" y="764"/>
                  </a:lnTo>
                  <a:lnTo>
                    <a:pt x="8624" y="629"/>
                  </a:lnTo>
                  <a:lnTo>
                    <a:pt x="8534" y="404"/>
                  </a:lnTo>
                  <a:lnTo>
                    <a:pt x="8399" y="180"/>
                  </a:lnTo>
                  <a:lnTo>
                    <a:pt x="8265" y="90"/>
                  </a:lnTo>
                  <a:lnTo>
                    <a:pt x="8130" y="45"/>
                  </a:lnTo>
                  <a:lnTo>
                    <a:pt x="7995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57"/>
            <p:cNvSpPr/>
            <p:nvPr/>
          </p:nvSpPr>
          <p:spPr>
            <a:xfrm>
              <a:off x="5879450" y="3971375"/>
              <a:ext cx="381800" cy="158350"/>
            </a:xfrm>
            <a:custGeom>
              <a:rect b="b" l="l" r="r" t="t"/>
              <a:pathLst>
                <a:path extrusionOk="0" h="6334" w="15272">
                  <a:moveTo>
                    <a:pt x="674" y="1"/>
                  </a:moveTo>
                  <a:lnTo>
                    <a:pt x="540" y="46"/>
                  </a:lnTo>
                  <a:lnTo>
                    <a:pt x="405" y="91"/>
                  </a:lnTo>
                  <a:lnTo>
                    <a:pt x="180" y="225"/>
                  </a:lnTo>
                  <a:lnTo>
                    <a:pt x="45" y="450"/>
                  </a:lnTo>
                  <a:lnTo>
                    <a:pt x="1" y="585"/>
                  </a:lnTo>
                  <a:lnTo>
                    <a:pt x="1" y="719"/>
                  </a:lnTo>
                  <a:lnTo>
                    <a:pt x="1" y="2786"/>
                  </a:lnTo>
                  <a:lnTo>
                    <a:pt x="1" y="2965"/>
                  </a:lnTo>
                  <a:lnTo>
                    <a:pt x="90" y="3100"/>
                  </a:lnTo>
                  <a:lnTo>
                    <a:pt x="180" y="3235"/>
                  </a:lnTo>
                  <a:lnTo>
                    <a:pt x="270" y="3369"/>
                  </a:lnTo>
                  <a:lnTo>
                    <a:pt x="540" y="3549"/>
                  </a:lnTo>
                  <a:lnTo>
                    <a:pt x="1168" y="3863"/>
                  </a:lnTo>
                  <a:lnTo>
                    <a:pt x="2201" y="4358"/>
                  </a:lnTo>
                  <a:lnTo>
                    <a:pt x="2920" y="4627"/>
                  </a:lnTo>
                  <a:lnTo>
                    <a:pt x="3729" y="4897"/>
                  </a:lnTo>
                  <a:lnTo>
                    <a:pt x="4627" y="5166"/>
                  </a:lnTo>
                  <a:lnTo>
                    <a:pt x="5660" y="5391"/>
                  </a:lnTo>
                  <a:lnTo>
                    <a:pt x="6828" y="5660"/>
                  </a:lnTo>
                  <a:lnTo>
                    <a:pt x="8130" y="5885"/>
                  </a:lnTo>
                  <a:lnTo>
                    <a:pt x="9523" y="6064"/>
                  </a:lnTo>
                  <a:lnTo>
                    <a:pt x="11095" y="6199"/>
                  </a:lnTo>
                  <a:lnTo>
                    <a:pt x="12756" y="6289"/>
                  </a:lnTo>
                  <a:lnTo>
                    <a:pt x="14598" y="6334"/>
                  </a:lnTo>
                  <a:lnTo>
                    <a:pt x="14733" y="6289"/>
                  </a:lnTo>
                  <a:lnTo>
                    <a:pt x="14867" y="6244"/>
                  </a:lnTo>
                  <a:lnTo>
                    <a:pt x="15092" y="6109"/>
                  </a:lnTo>
                  <a:lnTo>
                    <a:pt x="15227" y="5885"/>
                  </a:lnTo>
                  <a:lnTo>
                    <a:pt x="15272" y="5750"/>
                  </a:lnTo>
                  <a:lnTo>
                    <a:pt x="15272" y="5615"/>
                  </a:lnTo>
                  <a:lnTo>
                    <a:pt x="15272" y="5480"/>
                  </a:lnTo>
                  <a:lnTo>
                    <a:pt x="15227" y="5346"/>
                  </a:lnTo>
                  <a:lnTo>
                    <a:pt x="15092" y="5121"/>
                  </a:lnTo>
                  <a:lnTo>
                    <a:pt x="14867" y="4986"/>
                  </a:lnTo>
                  <a:lnTo>
                    <a:pt x="14733" y="4941"/>
                  </a:lnTo>
                  <a:lnTo>
                    <a:pt x="14598" y="4941"/>
                  </a:lnTo>
                  <a:lnTo>
                    <a:pt x="13116" y="4897"/>
                  </a:lnTo>
                  <a:lnTo>
                    <a:pt x="11723" y="4852"/>
                  </a:lnTo>
                  <a:lnTo>
                    <a:pt x="10421" y="4762"/>
                  </a:lnTo>
                  <a:lnTo>
                    <a:pt x="9253" y="4627"/>
                  </a:lnTo>
                  <a:lnTo>
                    <a:pt x="8130" y="4447"/>
                  </a:lnTo>
                  <a:lnTo>
                    <a:pt x="7097" y="4313"/>
                  </a:lnTo>
                  <a:lnTo>
                    <a:pt x="6199" y="4088"/>
                  </a:lnTo>
                  <a:lnTo>
                    <a:pt x="5345" y="3908"/>
                  </a:lnTo>
                  <a:lnTo>
                    <a:pt x="3863" y="3459"/>
                  </a:lnTo>
                  <a:lnTo>
                    <a:pt x="2740" y="3055"/>
                  </a:lnTo>
                  <a:lnTo>
                    <a:pt x="1932" y="2696"/>
                  </a:lnTo>
                  <a:lnTo>
                    <a:pt x="1393" y="2426"/>
                  </a:lnTo>
                  <a:lnTo>
                    <a:pt x="1393" y="719"/>
                  </a:lnTo>
                  <a:lnTo>
                    <a:pt x="1348" y="585"/>
                  </a:lnTo>
                  <a:lnTo>
                    <a:pt x="1303" y="450"/>
                  </a:lnTo>
                  <a:lnTo>
                    <a:pt x="1168" y="225"/>
                  </a:lnTo>
                  <a:lnTo>
                    <a:pt x="944" y="91"/>
                  </a:lnTo>
                  <a:lnTo>
                    <a:pt x="809" y="46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57"/>
            <p:cNvSpPr/>
            <p:nvPr/>
          </p:nvSpPr>
          <p:spPr>
            <a:xfrm>
              <a:off x="6226425" y="1916525"/>
              <a:ext cx="920775" cy="2142475"/>
            </a:xfrm>
            <a:custGeom>
              <a:rect b="b" l="l" r="r" t="t"/>
              <a:pathLst>
                <a:path extrusionOk="0" h="85699" w="36831">
                  <a:moveTo>
                    <a:pt x="28791" y="0"/>
                  </a:moveTo>
                  <a:lnTo>
                    <a:pt x="28656" y="45"/>
                  </a:lnTo>
                  <a:lnTo>
                    <a:pt x="28521" y="90"/>
                  </a:lnTo>
                  <a:lnTo>
                    <a:pt x="28432" y="180"/>
                  </a:lnTo>
                  <a:lnTo>
                    <a:pt x="28252" y="404"/>
                  </a:lnTo>
                  <a:lnTo>
                    <a:pt x="28207" y="629"/>
                  </a:lnTo>
                  <a:lnTo>
                    <a:pt x="28207" y="764"/>
                  </a:lnTo>
                  <a:lnTo>
                    <a:pt x="28207" y="898"/>
                  </a:lnTo>
                  <a:lnTo>
                    <a:pt x="28926" y="3189"/>
                  </a:lnTo>
                  <a:lnTo>
                    <a:pt x="29689" y="5704"/>
                  </a:lnTo>
                  <a:lnTo>
                    <a:pt x="30588" y="9028"/>
                  </a:lnTo>
                  <a:lnTo>
                    <a:pt x="31576" y="13026"/>
                  </a:lnTo>
                  <a:lnTo>
                    <a:pt x="32070" y="15271"/>
                  </a:lnTo>
                  <a:lnTo>
                    <a:pt x="32564" y="17607"/>
                  </a:lnTo>
                  <a:lnTo>
                    <a:pt x="33058" y="20122"/>
                  </a:lnTo>
                  <a:lnTo>
                    <a:pt x="33507" y="22682"/>
                  </a:lnTo>
                  <a:lnTo>
                    <a:pt x="33956" y="25377"/>
                  </a:lnTo>
                  <a:lnTo>
                    <a:pt x="34360" y="28117"/>
                  </a:lnTo>
                  <a:lnTo>
                    <a:pt x="34720" y="30947"/>
                  </a:lnTo>
                  <a:lnTo>
                    <a:pt x="34989" y="33821"/>
                  </a:lnTo>
                  <a:lnTo>
                    <a:pt x="35214" y="36741"/>
                  </a:lnTo>
                  <a:lnTo>
                    <a:pt x="35349" y="39660"/>
                  </a:lnTo>
                  <a:lnTo>
                    <a:pt x="35438" y="42625"/>
                  </a:lnTo>
                  <a:lnTo>
                    <a:pt x="35393" y="45589"/>
                  </a:lnTo>
                  <a:lnTo>
                    <a:pt x="35349" y="47071"/>
                  </a:lnTo>
                  <a:lnTo>
                    <a:pt x="35259" y="48508"/>
                  </a:lnTo>
                  <a:lnTo>
                    <a:pt x="35169" y="49991"/>
                  </a:lnTo>
                  <a:lnTo>
                    <a:pt x="35034" y="51428"/>
                  </a:lnTo>
                  <a:lnTo>
                    <a:pt x="34854" y="52865"/>
                  </a:lnTo>
                  <a:lnTo>
                    <a:pt x="34675" y="54303"/>
                  </a:lnTo>
                  <a:lnTo>
                    <a:pt x="34450" y="55695"/>
                  </a:lnTo>
                  <a:lnTo>
                    <a:pt x="34181" y="57132"/>
                  </a:lnTo>
                  <a:lnTo>
                    <a:pt x="33866" y="58480"/>
                  </a:lnTo>
                  <a:lnTo>
                    <a:pt x="33552" y="59872"/>
                  </a:lnTo>
                  <a:lnTo>
                    <a:pt x="33193" y="61219"/>
                  </a:lnTo>
                  <a:lnTo>
                    <a:pt x="32788" y="62522"/>
                  </a:lnTo>
                  <a:lnTo>
                    <a:pt x="32339" y="63825"/>
                  </a:lnTo>
                  <a:lnTo>
                    <a:pt x="31845" y="65127"/>
                  </a:lnTo>
                  <a:lnTo>
                    <a:pt x="31351" y="66340"/>
                  </a:lnTo>
                  <a:lnTo>
                    <a:pt x="30767" y="67597"/>
                  </a:lnTo>
                  <a:lnTo>
                    <a:pt x="30183" y="68765"/>
                  </a:lnTo>
                  <a:lnTo>
                    <a:pt x="29510" y="69933"/>
                  </a:lnTo>
                  <a:lnTo>
                    <a:pt x="28836" y="71056"/>
                  </a:lnTo>
                  <a:lnTo>
                    <a:pt x="28072" y="72134"/>
                  </a:lnTo>
                  <a:lnTo>
                    <a:pt x="27533" y="72897"/>
                  </a:lnTo>
                  <a:lnTo>
                    <a:pt x="26949" y="73616"/>
                  </a:lnTo>
                  <a:lnTo>
                    <a:pt x="26366" y="74335"/>
                  </a:lnTo>
                  <a:lnTo>
                    <a:pt x="25737" y="75008"/>
                  </a:lnTo>
                  <a:lnTo>
                    <a:pt x="25108" y="75637"/>
                  </a:lnTo>
                  <a:lnTo>
                    <a:pt x="24479" y="76266"/>
                  </a:lnTo>
                  <a:lnTo>
                    <a:pt x="23805" y="76895"/>
                  </a:lnTo>
                  <a:lnTo>
                    <a:pt x="23087" y="77434"/>
                  </a:lnTo>
                  <a:lnTo>
                    <a:pt x="22413" y="78018"/>
                  </a:lnTo>
                  <a:lnTo>
                    <a:pt x="21649" y="78557"/>
                  </a:lnTo>
                  <a:lnTo>
                    <a:pt x="20931" y="79051"/>
                  </a:lnTo>
                  <a:lnTo>
                    <a:pt x="20122" y="79545"/>
                  </a:lnTo>
                  <a:lnTo>
                    <a:pt x="19359" y="79994"/>
                  </a:lnTo>
                  <a:lnTo>
                    <a:pt x="18550" y="80443"/>
                  </a:lnTo>
                  <a:lnTo>
                    <a:pt x="17697" y="80847"/>
                  </a:lnTo>
                  <a:lnTo>
                    <a:pt x="16888" y="81252"/>
                  </a:lnTo>
                  <a:lnTo>
                    <a:pt x="15990" y="81611"/>
                  </a:lnTo>
                  <a:lnTo>
                    <a:pt x="15137" y="81970"/>
                  </a:lnTo>
                  <a:lnTo>
                    <a:pt x="14194" y="82285"/>
                  </a:lnTo>
                  <a:lnTo>
                    <a:pt x="13295" y="82599"/>
                  </a:lnTo>
                  <a:lnTo>
                    <a:pt x="12352" y="82869"/>
                  </a:lnTo>
                  <a:lnTo>
                    <a:pt x="11364" y="83093"/>
                  </a:lnTo>
                  <a:lnTo>
                    <a:pt x="10376" y="83363"/>
                  </a:lnTo>
                  <a:lnTo>
                    <a:pt x="9388" y="83542"/>
                  </a:lnTo>
                  <a:lnTo>
                    <a:pt x="7322" y="83902"/>
                  </a:lnTo>
                  <a:lnTo>
                    <a:pt x="5211" y="84126"/>
                  </a:lnTo>
                  <a:lnTo>
                    <a:pt x="2965" y="84261"/>
                  </a:lnTo>
                  <a:lnTo>
                    <a:pt x="719" y="84306"/>
                  </a:lnTo>
                  <a:lnTo>
                    <a:pt x="539" y="84306"/>
                  </a:lnTo>
                  <a:lnTo>
                    <a:pt x="449" y="84351"/>
                  </a:lnTo>
                  <a:lnTo>
                    <a:pt x="225" y="84530"/>
                  </a:lnTo>
                  <a:lnTo>
                    <a:pt x="45" y="84710"/>
                  </a:lnTo>
                  <a:lnTo>
                    <a:pt x="45" y="84845"/>
                  </a:lnTo>
                  <a:lnTo>
                    <a:pt x="0" y="84980"/>
                  </a:lnTo>
                  <a:lnTo>
                    <a:pt x="45" y="85159"/>
                  </a:lnTo>
                  <a:lnTo>
                    <a:pt x="45" y="85249"/>
                  </a:lnTo>
                  <a:lnTo>
                    <a:pt x="225" y="85474"/>
                  </a:lnTo>
                  <a:lnTo>
                    <a:pt x="449" y="85653"/>
                  </a:lnTo>
                  <a:lnTo>
                    <a:pt x="539" y="85698"/>
                  </a:lnTo>
                  <a:lnTo>
                    <a:pt x="719" y="85698"/>
                  </a:lnTo>
                  <a:lnTo>
                    <a:pt x="3055" y="85653"/>
                  </a:lnTo>
                  <a:lnTo>
                    <a:pt x="5390" y="85474"/>
                  </a:lnTo>
                  <a:lnTo>
                    <a:pt x="6468" y="85384"/>
                  </a:lnTo>
                  <a:lnTo>
                    <a:pt x="7591" y="85249"/>
                  </a:lnTo>
                  <a:lnTo>
                    <a:pt x="8669" y="85069"/>
                  </a:lnTo>
                  <a:lnTo>
                    <a:pt x="9747" y="84890"/>
                  </a:lnTo>
                  <a:lnTo>
                    <a:pt x="10780" y="84665"/>
                  </a:lnTo>
                  <a:lnTo>
                    <a:pt x="11813" y="84441"/>
                  </a:lnTo>
                  <a:lnTo>
                    <a:pt x="12801" y="84171"/>
                  </a:lnTo>
                  <a:lnTo>
                    <a:pt x="13789" y="83902"/>
                  </a:lnTo>
                  <a:lnTo>
                    <a:pt x="14733" y="83587"/>
                  </a:lnTo>
                  <a:lnTo>
                    <a:pt x="15676" y="83228"/>
                  </a:lnTo>
                  <a:lnTo>
                    <a:pt x="16619" y="82869"/>
                  </a:lnTo>
                  <a:lnTo>
                    <a:pt x="17517" y="82509"/>
                  </a:lnTo>
                  <a:lnTo>
                    <a:pt x="18371" y="82060"/>
                  </a:lnTo>
                  <a:lnTo>
                    <a:pt x="19269" y="81656"/>
                  </a:lnTo>
                  <a:lnTo>
                    <a:pt x="20077" y="81162"/>
                  </a:lnTo>
                  <a:lnTo>
                    <a:pt x="20931" y="80713"/>
                  </a:lnTo>
                  <a:lnTo>
                    <a:pt x="21739" y="80174"/>
                  </a:lnTo>
                  <a:lnTo>
                    <a:pt x="22503" y="79635"/>
                  </a:lnTo>
                  <a:lnTo>
                    <a:pt x="23266" y="79096"/>
                  </a:lnTo>
                  <a:lnTo>
                    <a:pt x="23985" y="78512"/>
                  </a:lnTo>
                  <a:lnTo>
                    <a:pt x="24704" y="77883"/>
                  </a:lnTo>
                  <a:lnTo>
                    <a:pt x="25422" y="77254"/>
                  </a:lnTo>
                  <a:lnTo>
                    <a:pt x="26096" y="76625"/>
                  </a:lnTo>
                  <a:lnTo>
                    <a:pt x="26770" y="75907"/>
                  </a:lnTo>
                  <a:lnTo>
                    <a:pt x="27399" y="75233"/>
                  </a:lnTo>
                  <a:lnTo>
                    <a:pt x="28027" y="74469"/>
                  </a:lnTo>
                  <a:lnTo>
                    <a:pt x="28611" y="73751"/>
                  </a:lnTo>
                  <a:lnTo>
                    <a:pt x="29195" y="72942"/>
                  </a:lnTo>
                  <a:lnTo>
                    <a:pt x="30004" y="71774"/>
                  </a:lnTo>
                  <a:lnTo>
                    <a:pt x="30722" y="70562"/>
                  </a:lnTo>
                  <a:lnTo>
                    <a:pt x="31441" y="69304"/>
                  </a:lnTo>
                  <a:lnTo>
                    <a:pt x="32070" y="68047"/>
                  </a:lnTo>
                  <a:lnTo>
                    <a:pt x="32654" y="66744"/>
                  </a:lnTo>
                  <a:lnTo>
                    <a:pt x="33238" y="65397"/>
                  </a:lnTo>
                  <a:lnTo>
                    <a:pt x="33732" y="64049"/>
                  </a:lnTo>
                  <a:lnTo>
                    <a:pt x="34181" y="62657"/>
                  </a:lnTo>
                  <a:lnTo>
                    <a:pt x="34630" y="61219"/>
                  </a:lnTo>
                  <a:lnTo>
                    <a:pt x="34989" y="59782"/>
                  </a:lnTo>
                  <a:lnTo>
                    <a:pt x="35304" y="58345"/>
                  </a:lnTo>
                  <a:lnTo>
                    <a:pt x="35618" y="56908"/>
                  </a:lnTo>
                  <a:lnTo>
                    <a:pt x="35888" y="55425"/>
                  </a:lnTo>
                  <a:lnTo>
                    <a:pt x="36112" y="53943"/>
                  </a:lnTo>
                  <a:lnTo>
                    <a:pt x="36292" y="52416"/>
                  </a:lnTo>
                  <a:lnTo>
                    <a:pt x="36471" y="50934"/>
                  </a:lnTo>
                  <a:lnTo>
                    <a:pt x="36606" y="49407"/>
                  </a:lnTo>
                  <a:lnTo>
                    <a:pt x="36696" y="47880"/>
                  </a:lnTo>
                  <a:lnTo>
                    <a:pt x="36741" y="46397"/>
                  </a:lnTo>
                  <a:lnTo>
                    <a:pt x="36786" y="44870"/>
                  </a:lnTo>
                  <a:lnTo>
                    <a:pt x="36831" y="41861"/>
                  </a:lnTo>
                  <a:lnTo>
                    <a:pt x="36741" y="38897"/>
                  </a:lnTo>
                  <a:lnTo>
                    <a:pt x="36561" y="35977"/>
                  </a:lnTo>
                  <a:lnTo>
                    <a:pt x="36337" y="33147"/>
                  </a:lnTo>
                  <a:lnTo>
                    <a:pt x="36067" y="30408"/>
                  </a:lnTo>
                  <a:lnTo>
                    <a:pt x="35708" y="27713"/>
                  </a:lnTo>
                  <a:lnTo>
                    <a:pt x="35349" y="24973"/>
                  </a:lnTo>
                  <a:lnTo>
                    <a:pt x="34899" y="22278"/>
                  </a:lnTo>
                  <a:lnTo>
                    <a:pt x="34405" y="19673"/>
                  </a:lnTo>
                  <a:lnTo>
                    <a:pt x="33911" y="17203"/>
                  </a:lnTo>
                  <a:lnTo>
                    <a:pt x="33417" y="14822"/>
                  </a:lnTo>
                  <a:lnTo>
                    <a:pt x="32878" y="12576"/>
                  </a:lnTo>
                  <a:lnTo>
                    <a:pt x="31890" y="8534"/>
                  </a:lnTo>
                  <a:lnTo>
                    <a:pt x="30992" y="5210"/>
                  </a:lnTo>
                  <a:lnTo>
                    <a:pt x="30228" y="2695"/>
                  </a:lnTo>
                  <a:lnTo>
                    <a:pt x="29510" y="449"/>
                  </a:lnTo>
                  <a:lnTo>
                    <a:pt x="29465" y="359"/>
                  </a:lnTo>
                  <a:lnTo>
                    <a:pt x="29375" y="225"/>
                  </a:lnTo>
                  <a:lnTo>
                    <a:pt x="29195" y="90"/>
                  </a:lnTo>
                  <a:lnTo>
                    <a:pt x="28926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57"/>
            <p:cNvSpPr/>
            <p:nvPr/>
          </p:nvSpPr>
          <p:spPr>
            <a:xfrm>
              <a:off x="6226425" y="3971375"/>
              <a:ext cx="381800" cy="158350"/>
            </a:xfrm>
            <a:custGeom>
              <a:rect b="b" l="l" r="r" t="t"/>
              <a:pathLst>
                <a:path extrusionOk="0" h="6334" w="15272">
                  <a:moveTo>
                    <a:pt x="14598" y="1"/>
                  </a:moveTo>
                  <a:lnTo>
                    <a:pt x="14463" y="46"/>
                  </a:lnTo>
                  <a:lnTo>
                    <a:pt x="14328" y="91"/>
                  </a:lnTo>
                  <a:lnTo>
                    <a:pt x="14104" y="225"/>
                  </a:lnTo>
                  <a:lnTo>
                    <a:pt x="13969" y="450"/>
                  </a:lnTo>
                  <a:lnTo>
                    <a:pt x="13924" y="585"/>
                  </a:lnTo>
                  <a:lnTo>
                    <a:pt x="13924" y="719"/>
                  </a:lnTo>
                  <a:lnTo>
                    <a:pt x="13924" y="2426"/>
                  </a:lnTo>
                  <a:lnTo>
                    <a:pt x="13385" y="2696"/>
                  </a:lnTo>
                  <a:lnTo>
                    <a:pt x="12577" y="3055"/>
                  </a:lnTo>
                  <a:lnTo>
                    <a:pt x="11409" y="3459"/>
                  </a:lnTo>
                  <a:lnTo>
                    <a:pt x="9972" y="3908"/>
                  </a:lnTo>
                  <a:lnTo>
                    <a:pt x="9118" y="4088"/>
                  </a:lnTo>
                  <a:lnTo>
                    <a:pt x="8175" y="4313"/>
                  </a:lnTo>
                  <a:lnTo>
                    <a:pt x="7187" y="4447"/>
                  </a:lnTo>
                  <a:lnTo>
                    <a:pt x="6064" y="4627"/>
                  </a:lnTo>
                  <a:lnTo>
                    <a:pt x="4851" y="4762"/>
                  </a:lnTo>
                  <a:lnTo>
                    <a:pt x="3594" y="4852"/>
                  </a:lnTo>
                  <a:lnTo>
                    <a:pt x="2201" y="4897"/>
                  </a:lnTo>
                  <a:lnTo>
                    <a:pt x="719" y="4941"/>
                  </a:lnTo>
                  <a:lnTo>
                    <a:pt x="539" y="4941"/>
                  </a:lnTo>
                  <a:lnTo>
                    <a:pt x="449" y="4986"/>
                  </a:lnTo>
                  <a:lnTo>
                    <a:pt x="225" y="5121"/>
                  </a:lnTo>
                  <a:lnTo>
                    <a:pt x="45" y="5346"/>
                  </a:lnTo>
                  <a:lnTo>
                    <a:pt x="45" y="5480"/>
                  </a:lnTo>
                  <a:lnTo>
                    <a:pt x="0" y="5615"/>
                  </a:lnTo>
                  <a:lnTo>
                    <a:pt x="45" y="5750"/>
                  </a:lnTo>
                  <a:lnTo>
                    <a:pt x="45" y="5885"/>
                  </a:lnTo>
                  <a:lnTo>
                    <a:pt x="225" y="6109"/>
                  </a:lnTo>
                  <a:lnTo>
                    <a:pt x="449" y="6244"/>
                  </a:lnTo>
                  <a:lnTo>
                    <a:pt x="539" y="6289"/>
                  </a:lnTo>
                  <a:lnTo>
                    <a:pt x="719" y="6334"/>
                  </a:lnTo>
                  <a:lnTo>
                    <a:pt x="2516" y="6289"/>
                  </a:lnTo>
                  <a:lnTo>
                    <a:pt x="4222" y="6199"/>
                  </a:lnTo>
                  <a:lnTo>
                    <a:pt x="5749" y="6064"/>
                  </a:lnTo>
                  <a:lnTo>
                    <a:pt x="7187" y="5885"/>
                  </a:lnTo>
                  <a:lnTo>
                    <a:pt x="8444" y="5660"/>
                  </a:lnTo>
                  <a:lnTo>
                    <a:pt x="9612" y="5391"/>
                  </a:lnTo>
                  <a:lnTo>
                    <a:pt x="10645" y="5166"/>
                  </a:lnTo>
                  <a:lnTo>
                    <a:pt x="11588" y="4897"/>
                  </a:lnTo>
                  <a:lnTo>
                    <a:pt x="12352" y="4627"/>
                  </a:lnTo>
                  <a:lnTo>
                    <a:pt x="13071" y="4358"/>
                  </a:lnTo>
                  <a:lnTo>
                    <a:pt x="14104" y="3863"/>
                  </a:lnTo>
                  <a:lnTo>
                    <a:pt x="14777" y="3549"/>
                  </a:lnTo>
                  <a:lnTo>
                    <a:pt x="15002" y="3369"/>
                  </a:lnTo>
                  <a:lnTo>
                    <a:pt x="15137" y="3235"/>
                  </a:lnTo>
                  <a:lnTo>
                    <a:pt x="15227" y="3100"/>
                  </a:lnTo>
                  <a:lnTo>
                    <a:pt x="15271" y="2965"/>
                  </a:lnTo>
                  <a:lnTo>
                    <a:pt x="15271" y="2786"/>
                  </a:lnTo>
                  <a:lnTo>
                    <a:pt x="15271" y="719"/>
                  </a:lnTo>
                  <a:lnTo>
                    <a:pt x="15271" y="585"/>
                  </a:lnTo>
                  <a:lnTo>
                    <a:pt x="15227" y="450"/>
                  </a:lnTo>
                  <a:lnTo>
                    <a:pt x="15092" y="225"/>
                  </a:lnTo>
                  <a:lnTo>
                    <a:pt x="14867" y="91"/>
                  </a:lnTo>
                  <a:lnTo>
                    <a:pt x="14733" y="46"/>
                  </a:lnTo>
                  <a:lnTo>
                    <a:pt x="14598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57"/>
            <p:cNvSpPr/>
            <p:nvPr/>
          </p:nvSpPr>
          <p:spPr>
            <a:xfrm>
              <a:off x="5465100" y="2904650"/>
              <a:ext cx="467150" cy="996025"/>
            </a:xfrm>
            <a:custGeom>
              <a:rect b="b" l="l" r="r" t="t"/>
              <a:pathLst>
                <a:path extrusionOk="0" h="39841" w="18686">
                  <a:moveTo>
                    <a:pt x="1124" y="0"/>
                  </a:moveTo>
                  <a:lnTo>
                    <a:pt x="989" y="45"/>
                  </a:lnTo>
                  <a:lnTo>
                    <a:pt x="899" y="135"/>
                  </a:lnTo>
                  <a:lnTo>
                    <a:pt x="854" y="270"/>
                  </a:lnTo>
                  <a:lnTo>
                    <a:pt x="585" y="1797"/>
                  </a:lnTo>
                  <a:lnTo>
                    <a:pt x="360" y="3279"/>
                  </a:lnTo>
                  <a:lnTo>
                    <a:pt x="181" y="4806"/>
                  </a:lnTo>
                  <a:lnTo>
                    <a:pt x="46" y="6289"/>
                  </a:lnTo>
                  <a:lnTo>
                    <a:pt x="1" y="7771"/>
                  </a:lnTo>
                  <a:lnTo>
                    <a:pt x="1" y="9253"/>
                  </a:lnTo>
                  <a:lnTo>
                    <a:pt x="1" y="10690"/>
                  </a:lnTo>
                  <a:lnTo>
                    <a:pt x="91" y="12172"/>
                  </a:lnTo>
                  <a:lnTo>
                    <a:pt x="270" y="13610"/>
                  </a:lnTo>
                  <a:lnTo>
                    <a:pt x="450" y="15002"/>
                  </a:lnTo>
                  <a:lnTo>
                    <a:pt x="675" y="16439"/>
                  </a:lnTo>
                  <a:lnTo>
                    <a:pt x="989" y="17787"/>
                  </a:lnTo>
                  <a:lnTo>
                    <a:pt x="1348" y="19179"/>
                  </a:lnTo>
                  <a:lnTo>
                    <a:pt x="1708" y="20527"/>
                  </a:lnTo>
                  <a:lnTo>
                    <a:pt x="2157" y="21829"/>
                  </a:lnTo>
                  <a:lnTo>
                    <a:pt x="2651" y="23132"/>
                  </a:lnTo>
                  <a:lnTo>
                    <a:pt x="3280" y="24524"/>
                  </a:lnTo>
                  <a:lnTo>
                    <a:pt x="3953" y="25916"/>
                  </a:lnTo>
                  <a:lnTo>
                    <a:pt x="4627" y="27219"/>
                  </a:lnTo>
                  <a:lnTo>
                    <a:pt x="5436" y="28477"/>
                  </a:lnTo>
                  <a:lnTo>
                    <a:pt x="6244" y="29734"/>
                  </a:lnTo>
                  <a:lnTo>
                    <a:pt x="7142" y="30902"/>
                  </a:lnTo>
                  <a:lnTo>
                    <a:pt x="8041" y="32070"/>
                  </a:lnTo>
                  <a:lnTo>
                    <a:pt x="9029" y="33148"/>
                  </a:lnTo>
                  <a:lnTo>
                    <a:pt x="10017" y="34181"/>
                  </a:lnTo>
                  <a:lnTo>
                    <a:pt x="11095" y="35169"/>
                  </a:lnTo>
                  <a:lnTo>
                    <a:pt x="12173" y="36112"/>
                  </a:lnTo>
                  <a:lnTo>
                    <a:pt x="13341" y="36966"/>
                  </a:lnTo>
                  <a:lnTo>
                    <a:pt x="14508" y="37774"/>
                  </a:lnTo>
                  <a:lnTo>
                    <a:pt x="15721" y="38538"/>
                  </a:lnTo>
                  <a:lnTo>
                    <a:pt x="16934" y="39211"/>
                  </a:lnTo>
                  <a:lnTo>
                    <a:pt x="18192" y="39840"/>
                  </a:lnTo>
                  <a:lnTo>
                    <a:pt x="18461" y="39840"/>
                  </a:lnTo>
                  <a:lnTo>
                    <a:pt x="18551" y="39795"/>
                  </a:lnTo>
                  <a:lnTo>
                    <a:pt x="18596" y="39750"/>
                  </a:lnTo>
                  <a:lnTo>
                    <a:pt x="18686" y="39660"/>
                  </a:lnTo>
                  <a:lnTo>
                    <a:pt x="18686" y="39526"/>
                  </a:lnTo>
                  <a:lnTo>
                    <a:pt x="18686" y="39391"/>
                  </a:lnTo>
                  <a:lnTo>
                    <a:pt x="18596" y="39301"/>
                  </a:lnTo>
                  <a:lnTo>
                    <a:pt x="18506" y="39211"/>
                  </a:lnTo>
                  <a:lnTo>
                    <a:pt x="17248" y="38583"/>
                  </a:lnTo>
                  <a:lnTo>
                    <a:pt x="16036" y="37954"/>
                  </a:lnTo>
                  <a:lnTo>
                    <a:pt x="14868" y="37190"/>
                  </a:lnTo>
                  <a:lnTo>
                    <a:pt x="13745" y="36427"/>
                  </a:lnTo>
                  <a:lnTo>
                    <a:pt x="12622" y="35573"/>
                  </a:lnTo>
                  <a:lnTo>
                    <a:pt x="11544" y="34630"/>
                  </a:lnTo>
                  <a:lnTo>
                    <a:pt x="10511" y="33687"/>
                  </a:lnTo>
                  <a:lnTo>
                    <a:pt x="9523" y="32654"/>
                  </a:lnTo>
                  <a:lnTo>
                    <a:pt x="8580" y="31621"/>
                  </a:lnTo>
                  <a:lnTo>
                    <a:pt x="7681" y="30498"/>
                  </a:lnTo>
                  <a:lnTo>
                    <a:pt x="6828" y="29330"/>
                  </a:lnTo>
                  <a:lnTo>
                    <a:pt x="6020" y="28117"/>
                  </a:lnTo>
                  <a:lnTo>
                    <a:pt x="5256" y="26860"/>
                  </a:lnTo>
                  <a:lnTo>
                    <a:pt x="4537" y="25557"/>
                  </a:lnTo>
                  <a:lnTo>
                    <a:pt x="3909" y="24255"/>
                  </a:lnTo>
                  <a:lnTo>
                    <a:pt x="3325" y="22907"/>
                  </a:lnTo>
                  <a:lnTo>
                    <a:pt x="2831" y="21605"/>
                  </a:lnTo>
                  <a:lnTo>
                    <a:pt x="2381" y="20302"/>
                  </a:lnTo>
                  <a:lnTo>
                    <a:pt x="1977" y="19000"/>
                  </a:lnTo>
                  <a:lnTo>
                    <a:pt x="1663" y="17652"/>
                  </a:lnTo>
                  <a:lnTo>
                    <a:pt x="1348" y="16260"/>
                  </a:lnTo>
                  <a:lnTo>
                    <a:pt x="1124" y="14912"/>
                  </a:lnTo>
                  <a:lnTo>
                    <a:pt x="944" y="13520"/>
                  </a:lnTo>
                  <a:lnTo>
                    <a:pt x="809" y="12083"/>
                  </a:lnTo>
                  <a:lnTo>
                    <a:pt x="720" y="10645"/>
                  </a:lnTo>
                  <a:lnTo>
                    <a:pt x="675" y="9208"/>
                  </a:lnTo>
                  <a:lnTo>
                    <a:pt x="675" y="7771"/>
                  </a:lnTo>
                  <a:lnTo>
                    <a:pt x="764" y="6333"/>
                  </a:lnTo>
                  <a:lnTo>
                    <a:pt x="854" y="4851"/>
                  </a:lnTo>
                  <a:lnTo>
                    <a:pt x="1034" y="3369"/>
                  </a:lnTo>
                  <a:lnTo>
                    <a:pt x="1259" y="1887"/>
                  </a:lnTo>
                  <a:lnTo>
                    <a:pt x="1528" y="405"/>
                  </a:lnTo>
                  <a:lnTo>
                    <a:pt x="1528" y="270"/>
                  </a:lnTo>
                  <a:lnTo>
                    <a:pt x="1483" y="135"/>
                  </a:lnTo>
                  <a:lnTo>
                    <a:pt x="1348" y="45"/>
                  </a:lnTo>
                  <a:lnTo>
                    <a:pt x="1259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57"/>
            <p:cNvSpPr/>
            <p:nvPr/>
          </p:nvSpPr>
          <p:spPr>
            <a:xfrm>
              <a:off x="5563925" y="3070825"/>
              <a:ext cx="296475" cy="674875"/>
            </a:xfrm>
            <a:custGeom>
              <a:rect b="b" l="l" r="r" t="t"/>
              <a:pathLst>
                <a:path extrusionOk="0" h="26995" w="11859">
                  <a:moveTo>
                    <a:pt x="764" y="1"/>
                  </a:moveTo>
                  <a:lnTo>
                    <a:pt x="674" y="46"/>
                  </a:lnTo>
                  <a:lnTo>
                    <a:pt x="584" y="181"/>
                  </a:lnTo>
                  <a:lnTo>
                    <a:pt x="494" y="270"/>
                  </a:lnTo>
                  <a:lnTo>
                    <a:pt x="315" y="1214"/>
                  </a:lnTo>
                  <a:lnTo>
                    <a:pt x="180" y="2157"/>
                  </a:lnTo>
                  <a:lnTo>
                    <a:pt x="90" y="3100"/>
                  </a:lnTo>
                  <a:lnTo>
                    <a:pt x="45" y="4043"/>
                  </a:lnTo>
                  <a:lnTo>
                    <a:pt x="0" y="5031"/>
                  </a:lnTo>
                  <a:lnTo>
                    <a:pt x="0" y="5975"/>
                  </a:lnTo>
                  <a:lnTo>
                    <a:pt x="45" y="6918"/>
                  </a:lnTo>
                  <a:lnTo>
                    <a:pt x="135" y="7861"/>
                  </a:lnTo>
                  <a:lnTo>
                    <a:pt x="225" y="8804"/>
                  </a:lnTo>
                  <a:lnTo>
                    <a:pt x="405" y="9747"/>
                  </a:lnTo>
                  <a:lnTo>
                    <a:pt x="584" y="10691"/>
                  </a:lnTo>
                  <a:lnTo>
                    <a:pt x="764" y="11589"/>
                  </a:lnTo>
                  <a:lnTo>
                    <a:pt x="1033" y="12532"/>
                  </a:lnTo>
                  <a:lnTo>
                    <a:pt x="1303" y="13430"/>
                  </a:lnTo>
                  <a:lnTo>
                    <a:pt x="1617" y="14329"/>
                  </a:lnTo>
                  <a:lnTo>
                    <a:pt x="1977" y="15227"/>
                  </a:lnTo>
                  <a:lnTo>
                    <a:pt x="2336" y="16080"/>
                  </a:lnTo>
                  <a:lnTo>
                    <a:pt x="2740" y="16934"/>
                  </a:lnTo>
                  <a:lnTo>
                    <a:pt x="3189" y="17787"/>
                  </a:lnTo>
                  <a:lnTo>
                    <a:pt x="3639" y="18641"/>
                  </a:lnTo>
                  <a:lnTo>
                    <a:pt x="4133" y="19449"/>
                  </a:lnTo>
                  <a:lnTo>
                    <a:pt x="4672" y="20258"/>
                  </a:lnTo>
                  <a:lnTo>
                    <a:pt x="5211" y="21021"/>
                  </a:lnTo>
                  <a:lnTo>
                    <a:pt x="5794" y="21785"/>
                  </a:lnTo>
                  <a:lnTo>
                    <a:pt x="6378" y="22503"/>
                  </a:lnTo>
                  <a:lnTo>
                    <a:pt x="7007" y="23222"/>
                  </a:lnTo>
                  <a:lnTo>
                    <a:pt x="7681" y="23896"/>
                  </a:lnTo>
                  <a:lnTo>
                    <a:pt x="8355" y="24569"/>
                  </a:lnTo>
                  <a:lnTo>
                    <a:pt x="9073" y="25198"/>
                  </a:lnTo>
                  <a:lnTo>
                    <a:pt x="9792" y="25782"/>
                  </a:lnTo>
                  <a:lnTo>
                    <a:pt x="10555" y="26366"/>
                  </a:lnTo>
                  <a:lnTo>
                    <a:pt x="11319" y="26950"/>
                  </a:lnTo>
                  <a:lnTo>
                    <a:pt x="11409" y="26995"/>
                  </a:lnTo>
                  <a:lnTo>
                    <a:pt x="11544" y="26995"/>
                  </a:lnTo>
                  <a:lnTo>
                    <a:pt x="11678" y="26950"/>
                  </a:lnTo>
                  <a:lnTo>
                    <a:pt x="11813" y="26860"/>
                  </a:lnTo>
                  <a:lnTo>
                    <a:pt x="11858" y="26725"/>
                  </a:lnTo>
                  <a:lnTo>
                    <a:pt x="11858" y="26591"/>
                  </a:lnTo>
                  <a:lnTo>
                    <a:pt x="11813" y="26456"/>
                  </a:lnTo>
                  <a:lnTo>
                    <a:pt x="11723" y="26366"/>
                  </a:lnTo>
                  <a:lnTo>
                    <a:pt x="10960" y="25827"/>
                  </a:lnTo>
                  <a:lnTo>
                    <a:pt x="10196" y="25243"/>
                  </a:lnTo>
                  <a:lnTo>
                    <a:pt x="9522" y="24659"/>
                  </a:lnTo>
                  <a:lnTo>
                    <a:pt x="8804" y="24030"/>
                  </a:lnTo>
                  <a:lnTo>
                    <a:pt x="8130" y="23402"/>
                  </a:lnTo>
                  <a:lnTo>
                    <a:pt x="7501" y="22728"/>
                  </a:lnTo>
                  <a:lnTo>
                    <a:pt x="6917" y="22054"/>
                  </a:lnTo>
                  <a:lnTo>
                    <a:pt x="6289" y="21336"/>
                  </a:lnTo>
                  <a:lnTo>
                    <a:pt x="5750" y="20617"/>
                  </a:lnTo>
                  <a:lnTo>
                    <a:pt x="5211" y="19853"/>
                  </a:lnTo>
                  <a:lnTo>
                    <a:pt x="4717" y="19090"/>
                  </a:lnTo>
                  <a:lnTo>
                    <a:pt x="4222" y="18281"/>
                  </a:lnTo>
                  <a:lnTo>
                    <a:pt x="3773" y="17473"/>
                  </a:lnTo>
                  <a:lnTo>
                    <a:pt x="3369" y="16664"/>
                  </a:lnTo>
                  <a:lnTo>
                    <a:pt x="2965" y="15811"/>
                  </a:lnTo>
                  <a:lnTo>
                    <a:pt x="2606" y="14958"/>
                  </a:lnTo>
                  <a:lnTo>
                    <a:pt x="2246" y="14104"/>
                  </a:lnTo>
                  <a:lnTo>
                    <a:pt x="1977" y="13206"/>
                  </a:lnTo>
                  <a:lnTo>
                    <a:pt x="1707" y="12353"/>
                  </a:lnTo>
                  <a:lnTo>
                    <a:pt x="1438" y="11454"/>
                  </a:lnTo>
                  <a:lnTo>
                    <a:pt x="1258" y="10556"/>
                  </a:lnTo>
                  <a:lnTo>
                    <a:pt x="1078" y="9613"/>
                  </a:lnTo>
                  <a:lnTo>
                    <a:pt x="944" y="8714"/>
                  </a:lnTo>
                  <a:lnTo>
                    <a:pt x="809" y="7816"/>
                  </a:lnTo>
                  <a:lnTo>
                    <a:pt x="719" y="6873"/>
                  </a:lnTo>
                  <a:lnTo>
                    <a:pt x="719" y="5975"/>
                  </a:lnTo>
                  <a:lnTo>
                    <a:pt x="674" y="5031"/>
                  </a:lnTo>
                  <a:lnTo>
                    <a:pt x="719" y="4088"/>
                  </a:lnTo>
                  <a:lnTo>
                    <a:pt x="764" y="3190"/>
                  </a:lnTo>
                  <a:lnTo>
                    <a:pt x="899" y="2247"/>
                  </a:lnTo>
                  <a:lnTo>
                    <a:pt x="1033" y="1348"/>
                  </a:lnTo>
                  <a:lnTo>
                    <a:pt x="1168" y="405"/>
                  </a:lnTo>
                  <a:lnTo>
                    <a:pt x="1168" y="270"/>
                  </a:lnTo>
                  <a:lnTo>
                    <a:pt x="1123" y="181"/>
                  </a:lnTo>
                  <a:lnTo>
                    <a:pt x="1033" y="91"/>
                  </a:lnTo>
                  <a:lnTo>
                    <a:pt x="94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57"/>
            <p:cNvSpPr/>
            <p:nvPr/>
          </p:nvSpPr>
          <p:spPr>
            <a:xfrm>
              <a:off x="5664975" y="3232525"/>
              <a:ext cx="123550" cy="321175"/>
            </a:xfrm>
            <a:custGeom>
              <a:rect b="b" l="l" r="r" t="t"/>
              <a:pathLst>
                <a:path extrusionOk="0" h="12847" w="4942">
                  <a:moveTo>
                    <a:pt x="270" y="1"/>
                  </a:moveTo>
                  <a:lnTo>
                    <a:pt x="136" y="90"/>
                  </a:lnTo>
                  <a:lnTo>
                    <a:pt x="91" y="180"/>
                  </a:lnTo>
                  <a:lnTo>
                    <a:pt x="46" y="315"/>
                  </a:lnTo>
                  <a:lnTo>
                    <a:pt x="1" y="1168"/>
                  </a:lnTo>
                  <a:lnTo>
                    <a:pt x="1" y="1977"/>
                  </a:lnTo>
                  <a:lnTo>
                    <a:pt x="46" y="2830"/>
                  </a:lnTo>
                  <a:lnTo>
                    <a:pt x="180" y="3684"/>
                  </a:lnTo>
                  <a:lnTo>
                    <a:pt x="315" y="4492"/>
                  </a:lnTo>
                  <a:lnTo>
                    <a:pt x="495" y="5346"/>
                  </a:lnTo>
                  <a:lnTo>
                    <a:pt x="719" y="6154"/>
                  </a:lnTo>
                  <a:lnTo>
                    <a:pt x="944" y="6962"/>
                  </a:lnTo>
                  <a:lnTo>
                    <a:pt x="1258" y="7726"/>
                  </a:lnTo>
                  <a:lnTo>
                    <a:pt x="1573" y="8535"/>
                  </a:lnTo>
                  <a:lnTo>
                    <a:pt x="1977" y="9253"/>
                  </a:lnTo>
                  <a:lnTo>
                    <a:pt x="2381" y="10017"/>
                  </a:lnTo>
                  <a:lnTo>
                    <a:pt x="2830" y="10735"/>
                  </a:lnTo>
                  <a:lnTo>
                    <a:pt x="3280" y="11409"/>
                  </a:lnTo>
                  <a:lnTo>
                    <a:pt x="3819" y="12083"/>
                  </a:lnTo>
                  <a:lnTo>
                    <a:pt x="4358" y="12712"/>
                  </a:lnTo>
                  <a:lnTo>
                    <a:pt x="4492" y="12801"/>
                  </a:lnTo>
                  <a:lnTo>
                    <a:pt x="4627" y="12846"/>
                  </a:lnTo>
                  <a:lnTo>
                    <a:pt x="4717" y="12801"/>
                  </a:lnTo>
                  <a:lnTo>
                    <a:pt x="4852" y="12757"/>
                  </a:lnTo>
                  <a:lnTo>
                    <a:pt x="4941" y="12622"/>
                  </a:lnTo>
                  <a:lnTo>
                    <a:pt x="4941" y="12487"/>
                  </a:lnTo>
                  <a:lnTo>
                    <a:pt x="4941" y="12352"/>
                  </a:lnTo>
                  <a:lnTo>
                    <a:pt x="4852" y="12262"/>
                  </a:lnTo>
                  <a:lnTo>
                    <a:pt x="4358" y="11634"/>
                  </a:lnTo>
                  <a:lnTo>
                    <a:pt x="3863" y="11005"/>
                  </a:lnTo>
                  <a:lnTo>
                    <a:pt x="3414" y="10331"/>
                  </a:lnTo>
                  <a:lnTo>
                    <a:pt x="2965" y="9657"/>
                  </a:lnTo>
                  <a:lnTo>
                    <a:pt x="2561" y="8939"/>
                  </a:lnTo>
                  <a:lnTo>
                    <a:pt x="2202" y="8220"/>
                  </a:lnTo>
                  <a:lnTo>
                    <a:pt x="1887" y="7501"/>
                  </a:lnTo>
                  <a:lnTo>
                    <a:pt x="1618" y="6738"/>
                  </a:lnTo>
                  <a:lnTo>
                    <a:pt x="1348" y="5929"/>
                  </a:lnTo>
                  <a:lnTo>
                    <a:pt x="1169" y="5166"/>
                  </a:lnTo>
                  <a:lnTo>
                    <a:pt x="989" y="4357"/>
                  </a:lnTo>
                  <a:lnTo>
                    <a:pt x="854" y="3594"/>
                  </a:lnTo>
                  <a:lnTo>
                    <a:pt x="764" y="2785"/>
                  </a:lnTo>
                  <a:lnTo>
                    <a:pt x="719" y="1977"/>
                  </a:lnTo>
                  <a:lnTo>
                    <a:pt x="675" y="1168"/>
                  </a:lnTo>
                  <a:lnTo>
                    <a:pt x="719" y="360"/>
                  </a:lnTo>
                  <a:lnTo>
                    <a:pt x="719" y="225"/>
                  </a:lnTo>
                  <a:lnTo>
                    <a:pt x="630" y="90"/>
                  </a:lnTo>
                  <a:lnTo>
                    <a:pt x="540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57"/>
            <p:cNvSpPr/>
            <p:nvPr/>
          </p:nvSpPr>
          <p:spPr>
            <a:xfrm>
              <a:off x="5543700" y="2118625"/>
              <a:ext cx="50575" cy="248200"/>
            </a:xfrm>
            <a:custGeom>
              <a:rect b="b" l="l" r="r" t="t"/>
              <a:pathLst>
                <a:path extrusionOk="0" h="9928" w="2023">
                  <a:moveTo>
                    <a:pt x="1618" y="1"/>
                  </a:moveTo>
                  <a:lnTo>
                    <a:pt x="1483" y="46"/>
                  </a:lnTo>
                  <a:lnTo>
                    <a:pt x="1393" y="136"/>
                  </a:lnTo>
                  <a:lnTo>
                    <a:pt x="1348" y="270"/>
                  </a:lnTo>
                  <a:lnTo>
                    <a:pt x="1" y="9523"/>
                  </a:lnTo>
                  <a:lnTo>
                    <a:pt x="1" y="9658"/>
                  </a:lnTo>
                  <a:lnTo>
                    <a:pt x="46" y="9747"/>
                  </a:lnTo>
                  <a:lnTo>
                    <a:pt x="181" y="9837"/>
                  </a:lnTo>
                  <a:lnTo>
                    <a:pt x="270" y="9882"/>
                  </a:lnTo>
                  <a:lnTo>
                    <a:pt x="360" y="9927"/>
                  </a:lnTo>
                  <a:lnTo>
                    <a:pt x="450" y="9882"/>
                  </a:lnTo>
                  <a:lnTo>
                    <a:pt x="585" y="9837"/>
                  </a:lnTo>
                  <a:lnTo>
                    <a:pt x="630" y="9747"/>
                  </a:lnTo>
                  <a:lnTo>
                    <a:pt x="675" y="9613"/>
                  </a:lnTo>
                  <a:lnTo>
                    <a:pt x="2022" y="360"/>
                  </a:lnTo>
                  <a:lnTo>
                    <a:pt x="2022" y="225"/>
                  </a:lnTo>
                  <a:lnTo>
                    <a:pt x="1977" y="136"/>
                  </a:lnTo>
                  <a:lnTo>
                    <a:pt x="1842" y="46"/>
                  </a:lnTo>
                  <a:lnTo>
                    <a:pt x="1753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57"/>
            <p:cNvSpPr/>
            <p:nvPr/>
          </p:nvSpPr>
          <p:spPr>
            <a:xfrm>
              <a:off x="5642525" y="2138850"/>
              <a:ext cx="29225" cy="102200"/>
            </a:xfrm>
            <a:custGeom>
              <a:rect b="b" l="l" r="r" t="t"/>
              <a:pathLst>
                <a:path extrusionOk="0" h="4088" w="1169">
                  <a:moveTo>
                    <a:pt x="719" y="0"/>
                  </a:moveTo>
                  <a:lnTo>
                    <a:pt x="584" y="45"/>
                  </a:lnTo>
                  <a:lnTo>
                    <a:pt x="495" y="135"/>
                  </a:lnTo>
                  <a:lnTo>
                    <a:pt x="450" y="270"/>
                  </a:lnTo>
                  <a:lnTo>
                    <a:pt x="0" y="3683"/>
                  </a:lnTo>
                  <a:lnTo>
                    <a:pt x="0" y="3818"/>
                  </a:lnTo>
                  <a:lnTo>
                    <a:pt x="45" y="3953"/>
                  </a:lnTo>
                  <a:lnTo>
                    <a:pt x="135" y="4043"/>
                  </a:lnTo>
                  <a:lnTo>
                    <a:pt x="270" y="4088"/>
                  </a:lnTo>
                  <a:lnTo>
                    <a:pt x="315" y="4088"/>
                  </a:lnTo>
                  <a:lnTo>
                    <a:pt x="450" y="4043"/>
                  </a:lnTo>
                  <a:lnTo>
                    <a:pt x="539" y="3998"/>
                  </a:lnTo>
                  <a:lnTo>
                    <a:pt x="629" y="3908"/>
                  </a:lnTo>
                  <a:lnTo>
                    <a:pt x="674" y="3773"/>
                  </a:lnTo>
                  <a:lnTo>
                    <a:pt x="1168" y="360"/>
                  </a:lnTo>
                  <a:lnTo>
                    <a:pt x="1123" y="225"/>
                  </a:lnTo>
                  <a:lnTo>
                    <a:pt x="1078" y="135"/>
                  </a:lnTo>
                  <a:lnTo>
                    <a:pt x="989" y="45"/>
                  </a:lnTo>
                  <a:lnTo>
                    <a:pt x="854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57"/>
            <p:cNvSpPr/>
            <p:nvPr/>
          </p:nvSpPr>
          <p:spPr>
            <a:xfrm>
              <a:off x="6909125" y="2086075"/>
              <a:ext cx="108950" cy="656900"/>
            </a:xfrm>
            <a:custGeom>
              <a:rect b="b" l="l" r="r" t="t"/>
              <a:pathLst>
                <a:path extrusionOk="0" h="26276" w="4358">
                  <a:moveTo>
                    <a:pt x="225" y="0"/>
                  </a:moveTo>
                  <a:lnTo>
                    <a:pt x="135" y="90"/>
                  </a:lnTo>
                  <a:lnTo>
                    <a:pt x="46" y="180"/>
                  </a:lnTo>
                  <a:lnTo>
                    <a:pt x="1" y="315"/>
                  </a:lnTo>
                  <a:lnTo>
                    <a:pt x="1" y="449"/>
                  </a:lnTo>
                  <a:lnTo>
                    <a:pt x="764" y="3594"/>
                  </a:lnTo>
                  <a:lnTo>
                    <a:pt x="1393" y="6738"/>
                  </a:lnTo>
                  <a:lnTo>
                    <a:pt x="2022" y="9927"/>
                  </a:lnTo>
                  <a:lnTo>
                    <a:pt x="2516" y="13116"/>
                  </a:lnTo>
                  <a:lnTo>
                    <a:pt x="2920" y="16305"/>
                  </a:lnTo>
                  <a:lnTo>
                    <a:pt x="3280" y="19493"/>
                  </a:lnTo>
                  <a:lnTo>
                    <a:pt x="3504" y="22727"/>
                  </a:lnTo>
                  <a:lnTo>
                    <a:pt x="3684" y="25961"/>
                  </a:lnTo>
                  <a:lnTo>
                    <a:pt x="3684" y="26096"/>
                  </a:lnTo>
                  <a:lnTo>
                    <a:pt x="3774" y="26186"/>
                  </a:lnTo>
                  <a:lnTo>
                    <a:pt x="3908" y="26276"/>
                  </a:lnTo>
                  <a:lnTo>
                    <a:pt x="4043" y="26276"/>
                  </a:lnTo>
                  <a:lnTo>
                    <a:pt x="4178" y="26231"/>
                  </a:lnTo>
                  <a:lnTo>
                    <a:pt x="4268" y="26186"/>
                  </a:lnTo>
                  <a:lnTo>
                    <a:pt x="4358" y="26051"/>
                  </a:lnTo>
                  <a:lnTo>
                    <a:pt x="4358" y="25916"/>
                  </a:lnTo>
                  <a:lnTo>
                    <a:pt x="4178" y="22682"/>
                  </a:lnTo>
                  <a:lnTo>
                    <a:pt x="3953" y="19449"/>
                  </a:lnTo>
                  <a:lnTo>
                    <a:pt x="3594" y="16215"/>
                  </a:lnTo>
                  <a:lnTo>
                    <a:pt x="3190" y="12981"/>
                  </a:lnTo>
                  <a:lnTo>
                    <a:pt x="2696" y="9792"/>
                  </a:lnTo>
                  <a:lnTo>
                    <a:pt x="2112" y="6603"/>
                  </a:lnTo>
                  <a:lnTo>
                    <a:pt x="1438" y="3414"/>
                  </a:lnTo>
                  <a:lnTo>
                    <a:pt x="674" y="270"/>
                  </a:lnTo>
                  <a:lnTo>
                    <a:pt x="585" y="135"/>
                  </a:lnTo>
                  <a:lnTo>
                    <a:pt x="495" y="45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57"/>
            <p:cNvSpPr/>
            <p:nvPr/>
          </p:nvSpPr>
          <p:spPr>
            <a:xfrm>
              <a:off x="6849625" y="2122000"/>
              <a:ext cx="78625" cy="321175"/>
            </a:xfrm>
            <a:custGeom>
              <a:rect b="b" l="l" r="r" t="t"/>
              <a:pathLst>
                <a:path extrusionOk="0" h="12847" w="3145">
                  <a:moveTo>
                    <a:pt x="270" y="1"/>
                  </a:moveTo>
                  <a:lnTo>
                    <a:pt x="135" y="90"/>
                  </a:lnTo>
                  <a:lnTo>
                    <a:pt x="45" y="180"/>
                  </a:lnTo>
                  <a:lnTo>
                    <a:pt x="0" y="315"/>
                  </a:lnTo>
                  <a:lnTo>
                    <a:pt x="0" y="450"/>
                  </a:lnTo>
                  <a:lnTo>
                    <a:pt x="449" y="1932"/>
                  </a:lnTo>
                  <a:lnTo>
                    <a:pt x="809" y="3414"/>
                  </a:lnTo>
                  <a:lnTo>
                    <a:pt x="1168" y="4941"/>
                  </a:lnTo>
                  <a:lnTo>
                    <a:pt x="1482" y="6423"/>
                  </a:lnTo>
                  <a:lnTo>
                    <a:pt x="1752" y="7951"/>
                  </a:lnTo>
                  <a:lnTo>
                    <a:pt x="2021" y="9478"/>
                  </a:lnTo>
                  <a:lnTo>
                    <a:pt x="2246" y="11005"/>
                  </a:lnTo>
                  <a:lnTo>
                    <a:pt x="2426" y="12532"/>
                  </a:lnTo>
                  <a:lnTo>
                    <a:pt x="2471" y="12667"/>
                  </a:lnTo>
                  <a:lnTo>
                    <a:pt x="2560" y="12757"/>
                  </a:lnTo>
                  <a:lnTo>
                    <a:pt x="2650" y="12846"/>
                  </a:lnTo>
                  <a:lnTo>
                    <a:pt x="2830" y="12846"/>
                  </a:lnTo>
                  <a:lnTo>
                    <a:pt x="2965" y="12801"/>
                  </a:lnTo>
                  <a:lnTo>
                    <a:pt x="3054" y="12712"/>
                  </a:lnTo>
                  <a:lnTo>
                    <a:pt x="3099" y="12622"/>
                  </a:lnTo>
                  <a:lnTo>
                    <a:pt x="3144" y="12487"/>
                  </a:lnTo>
                  <a:lnTo>
                    <a:pt x="2920" y="10915"/>
                  </a:lnTo>
                  <a:lnTo>
                    <a:pt x="2695" y="9388"/>
                  </a:lnTo>
                  <a:lnTo>
                    <a:pt x="2471" y="7861"/>
                  </a:lnTo>
                  <a:lnTo>
                    <a:pt x="2156" y="6289"/>
                  </a:lnTo>
                  <a:lnTo>
                    <a:pt x="1842" y="4762"/>
                  </a:lnTo>
                  <a:lnTo>
                    <a:pt x="1482" y="3279"/>
                  </a:lnTo>
                  <a:lnTo>
                    <a:pt x="1078" y="1752"/>
                  </a:lnTo>
                  <a:lnTo>
                    <a:pt x="674" y="270"/>
                  </a:lnTo>
                  <a:lnTo>
                    <a:pt x="629" y="135"/>
                  </a:lnTo>
                  <a:lnTo>
                    <a:pt x="494" y="46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57"/>
            <p:cNvSpPr/>
            <p:nvPr/>
          </p:nvSpPr>
          <p:spPr>
            <a:xfrm>
              <a:off x="6767650" y="2166925"/>
              <a:ext cx="33700" cy="102200"/>
            </a:xfrm>
            <a:custGeom>
              <a:rect b="b" l="l" r="r" t="t"/>
              <a:pathLst>
                <a:path extrusionOk="0" h="4088" w="1348">
                  <a:moveTo>
                    <a:pt x="315" y="0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4"/>
                  </a:lnTo>
                  <a:lnTo>
                    <a:pt x="674" y="3818"/>
                  </a:lnTo>
                  <a:lnTo>
                    <a:pt x="719" y="3908"/>
                  </a:lnTo>
                  <a:lnTo>
                    <a:pt x="809" y="3998"/>
                  </a:lnTo>
                  <a:lnTo>
                    <a:pt x="899" y="4087"/>
                  </a:lnTo>
                  <a:lnTo>
                    <a:pt x="1078" y="4087"/>
                  </a:lnTo>
                  <a:lnTo>
                    <a:pt x="1213" y="4043"/>
                  </a:lnTo>
                  <a:lnTo>
                    <a:pt x="1303" y="3953"/>
                  </a:lnTo>
                  <a:lnTo>
                    <a:pt x="1348" y="3818"/>
                  </a:lnTo>
                  <a:lnTo>
                    <a:pt x="1348" y="3683"/>
                  </a:lnTo>
                  <a:lnTo>
                    <a:pt x="719" y="270"/>
                  </a:lnTo>
                  <a:lnTo>
                    <a:pt x="629" y="135"/>
                  </a:lnTo>
                  <a:lnTo>
                    <a:pt x="539" y="45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57"/>
            <p:cNvSpPr/>
            <p:nvPr/>
          </p:nvSpPr>
          <p:spPr>
            <a:xfrm>
              <a:off x="6659850" y="3313375"/>
              <a:ext cx="344750" cy="565950"/>
            </a:xfrm>
            <a:custGeom>
              <a:rect b="b" l="l" r="r" t="t"/>
              <a:pathLst>
                <a:path extrusionOk="0" h="22638" w="13790">
                  <a:moveTo>
                    <a:pt x="13340" y="1"/>
                  </a:moveTo>
                  <a:lnTo>
                    <a:pt x="13206" y="90"/>
                  </a:lnTo>
                  <a:lnTo>
                    <a:pt x="13116" y="180"/>
                  </a:lnTo>
                  <a:lnTo>
                    <a:pt x="13116" y="315"/>
                  </a:lnTo>
                  <a:lnTo>
                    <a:pt x="12936" y="1977"/>
                  </a:lnTo>
                  <a:lnTo>
                    <a:pt x="12712" y="3594"/>
                  </a:lnTo>
                  <a:lnTo>
                    <a:pt x="12352" y="5211"/>
                  </a:lnTo>
                  <a:lnTo>
                    <a:pt x="11903" y="6783"/>
                  </a:lnTo>
                  <a:lnTo>
                    <a:pt x="11409" y="8310"/>
                  </a:lnTo>
                  <a:lnTo>
                    <a:pt x="10780" y="9837"/>
                  </a:lnTo>
                  <a:lnTo>
                    <a:pt x="10062" y="11319"/>
                  </a:lnTo>
                  <a:lnTo>
                    <a:pt x="9253" y="12712"/>
                  </a:lnTo>
                  <a:lnTo>
                    <a:pt x="8355" y="14104"/>
                  </a:lnTo>
                  <a:lnTo>
                    <a:pt x="7412" y="15451"/>
                  </a:lnTo>
                  <a:lnTo>
                    <a:pt x="6379" y="16709"/>
                  </a:lnTo>
                  <a:lnTo>
                    <a:pt x="5256" y="17922"/>
                  </a:lnTo>
                  <a:lnTo>
                    <a:pt x="4088" y="19045"/>
                  </a:lnTo>
                  <a:lnTo>
                    <a:pt x="2830" y="20122"/>
                  </a:lnTo>
                  <a:lnTo>
                    <a:pt x="1528" y="21111"/>
                  </a:lnTo>
                  <a:lnTo>
                    <a:pt x="180" y="22009"/>
                  </a:lnTo>
                  <a:lnTo>
                    <a:pt x="46" y="22099"/>
                  </a:lnTo>
                  <a:lnTo>
                    <a:pt x="1" y="22189"/>
                  </a:lnTo>
                  <a:lnTo>
                    <a:pt x="1" y="22323"/>
                  </a:lnTo>
                  <a:lnTo>
                    <a:pt x="46" y="22458"/>
                  </a:lnTo>
                  <a:lnTo>
                    <a:pt x="180" y="22593"/>
                  </a:lnTo>
                  <a:lnTo>
                    <a:pt x="360" y="22638"/>
                  </a:lnTo>
                  <a:lnTo>
                    <a:pt x="450" y="22638"/>
                  </a:lnTo>
                  <a:lnTo>
                    <a:pt x="540" y="22593"/>
                  </a:lnTo>
                  <a:lnTo>
                    <a:pt x="1932" y="21650"/>
                  </a:lnTo>
                  <a:lnTo>
                    <a:pt x="3279" y="20661"/>
                  </a:lnTo>
                  <a:lnTo>
                    <a:pt x="4537" y="19539"/>
                  </a:lnTo>
                  <a:lnTo>
                    <a:pt x="5750" y="18371"/>
                  </a:lnTo>
                  <a:lnTo>
                    <a:pt x="6918" y="17158"/>
                  </a:lnTo>
                  <a:lnTo>
                    <a:pt x="7951" y="15856"/>
                  </a:lnTo>
                  <a:lnTo>
                    <a:pt x="8939" y="14508"/>
                  </a:lnTo>
                  <a:lnTo>
                    <a:pt x="9837" y="13071"/>
                  </a:lnTo>
                  <a:lnTo>
                    <a:pt x="10645" y="11634"/>
                  </a:lnTo>
                  <a:lnTo>
                    <a:pt x="11409" y="10106"/>
                  </a:lnTo>
                  <a:lnTo>
                    <a:pt x="12038" y="8534"/>
                  </a:lnTo>
                  <a:lnTo>
                    <a:pt x="12577" y="6962"/>
                  </a:lnTo>
                  <a:lnTo>
                    <a:pt x="13026" y="5345"/>
                  </a:lnTo>
                  <a:lnTo>
                    <a:pt x="13385" y="3728"/>
                  </a:lnTo>
                  <a:lnTo>
                    <a:pt x="13655" y="2067"/>
                  </a:lnTo>
                  <a:lnTo>
                    <a:pt x="13790" y="360"/>
                  </a:lnTo>
                  <a:lnTo>
                    <a:pt x="13745" y="225"/>
                  </a:lnTo>
                  <a:lnTo>
                    <a:pt x="13700" y="135"/>
                  </a:lnTo>
                  <a:lnTo>
                    <a:pt x="13610" y="45"/>
                  </a:lnTo>
                  <a:lnTo>
                    <a:pt x="1347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57"/>
            <p:cNvSpPr/>
            <p:nvPr/>
          </p:nvSpPr>
          <p:spPr>
            <a:xfrm>
              <a:off x="6731725" y="3454850"/>
              <a:ext cx="146000" cy="265025"/>
            </a:xfrm>
            <a:custGeom>
              <a:rect b="b" l="l" r="r" t="t"/>
              <a:pathLst>
                <a:path extrusionOk="0" h="10601" w="5840">
                  <a:moveTo>
                    <a:pt x="5525" y="1"/>
                  </a:moveTo>
                  <a:lnTo>
                    <a:pt x="5390" y="46"/>
                  </a:lnTo>
                  <a:lnTo>
                    <a:pt x="5255" y="136"/>
                  </a:lnTo>
                  <a:lnTo>
                    <a:pt x="5210" y="225"/>
                  </a:lnTo>
                  <a:lnTo>
                    <a:pt x="5165" y="360"/>
                  </a:lnTo>
                  <a:lnTo>
                    <a:pt x="5120" y="1034"/>
                  </a:lnTo>
                  <a:lnTo>
                    <a:pt x="5076" y="1753"/>
                  </a:lnTo>
                  <a:lnTo>
                    <a:pt x="4941" y="2426"/>
                  </a:lnTo>
                  <a:lnTo>
                    <a:pt x="4806" y="3145"/>
                  </a:lnTo>
                  <a:lnTo>
                    <a:pt x="4582" y="3819"/>
                  </a:lnTo>
                  <a:lnTo>
                    <a:pt x="4357" y="4447"/>
                  </a:lnTo>
                  <a:lnTo>
                    <a:pt x="4087" y="5121"/>
                  </a:lnTo>
                  <a:lnTo>
                    <a:pt x="3773" y="5750"/>
                  </a:lnTo>
                  <a:lnTo>
                    <a:pt x="3414" y="6379"/>
                  </a:lnTo>
                  <a:lnTo>
                    <a:pt x="3054" y="6963"/>
                  </a:lnTo>
                  <a:lnTo>
                    <a:pt x="2650" y="7502"/>
                  </a:lnTo>
                  <a:lnTo>
                    <a:pt x="2201" y="8086"/>
                  </a:lnTo>
                  <a:lnTo>
                    <a:pt x="1752" y="8580"/>
                  </a:lnTo>
                  <a:lnTo>
                    <a:pt x="1213" y="9074"/>
                  </a:lnTo>
                  <a:lnTo>
                    <a:pt x="719" y="9523"/>
                  </a:lnTo>
                  <a:lnTo>
                    <a:pt x="135" y="9972"/>
                  </a:lnTo>
                  <a:lnTo>
                    <a:pt x="45" y="10062"/>
                  </a:lnTo>
                  <a:lnTo>
                    <a:pt x="0" y="10197"/>
                  </a:lnTo>
                  <a:lnTo>
                    <a:pt x="0" y="10331"/>
                  </a:lnTo>
                  <a:lnTo>
                    <a:pt x="90" y="10466"/>
                  </a:lnTo>
                  <a:lnTo>
                    <a:pt x="180" y="10556"/>
                  </a:lnTo>
                  <a:lnTo>
                    <a:pt x="359" y="10601"/>
                  </a:lnTo>
                  <a:lnTo>
                    <a:pt x="449" y="10601"/>
                  </a:lnTo>
                  <a:lnTo>
                    <a:pt x="539" y="10511"/>
                  </a:lnTo>
                  <a:lnTo>
                    <a:pt x="1123" y="10062"/>
                  </a:lnTo>
                  <a:lnTo>
                    <a:pt x="1707" y="9613"/>
                  </a:lnTo>
                  <a:lnTo>
                    <a:pt x="2246" y="9074"/>
                  </a:lnTo>
                  <a:lnTo>
                    <a:pt x="2740" y="8535"/>
                  </a:lnTo>
                  <a:lnTo>
                    <a:pt x="3189" y="7951"/>
                  </a:lnTo>
                  <a:lnTo>
                    <a:pt x="3638" y="7322"/>
                  </a:lnTo>
                  <a:lnTo>
                    <a:pt x="4043" y="6693"/>
                  </a:lnTo>
                  <a:lnTo>
                    <a:pt x="4402" y="6064"/>
                  </a:lnTo>
                  <a:lnTo>
                    <a:pt x="4716" y="5391"/>
                  </a:lnTo>
                  <a:lnTo>
                    <a:pt x="4986" y="4717"/>
                  </a:lnTo>
                  <a:lnTo>
                    <a:pt x="5255" y="3998"/>
                  </a:lnTo>
                  <a:lnTo>
                    <a:pt x="5435" y="3280"/>
                  </a:lnTo>
                  <a:lnTo>
                    <a:pt x="5615" y="2561"/>
                  </a:lnTo>
                  <a:lnTo>
                    <a:pt x="5749" y="1842"/>
                  </a:lnTo>
                  <a:lnTo>
                    <a:pt x="5839" y="1124"/>
                  </a:lnTo>
                  <a:lnTo>
                    <a:pt x="5839" y="360"/>
                  </a:lnTo>
                  <a:lnTo>
                    <a:pt x="5839" y="225"/>
                  </a:lnTo>
                  <a:lnTo>
                    <a:pt x="5749" y="136"/>
                  </a:lnTo>
                  <a:lnTo>
                    <a:pt x="5659" y="46"/>
                  </a:lnTo>
                  <a:lnTo>
                    <a:pt x="552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57"/>
            <p:cNvSpPr/>
            <p:nvPr/>
          </p:nvSpPr>
          <p:spPr>
            <a:xfrm>
              <a:off x="6124250" y="2244400"/>
              <a:ext cx="16850" cy="85350"/>
            </a:xfrm>
            <a:custGeom>
              <a:rect b="b" l="l" r="r" t="t"/>
              <a:pathLst>
                <a:path extrusionOk="0" h="3414" w="674">
                  <a:moveTo>
                    <a:pt x="180" y="0"/>
                  </a:moveTo>
                  <a:lnTo>
                    <a:pt x="90" y="90"/>
                  </a:lnTo>
                  <a:lnTo>
                    <a:pt x="0" y="180"/>
                  </a:lnTo>
                  <a:lnTo>
                    <a:pt x="0" y="315"/>
                  </a:lnTo>
                  <a:lnTo>
                    <a:pt x="0" y="3100"/>
                  </a:lnTo>
                  <a:lnTo>
                    <a:pt x="0" y="3234"/>
                  </a:lnTo>
                  <a:lnTo>
                    <a:pt x="90" y="3324"/>
                  </a:lnTo>
                  <a:lnTo>
                    <a:pt x="180" y="3414"/>
                  </a:lnTo>
                  <a:lnTo>
                    <a:pt x="449" y="3414"/>
                  </a:lnTo>
                  <a:lnTo>
                    <a:pt x="584" y="3324"/>
                  </a:lnTo>
                  <a:lnTo>
                    <a:pt x="674" y="3234"/>
                  </a:lnTo>
                  <a:lnTo>
                    <a:pt x="674" y="3100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57"/>
            <p:cNvSpPr/>
            <p:nvPr/>
          </p:nvSpPr>
          <p:spPr>
            <a:xfrm>
              <a:off x="6220800" y="2207350"/>
              <a:ext cx="18000" cy="220100"/>
            </a:xfrm>
            <a:custGeom>
              <a:rect b="b" l="l" r="r" t="t"/>
              <a:pathLst>
                <a:path extrusionOk="0" h="8804" w="720">
                  <a:moveTo>
                    <a:pt x="360" y="0"/>
                  </a:moveTo>
                  <a:lnTo>
                    <a:pt x="225" y="45"/>
                  </a:lnTo>
                  <a:lnTo>
                    <a:pt x="136" y="90"/>
                  </a:lnTo>
                  <a:lnTo>
                    <a:pt x="46" y="225"/>
                  </a:lnTo>
                  <a:lnTo>
                    <a:pt x="1" y="359"/>
                  </a:lnTo>
                  <a:lnTo>
                    <a:pt x="1" y="8444"/>
                  </a:lnTo>
                  <a:lnTo>
                    <a:pt x="46" y="8579"/>
                  </a:lnTo>
                  <a:lnTo>
                    <a:pt x="136" y="8714"/>
                  </a:lnTo>
                  <a:lnTo>
                    <a:pt x="225" y="8759"/>
                  </a:lnTo>
                  <a:lnTo>
                    <a:pt x="360" y="8804"/>
                  </a:lnTo>
                  <a:lnTo>
                    <a:pt x="495" y="8759"/>
                  </a:lnTo>
                  <a:lnTo>
                    <a:pt x="630" y="8714"/>
                  </a:lnTo>
                  <a:lnTo>
                    <a:pt x="674" y="8579"/>
                  </a:lnTo>
                  <a:lnTo>
                    <a:pt x="719" y="8444"/>
                  </a:lnTo>
                  <a:lnTo>
                    <a:pt x="719" y="359"/>
                  </a:lnTo>
                  <a:lnTo>
                    <a:pt x="674" y="225"/>
                  </a:lnTo>
                  <a:lnTo>
                    <a:pt x="630" y="90"/>
                  </a:lnTo>
                  <a:lnTo>
                    <a:pt x="495" y="45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57"/>
            <p:cNvSpPr/>
            <p:nvPr/>
          </p:nvSpPr>
          <p:spPr>
            <a:xfrm>
              <a:off x="6358925" y="2252250"/>
              <a:ext cx="16875" cy="57300"/>
            </a:xfrm>
            <a:custGeom>
              <a:rect b="b" l="l" r="r" t="t"/>
              <a:pathLst>
                <a:path extrusionOk="0" h="2292" w="675">
                  <a:moveTo>
                    <a:pt x="225" y="1"/>
                  </a:moveTo>
                  <a:lnTo>
                    <a:pt x="90" y="91"/>
                  </a:lnTo>
                  <a:lnTo>
                    <a:pt x="45" y="180"/>
                  </a:lnTo>
                  <a:lnTo>
                    <a:pt x="0" y="315"/>
                  </a:lnTo>
                  <a:lnTo>
                    <a:pt x="0" y="1932"/>
                  </a:lnTo>
                  <a:lnTo>
                    <a:pt x="45" y="2067"/>
                  </a:lnTo>
                  <a:lnTo>
                    <a:pt x="90" y="2202"/>
                  </a:lnTo>
                  <a:lnTo>
                    <a:pt x="225" y="2291"/>
                  </a:lnTo>
                  <a:lnTo>
                    <a:pt x="494" y="2291"/>
                  </a:lnTo>
                  <a:lnTo>
                    <a:pt x="584" y="2202"/>
                  </a:lnTo>
                  <a:lnTo>
                    <a:pt x="674" y="2067"/>
                  </a:lnTo>
                  <a:lnTo>
                    <a:pt x="674" y="1932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1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57"/>
            <p:cNvSpPr/>
            <p:nvPr/>
          </p:nvSpPr>
          <p:spPr>
            <a:xfrm>
              <a:off x="6575625" y="3630025"/>
              <a:ext cx="780425" cy="370575"/>
            </a:xfrm>
            <a:custGeom>
              <a:rect b="b" l="l" r="r" t="t"/>
              <a:pathLst>
                <a:path extrusionOk="0" h="14823" w="31217">
                  <a:moveTo>
                    <a:pt x="23087" y="1528"/>
                  </a:moveTo>
                  <a:lnTo>
                    <a:pt x="23087" y="1618"/>
                  </a:lnTo>
                  <a:lnTo>
                    <a:pt x="21381" y="2920"/>
                  </a:lnTo>
                  <a:lnTo>
                    <a:pt x="21336" y="2920"/>
                  </a:lnTo>
                  <a:lnTo>
                    <a:pt x="21156" y="3055"/>
                  </a:lnTo>
                  <a:lnTo>
                    <a:pt x="21336" y="2875"/>
                  </a:lnTo>
                  <a:lnTo>
                    <a:pt x="22998" y="1528"/>
                  </a:lnTo>
                  <a:close/>
                  <a:moveTo>
                    <a:pt x="18281" y="3414"/>
                  </a:moveTo>
                  <a:lnTo>
                    <a:pt x="18371" y="3459"/>
                  </a:lnTo>
                  <a:lnTo>
                    <a:pt x="18326" y="3504"/>
                  </a:lnTo>
                  <a:lnTo>
                    <a:pt x="16530" y="4896"/>
                  </a:lnTo>
                  <a:lnTo>
                    <a:pt x="16485" y="4896"/>
                  </a:lnTo>
                  <a:lnTo>
                    <a:pt x="16305" y="5031"/>
                  </a:lnTo>
                  <a:lnTo>
                    <a:pt x="16305" y="5031"/>
                  </a:lnTo>
                  <a:lnTo>
                    <a:pt x="16485" y="4807"/>
                  </a:lnTo>
                  <a:lnTo>
                    <a:pt x="18281" y="3414"/>
                  </a:lnTo>
                  <a:close/>
                  <a:moveTo>
                    <a:pt x="15227" y="4717"/>
                  </a:moveTo>
                  <a:lnTo>
                    <a:pt x="15182" y="4807"/>
                  </a:lnTo>
                  <a:lnTo>
                    <a:pt x="14643" y="5390"/>
                  </a:lnTo>
                  <a:lnTo>
                    <a:pt x="14598" y="5390"/>
                  </a:lnTo>
                  <a:lnTo>
                    <a:pt x="14598" y="5345"/>
                  </a:lnTo>
                  <a:lnTo>
                    <a:pt x="15137" y="4717"/>
                  </a:lnTo>
                  <a:close/>
                  <a:moveTo>
                    <a:pt x="12667" y="4312"/>
                  </a:moveTo>
                  <a:lnTo>
                    <a:pt x="12667" y="4357"/>
                  </a:lnTo>
                  <a:lnTo>
                    <a:pt x="11140" y="6693"/>
                  </a:lnTo>
                  <a:lnTo>
                    <a:pt x="11050" y="6693"/>
                  </a:lnTo>
                  <a:lnTo>
                    <a:pt x="10960" y="6873"/>
                  </a:lnTo>
                  <a:lnTo>
                    <a:pt x="11050" y="6648"/>
                  </a:lnTo>
                  <a:lnTo>
                    <a:pt x="12577" y="4312"/>
                  </a:lnTo>
                  <a:close/>
                  <a:moveTo>
                    <a:pt x="11230" y="3684"/>
                  </a:moveTo>
                  <a:lnTo>
                    <a:pt x="11230" y="3729"/>
                  </a:lnTo>
                  <a:lnTo>
                    <a:pt x="11230" y="3773"/>
                  </a:lnTo>
                  <a:lnTo>
                    <a:pt x="10152" y="4851"/>
                  </a:lnTo>
                  <a:lnTo>
                    <a:pt x="9164" y="6019"/>
                  </a:lnTo>
                  <a:lnTo>
                    <a:pt x="8220" y="7232"/>
                  </a:lnTo>
                  <a:lnTo>
                    <a:pt x="7412" y="8490"/>
                  </a:lnTo>
                  <a:lnTo>
                    <a:pt x="7322" y="8490"/>
                  </a:lnTo>
                  <a:lnTo>
                    <a:pt x="7232" y="8669"/>
                  </a:lnTo>
                  <a:lnTo>
                    <a:pt x="7322" y="8445"/>
                  </a:lnTo>
                  <a:lnTo>
                    <a:pt x="8176" y="7142"/>
                  </a:lnTo>
                  <a:lnTo>
                    <a:pt x="9074" y="5929"/>
                  </a:lnTo>
                  <a:lnTo>
                    <a:pt x="10107" y="4762"/>
                  </a:lnTo>
                  <a:lnTo>
                    <a:pt x="11185" y="3684"/>
                  </a:lnTo>
                  <a:close/>
                  <a:moveTo>
                    <a:pt x="5570" y="7277"/>
                  </a:moveTo>
                  <a:lnTo>
                    <a:pt x="5570" y="7322"/>
                  </a:lnTo>
                  <a:lnTo>
                    <a:pt x="3998" y="10556"/>
                  </a:lnTo>
                  <a:lnTo>
                    <a:pt x="3953" y="10601"/>
                  </a:lnTo>
                  <a:lnTo>
                    <a:pt x="3864" y="10780"/>
                  </a:lnTo>
                  <a:lnTo>
                    <a:pt x="3909" y="10556"/>
                  </a:lnTo>
                  <a:lnTo>
                    <a:pt x="5481" y="7277"/>
                  </a:lnTo>
                  <a:close/>
                  <a:moveTo>
                    <a:pt x="12532" y="1"/>
                  </a:moveTo>
                  <a:lnTo>
                    <a:pt x="11724" y="90"/>
                  </a:lnTo>
                  <a:lnTo>
                    <a:pt x="10915" y="315"/>
                  </a:lnTo>
                  <a:lnTo>
                    <a:pt x="10556" y="450"/>
                  </a:lnTo>
                  <a:lnTo>
                    <a:pt x="10152" y="584"/>
                  </a:lnTo>
                  <a:lnTo>
                    <a:pt x="9792" y="764"/>
                  </a:lnTo>
                  <a:lnTo>
                    <a:pt x="9433" y="989"/>
                  </a:lnTo>
                  <a:lnTo>
                    <a:pt x="9074" y="1258"/>
                  </a:lnTo>
                  <a:lnTo>
                    <a:pt x="8714" y="1528"/>
                  </a:lnTo>
                  <a:lnTo>
                    <a:pt x="8400" y="1842"/>
                  </a:lnTo>
                  <a:lnTo>
                    <a:pt x="8086" y="2201"/>
                  </a:lnTo>
                  <a:lnTo>
                    <a:pt x="7996" y="2291"/>
                  </a:lnTo>
                  <a:lnTo>
                    <a:pt x="7861" y="2336"/>
                  </a:lnTo>
                  <a:lnTo>
                    <a:pt x="7187" y="2471"/>
                  </a:lnTo>
                  <a:lnTo>
                    <a:pt x="6514" y="2651"/>
                  </a:lnTo>
                  <a:lnTo>
                    <a:pt x="5705" y="2965"/>
                  </a:lnTo>
                  <a:lnTo>
                    <a:pt x="5256" y="3190"/>
                  </a:lnTo>
                  <a:lnTo>
                    <a:pt x="4762" y="3414"/>
                  </a:lnTo>
                  <a:lnTo>
                    <a:pt x="4268" y="3729"/>
                  </a:lnTo>
                  <a:lnTo>
                    <a:pt x="3819" y="4043"/>
                  </a:lnTo>
                  <a:lnTo>
                    <a:pt x="3325" y="4402"/>
                  </a:lnTo>
                  <a:lnTo>
                    <a:pt x="2831" y="4851"/>
                  </a:lnTo>
                  <a:lnTo>
                    <a:pt x="2381" y="5301"/>
                  </a:lnTo>
                  <a:lnTo>
                    <a:pt x="1932" y="5840"/>
                  </a:lnTo>
                  <a:lnTo>
                    <a:pt x="1663" y="6244"/>
                  </a:lnTo>
                  <a:lnTo>
                    <a:pt x="1348" y="6693"/>
                  </a:lnTo>
                  <a:lnTo>
                    <a:pt x="1124" y="7142"/>
                  </a:lnTo>
                  <a:lnTo>
                    <a:pt x="899" y="7591"/>
                  </a:lnTo>
                  <a:lnTo>
                    <a:pt x="720" y="8085"/>
                  </a:lnTo>
                  <a:lnTo>
                    <a:pt x="540" y="8579"/>
                  </a:lnTo>
                  <a:lnTo>
                    <a:pt x="405" y="9118"/>
                  </a:lnTo>
                  <a:lnTo>
                    <a:pt x="270" y="9657"/>
                  </a:lnTo>
                  <a:lnTo>
                    <a:pt x="181" y="10196"/>
                  </a:lnTo>
                  <a:lnTo>
                    <a:pt x="91" y="10780"/>
                  </a:lnTo>
                  <a:lnTo>
                    <a:pt x="1" y="11948"/>
                  </a:lnTo>
                  <a:lnTo>
                    <a:pt x="46" y="13206"/>
                  </a:lnTo>
                  <a:lnTo>
                    <a:pt x="181" y="14508"/>
                  </a:lnTo>
                  <a:lnTo>
                    <a:pt x="226" y="14823"/>
                  </a:lnTo>
                  <a:lnTo>
                    <a:pt x="450" y="14688"/>
                  </a:lnTo>
                  <a:lnTo>
                    <a:pt x="2247" y="13700"/>
                  </a:lnTo>
                  <a:lnTo>
                    <a:pt x="4043" y="12712"/>
                  </a:lnTo>
                  <a:lnTo>
                    <a:pt x="5885" y="11813"/>
                  </a:lnTo>
                  <a:lnTo>
                    <a:pt x="7681" y="10870"/>
                  </a:lnTo>
                  <a:lnTo>
                    <a:pt x="9523" y="10017"/>
                  </a:lnTo>
                  <a:lnTo>
                    <a:pt x="11364" y="9163"/>
                  </a:lnTo>
                  <a:lnTo>
                    <a:pt x="13251" y="8355"/>
                  </a:lnTo>
                  <a:lnTo>
                    <a:pt x="15137" y="7546"/>
                  </a:lnTo>
                  <a:lnTo>
                    <a:pt x="17024" y="6828"/>
                  </a:lnTo>
                  <a:lnTo>
                    <a:pt x="18910" y="6064"/>
                  </a:lnTo>
                  <a:lnTo>
                    <a:pt x="20842" y="5390"/>
                  </a:lnTo>
                  <a:lnTo>
                    <a:pt x="22773" y="4717"/>
                  </a:lnTo>
                  <a:lnTo>
                    <a:pt x="24704" y="4088"/>
                  </a:lnTo>
                  <a:lnTo>
                    <a:pt x="26636" y="3459"/>
                  </a:lnTo>
                  <a:lnTo>
                    <a:pt x="28612" y="2875"/>
                  </a:lnTo>
                  <a:lnTo>
                    <a:pt x="30588" y="2336"/>
                  </a:lnTo>
                  <a:lnTo>
                    <a:pt x="31217" y="2157"/>
                  </a:lnTo>
                  <a:lnTo>
                    <a:pt x="30588" y="1977"/>
                  </a:lnTo>
                  <a:lnTo>
                    <a:pt x="29555" y="1618"/>
                  </a:lnTo>
                  <a:lnTo>
                    <a:pt x="28253" y="1258"/>
                  </a:lnTo>
                  <a:lnTo>
                    <a:pt x="26770" y="854"/>
                  </a:lnTo>
                  <a:lnTo>
                    <a:pt x="25962" y="719"/>
                  </a:lnTo>
                  <a:lnTo>
                    <a:pt x="25109" y="584"/>
                  </a:lnTo>
                  <a:lnTo>
                    <a:pt x="24210" y="450"/>
                  </a:lnTo>
                  <a:lnTo>
                    <a:pt x="23357" y="360"/>
                  </a:lnTo>
                  <a:lnTo>
                    <a:pt x="22459" y="315"/>
                  </a:lnTo>
                  <a:lnTo>
                    <a:pt x="21515" y="315"/>
                  </a:lnTo>
                  <a:lnTo>
                    <a:pt x="20662" y="405"/>
                  </a:lnTo>
                  <a:lnTo>
                    <a:pt x="19764" y="495"/>
                  </a:lnTo>
                  <a:lnTo>
                    <a:pt x="18910" y="674"/>
                  </a:lnTo>
                  <a:lnTo>
                    <a:pt x="18057" y="944"/>
                  </a:lnTo>
                  <a:lnTo>
                    <a:pt x="17832" y="944"/>
                  </a:lnTo>
                  <a:lnTo>
                    <a:pt x="17473" y="764"/>
                  </a:lnTo>
                  <a:lnTo>
                    <a:pt x="16664" y="495"/>
                  </a:lnTo>
                  <a:lnTo>
                    <a:pt x="16081" y="360"/>
                  </a:lnTo>
                  <a:lnTo>
                    <a:pt x="15497" y="225"/>
                  </a:lnTo>
                  <a:lnTo>
                    <a:pt x="14823" y="90"/>
                  </a:lnTo>
                  <a:lnTo>
                    <a:pt x="14059" y="1"/>
                  </a:lnTo>
                  <a:close/>
                </a:path>
              </a:pathLst>
            </a:custGeom>
            <a:solidFill>
              <a:srgbClr val="9AC45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57"/>
            <p:cNvSpPr/>
            <p:nvPr/>
          </p:nvSpPr>
          <p:spPr>
            <a:xfrm>
              <a:off x="6583500" y="3687300"/>
              <a:ext cx="769200" cy="441300"/>
            </a:xfrm>
            <a:custGeom>
              <a:rect b="b" l="l" r="r" t="t"/>
              <a:pathLst>
                <a:path extrusionOk="0" h="17652" w="30768">
                  <a:moveTo>
                    <a:pt x="24479" y="4716"/>
                  </a:moveTo>
                  <a:lnTo>
                    <a:pt x="24434" y="4806"/>
                  </a:lnTo>
                  <a:lnTo>
                    <a:pt x="22997" y="5121"/>
                  </a:lnTo>
                  <a:lnTo>
                    <a:pt x="23042" y="5300"/>
                  </a:lnTo>
                  <a:lnTo>
                    <a:pt x="22952" y="5076"/>
                  </a:lnTo>
                  <a:lnTo>
                    <a:pt x="22952" y="5031"/>
                  </a:lnTo>
                  <a:lnTo>
                    <a:pt x="24434" y="4716"/>
                  </a:lnTo>
                  <a:close/>
                  <a:moveTo>
                    <a:pt x="20347" y="6333"/>
                  </a:moveTo>
                  <a:lnTo>
                    <a:pt x="20437" y="6378"/>
                  </a:lnTo>
                  <a:lnTo>
                    <a:pt x="20392" y="6423"/>
                  </a:lnTo>
                  <a:lnTo>
                    <a:pt x="19179" y="6648"/>
                  </a:lnTo>
                  <a:lnTo>
                    <a:pt x="19179" y="6872"/>
                  </a:lnTo>
                  <a:lnTo>
                    <a:pt x="19089" y="6648"/>
                  </a:lnTo>
                  <a:lnTo>
                    <a:pt x="19089" y="6603"/>
                  </a:lnTo>
                  <a:lnTo>
                    <a:pt x="19134" y="6558"/>
                  </a:lnTo>
                  <a:lnTo>
                    <a:pt x="20347" y="6333"/>
                  </a:lnTo>
                  <a:close/>
                  <a:moveTo>
                    <a:pt x="17607" y="8534"/>
                  </a:moveTo>
                  <a:lnTo>
                    <a:pt x="17652" y="8579"/>
                  </a:lnTo>
                  <a:lnTo>
                    <a:pt x="17607" y="8579"/>
                  </a:lnTo>
                  <a:lnTo>
                    <a:pt x="17562" y="8624"/>
                  </a:lnTo>
                  <a:lnTo>
                    <a:pt x="16170" y="8669"/>
                  </a:lnTo>
                  <a:lnTo>
                    <a:pt x="16170" y="8893"/>
                  </a:lnTo>
                  <a:lnTo>
                    <a:pt x="16125" y="8624"/>
                  </a:lnTo>
                  <a:lnTo>
                    <a:pt x="16125" y="8579"/>
                  </a:lnTo>
                  <a:lnTo>
                    <a:pt x="16170" y="8579"/>
                  </a:lnTo>
                  <a:lnTo>
                    <a:pt x="17562" y="8534"/>
                  </a:lnTo>
                  <a:close/>
                  <a:moveTo>
                    <a:pt x="12442" y="10061"/>
                  </a:moveTo>
                  <a:lnTo>
                    <a:pt x="14912" y="10421"/>
                  </a:lnTo>
                  <a:lnTo>
                    <a:pt x="14957" y="10421"/>
                  </a:lnTo>
                  <a:lnTo>
                    <a:pt x="14957" y="10465"/>
                  </a:lnTo>
                  <a:lnTo>
                    <a:pt x="14912" y="10510"/>
                  </a:lnTo>
                  <a:lnTo>
                    <a:pt x="12442" y="10151"/>
                  </a:lnTo>
                  <a:lnTo>
                    <a:pt x="12397" y="10106"/>
                  </a:lnTo>
                  <a:lnTo>
                    <a:pt x="12442" y="10061"/>
                  </a:lnTo>
                  <a:close/>
                  <a:moveTo>
                    <a:pt x="7950" y="11903"/>
                  </a:moveTo>
                  <a:lnTo>
                    <a:pt x="8220" y="12172"/>
                  </a:lnTo>
                  <a:lnTo>
                    <a:pt x="8534" y="12352"/>
                  </a:lnTo>
                  <a:lnTo>
                    <a:pt x="8849" y="12532"/>
                  </a:lnTo>
                  <a:lnTo>
                    <a:pt x="9163" y="12711"/>
                  </a:lnTo>
                  <a:lnTo>
                    <a:pt x="9522" y="12801"/>
                  </a:lnTo>
                  <a:lnTo>
                    <a:pt x="9882" y="12891"/>
                  </a:lnTo>
                  <a:lnTo>
                    <a:pt x="10241" y="12936"/>
                  </a:lnTo>
                  <a:lnTo>
                    <a:pt x="10645" y="12936"/>
                  </a:lnTo>
                  <a:lnTo>
                    <a:pt x="10645" y="12981"/>
                  </a:lnTo>
                  <a:lnTo>
                    <a:pt x="10600" y="13026"/>
                  </a:lnTo>
                  <a:lnTo>
                    <a:pt x="10196" y="13026"/>
                  </a:lnTo>
                  <a:lnTo>
                    <a:pt x="9837" y="12981"/>
                  </a:lnTo>
                  <a:lnTo>
                    <a:pt x="9477" y="12891"/>
                  </a:lnTo>
                  <a:lnTo>
                    <a:pt x="9118" y="12801"/>
                  </a:lnTo>
                  <a:lnTo>
                    <a:pt x="8804" y="12621"/>
                  </a:lnTo>
                  <a:lnTo>
                    <a:pt x="8489" y="12442"/>
                  </a:lnTo>
                  <a:lnTo>
                    <a:pt x="8175" y="12262"/>
                  </a:lnTo>
                  <a:lnTo>
                    <a:pt x="7905" y="11993"/>
                  </a:lnTo>
                  <a:lnTo>
                    <a:pt x="7771" y="12127"/>
                  </a:lnTo>
                  <a:lnTo>
                    <a:pt x="7905" y="11903"/>
                  </a:lnTo>
                  <a:close/>
                  <a:moveTo>
                    <a:pt x="4088" y="12846"/>
                  </a:moveTo>
                  <a:lnTo>
                    <a:pt x="4851" y="13385"/>
                  </a:lnTo>
                  <a:lnTo>
                    <a:pt x="5615" y="13834"/>
                  </a:lnTo>
                  <a:lnTo>
                    <a:pt x="6423" y="14238"/>
                  </a:lnTo>
                  <a:lnTo>
                    <a:pt x="7277" y="14553"/>
                  </a:lnTo>
                  <a:lnTo>
                    <a:pt x="8130" y="14777"/>
                  </a:lnTo>
                  <a:lnTo>
                    <a:pt x="9028" y="14957"/>
                  </a:lnTo>
                  <a:lnTo>
                    <a:pt x="9882" y="15047"/>
                  </a:lnTo>
                  <a:lnTo>
                    <a:pt x="10780" y="15047"/>
                  </a:lnTo>
                  <a:lnTo>
                    <a:pt x="10825" y="15092"/>
                  </a:lnTo>
                  <a:lnTo>
                    <a:pt x="10780" y="15137"/>
                  </a:lnTo>
                  <a:lnTo>
                    <a:pt x="9882" y="15137"/>
                  </a:lnTo>
                  <a:lnTo>
                    <a:pt x="8983" y="15047"/>
                  </a:lnTo>
                  <a:lnTo>
                    <a:pt x="8085" y="14867"/>
                  </a:lnTo>
                  <a:lnTo>
                    <a:pt x="7232" y="14643"/>
                  </a:lnTo>
                  <a:lnTo>
                    <a:pt x="6378" y="14328"/>
                  </a:lnTo>
                  <a:lnTo>
                    <a:pt x="5570" y="13924"/>
                  </a:lnTo>
                  <a:lnTo>
                    <a:pt x="4761" y="13475"/>
                  </a:lnTo>
                  <a:lnTo>
                    <a:pt x="4043" y="12936"/>
                  </a:lnTo>
                  <a:lnTo>
                    <a:pt x="4043" y="12846"/>
                  </a:lnTo>
                  <a:close/>
                  <a:moveTo>
                    <a:pt x="30767" y="0"/>
                  </a:moveTo>
                  <a:lnTo>
                    <a:pt x="30318" y="135"/>
                  </a:lnTo>
                  <a:lnTo>
                    <a:pt x="28387" y="674"/>
                  </a:lnTo>
                  <a:lnTo>
                    <a:pt x="26410" y="1258"/>
                  </a:lnTo>
                  <a:lnTo>
                    <a:pt x="24479" y="1887"/>
                  </a:lnTo>
                  <a:lnTo>
                    <a:pt x="22548" y="2516"/>
                  </a:lnTo>
                  <a:lnTo>
                    <a:pt x="20616" y="3189"/>
                  </a:lnTo>
                  <a:lnTo>
                    <a:pt x="18685" y="3863"/>
                  </a:lnTo>
                  <a:lnTo>
                    <a:pt x="16799" y="4582"/>
                  </a:lnTo>
                  <a:lnTo>
                    <a:pt x="14867" y="5345"/>
                  </a:lnTo>
                  <a:lnTo>
                    <a:pt x="12981" y="6154"/>
                  </a:lnTo>
                  <a:lnTo>
                    <a:pt x="11139" y="6962"/>
                  </a:lnTo>
                  <a:lnTo>
                    <a:pt x="9298" y="7815"/>
                  </a:lnTo>
                  <a:lnTo>
                    <a:pt x="7456" y="8669"/>
                  </a:lnTo>
                  <a:lnTo>
                    <a:pt x="5615" y="9567"/>
                  </a:lnTo>
                  <a:lnTo>
                    <a:pt x="3773" y="10510"/>
                  </a:lnTo>
                  <a:lnTo>
                    <a:pt x="1977" y="11499"/>
                  </a:lnTo>
                  <a:lnTo>
                    <a:pt x="225" y="12487"/>
                  </a:lnTo>
                  <a:lnTo>
                    <a:pt x="0" y="12576"/>
                  </a:lnTo>
                  <a:lnTo>
                    <a:pt x="135" y="12756"/>
                  </a:lnTo>
                  <a:lnTo>
                    <a:pt x="944" y="13789"/>
                  </a:lnTo>
                  <a:lnTo>
                    <a:pt x="1797" y="14643"/>
                  </a:lnTo>
                  <a:lnTo>
                    <a:pt x="2650" y="15406"/>
                  </a:lnTo>
                  <a:lnTo>
                    <a:pt x="3549" y="16080"/>
                  </a:lnTo>
                  <a:lnTo>
                    <a:pt x="3998" y="16349"/>
                  </a:lnTo>
                  <a:lnTo>
                    <a:pt x="4447" y="16619"/>
                  </a:lnTo>
                  <a:lnTo>
                    <a:pt x="4941" y="16843"/>
                  </a:lnTo>
                  <a:lnTo>
                    <a:pt x="5390" y="17068"/>
                  </a:lnTo>
                  <a:lnTo>
                    <a:pt x="5884" y="17248"/>
                  </a:lnTo>
                  <a:lnTo>
                    <a:pt x="6333" y="17382"/>
                  </a:lnTo>
                  <a:lnTo>
                    <a:pt x="6827" y="17472"/>
                  </a:lnTo>
                  <a:lnTo>
                    <a:pt x="7322" y="17562"/>
                  </a:lnTo>
                  <a:lnTo>
                    <a:pt x="8040" y="17652"/>
                  </a:lnTo>
                  <a:lnTo>
                    <a:pt x="9343" y="17652"/>
                  </a:lnTo>
                  <a:lnTo>
                    <a:pt x="9972" y="17562"/>
                  </a:lnTo>
                  <a:lnTo>
                    <a:pt x="10555" y="17472"/>
                  </a:lnTo>
                  <a:lnTo>
                    <a:pt x="11094" y="17337"/>
                  </a:lnTo>
                  <a:lnTo>
                    <a:pt x="11588" y="17158"/>
                  </a:lnTo>
                  <a:lnTo>
                    <a:pt x="12083" y="16978"/>
                  </a:lnTo>
                  <a:lnTo>
                    <a:pt x="12891" y="16619"/>
                  </a:lnTo>
                  <a:lnTo>
                    <a:pt x="13520" y="16304"/>
                  </a:lnTo>
                  <a:lnTo>
                    <a:pt x="14014" y="15945"/>
                  </a:lnTo>
                  <a:lnTo>
                    <a:pt x="14149" y="15900"/>
                  </a:lnTo>
                  <a:lnTo>
                    <a:pt x="14238" y="15900"/>
                  </a:lnTo>
                  <a:lnTo>
                    <a:pt x="14733" y="15945"/>
                  </a:lnTo>
                  <a:lnTo>
                    <a:pt x="15182" y="15945"/>
                  </a:lnTo>
                  <a:lnTo>
                    <a:pt x="15631" y="15900"/>
                  </a:lnTo>
                  <a:lnTo>
                    <a:pt x="16035" y="15855"/>
                  </a:lnTo>
                  <a:lnTo>
                    <a:pt x="16484" y="15721"/>
                  </a:lnTo>
                  <a:lnTo>
                    <a:pt x="16888" y="15631"/>
                  </a:lnTo>
                  <a:lnTo>
                    <a:pt x="17248" y="15451"/>
                  </a:lnTo>
                  <a:lnTo>
                    <a:pt x="17607" y="15271"/>
                  </a:lnTo>
                  <a:lnTo>
                    <a:pt x="18326" y="14867"/>
                  </a:lnTo>
                  <a:lnTo>
                    <a:pt x="18955" y="14373"/>
                  </a:lnTo>
                  <a:lnTo>
                    <a:pt x="19538" y="13879"/>
                  </a:lnTo>
                  <a:lnTo>
                    <a:pt x="20077" y="13295"/>
                  </a:lnTo>
                  <a:lnTo>
                    <a:pt x="20527" y="12756"/>
                  </a:lnTo>
                  <a:lnTo>
                    <a:pt x="20931" y="12172"/>
                  </a:lnTo>
                  <a:lnTo>
                    <a:pt x="21290" y="11633"/>
                  </a:lnTo>
                  <a:lnTo>
                    <a:pt x="21560" y="11139"/>
                  </a:lnTo>
                  <a:lnTo>
                    <a:pt x="21964" y="10376"/>
                  </a:lnTo>
                  <a:lnTo>
                    <a:pt x="22144" y="10016"/>
                  </a:lnTo>
                  <a:lnTo>
                    <a:pt x="22188" y="9926"/>
                  </a:lnTo>
                  <a:lnTo>
                    <a:pt x="22278" y="9882"/>
                  </a:lnTo>
                  <a:lnTo>
                    <a:pt x="23042" y="9477"/>
                  </a:lnTo>
                  <a:lnTo>
                    <a:pt x="23805" y="8983"/>
                  </a:lnTo>
                  <a:lnTo>
                    <a:pt x="24524" y="8444"/>
                  </a:lnTo>
                  <a:lnTo>
                    <a:pt x="25198" y="7860"/>
                  </a:lnTo>
                  <a:lnTo>
                    <a:pt x="25871" y="7277"/>
                  </a:lnTo>
                  <a:lnTo>
                    <a:pt x="26455" y="6603"/>
                  </a:lnTo>
                  <a:lnTo>
                    <a:pt x="27039" y="5929"/>
                  </a:lnTo>
                  <a:lnTo>
                    <a:pt x="27623" y="5255"/>
                  </a:lnTo>
                  <a:lnTo>
                    <a:pt x="28117" y="4537"/>
                  </a:lnTo>
                  <a:lnTo>
                    <a:pt x="28566" y="3863"/>
                  </a:lnTo>
                  <a:lnTo>
                    <a:pt x="29420" y="2560"/>
                  </a:lnTo>
                  <a:lnTo>
                    <a:pt x="30093" y="1393"/>
                  </a:lnTo>
                  <a:lnTo>
                    <a:pt x="30588" y="404"/>
                  </a:lnTo>
                  <a:lnTo>
                    <a:pt x="30767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57"/>
            <p:cNvSpPr/>
            <p:nvPr/>
          </p:nvSpPr>
          <p:spPr>
            <a:xfrm>
              <a:off x="6550925" y="3604200"/>
              <a:ext cx="830950" cy="414375"/>
            </a:xfrm>
            <a:custGeom>
              <a:rect b="b" l="l" r="r" t="t"/>
              <a:pathLst>
                <a:path extrusionOk="0" h="16575" w="33238">
                  <a:moveTo>
                    <a:pt x="13745" y="1"/>
                  </a:moveTo>
                  <a:lnTo>
                    <a:pt x="12936" y="90"/>
                  </a:lnTo>
                  <a:lnTo>
                    <a:pt x="12173" y="225"/>
                  </a:lnTo>
                  <a:lnTo>
                    <a:pt x="11364" y="450"/>
                  </a:lnTo>
                  <a:lnTo>
                    <a:pt x="10601" y="764"/>
                  </a:lnTo>
                  <a:lnTo>
                    <a:pt x="10241" y="989"/>
                  </a:lnTo>
                  <a:lnTo>
                    <a:pt x="9837" y="1213"/>
                  </a:lnTo>
                  <a:lnTo>
                    <a:pt x="9478" y="1438"/>
                  </a:lnTo>
                  <a:lnTo>
                    <a:pt x="9119" y="1752"/>
                  </a:lnTo>
                  <a:lnTo>
                    <a:pt x="8804" y="2067"/>
                  </a:lnTo>
                  <a:lnTo>
                    <a:pt x="8490" y="2426"/>
                  </a:lnTo>
                  <a:lnTo>
                    <a:pt x="7996" y="2516"/>
                  </a:lnTo>
                  <a:lnTo>
                    <a:pt x="7367" y="2695"/>
                  </a:lnTo>
                  <a:lnTo>
                    <a:pt x="6648" y="2965"/>
                  </a:lnTo>
                  <a:lnTo>
                    <a:pt x="5750" y="3324"/>
                  </a:lnTo>
                  <a:lnTo>
                    <a:pt x="4852" y="3818"/>
                  </a:lnTo>
                  <a:lnTo>
                    <a:pt x="4403" y="4133"/>
                  </a:lnTo>
                  <a:lnTo>
                    <a:pt x="3908" y="4447"/>
                  </a:lnTo>
                  <a:lnTo>
                    <a:pt x="3459" y="4851"/>
                  </a:lnTo>
                  <a:lnTo>
                    <a:pt x="3010" y="5256"/>
                  </a:lnTo>
                  <a:lnTo>
                    <a:pt x="2561" y="5750"/>
                  </a:lnTo>
                  <a:lnTo>
                    <a:pt x="2157" y="6244"/>
                  </a:lnTo>
                  <a:lnTo>
                    <a:pt x="1797" y="6738"/>
                  </a:lnTo>
                  <a:lnTo>
                    <a:pt x="1483" y="7187"/>
                  </a:lnTo>
                  <a:lnTo>
                    <a:pt x="1214" y="7726"/>
                  </a:lnTo>
                  <a:lnTo>
                    <a:pt x="989" y="8220"/>
                  </a:lnTo>
                  <a:lnTo>
                    <a:pt x="764" y="8804"/>
                  </a:lnTo>
                  <a:lnTo>
                    <a:pt x="540" y="9343"/>
                  </a:lnTo>
                  <a:lnTo>
                    <a:pt x="405" y="9927"/>
                  </a:lnTo>
                  <a:lnTo>
                    <a:pt x="270" y="10511"/>
                  </a:lnTo>
                  <a:lnTo>
                    <a:pt x="136" y="11139"/>
                  </a:lnTo>
                  <a:lnTo>
                    <a:pt x="91" y="11768"/>
                  </a:lnTo>
                  <a:lnTo>
                    <a:pt x="1" y="12442"/>
                  </a:lnTo>
                  <a:lnTo>
                    <a:pt x="1" y="13116"/>
                  </a:lnTo>
                  <a:lnTo>
                    <a:pt x="1" y="13789"/>
                  </a:lnTo>
                  <a:lnTo>
                    <a:pt x="46" y="14508"/>
                  </a:lnTo>
                  <a:lnTo>
                    <a:pt x="180" y="15945"/>
                  </a:lnTo>
                  <a:lnTo>
                    <a:pt x="270" y="16215"/>
                  </a:lnTo>
                  <a:lnTo>
                    <a:pt x="450" y="16395"/>
                  </a:lnTo>
                  <a:lnTo>
                    <a:pt x="630" y="16529"/>
                  </a:lnTo>
                  <a:lnTo>
                    <a:pt x="899" y="16574"/>
                  </a:lnTo>
                  <a:lnTo>
                    <a:pt x="989" y="16529"/>
                  </a:lnTo>
                  <a:lnTo>
                    <a:pt x="1124" y="16529"/>
                  </a:lnTo>
                  <a:lnTo>
                    <a:pt x="1258" y="16439"/>
                  </a:lnTo>
                  <a:lnTo>
                    <a:pt x="1438" y="16260"/>
                  </a:lnTo>
                  <a:lnTo>
                    <a:pt x="1573" y="16035"/>
                  </a:lnTo>
                  <a:lnTo>
                    <a:pt x="1573" y="15900"/>
                  </a:lnTo>
                  <a:lnTo>
                    <a:pt x="1573" y="15766"/>
                  </a:lnTo>
                  <a:lnTo>
                    <a:pt x="1438" y="14463"/>
                  </a:lnTo>
                  <a:lnTo>
                    <a:pt x="1393" y="13206"/>
                  </a:lnTo>
                  <a:lnTo>
                    <a:pt x="1438" y="11993"/>
                  </a:lnTo>
                  <a:lnTo>
                    <a:pt x="1483" y="11454"/>
                  </a:lnTo>
                  <a:lnTo>
                    <a:pt x="1618" y="10870"/>
                  </a:lnTo>
                  <a:lnTo>
                    <a:pt x="1708" y="10331"/>
                  </a:lnTo>
                  <a:lnTo>
                    <a:pt x="1842" y="9837"/>
                  </a:lnTo>
                  <a:lnTo>
                    <a:pt x="2022" y="9343"/>
                  </a:lnTo>
                  <a:lnTo>
                    <a:pt x="2202" y="8849"/>
                  </a:lnTo>
                  <a:lnTo>
                    <a:pt x="2426" y="8400"/>
                  </a:lnTo>
                  <a:lnTo>
                    <a:pt x="2651" y="7951"/>
                  </a:lnTo>
                  <a:lnTo>
                    <a:pt x="2920" y="7501"/>
                  </a:lnTo>
                  <a:lnTo>
                    <a:pt x="3235" y="7097"/>
                  </a:lnTo>
                  <a:lnTo>
                    <a:pt x="3639" y="6603"/>
                  </a:lnTo>
                  <a:lnTo>
                    <a:pt x="4088" y="6154"/>
                  </a:lnTo>
                  <a:lnTo>
                    <a:pt x="4582" y="5705"/>
                  </a:lnTo>
                  <a:lnTo>
                    <a:pt x="5031" y="5345"/>
                  </a:lnTo>
                  <a:lnTo>
                    <a:pt x="5525" y="5031"/>
                  </a:lnTo>
                  <a:lnTo>
                    <a:pt x="5975" y="4762"/>
                  </a:lnTo>
                  <a:lnTo>
                    <a:pt x="6873" y="4357"/>
                  </a:lnTo>
                  <a:lnTo>
                    <a:pt x="7681" y="4043"/>
                  </a:lnTo>
                  <a:lnTo>
                    <a:pt x="8310" y="3863"/>
                  </a:lnTo>
                  <a:lnTo>
                    <a:pt x="8939" y="3728"/>
                  </a:lnTo>
                  <a:lnTo>
                    <a:pt x="9164" y="3639"/>
                  </a:lnTo>
                  <a:lnTo>
                    <a:pt x="9388" y="3504"/>
                  </a:lnTo>
                  <a:lnTo>
                    <a:pt x="9658" y="3145"/>
                  </a:lnTo>
                  <a:lnTo>
                    <a:pt x="9972" y="2830"/>
                  </a:lnTo>
                  <a:lnTo>
                    <a:pt x="10331" y="2561"/>
                  </a:lnTo>
                  <a:lnTo>
                    <a:pt x="10646" y="2336"/>
                  </a:lnTo>
                  <a:lnTo>
                    <a:pt x="11005" y="2112"/>
                  </a:lnTo>
                  <a:lnTo>
                    <a:pt x="11364" y="1932"/>
                  </a:lnTo>
                  <a:lnTo>
                    <a:pt x="11724" y="1797"/>
                  </a:lnTo>
                  <a:lnTo>
                    <a:pt x="12128" y="1662"/>
                  </a:lnTo>
                  <a:lnTo>
                    <a:pt x="12891" y="1528"/>
                  </a:lnTo>
                  <a:lnTo>
                    <a:pt x="13655" y="1438"/>
                  </a:lnTo>
                  <a:lnTo>
                    <a:pt x="14419" y="1393"/>
                  </a:lnTo>
                  <a:lnTo>
                    <a:pt x="15137" y="1438"/>
                  </a:lnTo>
                  <a:lnTo>
                    <a:pt x="15856" y="1528"/>
                  </a:lnTo>
                  <a:lnTo>
                    <a:pt x="16530" y="1662"/>
                  </a:lnTo>
                  <a:lnTo>
                    <a:pt x="17113" y="1797"/>
                  </a:lnTo>
                  <a:lnTo>
                    <a:pt x="17608" y="1932"/>
                  </a:lnTo>
                  <a:lnTo>
                    <a:pt x="18371" y="2201"/>
                  </a:lnTo>
                  <a:lnTo>
                    <a:pt x="18641" y="2336"/>
                  </a:lnTo>
                  <a:lnTo>
                    <a:pt x="18910" y="2381"/>
                  </a:lnTo>
                  <a:lnTo>
                    <a:pt x="19180" y="2336"/>
                  </a:lnTo>
                  <a:lnTo>
                    <a:pt x="19674" y="2156"/>
                  </a:lnTo>
                  <a:lnTo>
                    <a:pt x="20213" y="2022"/>
                  </a:lnTo>
                  <a:lnTo>
                    <a:pt x="21246" y="1842"/>
                  </a:lnTo>
                  <a:lnTo>
                    <a:pt x="22369" y="1752"/>
                  </a:lnTo>
                  <a:lnTo>
                    <a:pt x="23447" y="1752"/>
                  </a:lnTo>
                  <a:lnTo>
                    <a:pt x="24569" y="1797"/>
                  </a:lnTo>
                  <a:lnTo>
                    <a:pt x="25647" y="1932"/>
                  </a:lnTo>
                  <a:lnTo>
                    <a:pt x="26680" y="2112"/>
                  </a:lnTo>
                  <a:lnTo>
                    <a:pt x="27713" y="2291"/>
                  </a:lnTo>
                  <a:lnTo>
                    <a:pt x="28657" y="2516"/>
                  </a:lnTo>
                  <a:lnTo>
                    <a:pt x="29510" y="2740"/>
                  </a:lnTo>
                  <a:lnTo>
                    <a:pt x="30947" y="3190"/>
                  </a:lnTo>
                  <a:lnTo>
                    <a:pt x="31935" y="3504"/>
                  </a:lnTo>
                  <a:lnTo>
                    <a:pt x="32295" y="3684"/>
                  </a:lnTo>
                  <a:lnTo>
                    <a:pt x="32430" y="3728"/>
                  </a:lnTo>
                  <a:lnTo>
                    <a:pt x="32564" y="3728"/>
                  </a:lnTo>
                  <a:lnTo>
                    <a:pt x="32789" y="3684"/>
                  </a:lnTo>
                  <a:lnTo>
                    <a:pt x="33013" y="3504"/>
                  </a:lnTo>
                  <a:lnTo>
                    <a:pt x="33103" y="3414"/>
                  </a:lnTo>
                  <a:lnTo>
                    <a:pt x="33193" y="3279"/>
                  </a:lnTo>
                  <a:lnTo>
                    <a:pt x="33238" y="3145"/>
                  </a:lnTo>
                  <a:lnTo>
                    <a:pt x="33238" y="3010"/>
                  </a:lnTo>
                  <a:lnTo>
                    <a:pt x="33193" y="2785"/>
                  </a:lnTo>
                  <a:lnTo>
                    <a:pt x="33058" y="2561"/>
                  </a:lnTo>
                  <a:lnTo>
                    <a:pt x="32924" y="2471"/>
                  </a:lnTo>
                  <a:lnTo>
                    <a:pt x="32834" y="2381"/>
                  </a:lnTo>
                  <a:lnTo>
                    <a:pt x="32385" y="2201"/>
                  </a:lnTo>
                  <a:lnTo>
                    <a:pt x="31307" y="1842"/>
                  </a:lnTo>
                  <a:lnTo>
                    <a:pt x="29824" y="1393"/>
                  </a:lnTo>
                  <a:lnTo>
                    <a:pt x="28926" y="1123"/>
                  </a:lnTo>
                  <a:lnTo>
                    <a:pt x="27938" y="899"/>
                  </a:lnTo>
                  <a:lnTo>
                    <a:pt x="26905" y="719"/>
                  </a:lnTo>
                  <a:lnTo>
                    <a:pt x="25827" y="540"/>
                  </a:lnTo>
                  <a:lnTo>
                    <a:pt x="24704" y="450"/>
                  </a:lnTo>
                  <a:lnTo>
                    <a:pt x="23536" y="360"/>
                  </a:lnTo>
                  <a:lnTo>
                    <a:pt x="22369" y="360"/>
                  </a:lnTo>
                  <a:lnTo>
                    <a:pt x="21201" y="450"/>
                  </a:lnTo>
                  <a:lnTo>
                    <a:pt x="20078" y="674"/>
                  </a:lnTo>
                  <a:lnTo>
                    <a:pt x="19494" y="764"/>
                  </a:lnTo>
                  <a:lnTo>
                    <a:pt x="18955" y="944"/>
                  </a:lnTo>
                  <a:lnTo>
                    <a:pt x="18281" y="719"/>
                  </a:lnTo>
                  <a:lnTo>
                    <a:pt x="17248" y="405"/>
                  </a:lnTo>
                  <a:lnTo>
                    <a:pt x="16664" y="270"/>
                  </a:lnTo>
                  <a:lnTo>
                    <a:pt x="15991" y="135"/>
                  </a:lnTo>
                  <a:lnTo>
                    <a:pt x="15272" y="45"/>
                  </a:lnTo>
                  <a:lnTo>
                    <a:pt x="14508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57"/>
            <p:cNvSpPr/>
            <p:nvPr/>
          </p:nvSpPr>
          <p:spPr>
            <a:xfrm>
              <a:off x="6555425" y="3662600"/>
              <a:ext cx="826450" cy="491825"/>
            </a:xfrm>
            <a:custGeom>
              <a:rect b="b" l="l" r="r" t="t"/>
              <a:pathLst>
                <a:path extrusionOk="0" h="19673" w="33058">
                  <a:moveTo>
                    <a:pt x="32384" y="0"/>
                  </a:moveTo>
                  <a:lnTo>
                    <a:pt x="32115" y="45"/>
                  </a:lnTo>
                  <a:lnTo>
                    <a:pt x="31890" y="180"/>
                  </a:lnTo>
                  <a:lnTo>
                    <a:pt x="31800" y="315"/>
                  </a:lnTo>
                  <a:lnTo>
                    <a:pt x="31711" y="404"/>
                  </a:lnTo>
                  <a:lnTo>
                    <a:pt x="31576" y="764"/>
                  </a:lnTo>
                  <a:lnTo>
                    <a:pt x="31127" y="1707"/>
                  </a:lnTo>
                  <a:lnTo>
                    <a:pt x="30408" y="3009"/>
                  </a:lnTo>
                  <a:lnTo>
                    <a:pt x="29914" y="3773"/>
                  </a:lnTo>
                  <a:lnTo>
                    <a:pt x="29420" y="4581"/>
                  </a:lnTo>
                  <a:lnTo>
                    <a:pt x="28836" y="5435"/>
                  </a:lnTo>
                  <a:lnTo>
                    <a:pt x="28162" y="6288"/>
                  </a:lnTo>
                  <a:lnTo>
                    <a:pt x="27489" y="7142"/>
                  </a:lnTo>
                  <a:lnTo>
                    <a:pt x="26725" y="7950"/>
                  </a:lnTo>
                  <a:lnTo>
                    <a:pt x="25917" y="8714"/>
                  </a:lnTo>
                  <a:lnTo>
                    <a:pt x="25063" y="9387"/>
                  </a:lnTo>
                  <a:lnTo>
                    <a:pt x="24210" y="10016"/>
                  </a:lnTo>
                  <a:lnTo>
                    <a:pt x="23716" y="10286"/>
                  </a:lnTo>
                  <a:lnTo>
                    <a:pt x="23267" y="10510"/>
                  </a:lnTo>
                  <a:lnTo>
                    <a:pt x="23042" y="10645"/>
                  </a:lnTo>
                  <a:lnTo>
                    <a:pt x="22907" y="10870"/>
                  </a:lnTo>
                  <a:lnTo>
                    <a:pt x="22772" y="11184"/>
                  </a:lnTo>
                  <a:lnTo>
                    <a:pt x="22413" y="11858"/>
                  </a:lnTo>
                  <a:lnTo>
                    <a:pt x="22144" y="12352"/>
                  </a:lnTo>
                  <a:lnTo>
                    <a:pt x="21829" y="12846"/>
                  </a:lnTo>
                  <a:lnTo>
                    <a:pt x="21425" y="13385"/>
                  </a:lnTo>
                  <a:lnTo>
                    <a:pt x="20976" y="13924"/>
                  </a:lnTo>
                  <a:lnTo>
                    <a:pt x="20482" y="14508"/>
                  </a:lnTo>
                  <a:lnTo>
                    <a:pt x="19943" y="15002"/>
                  </a:lnTo>
                  <a:lnTo>
                    <a:pt x="19314" y="15496"/>
                  </a:lnTo>
                  <a:lnTo>
                    <a:pt x="18640" y="15900"/>
                  </a:lnTo>
                  <a:lnTo>
                    <a:pt x="18281" y="16080"/>
                  </a:lnTo>
                  <a:lnTo>
                    <a:pt x="17922" y="16214"/>
                  </a:lnTo>
                  <a:lnTo>
                    <a:pt x="17562" y="16349"/>
                  </a:lnTo>
                  <a:lnTo>
                    <a:pt x="17158" y="16439"/>
                  </a:lnTo>
                  <a:lnTo>
                    <a:pt x="16754" y="16529"/>
                  </a:lnTo>
                  <a:lnTo>
                    <a:pt x="15856" y="16529"/>
                  </a:lnTo>
                  <a:lnTo>
                    <a:pt x="15406" y="16484"/>
                  </a:lnTo>
                  <a:lnTo>
                    <a:pt x="15137" y="16529"/>
                  </a:lnTo>
                  <a:lnTo>
                    <a:pt x="14912" y="16619"/>
                  </a:lnTo>
                  <a:lnTo>
                    <a:pt x="14418" y="16978"/>
                  </a:lnTo>
                  <a:lnTo>
                    <a:pt x="13834" y="17292"/>
                  </a:lnTo>
                  <a:lnTo>
                    <a:pt x="13071" y="17607"/>
                  </a:lnTo>
                  <a:lnTo>
                    <a:pt x="12622" y="17787"/>
                  </a:lnTo>
                  <a:lnTo>
                    <a:pt x="12128" y="17921"/>
                  </a:lnTo>
                  <a:lnTo>
                    <a:pt x="11589" y="18056"/>
                  </a:lnTo>
                  <a:lnTo>
                    <a:pt x="11005" y="18191"/>
                  </a:lnTo>
                  <a:lnTo>
                    <a:pt x="10421" y="18236"/>
                  </a:lnTo>
                  <a:lnTo>
                    <a:pt x="9792" y="18281"/>
                  </a:lnTo>
                  <a:lnTo>
                    <a:pt x="9163" y="18236"/>
                  </a:lnTo>
                  <a:lnTo>
                    <a:pt x="8489" y="18191"/>
                  </a:lnTo>
                  <a:lnTo>
                    <a:pt x="7995" y="18101"/>
                  </a:lnTo>
                  <a:lnTo>
                    <a:pt x="7501" y="17966"/>
                  </a:lnTo>
                  <a:lnTo>
                    <a:pt x="7052" y="17831"/>
                  </a:lnTo>
                  <a:lnTo>
                    <a:pt x="6558" y="17652"/>
                  </a:lnTo>
                  <a:lnTo>
                    <a:pt x="6064" y="17427"/>
                  </a:lnTo>
                  <a:lnTo>
                    <a:pt x="5615" y="17203"/>
                  </a:lnTo>
                  <a:lnTo>
                    <a:pt x="5166" y="16933"/>
                  </a:lnTo>
                  <a:lnTo>
                    <a:pt x="4717" y="16619"/>
                  </a:lnTo>
                  <a:lnTo>
                    <a:pt x="4223" y="16304"/>
                  </a:lnTo>
                  <a:lnTo>
                    <a:pt x="3818" y="15945"/>
                  </a:lnTo>
                  <a:lnTo>
                    <a:pt x="2920" y="15092"/>
                  </a:lnTo>
                  <a:lnTo>
                    <a:pt x="2067" y="14193"/>
                  </a:lnTo>
                  <a:lnTo>
                    <a:pt x="1258" y="13115"/>
                  </a:lnTo>
                  <a:lnTo>
                    <a:pt x="1168" y="13026"/>
                  </a:lnTo>
                  <a:lnTo>
                    <a:pt x="1078" y="12936"/>
                  </a:lnTo>
                  <a:lnTo>
                    <a:pt x="809" y="12846"/>
                  </a:lnTo>
                  <a:lnTo>
                    <a:pt x="539" y="12846"/>
                  </a:lnTo>
                  <a:lnTo>
                    <a:pt x="405" y="12891"/>
                  </a:lnTo>
                  <a:lnTo>
                    <a:pt x="315" y="12981"/>
                  </a:lnTo>
                  <a:lnTo>
                    <a:pt x="180" y="13070"/>
                  </a:lnTo>
                  <a:lnTo>
                    <a:pt x="135" y="13160"/>
                  </a:lnTo>
                  <a:lnTo>
                    <a:pt x="0" y="13430"/>
                  </a:lnTo>
                  <a:lnTo>
                    <a:pt x="45" y="13699"/>
                  </a:lnTo>
                  <a:lnTo>
                    <a:pt x="90" y="13834"/>
                  </a:lnTo>
                  <a:lnTo>
                    <a:pt x="135" y="13924"/>
                  </a:lnTo>
                  <a:lnTo>
                    <a:pt x="1034" y="15092"/>
                  </a:lnTo>
                  <a:lnTo>
                    <a:pt x="1528" y="15631"/>
                  </a:lnTo>
                  <a:lnTo>
                    <a:pt x="1977" y="16125"/>
                  </a:lnTo>
                  <a:lnTo>
                    <a:pt x="2471" y="16619"/>
                  </a:lnTo>
                  <a:lnTo>
                    <a:pt x="2965" y="17023"/>
                  </a:lnTo>
                  <a:lnTo>
                    <a:pt x="3459" y="17427"/>
                  </a:lnTo>
                  <a:lnTo>
                    <a:pt x="3998" y="17787"/>
                  </a:lnTo>
                  <a:lnTo>
                    <a:pt x="4492" y="18146"/>
                  </a:lnTo>
                  <a:lnTo>
                    <a:pt x="5031" y="18415"/>
                  </a:lnTo>
                  <a:lnTo>
                    <a:pt x="5525" y="18685"/>
                  </a:lnTo>
                  <a:lnTo>
                    <a:pt x="6064" y="18954"/>
                  </a:lnTo>
                  <a:lnTo>
                    <a:pt x="6603" y="19134"/>
                  </a:lnTo>
                  <a:lnTo>
                    <a:pt x="7187" y="19314"/>
                  </a:lnTo>
                  <a:lnTo>
                    <a:pt x="7726" y="19448"/>
                  </a:lnTo>
                  <a:lnTo>
                    <a:pt x="8310" y="19538"/>
                  </a:lnTo>
                  <a:lnTo>
                    <a:pt x="9028" y="19628"/>
                  </a:lnTo>
                  <a:lnTo>
                    <a:pt x="9747" y="19673"/>
                  </a:lnTo>
                  <a:lnTo>
                    <a:pt x="10241" y="19628"/>
                  </a:lnTo>
                  <a:lnTo>
                    <a:pt x="10780" y="19583"/>
                  </a:lnTo>
                  <a:lnTo>
                    <a:pt x="11768" y="19448"/>
                  </a:lnTo>
                  <a:lnTo>
                    <a:pt x="12667" y="19224"/>
                  </a:lnTo>
                  <a:lnTo>
                    <a:pt x="13430" y="18954"/>
                  </a:lnTo>
                  <a:lnTo>
                    <a:pt x="14149" y="18685"/>
                  </a:lnTo>
                  <a:lnTo>
                    <a:pt x="14733" y="18370"/>
                  </a:lnTo>
                  <a:lnTo>
                    <a:pt x="15182" y="18101"/>
                  </a:lnTo>
                  <a:lnTo>
                    <a:pt x="15541" y="17921"/>
                  </a:lnTo>
                  <a:lnTo>
                    <a:pt x="16484" y="17921"/>
                  </a:lnTo>
                  <a:lnTo>
                    <a:pt x="16933" y="17876"/>
                  </a:lnTo>
                  <a:lnTo>
                    <a:pt x="17383" y="17831"/>
                  </a:lnTo>
                  <a:lnTo>
                    <a:pt x="17787" y="17742"/>
                  </a:lnTo>
                  <a:lnTo>
                    <a:pt x="18191" y="17607"/>
                  </a:lnTo>
                  <a:lnTo>
                    <a:pt x="19000" y="17292"/>
                  </a:lnTo>
                  <a:lnTo>
                    <a:pt x="19718" y="16933"/>
                  </a:lnTo>
                  <a:lnTo>
                    <a:pt x="20347" y="16439"/>
                  </a:lnTo>
                  <a:lnTo>
                    <a:pt x="20976" y="15945"/>
                  </a:lnTo>
                  <a:lnTo>
                    <a:pt x="21515" y="15406"/>
                  </a:lnTo>
                  <a:lnTo>
                    <a:pt x="22054" y="14867"/>
                  </a:lnTo>
                  <a:lnTo>
                    <a:pt x="22503" y="14283"/>
                  </a:lnTo>
                  <a:lnTo>
                    <a:pt x="22862" y="13744"/>
                  </a:lnTo>
                  <a:lnTo>
                    <a:pt x="23222" y="13205"/>
                  </a:lnTo>
                  <a:lnTo>
                    <a:pt x="23761" y="12307"/>
                  </a:lnTo>
                  <a:lnTo>
                    <a:pt x="24075" y="11633"/>
                  </a:lnTo>
                  <a:lnTo>
                    <a:pt x="24569" y="11364"/>
                  </a:lnTo>
                  <a:lnTo>
                    <a:pt x="25063" y="11094"/>
                  </a:lnTo>
                  <a:lnTo>
                    <a:pt x="26006" y="10420"/>
                  </a:lnTo>
                  <a:lnTo>
                    <a:pt x="26905" y="9702"/>
                  </a:lnTo>
                  <a:lnTo>
                    <a:pt x="27758" y="8893"/>
                  </a:lnTo>
                  <a:lnTo>
                    <a:pt x="28522" y="8040"/>
                  </a:lnTo>
                  <a:lnTo>
                    <a:pt x="29285" y="7142"/>
                  </a:lnTo>
                  <a:lnTo>
                    <a:pt x="29914" y="6288"/>
                  </a:lnTo>
                  <a:lnTo>
                    <a:pt x="30543" y="5390"/>
                  </a:lnTo>
                  <a:lnTo>
                    <a:pt x="31082" y="4581"/>
                  </a:lnTo>
                  <a:lnTo>
                    <a:pt x="31576" y="3773"/>
                  </a:lnTo>
                  <a:lnTo>
                    <a:pt x="32339" y="2381"/>
                  </a:lnTo>
                  <a:lnTo>
                    <a:pt x="32789" y="1392"/>
                  </a:lnTo>
                  <a:lnTo>
                    <a:pt x="33013" y="943"/>
                  </a:lnTo>
                  <a:lnTo>
                    <a:pt x="33058" y="809"/>
                  </a:lnTo>
                  <a:lnTo>
                    <a:pt x="33058" y="674"/>
                  </a:lnTo>
                  <a:lnTo>
                    <a:pt x="33013" y="449"/>
                  </a:lnTo>
                  <a:lnTo>
                    <a:pt x="32878" y="225"/>
                  </a:lnTo>
                  <a:lnTo>
                    <a:pt x="32744" y="135"/>
                  </a:lnTo>
                  <a:lnTo>
                    <a:pt x="32654" y="45"/>
                  </a:lnTo>
                  <a:lnTo>
                    <a:pt x="3251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57"/>
            <p:cNvSpPr/>
            <p:nvPr/>
          </p:nvSpPr>
          <p:spPr>
            <a:xfrm>
              <a:off x="6565525" y="3676075"/>
              <a:ext cx="801775" cy="338000"/>
            </a:xfrm>
            <a:custGeom>
              <a:rect b="b" l="l" r="r" t="t"/>
              <a:pathLst>
                <a:path extrusionOk="0" h="13520" w="32071">
                  <a:moveTo>
                    <a:pt x="31621" y="0"/>
                  </a:moveTo>
                  <a:lnTo>
                    <a:pt x="29600" y="584"/>
                  </a:lnTo>
                  <a:lnTo>
                    <a:pt x="27534" y="1168"/>
                  </a:lnTo>
                  <a:lnTo>
                    <a:pt x="25513" y="1797"/>
                  </a:lnTo>
                  <a:lnTo>
                    <a:pt x="23491" y="2470"/>
                  </a:lnTo>
                  <a:lnTo>
                    <a:pt x="21470" y="3144"/>
                  </a:lnTo>
                  <a:lnTo>
                    <a:pt x="19449" y="3863"/>
                  </a:lnTo>
                  <a:lnTo>
                    <a:pt x="17473" y="4626"/>
                  </a:lnTo>
                  <a:lnTo>
                    <a:pt x="15496" y="5435"/>
                  </a:lnTo>
                  <a:lnTo>
                    <a:pt x="13520" y="6243"/>
                  </a:lnTo>
                  <a:lnTo>
                    <a:pt x="11589" y="7097"/>
                  </a:lnTo>
                  <a:lnTo>
                    <a:pt x="9613" y="7995"/>
                  </a:lnTo>
                  <a:lnTo>
                    <a:pt x="7726" y="8893"/>
                  </a:lnTo>
                  <a:lnTo>
                    <a:pt x="5795" y="9837"/>
                  </a:lnTo>
                  <a:lnTo>
                    <a:pt x="3908" y="10825"/>
                  </a:lnTo>
                  <a:lnTo>
                    <a:pt x="2022" y="11858"/>
                  </a:lnTo>
                  <a:lnTo>
                    <a:pt x="180" y="12891"/>
                  </a:lnTo>
                  <a:lnTo>
                    <a:pt x="46" y="12981"/>
                  </a:lnTo>
                  <a:lnTo>
                    <a:pt x="1" y="13115"/>
                  </a:lnTo>
                  <a:lnTo>
                    <a:pt x="1" y="13250"/>
                  </a:lnTo>
                  <a:lnTo>
                    <a:pt x="46" y="13340"/>
                  </a:lnTo>
                  <a:lnTo>
                    <a:pt x="180" y="13475"/>
                  </a:lnTo>
                  <a:lnTo>
                    <a:pt x="360" y="13520"/>
                  </a:lnTo>
                  <a:lnTo>
                    <a:pt x="495" y="13475"/>
                  </a:lnTo>
                  <a:lnTo>
                    <a:pt x="2381" y="12442"/>
                  </a:lnTo>
                  <a:lnTo>
                    <a:pt x="4223" y="11453"/>
                  </a:lnTo>
                  <a:lnTo>
                    <a:pt x="6109" y="10465"/>
                  </a:lnTo>
                  <a:lnTo>
                    <a:pt x="7996" y="9522"/>
                  </a:lnTo>
                  <a:lnTo>
                    <a:pt x="9927" y="8624"/>
                  </a:lnTo>
                  <a:lnTo>
                    <a:pt x="11858" y="7726"/>
                  </a:lnTo>
                  <a:lnTo>
                    <a:pt x="13790" y="6872"/>
                  </a:lnTo>
                  <a:lnTo>
                    <a:pt x="15766" y="6064"/>
                  </a:lnTo>
                  <a:lnTo>
                    <a:pt x="17697" y="5255"/>
                  </a:lnTo>
                  <a:lnTo>
                    <a:pt x="19674" y="4537"/>
                  </a:lnTo>
                  <a:lnTo>
                    <a:pt x="21695" y="3773"/>
                  </a:lnTo>
                  <a:lnTo>
                    <a:pt x="23671" y="3099"/>
                  </a:lnTo>
                  <a:lnTo>
                    <a:pt x="25692" y="2426"/>
                  </a:lnTo>
                  <a:lnTo>
                    <a:pt x="27713" y="1842"/>
                  </a:lnTo>
                  <a:lnTo>
                    <a:pt x="29779" y="1213"/>
                  </a:lnTo>
                  <a:lnTo>
                    <a:pt x="31801" y="674"/>
                  </a:lnTo>
                  <a:lnTo>
                    <a:pt x="31935" y="629"/>
                  </a:lnTo>
                  <a:lnTo>
                    <a:pt x="32025" y="494"/>
                  </a:lnTo>
                  <a:lnTo>
                    <a:pt x="32070" y="404"/>
                  </a:lnTo>
                  <a:lnTo>
                    <a:pt x="32070" y="270"/>
                  </a:lnTo>
                  <a:lnTo>
                    <a:pt x="32025" y="135"/>
                  </a:lnTo>
                  <a:lnTo>
                    <a:pt x="31890" y="45"/>
                  </a:lnTo>
                  <a:lnTo>
                    <a:pt x="31801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57"/>
            <p:cNvSpPr/>
            <p:nvPr/>
          </p:nvSpPr>
          <p:spPr>
            <a:xfrm>
              <a:off x="6665475" y="3804075"/>
              <a:ext cx="57275" cy="98825"/>
            </a:xfrm>
            <a:custGeom>
              <a:rect b="b" l="l" r="r" t="t"/>
              <a:pathLst>
                <a:path extrusionOk="0" h="3953" w="2291">
                  <a:moveTo>
                    <a:pt x="1842" y="0"/>
                  </a:moveTo>
                  <a:lnTo>
                    <a:pt x="1707" y="90"/>
                  </a:lnTo>
                  <a:lnTo>
                    <a:pt x="1617" y="180"/>
                  </a:lnTo>
                  <a:lnTo>
                    <a:pt x="45" y="3459"/>
                  </a:lnTo>
                  <a:lnTo>
                    <a:pt x="0" y="3594"/>
                  </a:lnTo>
                  <a:lnTo>
                    <a:pt x="45" y="3728"/>
                  </a:lnTo>
                  <a:lnTo>
                    <a:pt x="90" y="3818"/>
                  </a:lnTo>
                  <a:lnTo>
                    <a:pt x="225" y="3908"/>
                  </a:lnTo>
                  <a:lnTo>
                    <a:pt x="359" y="3953"/>
                  </a:lnTo>
                  <a:lnTo>
                    <a:pt x="539" y="3908"/>
                  </a:lnTo>
                  <a:lnTo>
                    <a:pt x="629" y="3818"/>
                  </a:lnTo>
                  <a:lnTo>
                    <a:pt x="674" y="3728"/>
                  </a:lnTo>
                  <a:lnTo>
                    <a:pt x="2246" y="494"/>
                  </a:lnTo>
                  <a:lnTo>
                    <a:pt x="2291" y="360"/>
                  </a:lnTo>
                  <a:lnTo>
                    <a:pt x="2291" y="225"/>
                  </a:lnTo>
                  <a:lnTo>
                    <a:pt x="2201" y="135"/>
                  </a:lnTo>
                  <a:lnTo>
                    <a:pt x="2111" y="45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57"/>
            <p:cNvSpPr/>
            <p:nvPr/>
          </p:nvSpPr>
          <p:spPr>
            <a:xfrm>
              <a:off x="6750800" y="3714250"/>
              <a:ext cx="113450" cy="135875"/>
            </a:xfrm>
            <a:custGeom>
              <a:rect b="b" l="l" r="r" t="t"/>
              <a:pathLst>
                <a:path extrusionOk="0" h="5435" w="4538">
                  <a:moveTo>
                    <a:pt x="4223" y="0"/>
                  </a:moveTo>
                  <a:lnTo>
                    <a:pt x="4088" y="45"/>
                  </a:lnTo>
                  <a:lnTo>
                    <a:pt x="3953" y="90"/>
                  </a:lnTo>
                  <a:lnTo>
                    <a:pt x="2875" y="1213"/>
                  </a:lnTo>
                  <a:lnTo>
                    <a:pt x="1842" y="2381"/>
                  </a:lnTo>
                  <a:lnTo>
                    <a:pt x="899" y="3593"/>
                  </a:lnTo>
                  <a:lnTo>
                    <a:pt x="46" y="4896"/>
                  </a:lnTo>
                  <a:lnTo>
                    <a:pt x="1" y="5031"/>
                  </a:lnTo>
                  <a:lnTo>
                    <a:pt x="1" y="5165"/>
                  </a:lnTo>
                  <a:lnTo>
                    <a:pt x="46" y="5300"/>
                  </a:lnTo>
                  <a:lnTo>
                    <a:pt x="135" y="5390"/>
                  </a:lnTo>
                  <a:lnTo>
                    <a:pt x="225" y="5435"/>
                  </a:lnTo>
                  <a:lnTo>
                    <a:pt x="360" y="5435"/>
                  </a:lnTo>
                  <a:lnTo>
                    <a:pt x="495" y="5390"/>
                  </a:lnTo>
                  <a:lnTo>
                    <a:pt x="630" y="5255"/>
                  </a:lnTo>
                  <a:lnTo>
                    <a:pt x="1483" y="3998"/>
                  </a:lnTo>
                  <a:lnTo>
                    <a:pt x="2381" y="2830"/>
                  </a:lnTo>
                  <a:lnTo>
                    <a:pt x="3369" y="1662"/>
                  </a:lnTo>
                  <a:lnTo>
                    <a:pt x="4447" y="629"/>
                  </a:lnTo>
                  <a:lnTo>
                    <a:pt x="4492" y="494"/>
                  </a:lnTo>
                  <a:lnTo>
                    <a:pt x="4537" y="360"/>
                  </a:lnTo>
                  <a:lnTo>
                    <a:pt x="4537" y="225"/>
                  </a:lnTo>
                  <a:lnTo>
                    <a:pt x="4447" y="135"/>
                  </a:lnTo>
                  <a:lnTo>
                    <a:pt x="4313" y="45"/>
                  </a:lnTo>
                  <a:lnTo>
                    <a:pt x="422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57"/>
            <p:cNvSpPr/>
            <p:nvPr/>
          </p:nvSpPr>
          <p:spPr>
            <a:xfrm>
              <a:off x="6844000" y="3729975"/>
              <a:ext cx="56175" cy="75250"/>
            </a:xfrm>
            <a:custGeom>
              <a:rect b="b" l="l" r="r" t="t"/>
              <a:pathLst>
                <a:path extrusionOk="0" h="3010" w="2247">
                  <a:moveTo>
                    <a:pt x="1842" y="0"/>
                  </a:moveTo>
                  <a:lnTo>
                    <a:pt x="1707" y="45"/>
                  </a:lnTo>
                  <a:lnTo>
                    <a:pt x="1618" y="135"/>
                  </a:lnTo>
                  <a:lnTo>
                    <a:pt x="46" y="2470"/>
                  </a:lnTo>
                  <a:lnTo>
                    <a:pt x="1" y="2605"/>
                  </a:lnTo>
                  <a:lnTo>
                    <a:pt x="1" y="2740"/>
                  </a:lnTo>
                  <a:lnTo>
                    <a:pt x="46" y="2875"/>
                  </a:lnTo>
                  <a:lnTo>
                    <a:pt x="135" y="2964"/>
                  </a:lnTo>
                  <a:lnTo>
                    <a:pt x="270" y="3009"/>
                  </a:lnTo>
                  <a:lnTo>
                    <a:pt x="360" y="3009"/>
                  </a:lnTo>
                  <a:lnTo>
                    <a:pt x="495" y="2964"/>
                  </a:lnTo>
                  <a:lnTo>
                    <a:pt x="629" y="2875"/>
                  </a:lnTo>
                  <a:lnTo>
                    <a:pt x="2202" y="539"/>
                  </a:lnTo>
                  <a:lnTo>
                    <a:pt x="2246" y="404"/>
                  </a:lnTo>
                  <a:lnTo>
                    <a:pt x="2246" y="270"/>
                  </a:lnTo>
                  <a:lnTo>
                    <a:pt x="2202" y="135"/>
                  </a:lnTo>
                  <a:lnTo>
                    <a:pt x="2067" y="45"/>
                  </a:lnTo>
                  <a:lnTo>
                    <a:pt x="1977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57"/>
            <p:cNvSpPr/>
            <p:nvPr/>
          </p:nvSpPr>
          <p:spPr>
            <a:xfrm>
              <a:off x="6932700" y="3740075"/>
              <a:ext cx="30350" cy="32575"/>
            </a:xfrm>
            <a:custGeom>
              <a:rect b="b" l="l" r="r" t="t"/>
              <a:pathLst>
                <a:path extrusionOk="0" h="1303" w="1214">
                  <a:moveTo>
                    <a:pt x="854" y="0"/>
                  </a:moveTo>
                  <a:lnTo>
                    <a:pt x="720" y="45"/>
                  </a:lnTo>
                  <a:lnTo>
                    <a:pt x="630" y="135"/>
                  </a:lnTo>
                  <a:lnTo>
                    <a:pt x="91" y="719"/>
                  </a:lnTo>
                  <a:lnTo>
                    <a:pt x="1" y="854"/>
                  </a:lnTo>
                  <a:lnTo>
                    <a:pt x="1" y="988"/>
                  </a:lnTo>
                  <a:lnTo>
                    <a:pt x="46" y="1123"/>
                  </a:lnTo>
                  <a:lnTo>
                    <a:pt x="91" y="1213"/>
                  </a:lnTo>
                  <a:lnTo>
                    <a:pt x="226" y="1303"/>
                  </a:lnTo>
                  <a:lnTo>
                    <a:pt x="315" y="1303"/>
                  </a:lnTo>
                  <a:lnTo>
                    <a:pt x="495" y="1258"/>
                  </a:lnTo>
                  <a:lnTo>
                    <a:pt x="585" y="1213"/>
                  </a:lnTo>
                  <a:lnTo>
                    <a:pt x="1124" y="584"/>
                  </a:lnTo>
                  <a:lnTo>
                    <a:pt x="1214" y="449"/>
                  </a:lnTo>
                  <a:lnTo>
                    <a:pt x="1214" y="315"/>
                  </a:lnTo>
                  <a:lnTo>
                    <a:pt x="1169" y="225"/>
                  </a:lnTo>
                  <a:lnTo>
                    <a:pt x="1124" y="90"/>
                  </a:lnTo>
                  <a:lnTo>
                    <a:pt x="989" y="45"/>
                  </a:lnTo>
                  <a:lnTo>
                    <a:pt x="854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57"/>
            <p:cNvSpPr/>
            <p:nvPr/>
          </p:nvSpPr>
          <p:spPr>
            <a:xfrm>
              <a:off x="6979875" y="3708625"/>
              <a:ext cx="61775" cy="51675"/>
            </a:xfrm>
            <a:custGeom>
              <a:rect b="b" l="l" r="r" t="t"/>
              <a:pathLst>
                <a:path extrusionOk="0" h="2067" w="2471">
                  <a:moveTo>
                    <a:pt x="2066" y="1"/>
                  </a:moveTo>
                  <a:lnTo>
                    <a:pt x="1932" y="46"/>
                  </a:lnTo>
                  <a:lnTo>
                    <a:pt x="135" y="1438"/>
                  </a:lnTo>
                  <a:lnTo>
                    <a:pt x="45" y="1528"/>
                  </a:lnTo>
                  <a:lnTo>
                    <a:pt x="0" y="1663"/>
                  </a:lnTo>
                  <a:lnTo>
                    <a:pt x="0" y="1797"/>
                  </a:lnTo>
                  <a:lnTo>
                    <a:pt x="90" y="1932"/>
                  </a:lnTo>
                  <a:lnTo>
                    <a:pt x="180" y="2022"/>
                  </a:lnTo>
                  <a:lnTo>
                    <a:pt x="360" y="2067"/>
                  </a:lnTo>
                  <a:lnTo>
                    <a:pt x="450" y="2067"/>
                  </a:lnTo>
                  <a:lnTo>
                    <a:pt x="539" y="1977"/>
                  </a:lnTo>
                  <a:lnTo>
                    <a:pt x="2336" y="585"/>
                  </a:lnTo>
                  <a:lnTo>
                    <a:pt x="2426" y="495"/>
                  </a:lnTo>
                  <a:lnTo>
                    <a:pt x="2471" y="360"/>
                  </a:lnTo>
                  <a:lnTo>
                    <a:pt x="2471" y="225"/>
                  </a:lnTo>
                  <a:lnTo>
                    <a:pt x="2426" y="135"/>
                  </a:lnTo>
                  <a:lnTo>
                    <a:pt x="2336" y="46"/>
                  </a:lnTo>
                  <a:lnTo>
                    <a:pt x="2201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57"/>
            <p:cNvSpPr/>
            <p:nvPr/>
          </p:nvSpPr>
          <p:spPr>
            <a:xfrm>
              <a:off x="7101150" y="3660350"/>
              <a:ext cx="59525" cy="50550"/>
            </a:xfrm>
            <a:custGeom>
              <a:rect b="b" l="l" r="r" t="t"/>
              <a:pathLst>
                <a:path extrusionOk="0" h="2022" w="2381">
                  <a:moveTo>
                    <a:pt x="1932" y="0"/>
                  </a:moveTo>
                  <a:lnTo>
                    <a:pt x="1797" y="90"/>
                  </a:lnTo>
                  <a:lnTo>
                    <a:pt x="135" y="1393"/>
                  </a:lnTo>
                  <a:lnTo>
                    <a:pt x="45" y="1527"/>
                  </a:lnTo>
                  <a:lnTo>
                    <a:pt x="0" y="1662"/>
                  </a:lnTo>
                  <a:lnTo>
                    <a:pt x="0" y="1797"/>
                  </a:lnTo>
                  <a:lnTo>
                    <a:pt x="45" y="1887"/>
                  </a:lnTo>
                  <a:lnTo>
                    <a:pt x="180" y="1977"/>
                  </a:lnTo>
                  <a:lnTo>
                    <a:pt x="315" y="2021"/>
                  </a:lnTo>
                  <a:lnTo>
                    <a:pt x="449" y="2021"/>
                  </a:lnTo>
                  <a:lnTo>
                    <a:pt x="539" y="1977"/>
                  </a:lnTo>
                  <a:lnTo>
                    <a:pt x="2246" y="629"/>
                  </a:lnTo>
                  <a:lnTo>
                    <a:pt x="2336" y="494"/>
                  </a:lnTo>
                  <a:lnTo>
                    <a:pt x="2381" y="405"/>
                  </a:lnTo>
                  <a:lnTo>
                    <a:pt x="2336" y="270"/>
                  </a:lnTo>
                  <a:lnTo>
                    <a:pt x="2291" y="135"/>
                  </a:lnTo>
                  <a:lnTo>
                    <a:pt x="2201" y="45"/>
                  </a:lnTo>
                  <a:lnTo>
                    <a:pt x="206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57"/>
            <p:cNvSpPr/>
            <p:nvPr/>
          </p:nvSpPr>
          <p:spPr>
            <a:xfrm>
              <a:off x="6676700" y="4000575"/>
              <a:ext cx="185300" cy="73025"/>
            </a:xfrm>
            <a:custGeom>
              <a:rect b="b" l="l" r="r" t="t"/>
              <a:pathLst>
                <a:path extrusionOk="0" h="2921" w="7412">
                  <a:moveTo>
                    <a:pt x="315" y="1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135" y="629"/>
                  </a:lnTo>
                  <a:lnTo>
                    <a:pt x="854" y="1168"/>
                  </a:lnTo>
                  <a:lnTo>
                    <a:pt x="1617" y="1618"/>
                  </a:lnTo>
                  <a:lnTo>
                    <a:pt x="2426" y="1977"/>
                  </a:lnTo>
                  <a:lnTo>
                    <a:pt x="3234" y="2336"/>
                  </a:lnTo>
                  <a:lnTo>
                    <a:pt x="4088" y="2561"/>
                  </a:lnTo>
                  <a:lnTo>
                    <a:pt x="4986" y="2785"/>
                  </a:lnTo>
                  <a:lnTo>
                    <a:pt x="5839" y="2875"/>
                  </a:lnTo>
                  <a:lnTo>
                    <a:pt x="6738" y="2920"/>
                  </a:lnTo>
                  <a:lnTo>
                    <a:pt x="7097" y="2920"/>
                  </a:lnTo>
                  <a:lnTo>
                    <a:pt x="7232" y="2875"/>
                  </a:lnTo>
                  <a:lnTo>
                    <a:pt x="7321" y="2785"/>
                  </a:lnTo>
                  <a:lnTo>
                    <a:pt x="7411" y="2695"/>
                  </a:lnTo>
                  <a:lnTo>
                    <a:pt x="7411" y="2561"/>
                  </a:lnTo>
                  <a:lnTo>
                    <a:pt x="7366" y="2426"/>
                  </a:lnTo>
                  <a:lnTo>
                    <a:pt x="7321" y="2336"/>
                  </a:lnTo>
                  <a:lnTo>
                    <a:pt x="7187" y="2246"/>
                  </a:lnTo>
                  <a:lnTo>
                    <a:pt x="7052" y="2246"/>
                  </a:lnTo>
                  <a:lnTo>
                    <a:pt x="6199" y="2201"/>
                  </a:lnTo>
                  <a:lnTo>
                    <a:pt x="5300" y="2112"/>
                  </a:lnTo>
                  <a:lnTo>
                    <a:pt x="4447" y="1977"/>
                  </a:lnTo>
                  <a:lnTo>
                    <a:pt x="3638" y="1707"/>
                  </a:lnTo>
                  <a:lnTo>
                    <a:pt x="2785" y="1438"/>
                  </a:lnTo>
                  <a:lnTo>
                    <a:pt x="2022" y="1034"/>
                  </a:lnTo>
                  <a:lnTo>
                    <a:pt x="1258" y="584"/>
                  </a:lnTo>
                  <a:lnTo>
                    <a:pt x="539" y="90"/>
                  </a:lnTo>
                  <a:lnTo>
                    <a:pt x="449" y="45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57"/>
            <p:cNvSpPr/>
            <p:nvPr/>
          </p:nvSpPr>
          <p:spPr>
            <a:xfrm>
              <a:off x="6773275" y="3978125"/>
              <a:ext cx="83100" cy="42700"/>
            </a:xfrm>
            <a:custGeom>
              <a:rect b="b" l="l" r="r" t="t"/>
              <a:pathLst>
                <a:path extrusionOk="0" h="1708" w="3324">
                  <a:moveTo>
                    <a:pt x="225" y="0"/>
                  </a:moveTo>
                  <a:lnTo>
                    <a:pt x="90" y="90"/>
                  </a:lnTo>
                  <a:lnTo>
                    <a:pt x="0" y="180"/>
                  </a:lnTo>
                  <a:lnTo>
                    <a:pt x="0" y="315"/>
                  </a:lnTo>
                  <a:lnTo>
                    <a:pt x="0" y="449"/>
                  </a:lnTo>
                  <a:lnTo>
                    <a:pt x="90" y="584"/>
                  </a:lnTo>
                  <a:lnTo>
                    <a:pt x="359" y="809"/>
                  </a:lnTo>
                  <a:lnTo>
                    <a:pt x="674" y="1033"/>
                  </a:lnTo>
                  <a:lnTo>
                    <a:pt x="988" y="1258"/>
                  </a:lnTo>
                  <a:lnTo>
                    <a:pt x="1347" y="1393"/>
                  </a:lnTo>
                  <a:lnTo>
                    <a:pt x="1707" y="1527"/>
                  </a:lnTo>
                  <a:lnTo>
                    <a:pt x="2066" y="1617"/>
                  </a:lnTo>
                  <a:lnTo>
                    <a:pt x="2425" y="1662"/>
                  </a:lnTo>
                  <a:lnTo>
                    <a:pt x="2830" y="1707"/>
                  </a:lnTo>
                  <a:lnTo>
                    <a:pt x="3009" y="1662"/>
                  </a:lnTo>
                  <a:lnTo>
                    <a:pt x="3144" y="1662"/>
                  </a:lnTo>
                  <a:lnTo>
                    <a:pt x="3234" y="1572"/>
                  </a:lnTo>
                  <a:lnTo>
                    <a:pt x="3324" y="1438"/>
                  </a:lnTo>
                  <a:lnTo>
                    <a:pt x="3324" y="1303"/>
                  </a:lnTo>
                  <a:lnTo>
                    <a:pt x="3324" y="1168"/>
                  </a:lnTo>
                  <a:lnTo>
                    <a:pt x="3234" y="1078"/>
                  </a:lnTo>
                  <a:lnTo>
                    <a:pt x="3099" y="988"/>
                  </a:lnTo>
                  <a:lnTo>
                    <a:pt x="2650" y="988"/>
                  </a:lnTo>
                  <a:lnTo>
                    <a:pt x="2336" y="943"/>
                  </a:lnTo>
                  <a:lnTo>
                    <a:pt x="1976" y="899"/>
                  </a:lnTo>
                  <a:lnTo>
                    <a:pt x="1662" y="764"/>
                  </a:lnTo>
                  <a:lnTo>
                    <a:pt x="1392" y="629"/>
                  </a:lnTo>
                  <a:lnTo>
                    <a:pt x="1078" y="494"/>
                  </a:lnTo>
                  <a:lnTo>
                    <a:pt x="808" y="315"/>
                  </a:lnTo>
                  <a:lnTo>
                    <a:pt x="584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57"/>
            <p:cNvSpPr/>
            <p:nvPr/>
          </p:nvSpPr>
          <p:spPr>
            <a:xfrm>
              <a:off x="6885550" y="3932075"/>
              <a:ext cx="79750" cy="24725"/>
            </a:xfrm>
            <a:custGeom>
              <a:rect b="b" l="l" r="r" t="t"/>
              <a:pathLst>
                <a:path extrusionOk="0" h="989" w="3190">
                  <a:moveTo>
                    <a:pt x="270" y="1"/>
                  </a:moveTo>
                  <a:lnTo>
                    <a:pt x="135" y="46"/>
                  </a:lnTo>
                  <a:lnTo>
                    <a:pt x="45" y="135"/>
                  </a:lnTo>
                  <a:lnTo>
                    <a:pt x="1" y="270"/>
                  </a:lnTo>
                  <a:lnTo>
                    <a:pt x="45" y="405"/>
                  </a:lnTo>
                  <a:lnTo>
                    <a:pt x="90" y="540"/>
                  </a:lnTo>
                  <a:lnTo>
                    <a:pt x="180" y="630"/>
                  </a:lnTo>
                  <a:lnTo>
                    <a:pt x="315" y="674"/>
                  </a:lnTo>
                  <a:lnTo>
                    <a:pt x="2785" y="989"/>
                  </a:lnTo>
                  <a:lnTo>
                    <a:pt x="2965" y="989"/>
                  </a:lnTo>
                  <a:lnTo>
                    <a:pt x="3055" y="899"/>
                  </a:lnTo>
                  <a:lnTo>
                    <a:pt x="3145" y="809"/>
                  </a:lnTo>
                  <a:lnTo>
                    <a:pt x="3190" y="719"/>
                  </a:lnTo>
                  <a:lnTo>
                    <a:pt x="3190" y="585"/>
                  </a:lnTo>
                  <a:lnTo>
                    <a:pt x="3100" y="450"/>
                  </a:lnTo>
                  <a:lnTo>
                    <a:pt x="3010" y="360"/>
                  </a:lnTo>
                  <a:lnTo>
                    <a:pt x="2875" y="31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57"/>
            <p:cNvSpPr/>
            <p:nvPr/>
          </p:nvSpPr>
          <p:spPr>
            <a:xfrm>
              <a:off x="6978750" y="3892775"/>
              <a:ext cx="52800" cy="19125"/>
            </a:xfrm>
            <a:custGeom>
              <a:rect b="b" l="l" r="r" t="t"/>
              <a:pathLst>
                <a:path extrusionOk="0" h="765" w="2112">
                  <a:moveTo>
                    <a:pt x="1752" y="1"/>
                  </a:moveTo>
                  <a:lnTo>
                    <a:pt x="315" y="46"/>
                  </a:lnTo>
                  <a:lnTo>
                    <a:pt x="225" y="91"/>
                  </a:lnTo>
                  <a:lnTo>
                    <a:pt x="90" y="180"/>
                  </a:lnTo>
                  <a:lnTo>
                    <a:pt x="45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90" y="630"/>
                  </a:lnTo>
                  <a:lnTo>
                    <a:pt x="225" y="719"/>
                  </a:lnTo>
                  <a:lnTo>
                    <a:pt x="360" y="764"/>
                  </a:lnTo>
                  <a:lnTo>
                    <a:pt x="1797" y="674"/>
                  </a:lnTo>
                  <a:lnTo>
                    <a:pt x="1932" y="674"/>
                  </a:lnTo>
                  <a:lnTo>
                    <a:pt x="2022" y="585"/>
                  </a:lnTo>
                  <a:lnTo>
                    <a:pt x="2111" y="450"/>
                  </a:lnTo>
                  <a:lnTo>
                    <a:pt x="2111" y="315"/>
                  </a:lnTo>
                  <a:lnTo>
                    <a:pt x="2067" y="225"/>
                  </a:lnTo>
                  <a:lnTo>
                    <a:pt x="2022" y="91"/>
                  </a:lnTo>
                  <a:lnTo>
                    <a:pt x="1887" y="46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57"/>
            <p:cNvSpPr/>
            <p:nvPr/>
          </p:nvSpPr>
          <p:spPr>
            <a:xfrm>
              <a:off x="7053975" y="3838875"/>
              <a:ext cx="47200" cy="22500"/>
            </a:xfrm>
            <a:custGeom>
              <a:rect b="b" l="l" r="r" t="t"/>
              <a:pathLst>
                <a:path extrusionOk="0" h="900" w="1888">
                  <a:moveTo>
                    <a:pt x="1483" y="1"/>
                  </a:moveTo>
                  <a:lnTo>
                    <a:pt x="270" y="225"/>
                  </a:lnTo>
                  <a:lnTo>
                    <a:pt x="136" y="270"/>
                  </a:lnTo>
                  <a:lnTo>
                    <a:pt x="46" y="360"/>
                  </a:lnTo>
                  <a:lnTo>
                    <a:pt x="1" y="495"/>
                  </a:lnTo>
                  <a:lnTo>
                    <a:pt x="1" y="630"/>
                  </a:lnTo>
                  <a:lnTo>
                    <a:pt x="46" y="719"/>
                  </a:lnTo>
                  <a:lnTo>
                    <a:pt x="136" y="809"/>
                  </a:lnTo>
                  <a:lnTo>
                    <a:pt x="225" y="899"/>
                  </a:lnTo>
                  <a:lnTo>
                    <a:pt x="405" y="899"/>
                  </a:lnTo>
                  <a:lnTo>
                    <a:pt x="1618" y="675"/>
                  </a:lnTo>
                  <a:lnTo>
                    <a:pt x="1752" y="630"/>
                  </a:lnTo>
                  <a:lnTo>
                    <a:pt x="1842" y="540"/>
                  </a:lnTo>
                  <a:lnTo>
                    <a:pt x="1887" y="405"/>
                  </a:lnTo>
                  <a:lnTo>
                    <a:pt x="1887" y="270"/>
                  </a:lnTo>
                  <a:lnTo>
                    <a:pt x="1842" y="136"/>
                  </a:lnTo>
                  <a:lnTo>
                    <a:pt x="1752" y="46"/>
                  </a:lnTo>
                  <a:lnTo>
                    <a:pt x="1618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57"/>
            <p:cNvSpPr/>
            <p:nvPr/>
          </p:nvSpPr>
          <p:spPr>
            <a:xfrm>
              <a:off x="7149425" y="3797325"/>
              <a:ext cx="52800" cy="24750"/>
            </a:xfrm>
            <a:custGeom>
              <a:rect b="b" l="l" r="r" t="t"/>
              <a:pathLst>
                <a:path extrusionOk="0" h="990" w="2112">
                  <a:moveTo>
                    <a:pt x="1707" y="1"/>
                  </a:moveTo>
                  <a:lnTo>
                    <a:pt x="270" y="315"/>
                  </a:lnTo>
                  <a:lnTo>
                    <a:pt x="135" y="405"/>
                  </a:lnTo>
                  <a:lnTo>
                    <a:pt x="46" y="495"/>
                  </a:lnTo>
                  <a:lnTo>
                    <a:pt x="1" y="585"/>
                  </a:lnTo>
                  <a:lnTo>
                    <a:pt x="1" y="720"/>
                  </a:lnTo>
                  <a:lnTo>
                    <a:pt x="46" y="854"/>
                  </a:lnTo>
                  <a:lnTo>
                    <a:pt x="135" y="944"/>
                  </a:lnTo>
                  <a:lnTo>
                    <a:pt x="225" y="989"/>
                  </a:lnTo>
                  <a:lnTo>
                    <a:pt x="405" y="989"/>
                  </a:lnTo>
                  <a:lnTo>
                    <a:pt x="1842" y="675"/>
                  </a:lnTo>
                  <a:lnTo>
                    <a:pt x="1977" y="630"/>
                  </a:lnTo>
                  <a:lnTo>
                    <a:pt x="2067" y="540"/>
                  </a:lnTo>
                  <a:lnTo>
                    <a:pt x="2112" y="405"/>
                  </a:lnTo>
                  <a:lnTo>
                    <a:pt x="2112" y="270"/>
                  </a:lnTo>
                  <a:lnTo>
                    <a:pt x="2067" y="136"/>
                  </a:lnTo>
                  <a:lnTo>
                    <a:pt x="1977" y="46"/>
                  </a:lnTo>
                  <a:lnTo>
                    <a:pt x="1842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57"/>
            <p:cNvSpPr/>
            <p:nvPr/>
          </p:nvSpPr>
          <p:spPr>
            <a:xfrm>
              <a:off x="6394850" y="2986625"/>
              <a:ext cx="463775" cy="1002750"/>
            </a:xfrm>
            <a:custGeom>
              <a:rect b="b" l="l" r="r" t="t"/>
              <a:pathLst>
                <a:path extrusionOk="0" h="40110" w="18551">
                  <a:moveTo>
                    <a:pt x="13385" y="7636"/>
                  </a:moveTo>
                  <a:lnTo>
                    <a:pt x="13430" y="7681"/>
                  </a:lnTo>
                  <a:lnTo>
                    <a:pt x="13655" y="10421"/>
                  </a:lnTo>
                  <a:lnTo>
                    <a:pt x="13655" y="10465"/>
                  </a:lnTo>
                  <a:lnTo>
                    <a:pt x="13610" y="10465"/>
                  </a:lnTo>
                  <a:lnTo>
                    <a:pt x="13610" y="10690"/>
                  </a:lnTo>
                  <a:lnTo>
                    <a:pt x="13565" y="10421"/>
                  </a:lnTo>
                  <a:lnTo>
                    <a:pt x="13296" y="7681"/>
                  </a:lnTo>
                  <a:lnTo>
                    <a:pt x="13340" y="7636"/>
                  </a:lnTo>
                  <a:close/>
                  <a:moveTo>
                    <a:pt x="11095" y="12711"/>
                  </a:moveTo>
                  <a:lnTo>
                    <a:pt x="12038" y="17113"/>
                  </a:lnTo>
                  <a:lnTo>
                    <a:pt x="11993" y="17158"/>
                  </a:lnTo>
                  <a:lnTo>
                    <a:pt x="11948" y="17158"/>
                  </a:lnTo>
                  <a:lnTo>
                    <a:pt x="10960" y="12756"/>
                  </a:lnTo>
                  <a:lnTo>
                    <a:pt x="11005" y="12711"/>
                  </a:lnTo>
                  <a:close/>
                  <a:moveTo>
                    <a:pt x="6154" y="13744"/>
                  </a:moveTo>
                  <a:lnTo>
                    <a:pt x="6199" y="13789"/>
                  </a:lnTo>
                  <a:lnTo>
                    <a:pt x="6289" y="15271"/>
                  </a:lnTo>
                  <a:lnTo>
                    <a:pt x="6513" y="16754"/>
                  </a:lnTo>
                  <a:lnTo>
                    <a:pt x="6873" y="18191"/>
                  </a:lnTo>
                  <a:lnTo>
                    <a:pt x="7277" y="19628"/>
                  </a:lnTo>
                  <a:lnTo>
                    <a:pt x="7816" y="21021"/>
                  </a:lnTo>
                  <a:lnTo>
                    <a:pt x="8400" y="22368"/>
                  </a:lnTo>
                  <a:lnTo>
                    <a:pt x="9118" y="23670"/>
                  </a:lnTo>
                  <a:lnTo>
                    <a:pt x="9882" y="24928"/>
                  </a:lnTo>
                  <a:lnTo>
                    <a:pt x="9882" y="25018"/>
                  </a:lnTo>
                  <a:lnTo>
                    <a:pt x="9792" y="24973"/>
                  </a:lnTo>
                  <a:lnTo>
                    <a:pt x="9029" y="23715"/>
                  </a:lnTo>
                  <a:lnTo>
                    <a:pt x="8310" y="22413"/>
                  </a:lnTo>
                  <a:lnTo>
                    <a:pt x="7726" y="21065"/>
                  </a:lnTo>
                  <a:lnTo>
                    <a:pt x="7187" y="19628"/>
                  </a:lnTo>
                  <a:lnTo>
                    <a:pt x="6783" y="18236"/>
                  </a:lnTo>
                  <a:lnTo>
                    <a:pt x="6423" y="16754"/>
                  </a:lnTo>
                  <a:lnTo>
                    <a:pt x="6199" y="15271"/>
                  </a:lnTo>
                  <a:lnTo>
                    <a:pt x="6064" y="13789"/>
                  </a:lnTo>
                  <a:lnTo>
                    <a:pt x="6109" y="13744"/>
                  </a:lnTo>
                  <a:close/>
                  <a:moveTo>
                    <a:pt x="6468" y="23356"/>
                  </a:moveTo>
                  <a:lnTo>
                    <a:pt x="8579" y="26725"/>
                  </a:lnTo>
                  <a:lnTo>
                    <a:pt x="8579" y="26770"/>
                  </a:lnTo>
                  <a:lnTo>
                    <a:pt x="8534" y="26815"/>
                  </a:lnTo>
                  <a:lnTo>
                    <a:pt x="8669" y="26994"/>
                  </a:lnTo>
                  <a:lnTo>
                    <a:pt x="8490" y="26815"/>
                  </a:lnTo>
                  <a:lnTo>
                    <a:pt x="6379" y="23446"/>
                  </a:lnTo>
                  <a:lnTo>
                    <a:pt x="6379" y="23401"/>
                  </a:lnTo>
                  <a:lnTo>
                    <a:pt x="6423" y="23356"/>
                  </a:lnTo>
                  <a:close/>
                  <a:moveTo>
                    <a:pt x="7322" y="28701"/>
                  </a:moveTo>
                  <a:lnTo>
                    <a:pt x="7322" y="28746"/>
                  </a:lnTo>
                  <a:lnTo>
                    <a:pt x="7996" y="29689"/>
                  </a:lnTo>
                  <a:lnTo>
                    <a:pt x="7996" y="29734"/>
                  </a:lnTo>
                  <a:lnTo>
                    <a:pt x="8085" y="29914"/>
                  </a:lnTo>
                  <a:lnTo>
                    <a:pt x="7906" y="29734"/>
                  </a:lnTo>
                  <a:lnTo>
                    <a:pt x="7232" y="28791"/>
                  </a:lnTo>
                  <a:lnTo>
                    <a:pt x="7232" y="28746"/>
                  </a:lnTo>
                  <a:lnTo>
                    <a:pt x="7277" y="28746"/>
                  </a:lnTo>
                  <a:lnTo>
                    <a:pt x="7322" y="28701"/>
                  </a:lnTo>
                  <a:close/>
                  <a:moveTo>
                    <a:pt x="2830" y="26410"/>
                  </a:moveTo>
                  <a:lnTo>
                    <a:pt x="2875" y="26455"/>
                  </a:lnTo>
                  <a:lnTo>
                    <a:pt x="3235" y="27578"/>
                  </a:lnTo>
                  <a:lnTo>
                    <a:pt x="3639" y="28701"/>
                  </a:lnTo>
                  <a:lnTo>
                    <a:pt x="4133" y="29824"/>
                  </a:lnTo>
                  <a:lnTo>
                    <a:pt x="4672" y="30902"/>
                  </a:lnTo>
                  <a:lnTo>
                    <a:pt x="5256" y="31980"/>
                  </a:lnTo>
                  <a:lnTo>
                    <a:pt x="5884" y="32968"/>
                  </a:lnTo>
                  <a:lnTo>
                    <a:pt x="6558" y="33956"/>
                  </a:lnTo>
                  <a:lnTo>
                    <a:pt x="7322" y="34899"/>
                  </a:lnTo>
                  <a:lnTo>
                    <a:pt x="7322" y="34944"/>
                  </a:lnTo>
                  <a:lnTo>
                    <a:pt x="7277" y="34989"/>
                  </a:lnTo>
                  <a:lnTo>
                    <a:pt x="7412" y="35124"/>
                  </a:lnTo>
                  <a:lnTo>
                    <a:pt x="7232" y="34989"/>
                  </a:lnTo>
                  <a:lnTo>
                    <a:pt x="6468" y="34046"/>
                  </a:lnTo>
                  <a:lnTo>
                    <a:pt x="5795" y="33058"/>
                  </a:lnTo>
                  <a:lnTo>
                    <a:pt x="5166" y="32025"/>
                  </a:lnTo>
                  <a:lnTo>
                    <a:pt x="4582" y="30947"/>
                  </a:lnTo>
                  <a:lnTo>
                    <a:pt x="4043" y="29869"/>
                  </a:lnTo>
                  <a:lnTo>
                    <a:pt x="3549" y="28746"/>
                  </a:lnTo>
                  <a:lnTo>
                    <a:pt x="3145" y="27623"/>
                  </a:lnTo>
                  <a:lnTo>
                    <a:pt x="2785" y="26455"/>
                  </a:lnTo>
                  <a:lnTo>
                    <a:pt x="2561" y="26545"/>
                  </a:lnTo>
                  <a:lnTo>
                    <a:pt x="2785" y="26410"/>
                  </a:lnTo>
                  <a:close/>
                  <a:moveTo>
                    <a:pt x="4807" y="35169"/>
                  </a:moveTo>
                  <a:lnTo>
                    <a:pt x="4851" y="35214"/>
                  </a:lnTo>
                  <a:lnTo>
                    <a:pt x="5076" y="35618"/>
                  </a:lnTo>
                  <a:lnTo>
                    <a:pt x="5346" y="35977"/>
                  </a:lnTo>
                  <a:lnTo>
                    <a:pt x="5660" y="36292"/>
                  </a:lnTo>
                  <a:lnTo>
                    <a:pt x="6019" y="36606"/>
                  </a:lnTo>
                  <a:lnTo>
                    <a:pt x="6019" y="36696"/>
                  </a:lnTo>
                  <a:lnTo>
                    <a:pt x="6199" y="36831"/>
                  </a:lnTo>
                  <a:lnTo>
                    <a:pt x="6199" y="36831"/>
                  </a:lnTo>
                  <a:lnTo>
                    <a:pt x="5974" y="36696"/>
                  </a:lnTo>
                  <a:lnTo>
                    <a:pt x="5615" y="36381"/>
                  </a:lnTo>
                  <a:lnTo>
                    <a:pt x="5301" y="36022"/>
                  </a:lnTo>
                  <a:lnTo>
                    <a:pt x="4986" y="35663"/>
                  </a:lnTo>
                  <a:lnTo>
                    <a:pt x="4762" y="35259"/>
                  </a:lnTo>
                  <a:lnTo>
                    <a:pt x="4762" y="35169"/>
                  </a:lnTo>
                  <a:close/>
                  <a:moveTo>
                    <a:pt x="18551" y="0"/>
                  </a:moveTo>
                  <a:lnTo>
                    <a:pt x="18236" y="225"/>
                  </a:lnTo>
                  <a:lnTo>
                    <a:pt x="17203" y="899"/>
                  </a:lnTo>
                  <a:lnTo>
                    <a:pt x="16215" y="1662"/>
                  </a:lnTo>
                  <a:lnTo>
                    <a:pt x="15227" y="2471"/>
                  </a:lnTo>
                  <a:lnTo>
                    <a:pt x="14239" y="3279"/>
                  </a:lnTo>
                  <a:lnTo>
                    <a:pt x="13251" y="4132"/>
                  </a:lnTo>
                  <a:lnTo>
                    <a:pt x="12352" y="4986"/>
                  </a:lnTo>
                  <a:lnTo>
                    <a:pt x="10601" y="6693"/>
                  </a:lnTo>
                  <a:lnTo>
                    <a:pt x="9118" y="8220"/>
                  </a:lnTo>
                  <a:lnTo>
                    <a:pt x="7861" y="9567"/>
                  </a:lnTo>
                  <a:lnTo>
                    <a:pt x="6513" y="11049"/>
                  </a:lnTo>
                  <a:lnTo>
                    <a:pt x="6289" y="11274"/>
                  </a:lnTo>
                  <a:lnTo>
                    <a:pt x="6019" y="11364"/>
                  </a:lnTo>
                  <a:lnTo>
                    <a:pt x="5795" y="11409"/>
                  </a:lnTo>
                  <a:lnTo>
                    <a:pt x="5570" y="11364"/>
                  </a:lnTo>
                  <a:lnTo>
                    <a:pt x="5435" y="11364"/>
                  </a:lnTo>
                  <a:lnTo>
                    <a:pt x="5390" y="11454"/>
                  </a:lnTo>
                  <a:lnTo>
                    <a:pt x="4537" y="12532"/>
                  </a:lnTo>
                  <a:lnTo>
                    <a:pt x="3773" y="13610"/>
                  </a:lnTo>
                  <a:lnTo>
                    <a:pt x="3145" y="14687"/>
                  </a:lnTo>
                  <a:lnTo>
                    <a:pt x="2651" y="15721"/>
                  </a:lnTo>
                  <a:lnTo>
                    <a:pt x="2201" y="16754"/>
                  </a:lnTo>
                  <a:lnTo>
                    <a:pt x="1842" y="17787"/>
                  </a:lnTo>
                  <a:lnTo>
                    <a:pt x="1528" y="18775"/>
                  </a:lnTo>
                  <a:lnTo>
                    <a:pt x="1348" y="19718"/>
                  </a:lnTo>
                  <a:lnTo>
                    <a:pt x="1168" y="20616"/>
                  </a:lnTo>
                  <a:lnTo>
                    <a:pt x="1079" y="21470"/>
                  </a:lnTo>
                  <a:lnTo>
                    <a:pt x="989" y="22323"/>
                  </a:lnTo>
                  <a:lnTo>
                    <a:pt x="944" y="23042"/>
                  </a:lnTo>
                  <a:lnTo>
                    <a:pt x="989" y="24344"/>
                  </a:lnTo>
                  <a:lnTo>
                    <a:pt x="1034" y="25377"/>
                  </a:lnTo>
                  <a:lnTo>
                    <a:pt x="1034" y="26096"/>
                  </a:lnTo>
                  <a:lnTo>
                    <a:pt x="1034" y="26320"/>
                  </a:lnTo>
                  <a:lnTo>
                    <a:pt x="944" y="26500"/>
                  </a:lnTo>
                  <a:lnTo>
                    <a:pt x="809" y="26680"/>
                  </a:lnTo>
                  <a:lnTo>
                    <a:pt x="585" y="26859"/>
                  </a:lnTo>
                  <a:lnTo>
                    <a:pt x="405" y="26949"/>
                  </a:lnTo>
                  <a:lnTo>
                    <a:pt x="225" y="26994"/>
                  </a:lnTo>
                  <a:lnTo>
                    <a:pt x="90" y="27039"/>
                  </a:lnTo>
                  <a:lnTo>
                    <a:pt x="90" y="27174"/>
                  </a:lnTo>
                  <a:lnTo>
                    <a:pt x="46" y="27848"/>
                  </a:lnTo>
                  <a:lnTo>
                    <a:pt x="1" y="28521"/>
                  </a:lnTo>
                  <a:lnTo>
                    <a:pt x="46" y="29195"/>
                  </a:lnTo>
                  <a:lnTo>
                    <a:pt x="90" y="29824"/>
                  </a:lnTo>
                  <a:lnTo>
                    <a:pt x="180" y="30453"/>
                  </a:lnTo>
                  <a:lnTo>
                    <a:pt x="315" y="31037"/>
                  </a:lnTo>
                  <a:lnTo>
                    <a:pt x="450" y="31620"/>
                  </a:lnTo>
                  <a:lnTo>
                    <a:pt x="629" y="32204"/>
                  </a:lnTo>
                  <a:lnTo>
                    <a:pt x="809" y="32743"/>
                  </a:lnTo>
                  <a:lnTo>
                    <a:pt x="1034" y="33282"/>
                  </a:lnTo>
                  <a:lnTo>
                    <a:pt x="1573" y="34270"/>
                  </a:lnTo>
                  <a:lnTo>
                    <a:pt x="2112" y="35214"/>
                  </a:lnTo>
                  <a:lnTo>
                    <a:pt x="2740" y="36067"/>
                  </a:lnTo>
                  <a:lnTo>
                    <a:pt x="3369" y="36831"/>
                  </a:lnTo>
                  <a:lnTo>
                    <a:pt x="3998" y="37504"/>
                  </a:lnTo>
                  <a:lnTo>
                    <a:pt x="4627" y="38133"/>
                  </a:lnTo>
                  <a:lnTo>
                    <a:pt x="5256" y="38672"/>
                  </a:lnTo>
                  <a:lnTo>
                    <a:pt x="5795" y="39121"/>
                  </a:lnTo>
                  <a:lnTo>
                    <a:pt x="6289" y="39481"/>
                  </a:lnTo>
                  <a:lnTo>
                    <a:pt x="7007" y="39975"/>
                  </a:lnTo>
                  <a:lnTo>
                    <a:pt x="7232" y="40109"/>
                  </a:lnTo>
                  <a:lnTo>
                    <a:pt x="7277" y="39840"/>
                  </a:lnTo>
                  <a:lnTo>
                    <a:pt x="9118" y="34585"/>
                  </a:lnTo>
                  <a:lnTo>
                    <a:pt x="10870" y="29330"/>
                  </a:lnTo>
                  <a:lnTo>
                    <a:pt x="12622" y="24075"/>
                  </a:lnTo>
                  <a:lnTo>
                    <a:pt x="14329" y="18865"/>
                  </a:lnTo>
                  <a:lnTo>
                    <a:pt x="15676" y="14687"/>
                  </a:lnTo>
                  <a:lnTo>
                    <a:pt x="16350" y="12442"/>
                  </a:lnTo>
                  <a:lnTo>
                    <a:pt x="16979" y="10106"/>
                  </a:lnTo>
                  <a:lnTo>
                    <a:pt x="17518" y="7726"/>
                  </a:lnTo>
                  <a:lnTo>
                    <a:pt x="17742" y="6558"/>
                  </a:lnTo>
                  <a:lnTo>
                    <a:pt x="17967" y="5300"/>
                  </a:lnTo>
                  <a:lnTo>
                    <a:pt x="18191" y="4088"/>
                  </a:lnTo>
                  <a:lnTo>
                    <a:pt x="18326" y="2875"/>
                  </a:lnTo>
                  <a:lnTo>
                    <a:pt x="18461" y="1617"/>
                  </a:lnTo>
                  <a:lnTo>
                    <a:pt x="18551" y="404"/>
                  </a:lnTo>
                  <a:lnTo>
                    <a:pt x="18551" y="0"/>
                  </a:lnTo>
                  <a:close/>
                </a:path>
              </a:pathLst>
            </a:custGeom>
            <a:solidFill>
              <a:srgbClr val="9AC45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57"/>
            <p:cNvSpPr/>
            <p:nvPr/>
          </p:nvSpPr>
          <p:spPr>
            <a:xfrm>
              <a:off x="6577875" y="3000100"/>
              <a:ext cx="413250" cy="988150"/>
            </a:xfrm>
            <a:custGeom>
              <a:rect b="b" l="l" r="r" t="t"/>
              <a:pathLst>
                <a:path extrusionOk="0" h="39526" w="16530">
                  <a:moveTo>
                    <a:pt x="11858" y="6917"/>
                  </a:moveTo>
                  <a:lnTo>
                    <a:pt x="11858" y="6962"/>
                  </a:lnTo>
                  <a:lnTo>
                    <a:pt x="11858" y="7007"/>
                  </a:lnTo>
                  <a:lnTo>
                    <a:pt x="11634" y="7860"/>
                  </a:lnTo>
                  <a:lnTo>
                    <a:pt x="11589" y="7905"/>
                  </a:lnTo>
                  <a:lnTo>
                    <a:pt x="11544" y="7860"/>
                  </a:lnTo>
                  <a:lnTo>
                    <a:pt x="11544" y="7815"/>
                  </a:lnTo>
                  <a:lnTo>
                    <a:pt x="11769" y="6962"/>
                  </a:lnTo>
                  <a:lnTo>
                    <a:pt x="11813" y="6962"/>
                  </a:lnTo>
                  <a:lnTo>
                    <a:pt x="11858" y="6917"/>
                  </a:lnTo>
                  <a:close/>
                  <a:moveTo>
                    <a:pt x="11858" y="10241"/>
                  </a:moveTo>
                  <a:lnTo>
                    <a:pt x="11903" y="10286"/>
                  </a:lnTo>
                  <a:lnTo>
                    <a:pt x="11230" y="11768"/>
                  </a:lnTo>
                  <a:lnTo>
                    <a:pt x="11409" y="11858"/>
                  </a:lnTo>
                  <a:lnTo>
                    <a:pt x="11140" y="11813"/>
                  </a:lnTo>
                  <a:lnTo>
                    <a:pt x="11140" y="11768"/>
                  </a:lnTo>
                  <a:lnTo>
                    <a:pt x="11813" y="10241"/>
                  </a:lnTo>
                  <a:close/>
                  <a:moveTo>
                    <a:pt x="12308" y="13789"/>
                  </a:moveTo>
                  <a:lnTo>
                    <a:pt x="12308" y="13879"/>
                  </a:lnTo>
                  <a:lnTo>
                    <a:pt x="9882" y="17248"/>
                  </a:lnTo>
                  <a:lnTo>
                    <a:pt x="10017" y="17337"/>
                  </a:lnTo>
                  <a:lnTo>
                    <a:pt x="9792" y="17248"/>
                  </a:lnTo>
                  <a:lnTo>
                    <a:pt x="9747" y="17203"/>
                  </a:lnTo>
                  <a:lnTo>
                    <a:pt x="9792" y="17158"/>
                  </a:lnTo>
                  <a:lnTo>
                    <a:pt x="12218" y="13834"/>
                  </a:lnTo>
                  <a:lnTo>
                    <a:pt x="12308" y="13789"/>
                  </a:lnTo>
                  <a:close/>
                  <a:moveTo>
                    <a:pt x="14149" y="17113"/>
                  </a:moveTo>
                  <a:lnTo>
                    <a:pt x="14149" y="17158"/>
                  </a:lnTo>
                  <a:lnTo>
                    <a:pt x="13385" y="18281"/>
                  </a:lnTo>
                  <a:lnTo>
                    <a:pt x="12577" y="19404"/>
                  </a:lnTo>
                  <a:lnTo>
                    <a:pt x="11724" y="20437"/>
                  </a:lnTo>
                  <a:lnTo>
                    <a:pt x="10825" y="21470"/>
                  </a:lnTo>
                  <a:lnTo>
                    <a:pt x="9837" y="22413"/>
                  </a:lnTo>
                  <a:lnTo>
                    <a:pt x="8849" y="23356"/>
                  </a:lnTo>
                  <a:lnTo>
                    <a:pt x="7816" y="24209"/>
                  </a:lnTo>
                  <a:lnTo>
                    <a:pt x="6738" y="25063"/>
                  </a:lnTo>
                  <a:lnTo>
                    <a:pt x="6873" y="25198"/>
                  </a:lnTo>
                  <a:lnTo>
                    <a:pt x="6648" y="25018"/>
                  </a:lnTo>
                  <a:lnTo>
                    <a:pt x="6693" y="24973"/>
                  </a:lnTo>
                  <a:lnTo>
                    <a:pt x="7771" y="24120"/>
                  </a:lnTo>
                  <a:lnTo>
                    <a:pt x="8804" y="23266"/>
                  </a:lnTo>
                  <a:lnTo>
                    <a:pt x="9792" y="22368"/>
                  </a:lnTo>
                  <a:lnTo>
                    <a:pt x="10736" y="21380"/>
                  </a:lnTo>
                  <a:lnTo>
                    <a:pt x="11634" y="20392"/>
                  </a:lnTo>
                  <a:lnTo>
                    <a:pt x="12487" y="19314"/>
                  </a:lnTo>
                  <a:lnTo>
                    <a:pt x="13296" y="18236"/>
                  </a:lnTo>
                  <a:lnTo>
                    <a:pt x="14059" y="17113"/>
                  </a:lnTo>
                  <a:close/>
                  <a:moveTo>
                    <a:pt x="8445" y="26186"/>
                  </a:moveTo>
                  <a:lnTo>
                    <a:pt x="8490" y="26231"/>
                  </a:lnTo>
                  <a:lnTo>
                    <a:pt x="8445" y="26276"/>
                  </a:lnTo>
                  <a:lnTo>
                    <a:pt x="6783" y="27219"/>
                  </a:lnTo>
                  <a:lnTo>
                    <a:pt x="6873" y="27398"/>
                  </a:lnTo>
                  <a:lnTo>
                    <a:pt x="6873" y="27398"/>
                  </a:lnTo>
                  <a:lnTo>
                    <a:pt x="6693" y="27219"/>
                  </a:lnTo>
                  <a:lnTo>
                    <a:pt x="6693" y="27174"/>
                  </a:lnTo>
                  <a:lnTo>
                    <a:pt x="6693" y="27129"/>
                  </a:lnTo>
                  <a:lnTo>
                    <a:pt x="8400" y="26186"/>
                  </a:lnTo>
                  <a:close/>
                  <a:moveTo>
                    <a:pt x="6783" y="30183"/>
                  </a:moveTo>
                  <a:lnTo>
                    <a:pt x="6783" y="30228"/>
                  </a:lnTo>
                  <a:lnTo>
                    <a:pt x="6738" y="30273"/>
                  </a:lnTo>
                  <a:lnTo>
                    <a:pt x="6064" y="30632"/>
                  </a:lnTo>
                  <a:lnTo>
                    <a:pt x="5975" y="30632"/>
                  </a:lnTo>
                  <a:lnTo>
                    <a:pt x="5975" y="30587"/>
                  </a:lnTo>
                  <a:lnTo>
                    <a:pt x="6019" y="30542"/>
                  </a:lnTo>
                  <a:lnTo>
                    <a:pt x="6693" y="30183"/>
                  </a:lnTo>
                  <a:close/>
                  <a:moveTo>
                    <a:pt x="10017" y="30812"/>
                  </a:moveTo>
                  <a:lnTo>
                    <a:pt x="10017" y="30857"/>
                  </a:lnTo>
                  <a:lnTo>
                    <a:pt x="10017" y="30902"/>
                  </a:lnTo>
                  <a:lnTo>
                    <a:pt x="9298" y="31576"/>
                  </a:lnTo>
                  <a:lnTo>
                    <a:pt x="8535" y="32159"/>
                  </a:lnTo>
                  <a:lnTo>
                    <a:pt x="7771" y="32743"/>
                  </a:lnTo>
                  <a:lnTo>
                    <a:pt x="6963" y="33282"/>
                  </a:lnTo>
                  <a:lnTo>
                    <a:pt x="6109" y="33731"/>
                  </a:lnTo>
                  <a:lnTo>
                    <a:pt x="5256" y="34181"/>
                  </a:lnTo>
                  <a:lnTo>
                    <a:pt x="4358" y="34585"/>
                  </a:lnTo>
                  <a:lnTo>
                    <a:pt x="3414" y="34899"/>
                  </a:lnTo>
                  <a:lnTo>
                    <a:pt x="3504" y="35079"/>
                  </a:lnTo>
                  <a:lnTo>
                    <a:pt x="3369" y="34854"/>
                  </a:lnTo>
                  <a:lnTo>
                    <a:pt x="3414" y="34809"/>
                  </a:lnTo>
                  <a:lnTo>
                    <a:pt x="4313" y="34450"/>
                  </a:lnTo>
                  <a:lnTo>
                    <a:pt x="5211" y="34091"/>
                  </a:lnTo>
                  <a:lnTo>
                    <a:pt x="6064" y="33642"/>
                  </a:lnTo>
                  <a:lnTo>
                    <a:pt x="6918" y="33192"/>
                  </a:lnTo>
                  <a:lnTo>
                    <a:pt x="7726" y="32653"/>
                  </a:lnTo>
                  <a:lnTo>
                    <a:pt x="8490" y="32115"/>
                  </a:lnTo>
                  <a:lnTo>
                    <a:pt x="9253" y="31486"/>
                  </a:lnTo>
                  <a:lnTo>
                    <a:pt x="9972" y="30857"/>
                  </a:lnTo>
                  <a:lnTo>
                    <a:pt x="10017" y="30812"/>
                  </a:lnTo>
                  <a:close/>
                  <a:moveTo>
                    <a:pt x="5121" y="36292"/>
                  </a:moveTo>
                  <a:lnTo>
                    <a:pt x="4941" y="36471"/>
                  </a:lnTo>
                  <a:lnTo>
                    <a:pt x="4492" y="36741"/>
                  </a:lnTo>
                  <a:lnTo>
                    <a:pt x="3998" y="36965"/>
                  </a:lnTo>
                  <a:lnTo>
                    <a:pt x="3549" y="37145"/>
                  </a:lnTo>
                  <a:lnTo>
                    <a:pt x="3010" y="37235"/>
                  </a:lnTo>
                  <a:lnTo>
                    <a:pt x="2965" y="37190"/>
                  </a:lnTo>
                  <a:lnTo>
                    <a:pt x="3010" y="37100"/>
                  </a:lnTo>
                  <a:lnTo>
                    <a:pt x="3504" y="37010"/>
                  </a:lnTo>
                  <a:lnTo>
                    <a:pt x="3998" y="36876"/>
                  </a:lnTo>
                  <a:lnTo>
                    <a:pt x="4447" y="36651"/>
                  </a:lnTo>
                  <a:lnTo>
                    <a:pt x="4852" y="36381"/>
                  </a:lnTo>
                  <a:lnTo>
                    <a:pt x="4897" y="36381"/>
                  </a:lnTo>
                  <a:lnTo>
                    <a:pt x="4941" y="36426"/>
                  </a:lnTo>
                  <a:lnTo>
                    <a:pt x="5121" y="36292"/>
                  </a:lnTo>
                  <a:close/>
                  <a:moveTo>
                    <a:pt x="11319" y="0"/>
                  </a:moveTo>
                  <a:lnTo>
                    <a:pt x="11274" y="809"/>
                  </a:lnTo>
                  <a:lnTo>
                    <a:pt x="11140" y="1976"/>
                  </a:lnTo>
                  <a:lnTo>
                    <a:pt x="11005" y="3144"/>
                  </a:lnTo>
                  <a:lnTo>
                    <a:pt x="10825" y="4357"/>
                  </a:lnTo>
                  <a:lnTo>
                    <a:pt x="10646" y="5480"/>
                  </a:lnTo>
                  <a:lnTo>
                    <a:pt x="10152" y="7815"/>
                  </a:lnTo>
                  <a:lnTo>
                    <a:pt x="9613" y="10061"/>
                  </a:lnTo>
                  <a:lnTo>
                    <a:pt x="9029" y="12262"/>
                  </a:lnTo>
                  <a:lnTo>
                    <a:pt x="8400" y="14373"/>
                  </a:lnTo>
                  <a:lnTo>
                    <a:pt x="7142" y="18370"/>
                  </a:lnTo>
                  <a:lnTo>
                    <a:pt x="5436" y="23581"/>
                  </a:lnTo>
                  <a:lnTo>
                    <a:pt x="3684" y="28791"/>
                  </a:lnTo>
                  <a:lnTo>
                    <a:pt x="1887" y="34046"/>
                  </a:lnTo>
                  <a:lnTo>
                    <a:pt x="91" y="39256"/>
                  </a:lnTo>
                  <a:lnTo>
                    <a:pt x="1" y="39526"/>
                  </a:lnTo>
                  <a:lnTo>
                    <a:pt x="315" y="39526"/>
                  </a:lnTo>
                  <a:lnTo>
                    <a:pt x="1303" y="39481"/>
                  </a:lnTo>
                  <a:lnTo>
                    <a:pt x="1977" y="39391"/>
                  </a:lnTo>
                  <a:lnTo>
                    <a:pt x="2696" y="39256"/>
                  </a:lnTo>
                  <a:lnTo>
                    <a:pt x="3504" y="39121"/>
                  </a:lnTo>
                  <a:lnTo>
                    <a:pt x="4358" y="38897"/>
                  </a:lnTo>
                  <a:lnTo>
                    <a:pt x="5256" y="38627"/>
                  </a:lnTo>
                  <a:lnTo>
                    <a:pt x="6154" y="38268"/>
                  </a:lnTo>
                  <a:lnTo>
                    <a:pt x="7052" y="37864"/>
                  </a:lnTo>
                  <a:lnTo>
                    <a:pt x="7996" y="37370"/>
                  </a:lnTo>
                  <a:lnTo>
                    <a:pt x="8894" y="36786"/>
                  </a:lnTo>
                  <a:lnTo>
                    <a:pt x="9747" y="36067"/>
                  </a:lnTo>
                  <a:lnTo>
                    <a:pt x="10152" y="35708"/>
                  </a:lnTo>
                  <a:lnTo>
                    <a:pt x="10556" y="35303"/>
                  </a:lnTo>
                  <a:lnTo>
                    <a:pt x="10960" y="34854"/>
                  </a:lnTo>
                  <a:lnTo>
                    <a:pt x="11319" y="34405"/>
                  </a:lnTo>
                  <a:lnTo>
                    <a:pt x="11679" y="33911"/>
                  </a:lnTo>
                  <a:lnTo>
                    <a:pt x="12038" y="33372"/>
                  </a:lnTo>
                  <a:lnTo>
                    <a:pt x="12352" y="32788"/>
                  </a:lnTo>
                  <a:lnTo>
                    <a:pt x="12622" y="32204"/>
                  </a:lnTo>
                  <a:lnTo>
                    <a:pt x="12712" y="32070"/>
                  </a:lnTo>
                  <a:lnTo>
                    <a:pt x="12577" y="31980"/>
                  </a:lnTo>
                  <a:lnTo>
                    <a:pt x="12487" y="31845"/>
                  </a:lnTo>
                  <a:lnTo>
                    <a:pt x="12352" y="31665"/>
                  </a:lnTo>
                  <a:lnTo>
                    <a:pt x="12263" y="31441"/>
                  </a:lnTo>
                  <a:lnTo>
                    <a:pt x="12263" y="31171"/>
                  </a:lnTo>
                  <a:lnTo>
                    <a:pt x="12263" y="30992"/>
                  </a:lnTo>
                  <a:lnTo>
                    <a:pt x="12352" y="30812"/>
                  </a:lnTo>
                  <a:lnTo>
                    <a:pt x="12802" y="30183"/>
                  </a:lnTo>
                  <a:lnTo>
                    <a:pt x="13341" y="29330"/>
                  </a:lnTo>
                  <a:lnTo>
                    <a:pt x="14059" y="28252"/>
                  </a:lnTo>
                  <a:lnTo>
                    <a:pt x="14419" y="27578"/>
                  </a:lnTo>
                  <a:lnTo>
                    <a:pt x="14778" y="26859"/>
                  </a:lnTo>
                  <a:lnTo>
                    <a:pt x="15137" y="26051"/>
                  </a:lnTo>
                  <a:lnTo>
                    <a:pt x="15452" y="25198"/>
                  </a:lnTo>
                  <a:lnTo>
                    <a:pt x="15766" y="24299"/>
                  </a:lnTo>
                  <a:lnTo>
                    <a:pt x="16035" y="23311"/>
                  </a:lnTo>
                  <a:lnTo>
                    <a:pt x="16260" y="22233"/>
                  </a:lnTo>
                  <a:lnTo>
                    <a:pt x="16440" y="21110"/>
                  </a:lnTo>
                  <a:lnTo>
                    <a:pt x="16530" y="19943"/>
                  </a:lnTo>
                  <a:lnTo>
                    <a:pt x="16530" y="18685"/>
                  </a:lnTo>
                  <a:lnTo>
                    <a:pt x="16485" y="17382"/>
                  </a:lnTo>
                  <a:lnTo>
                    <a:pt x="16305" y="16035"/>
                  </a:lnTo>
                  <a:lnTo>
                    <a:pt x="16305" y="15900"/>
                  </a:lnTo>
                  <a:lnTo>
                    <a:pt x="16170" y="15855"/>
                  </a:lnTo>
                  <a:lnTo>
                    <a:pt x="15991" y="15765"/>
                  </a:lnTo>
                  <a:lnTo>
                    <a:pt x="15811" y="15631"/>
                  </a:lnTo>
                  <a:lnTo>
                    <a:pt x="15631" y="15406"/>
                  </a:lnTo>
                  <a:lnTo>
                    <a:pt x="15541" y="15137"/>
                  </a:lnTo>
                  <a:lnTo>
                    <a:pt x="15182" y="13071"/>
                  </a:lnTo>
                  <a:lnTo>
                    <a:pt x="14823" y="11409"/>
                  </a:lnTo>
                  <a:lnTo>
                    <a:pt x="14374" y="9477"/>
                  </a:lnTo>
                  <a:lnTo>
                    <a:pt x="13835" y="7366"/>
                  </a:lnTo>
                  <a:lnTo>
                    <a:pt x="13206" y="5121"/>
                  </a:lnTo>
                  <a:lnTo>
                    <a:pt x="12847" y="3998"/>
                  </a:lnTo>
                  <a:lnTo>
                    <a:pt x="12487" y="2920"/>
                  </a:lnTo>
                  <a:lnTo>
                    <a:pt x="12083" y="1797"/>
                  </a:lnTo>
                  <a:lnTo>
                    <a:pt x="11634" y="764"/>
                  </a:lnTo>
                  <a:lnTo>
                    <a:pt x="11319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57"/>
            <p:cNvSpPr/>
            <p:nvPr/>
          </p:nvSpPr>
          <p:spPr>
            <a:xfrm>
              <a:off x="6370150" y="2960800"/>
              <a:ext cx="505325" cy="1053275"/>
            </a:xfrm>
            <a:custGeom>
              <a:rect b="b" l="l" r="r" t="t"/>
              <a:pathLst>
                <a:path extrusionOk="0" h="42131" w="20213">
                  <a:moveTo>
                    <a:pt x="19404" y="0"/>
                  </a:moveTo>
                  <a:lnTo>
                    <a:pt x="19314" y="45"/>
                  </a:lnTo>
                  <a:lnTo>
                    <a:pt x="19179" y="90"/>
                  </a:lnTo>
                  <a:lnTo>
                    <a:pt x="18146" y="764"/>
                  </a:lnTo>
                  <a:lnTo>
                    <a:pt x="17113" y="1482"/>
                  </a:lnTo>
                  <a:lnTo>
                    <a:pt x="16080" y="2291"/>
                  </a:lnTo>
                  <a:lnTo>
                    <a:pt x="15092" y="3144"/>
                  </a:lnTo>
                  <a:lnTo>
                    <a:pt x="14104" y="3998"/>
                  </a:lnTo>
                  <a:lnTo>
                    <a:pt x="13116" y="4851"/>
                  </a:lnTo>
                  <a:lnTo>
                    <a:pt x="11319" y="6558"/>
                  </a:lnTo>
                  <a:lnTo>
                    <a:pt x="9747" y="8175"/>
                  </a:lnTo>
                  <a:lnTo>
                    <a:pt x="8400" y="9612"/>
                  </a:lnTo>
                  <a:lnTo>
                    <a:pt x="6738" y="11409"/>
                  </a:lnTo>
                  <a:lnTo>
                    <a:pt x="6513" y="11319"/>
                  </a:lnTo>
                  <a:lnTo>
                    <a:pt x="6289" y="11319"/>
                  </a:lnTo>
                  <a:lnTo>
                    <a:pt x="6064" y="11409"/>
                  </a:lnTo>
                  <a:lnTo>
                    <a:pt x="5839" y="11543"/>
                  </a:lnTo>
                  <a:lnTo>
                    <a:pt x="4896" y="12711"/>
                  </a:lnTo>
                  <a:lnTo>
                    <a:pt x="4088" y="13834"/>
                  </a:lnTo>
                  <a:lnTo>
                    <a:pt x="3414" y="15002"/>
                  </a:lnTo>
                  <a:lnTo>
                    <a:pt x="2830" y="16125"/>
                  </a:lnTo>
                  <a:lnTo>
                    <a:pt x="2336" y="17248"/>
                  </a:lnTo>
                  <a:lnTo>
                    <a:pt x="1932" y="18326"/>
                  </a:lnTo>
                  <a:lnTo>
                    <a:pt x="1617" y="19404"/>
                  </a:lnTo>
                  <a:lnTo>
                    <a:pt x="1348" y="20392"/>
                  </a:lnTo>
                  <a:lnTo>
                    <a:pt x="1168" y="21380"/>
                  </a:lnTo>
                  <a:lnTo>
                    <a:pt x="1078" y="22323"/>
                  </a:lnTo>
                  <a:lnTo>
                    <a:pt x="989" y="23176"/>
                  </a:lnTo>
                  <a:lnTo>
                    <a:pt x="944" y="23985"/>
                  </a:lnTo>
                  <a:lnTo>
                    <a:pt x="944" y="25377"/>
                  </a:lnTo>
                  <a:lnTo>
                    <a:pt x="1034" y="26455"/>
                  </a:lnTo>
                  <a:lnTo>
                    <a:pt x="1034" y="27039"/>
                  </a:lnTo>
                  <a:lnTo>
                    <a:pt x="944" y="27084"/>
                  </a:lnTo>
                  <a:lnTo>
                    <a:pt x="674" y="27084"/>
                  </a:lnTo>
                  <a:lnTo>
                    <a:pt x="405" y="27219"/>
                  </a:lnTo>
                  <a:lnTo>
                    <a:pt x="225" y="27398"/>
                  </a:lnTo>
                  <a:lnTo>
                    <a:pt x="180" y="27533"/>
                  </a:lnTo>
                  <a:lnTo>
                    <a:pt x="135" y="27668"/>
                  </a:lnTo>
                  <a:lnTo>
                    <a:pt x="45" y="28521"/>
                  </a:lnTo>
                  <a:lnTo>
                    <a:pt x="0" y="29330"/>
                  </a:lnTo>
                  <a:lnTo>
                    <a:pt x="0" y="30138"/>
                  </a:lnTo>
                  <a:lnTo>
                    <a:pt x="90" y="30902"/>
                  </a:lnTo>
                  <a:lnTo>
                    <a:pt x="180" y="31665"/>
                  </a:lnTo>
                  <a:lnTo>
                    <a:pt x="360" y="32384"/>
                  </a:lnTo>
                  <a:lnTo>
                    <a:pt x="539" y="33103"/>
                  </a:lnTo>
                  <a:lnTo>
                    <a:pt x="764" y="33776"/>
                  </a:lnTo>
                  <a:lnTo>
                    <a:pt x="989" y="34405"/>
                  </a:lnTo>
                  <a:lnTo>
                    <a:pt x="1303" y="35034"/>
                  </a:lnTo>
                  <a:lnTo>
                    <a:pt x="1617" y="35663"/>
                  </a:lnTo>
                  <a:lnTo>
                    <a:pt x="1932" y="36247"/>
                  </a:lnTo>
                  <a:lnTo>
                    <a:pt x="2291" y="36786"/>
                  </a:lnTo>
                  <a:lnTo>
                    <a:pt x="2650" y="37280"/>
                  </a:lnTo>
                  <a:lnTo>
                    <a:pt x="3414" y="38268"/>
                  </a:lnTo>
                  <a:lnTo>
                    <a:pt x="4178" y="39121"/>
                  </a:lnTo>
                  <a:lnTo>
                    <a:pt x="4941" y="39885"/>
                  </a:lnTo>
                  <a:lnTo>
                    <a:pt x="5660" y="40514"/>
                  </a:lnTo>
                  <a:lnTo>
                    <a:pt x="6334" y="41053"/>
                  </a:lnTo>
                  <a:lnTo>
                    <a:pt x="6872" y="41457"/>
                  </a:lnTo>
                  <a:lnTo>
                    <a:pt x="7322" y="41771"/>
                  </a:lnTo>
                  <a:lnTo>
                    <a:pt x="7726" y="42041"/>
                  </a:lnTo>
                  <a:lnTo>
                    <a:pt x="7906" y="42086"/>
                  </a:lnTo>
                  <a:lnTo>
                    <a:pt x="8085" y="42131"/>
                  </a:lnTo>
                  <a:lnTo>
                    <a:pt x="8265" y="42086"/>
                  </a:lnTo>
                  <a:lnTo>
                    <a:pt x="8445" y="41996"/>
                  </a:lnTo>
                  <a:lnTo>
                    <a:pt x="8579" y="41906"/>
                  </a:lnTo>
                  <a:lnTo>
                    <a:pt x="8669" y="41771"/>
                  </a:lnTo>
                  <a:lnTo>
                    <a:pt x="8759" y="41636"/>
                  </a:lnTo>
                  <a:lnTo>
                    <a:pt x="8759" y="41502"/>
                  </a:lnTo>
                  <a:lnTo>
                    <a:pt x="8759" y="41232"/>
                  </a:lnTo>
                  <a:lnTo>
                    <a:pt x="8624" y="41008"/>
                  </a:lnTo>
                  <a:lnTo>
                    <a:pt x="8534" y="40918"/>
                  </a:lnTo>
                  <a:lnTo>
                    <a:pt x="8445" y="40828"/>
                  </a:lnTo>
                  <a:lnTo>
                    <a:pt x="8085" y="40603"/>
                  </a:lnTo>
                  <a:lnTo>
                    <a:pt x="7187" y="39975"/>
                  </a:lnTo>
                  <a:lnTo>
                    <a:pt x="6603" y="39525"/>
                  </a:lnTo>
                  <a:lnTo>
                    <a:pt x="5974" y="38942"/>
                  </a:lnTo>
                  <a:lnTo>
                    <a:pt x="5300" y="38313"/>
                  </a:lnTo>
                  <a:lnTo>
                    <a:pt x="4582" y="37549"/>
                  </a:lnTo>
                  <a:lnTo>
                    <a:pt x="3908" y="36696"/>
                  </a:lnTo>
                  <a:lnTo>
                    <a:pt x="3279" y="35798"/>
                  </a:lnTo>
                  <a:lnTo>
                    <a:pt x="2965" y="35303"/>
                  </a:lnTo>
                  <a:lnTo>
                    <a:pt x="2695" y="34764"/>
                  </a:lnTo>
                  <a:lnTo>
                    <a:pt x="2426" y="34225"/>
                  </a:lnTo>
                  <a:lnTo>
                    <a:pt x="2201" y="33642"/>
                  </a:lnTo>
                  <a:lnTo>
                    <a:pt x="1977" y="33058"/>
                  </a:lnTo>
                  <a:lnTo>
                    <a:pt x="1797" y="32474"/>
                  </a:lnTo>
                  <a:lnTo>
                    <a:pt x="1617" y="31845"/>
                  </a:lnTo>
                  <a:lnTo>
                    <a:pt x="1528" y="31171"/>
                  </a:lnTo>
                  <a:lnTo>
                    <a:pt x="1438" y="30498"/>
                  </a:lnTo>
                  <a:lnTo>
                    <a:pt x="1393" y="29824"/>
                  </a:lnTo>
                  <a:lnTo>
                    <a:pt x="1393" y="29105"/>
                  </a:lnTo>
                  <a:lnTo>
                    <a:pt x="1438" y="28387"/>
                  </a:lnTo>
                  <a:lnTo>
                    <a:pt x="1662" y="28297"/>
                  </a:lnTo>
                  <a:lnTo>
                    <a:pt x="1887" y="28162"/>
                  </a:lnTo>
                  <a:lnTo>
                    <a:pt x="2111" y="27982"/>
                  </a:lnTo>
                  <a:lnTo>
                    <a:pt x="2291" y="27713"/>
                  </a:lnTo>
                  <a:lnTo>
                    <a:pt x="2381" y="27488"/>
                  </a:lnTo>
                  <a:lnTo>
                    <a:pt x="2426" y="27219"/>
                  </a:lnTo>
                  <a:lnTo>
                    <a:pt x="2426" y="26859"/>
                  </a:lnTo>
                  <a:lnTo>
                    <a:pt x="2381" y="26365"/>
                  </a:lnTo>
                  <a:lnTo>
                    <a:pt x="2336" y="25377"/>
                  </a:lnTo>
                  <a:lnTo>
                    <a:pt x="2336" y="24120"/>
                  </a:lnTo>
                  <a:lnTo>
                    <a:pt x="2381" y="23356"/>
                  </a:lnTo>
                  <a:lnTo>
                    <a:pt x="2426" y="22592"/>
                  </a:lnTo>
                  <a:lnTo>
                    <a:pt x="2516" y="21739"/>
                  </a:lnTo>
                  <a:lnTo>
                    <a:pt x="2695" y="20886"/>
                  </a:lnTo>
                  <a:lnTo>
                    <a:pt x="2920" y="19942"/>
                  </a:lnTo>
                  <a:lnTo>
                    <a:pt x="3189" y="18999"/>
                  </a:lnTo>
                  <a:lnTo>
                    <a:pt x="3504" y="18011"/>
                  </a:lnTo>
                  <a:lnTo>
                    <a:pt x="3953" y="16978"/>
                  </a:lnTo>
                  <a:lnTo>
                    <a:pt x="4447" y="15945"/>
                  </a:lnTo>
                  <a:lnTo>
                    <a:pt x="5076" y="14912"/>
                  </a:lnTo>
                  <a:lnTo>
                    <a:pt x="5795" y="13834"/>
                  </a:lnTo>
                  <a:lnTo>
                    <a:pt x="6603" y="12801"/>
                  </a:lnTo>
                  <a:lnTo>
                    <a:pt x="6917" y="12801"/>
                  </a:lnTo>
                  <a:lnTo>
                    <a:pt x="7232" y="12756"/>
                  </a:lnTo>
                  <a:lnTo>
                    <a:pt x="7501" y="12621"/>
                  </a:lnTo>
                  <a:lnTo>
                    <a:pt x="7681" y="12487"/>
                  </a:lnTo>
                  <a:lnTo>
                    <a:pt x="7816" y="12352"/>
                  </a:lnTo>
                  <a:lnTo>
                    <a:pt x="9208" y="10780"/>
                  </a:lnTo>
                  <a:lnTo>
                    <a:pt x="10511" y="9387"/>
                  </a:lnTo>
                  <a:lnTo>
                    <a:pt x="12083" y="7771"/>
                  </a:lnTo>
                  <a:lnTo>
                    <a:pt x="13879" y="6064"/>
                  </a:lnTo>
                  <a:lnTo>
                    <a:pt x="14822" y="5165"/>
                  </a:lnTo>
                  <a:lnTo>
                    <a:pt x="15811" y="4312"/>
                  </a:lnTo>
                  <a:lnTo>
                    <a:pt x="16844" y="3459"/>
                  </a:lnTo>
                  <a:lnTo>
                    <a:pt x="17877" y="2695"/>
                  </a:lnTo>
                  <a:lnTo>
                    <a:pt x="18865" y="1932"/>
                  </a:lnTo>
                  <a:lnTo>
                    <a:pt x="19898" y="1258"/>
                  </a:lnTo>
                  <a:lnTo>
                    <a:pt x="20033" y="1168"/>
                  </a:lnTo>
                  <a:lnTo>
                    <a:pt x="20078" y="1078"/>
                  </a:lnTo>
                  <a:lnTo>
                    <a:pt x="20212" y="809"/>
                  </a:lnTo>
                  <a:lnTo>
                    <a:pt x="20212" y="539"/>
                  </a:lnTo>
                  <a:lnTo>
                    <a:pt x="20167" y="449"/>
                  </a:lnTo>
                  <a:lnTo>
                    <a:pt x="20122" y="315"/>
                  </a:lnTo>
                  <a:lnTo>
                    <a:pt x="20033" y="180"/>
                  </a:lnTo>
                  <a:lnTo>
                    <a:pt x="19943" y="90"/>
                  </a:lnTo>
                  <a:lnTo>
                    <a:pt x="1967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57"/>
            <p:cNvSpPr/>
            <p:nvPr/>
          </p:nvSpPr>
          <p:spPr>
            <a:xfrm>
              <a:off x="6555425" y="2960800"/>
              <a:ext cx="460400" cy="1053275"/>
            </a:xfrm>
            <a:custGeom>
              <a:rect b="b" l="l" r="r" t="t"/>
              <a:pathLst>
                <a:path extrusionOk="0" h="42131" w="18416">
                  <a:moveTo>
                    <a:pt x="11948" y="0"/>
                  </a:moveTo>
                  <a:lnTo>
                    <a:pt x="11813" y="45"/>
                  </a:lnTo>
                  <a:lnTo>
                    <a:pt x="11678" y="135"/>
                  </a:lnTo>
                  <a:lnTo>
                    <a:pt x="11589" y="225"/>
                  </a:lnTo>
                  <a:lnTo>
                    <a:pt x="11454" y="449"/>
                  </a:lnTo>
                  <a:lnTo>
                    <a:pt x="11454" y="719"/>
                  </a:lnTo>
                  <a:lnTo>
                    <a:pt x="11454" y="854"/>
                  </a:lnTo>
                  <a:lnTo>
                    <a:pt x="11499" y="988"/>
                  </a:lnTo>
                  <a:lnTo>
                    <a:pt x="11993" y="2066"/>
                  </a:lnTo>
                  <a:lnTo>
                    <a:pt x="12487" y="3189"/>
                  </a:lnTo>
                  <a:lnTo>
                    <a:pt x="12936" y="4357"/>
                  </a:lnTo>
                  <a:lnTo>
                    <a:pt x="13340" y="5525"/>
                  </a:lnTo>
                  <a:lnTo>
                    <a:pt x="13745" y="6737"/>
                  </a:lnTo>
                  <a:lnTo>
                    <a:pt x="14104" y="7950"/>
                  </a:lnTo>
                  <a:lnTo>
                    <a:pt x="14733" y="10331"/>
                  </a:lnTo>
                  <a:lnTo>
                    <a:pt x="15227" y="12487"/>
                  </a:lnTo>
                  <a:lnTo>
                    <a:pt x="15631" y="14373"/>
                  </a:lnTo>
                  <a:lnTo>
                    <a:pt x="16035" y="16754"/>
                  </a:lnTo>
                  <a:lnTo>
                    <a:pt x="16080" y="16933"/>
                  </a:lnTo>
                  <a:lnTo>
                    <a:pt x="16170" y="17113"/>
                  </a:lnTo>
                  <a:lnTo>
                    <a:pt x="16350" y="17382"/>
                  </a:lnTo>
                  <a:lnTo>
                    <a:pt x="16574" y="17607"/>
                  </a:lnTo>
                  <a:lnTo>
                    <a:pt x="16844" y="17787"/>
                  </a:lnTo>
                  <a:lnTo>
                    <a:pt x="17023" y="19089"/>
                  </a:lnTo>
                  <a:lnTo>
                    <a:pt x="17068" y="20347"/>
                  </a:lnTo>
                  <a:lnTo>
                    <a:pt x="17023" y="21559"/>
                  </a:lnTo>
                  <a:lnTo>
                    <a:pt x="16933" y="22727"/>
                  </a:lnTo>
                  <a:lnTo>
                    <a:pt x="16754" y="23805"/>
                  </a:lnTo>
                  <a:lnTo>
                    <a:pt x="16529" y="24838"/>
                  </a:lnTo>
                  <a:lnTo>
                    <a:pt x="16305" y="25781"/>
                  </a:lnTo>
                  <a:lnTo>
                    <a:pt x="15990" y="26680"/>
                  </a:lnTo>
                  <a:lnTo>
                    <a:pt x="15631" y="27533"/>
                  </a:lnTo>
                  <a:lnTo>
                    <a:pt x="15317" y="28297"/>
                  </a:lnTo>
                  <a:lnTo>
                    <a:pt x="14957" y="29015"/>
                  </a:lnTo>
                  <a:lnTo>
                    <a:pt x="14598" y="29644"/>
                  </a:lnTo>
                  <a:lnTo>
                    <a:pt x="13924" y="30722"/>
                  </a:lnTo>
                  <a:lnTo>
                    <a:pt x="13385" y="31531"/>
                  </a:lnTo>
                  <a:lnTo>
                    <a:pt x="13071" y="31935"/>
                  </a:lnTo>
                  <a:lnTo>
                    <a:pt x="12891" y="32249"/>
                  </a:lnTo>
                  <a:lnTo>
                    <a:pt x="12801" y="32519"/>
                  </a:lnTo>
                  <a:lnTo>
                    <a:pt x="12756" y="32743"/>
                  </a:lnTo>
                  <a:lnTo>
                    <a:pt x="12801" y="33058"/>
                  </a:lnTo>
                  <a:lnTo>
                    <a:pt x="12891" y="33327"/>
                  </a:lnTo>
                  <a:lnTo>
                    <a:pt x="12981" y="33552"/>
                  </a:lnTo>
                  <a:lnTo>
                    <a:pt x="13116" y="33731"/>
                  </a:lnTo>
                  <a:lnTo>
                    <a:pt x="12801" y="34405"/>
                  </a:lnTo>
                  <a:lnTo>
                    <a:pt x="12442" y="34989"/>
                  </a:lnTo>
                  <a:lnTo>
                    <a:pt x="12038" y="35573"/>
                  </a:lnTo>
                  <a:lnTo>
                    <a:pt x="11634" y="36112"/>
                  </a:lnTo>
                  <a:lnTo>
                    <a:pt x="11184" y="36606"/>
                  </a:lnTo>
                  <a:lnTo>
                    <a:pt x="10735" y="37055"/>
                  </a:lnTo>
                  <a:lnTo>
                    <a:pt x="10241" y="37459"/>
                  </a:lnTo>
                  <a:lnTo>
                    <a:pt x="9747" y="37864"/>
                  </a:lnTo>
                  <a:lnTo>
                    <a:pt x="9253" y="38223"/>
                  </a:lnTo>
                  <a:lnTo>
                    <a:pt x="8759" y="38537"/>
                  </a:lnTo>
                  <a:lnTo>
                    <a:pt x="8220" y="38852"/>
                  </a:lnTo>
                  <a:lnTo>
                    <a:pt x="7726" y="39121"/>
                  </a:lnTo>
                  <a:lnTo>
                    <a:pt x="6693" y="39570"/>
                  </a:lnTo>
                  <a:lnTo>
                    <a:pt x="5660" y="39930"/>
                  </a:lnTo>
                  <a:lnTo>
                    <a:pt x="4672" y="40199"/>
                  </a:lnTo>
                  <a:lnTo>
                    <a:pt x="3773" y="40424"/>
                  </a:lnTo>
                  <a:lnTo>
                    <a:pt x="2920" y="40559"/>
                  </a:lnTo>
                  <a:lnTo>
                    <a:pt x="2201" y="40648"/>
                  </a:lnTo>
                  <a:lnTo>
                    <a:pt x="1123" y="40738"/>
                  </a:lnTo>
                  <a:lnTo>
                    <a:pt x="674" y="40738"/>
                  </a:lnTo>
                  <a:lnTo>
                    <a:pt x="405" y="40783"/>
                  </a:lnTo>
                  <a:lnTo>
                    <a:pt x="180" y="40918"/>
                  </a:lnTo>
                  <a:lnTo>
                    <a:pt x="45" y="41142"/>
                  </a:lnTo>
                  <a:lnTo>
                    <a:pt x="0" y="41277"/>
                  </a:lnTo>
                  <a:lnTo>
                    <a:pt x="0" y="41412"/>
                  </a:lnTo>
                  <a:lnTo>
                    <a:pt x="0" y="41547"/>
                  </a:lnTo>
                  <a:lnTo>
                    <a:pt x="45" y="41681"/>
                  </a:lnTo>
                  <a:lnTo>
                    <a:pt x="180" y="41906"/>
                  </a:lnTo>
                  <a:lnTo>
                    <a:pt x="405" y="42041"/>
                  </a:lnTo>
                  <a:lnTo>
                    <a:pt x="495" y="42086"/>
                  </a:lnTo>
                  <a:lnTo>
                    <a:pt x="629" y="42131"/>
                  </a:lnTo>
                  <a:lnTo>
                    <a:pt x="764" y="42131"/>
                  </a:lnTo>
                  <a:lnTo>
                    <a:pt x="1573" y="42086"/>
                  </a:lnTo>
                  <a:lnTo>
                    <a:pt x="2201" y="42041"/>
                  </a:lnTo>
                  <a:lnTo>
                    <a:pt x="2920" y="41951"/>
                  </a:lnTo>
                  <a:lnTo>
                    <a:pt x="3818" y="41816"/>
                  </a:lnTo>
                  <a:lnTo>
                    <a:pt x="4761" y="41592"/>
                  </a:lnTo>
                  <a:lnTo>
                    <a:pt x="5795" y="41322"/>
                  </a:lnTo>
                  <a:lnTo>
                    <a:pt x="6828" y="40963"/>
                  </a:lnTo>
                  <a:lnTo>
                    <a:pt x="7950" y="40514"/>
                  </a:lnTo>
                  <a:lnTo>
                    <a:pt x="9028" y="39975"/>
                  </a:lnTo>
                  <a:lnTo>
                    <a:pt x="9567" y="39660"/>
                  </a:lnTo>
                  <a:lnTo>
                    <a:pt x="10106" y="39301"/>
                  </a:lnTo>
                  <a:lnTo>
                    <a:pt x="10645" y="38897"/>
                  </a:lnTo>
                  <a:lnTo>
                    <a:pt x="11184" y="38492"/>
                  </a:lnTo>
                  <a:lnTo>
                    <a:pt x="11678" y="38043"/>
                  </a:lnTo>
                  <a:lnTo>
                    <a:pt x="12172" y="37549"/>
                  </a:lnTo>
                  <a:lnTo>
                    <a:pt x="12622" y="37055"/>
                  </a:lnTo>
                  <a:lnTo>
                    <a:pt x="13071" y="36471"/>
                  </a:lnTo>
                  <a:lnTo>
                    <a:pt x="13520" y="35887"/>
                  </a:lnTo>
                  <a:lnTo>
                    <a:pt x="13924" y="35214"/>
                  </a:lnTo>
                  <a:lnTo>
                    <a:pt x="14283" y="34540"/>
                  </a:lnTo>
                  <a:lnTo>
                    <a:pt x="14598" y="33821"/>
                  </a:lnTo>
                  <a:lnTo>
                    <a:pt x="14643" y="33687"/>
                  </a:lnTo>
                  <a:lnTo>
                    <a:pt x="14688" y="33552"/>
                  </a:lnTo>
                  <a:lnTo>
                    <a:pt x="14598" y="33282"/>
                  </a:lnTo>
                  <a:lnTo>
                    <a:pt x="14463" y="33058"/>
                  </a:lnTo>
                  <a:lnTo>
                    <a:pt x="14373" y="32968"/>
                  </a:lnTo>
                  <a:lnTo>
                    <a:pt x="14239" y="32923"/>
                  </a:lnTo>
                  <a:lnTo>
                    <a:pt x="14239" y="32878"/>
                  </a:lnTo>
                  <a:lnTo>
                    <a:pt x="14149" y="32833"/>
                  </a:lnTo>
                  <a:lnTo>
                    <a:pt x="14508" y="32294"/>
                  </a:lnTo>
                  <a:lnTo>
                    <a:pt x="15092" y="31441"/>
                  </a:lnTo>
                  <a:lnTo>
                    <a:pt x="15856" y="30228"/>
                  </a:lnTo>
                  <a:lnTo>
                    <a:pt x="16215" y="29554"/>
                  </a:lnTo>
                  <a:lnTo>
                    <a:pt x="16619" y="28746"/>
                  </a:lnTo>
                  <a:lnTo>
                    <a:pt x="16978" y="27892"/>
                  </a:lnTo>
                  <a:lnTo>
                    <a:pt x="17338" y="26994"/>
                  </a:lnTo>
                  <a:lnTo>
                    <a:pt x="17652" y="26006"/>
                  </a:lnTo>
                  <a:lnTo>
                    <a:pt x="17967" y="24928"/>
                  </a:lnTo>
                  <a:lnTo>
                    <a:pt x="18191" y="23805"/>
                  </a:lnTo>
                  <a:lnTo>
                    <a:pt x="18326" y="22592"/>
                  </a:lnTo>
                  <a:lnTo>
                    <a:pt x="18416" y="21290"/>
                  </a:lnTo>
                  <a:lnTo>
                    <a:pt x="18416" y="19987"/>
                  </a:lnTo>
                  <a:lnTo>
                    <a:pt x="18326" y="18550"/>
                  </a:lnTo>
                  <a:lnTo>
                    <a:pt x="18146" y="17068"/>
                  </a:lnTo>
                  <a:lnTo>
                    <a:pt x="18056" y="16843"/>
                  </a:lnTo>
                  <a:lnTo>
                    <a:pt x="17877" y="16664"/>
                  </a:lnTo>
                  <a:lnTo>
                    <a:pt x="17697" y="16529"/>
                  </a:lnTo>
                  <a:lnTo>
                    <a:pt x="17428" y="16484"/>
                  </a:lnTo>
                  <a:lnTo>
                    <a:pt x="16978" y="14059"/>
                  </a:lnTo>
                  <a:lnTo>
                    <a:pt x="16574" y="12172"/>
                  </a:lnTo>
                  <a:lnTo>
                    <a:pt x="16035" y="9926"/>
                  </a:lnTo>
                  <a:lnTo>
                    <a:pt x="15406" y="7546"/>
                  </a:lnTo>
                  <a:lnTo>
                    <a:pt x="15047" y="6288"/>
                  </a:lnTo>
                  <a:lnTo>
                    <a:pt x="14643" y="5076"/>
                  </a:lnTo>
                  <a:lnTo>
                    <a:pt x="14194" y="3818"/>
                  </a:lnTo>
                  <a:lnTo>
                    <a:pt x="13745" y="2605"/>
                  </a:lnTo>
                  <a:lnTo>
                    <a:pt x="13250" y="1482"/>
                  </a:lnTo>
                  <a:lnTo>
                    <a:pt x="12756" y="360"/>
                  </a:lnTo>
                  <a:lnTo>
                    <a:pt x="12667" y="225"/>
                  </a:lnTo>
                  <a:lnTo>
                    <a:pt x="12577" y="135"/>
                  </a:lnTo>
                  <a:lnTo>
                    <a:pt x="12352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57"/>
            <p:cNvSpPr/>
            <p:nvPr/>
          </p:nvSpPr>
          <p:spPr>
            <a:xfrm>
              <a:off x="6563275" y="2974275"/>
              <a:ext cx="305450" cy="1035300"/>
            </a:xfrm>
            <a:custGeom>
              <a:rect b="b" l="l" r="r" t="t"/>
              <a:pathLst>
                <a:path extrusionOk="0" h="41412" w="12218">
                  <a:moveTo>
                    <a:pt x="11769" y="0"/>
                  </a:moveTo>
                  <a:lnTo>
                    <a:pt x="11634" y="90"/>
                  </a:lnTo>
                  <a:lnTo>
                    <a:pt x="11544" y="180"/>
                  </a:lnTo>
                  <a:lnTo>
                    <a:pt x="11544" y="315"/>
                  </a:lnTo>
                  <a:lnTo>
                    <a:pt x="11454" y="1572"/>
                  </a:lnTo>
                  <a:lnTo>
                    <a:pt x="11364" y="2830"/>
                  </a:lnTo>
                  <a:lnTo>
                    <a:pt x="11185" y="4087"/>
                  </a:lnTo>
                  <a:lnTo>
                    <a:pt x="11005" y="5345"/>
                  </a:lnTo>
                  <a:lnTo>
                    <a:pt x="10825" y="6603"/>
                  </a:lnTo>
                  <a:lnTo>
                    <a:pt x="10556" y="7860"/>
                  </a:lnTo>
                  <a:lnTo>
                    <a:pt x="10017" y="10286"/>
                  </a:lnTo>
                  <a:lnTo>
                    <a:pt x="9388" y="12666"/>
                  </a:lnTo>
                  <a:lnTo>
                    <a:pt x="8714" y="14957"/>
                  </a:lnTo>
                  <a:lnTo>
                    <a:pt x="7996" y="17203"/>
                  </a:lnTo>
                  <a:lnTo>
                    <a:pt x="7322" y="19269"/>
                  </a:lnTo>
                  <a:lnTo>
                    <a:pt x="5525" y="24703"/>
                  </a:lnTo>
                  <a:lnTo>
                    <a:pt x="3729" y="30183"/>
                  </a:lnTo>
                  <a:lnTo>
                    <a:pt x="1887" y="35573"/>
                  </a:lnTo>
                  <a:lnTo>
                    <a:pt x="46" y="40963"/>
                  </a:lnTo>
                  <a:lnTo>
                    <a:pt x="1" y="41097"/>
                  </a:lnTo>
                  <a:lnTo>
                    <a:pt x="46" y="41232"/>
                  </a:lnTo>
                  <a:lnTo>
                    <a:pt x="136" y="41322"/>
                  </a:lnTo>
                  <a:lnTo>
                    <a:pt x="270" y="41412"/>
                  </a:lnTo>
                  <a:lnTo>
                    <a:pt x="450" y="41412"/>
                  </a:lnTo>
                  <a:lnTo>
                    <a:pt x="540" y="41367"/>
                  </a:lnTo>
                  <a:lnTo>
                    <a:pt x="630" y="41277"/>
                  </a:lnTo>
                  <a:lnTo>
                    <a:pt x="675" y="41187"/>
                  </a:lnTo>
                  <a:lnTo>
                    <a:pt x="2561" y="35798"/>
                  </a:lnTo>
                  <a:lnTo>
                    <a:pt x="4403" y="30363"/>
                  </a:lnTo>
                  <a:lnTo>
                    <a:pt x="6199" y="24928"/>
                  </a:lnTo>
                  <a:lnTo>
                    <a:pt x="7996" y="19493"/>
                  </a:lnTo>
                  <a:lnTo>
                    <a:pt x="8670" y="17382"/>
                  </a:lnTo>
                  <a:lnTo>
                    <a:pt x="9388" y="15137"/>
                  </a:lnTo>
                  <a:lnTo>
                    <a:pt x="10062" y="12846"/>
                  </a:lnTo>
                  <a:lnTo>
                    <a:pt x="10691" y="10420"/>
                  </a:lnTo>
                  <a:lnTo>
                    <a:pt x="11230" y="7950"/>
                  </a:lnTo>
                  <a:lnTo>
                    <a:pt x="11499" y="6693"/>
                  </a:lnTo>
                  <a:lnTo>
                    <a:pt x="11724" y="5435"/>
                  </a:lnTo>
                  <a:lnTo>
                    <a:pt x="11903" y="4177"/>
                  </a:lnTo>
                  <a:lnTo>
                    <a:pt x="12038" y="2920"/>
                  </a:lnTo>
                  <a:lnTo>
                    <a:pt x="12173" y="1617"/>
                  </a:lnTo>
                  <a:lnTo>
                    <a:pt x="12218" y="359"/>
                  </a:lnTo>
                  <a:lnTo>
                    <a:pt x="12173" y="225"/>
                  </a:lnTo>
                  <a:lnTo>
                    <a:pt x="12128" y="90"/>
                  </a:lnTo>
                  <a:lnTo>
                    <a:pt x="12038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57"/>
            <p:cNvSpPr/>
            <p:nvPr/>
          </p:nvSpPr>
          <p:spPr>
            <a:xfrm>
              <a:off x="6456600" y="3639000"/>
              <a:ext cx="128050" cy="230225"/>
            </a:xfrm>
            <a:custGeom>
              <a:rect b="b" l="l" r="r" t="t"/>
              <a:pathLst>
                <a:path extrusionOk="0" h="9209" w="5122">
                  <a:moveTo>
                    <a:pt x="405" y="1"/>
                  </a:moveTo>
                  <a:lnTo>
                    <a:pt x="270" y="46"/>
                  </a:lnTo>
                  <a:lnTo>
                    <a:pt x="136" y="91"/>
                  </a:lnTo>
                  <a:lnTo>
                    <a:pt x="46" y="181"/>
                  </a:lnTo>
                  <a:lnTo>
                    <a:pt x="1" y="315"/>
                  </a:lnTo>
                  <a:lnTo>
                    <a:pt x="1" y="450"/>
                  </a:lnTo>
                  <a:lnTo>
                    <a:pt x="405" y="1618"/>
                  </a:lnTo>
                  <a:lnTo>
                    <a:pt x="809" y="2786"/>
                  </a:lnTo>
                  <a:lnTo>
                    <a:pt x="1303" y="3909"/>
                  </a:lnTo>
                  <a:lnTo>
                    <a:pt x="1842" y="4986"/>
                  </a:lnTo>
                  <a:lnTo>
                    <a:pt x="2426" y="6064"/>
                  </a:lnTo>
                  <a:lnTo>
                    <a:pt x="3055" y="7097"/>
                  </a:lnTo>
                  <a:lnTo>
                    <a:pt x="3774" y="8131"/>
                  </a:lnTo>
                  <a:lnTo>
                    <a:pt x="4537" y="9074"/>
                  </a:lnTo>
                  <a:lnTo>
                    <a:pt x="4627" y="9164"/>
                  </a:lnTo>
                  <a:lnTo>
                    <a:pt x="4807" y="9209"/>
                  </a:lnTo>
                  <a:lnTo>
                    <a:pt x="4897" y="9164"/>
                  </a:lnTo>
                  <a:lnTo>
                    <a:pt x="5031" y="9119"/>
                  </a:lnTo>
                  <a:lnTo>
                    <a:pt x="5076" y="9029"/>
                  </a:lnTo>
                  <a:lnTo>
                    <a:pt x="5121" y="8894"/>
                  </a:lnTo>
                  <a:lnTo>
                    <a:pt x="5121" y="8759"/>
                  </a:lnTo>
                  <a:lnTo>
                    <a:pt x="5076" y="8625"/>
                  </a:lnTo>
                  <a:lnTo>
                    <a:pt x="4313" y="7681"/>
                  </a:lnTo>
                  <a:lnTo>
                    <a:pt x="3639" y="6738"/>
                  </a:lnTo>
                  <a:lnTo>
                    <a:pt x="3010" y="5705"/>
                  </a:lnTo>
                  <a:lnTo>
                    <a:pt x="2426" y="4672"/>
                  </a:lnTo>
                  <a:lnTo>
                    <a:pt x="1932" y="3594"/>
                  </a:lnTo>
                  <a:lnTo>
                    <a:pt x="1438" y="2516"/>
                  </a:lnTo>
                  <a:lnTo>
                    <a:pt x="1034" y="1393"/>
                  </a:lnTo>
                  <a:lnTo>
                    <a:pt x="675" y="270"/>
                  </a:lnTo>
                  <a:lnTo>
                    <a:pt x="630" y="136"/>
                  </a:lnTo>
                  <a:lnTo>
                    <a:pt x="540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57"/>
            <p:cNvSpPr/>
            <p:nvPr/>
          </p:nvSpPr>
          <p:spPr>
            <a:xfrm>
              <a:off x="6539700" y="3322350"/>
              <a:ext cx="110075" cy="297600"/>
            </a:xfrm>
            <a:custGeom>
              <a:rect b="b" l="l" r="r" t="t"/>
              <a:pathLst>
                <a:path extrusionOk="0" h="11904" w="4403">
                  <a:moveTo>
                    <a:pt x="315" y="1"/>
                  </a:moveTo>
                  <a:lnTo>
                    <a:pt x="180" y="46"/>
                  </a:lnTo>
                  <a:lnTo>
                    <a:pt x="90" y="136"/>
                  </a:lnTo>
                  <a:lnTo>
                    <a:pt x="1" y="225"/>
                  </a:lnTo>
                  <a:lnTo>
                    <a:pt x="1" y="360"/>
                  </a:lnTo>
                  <a:lnTo>
                    <a:pt x="135" y="1887"/>
                  </a:lnTo>
                  <a:lnTo>
                    <a:pt x="360" y="3369"/>
                  </a:lnTo>
                  <a:lnTo>
                    <a:pt x="674" y="4852"/>
                  </a:lnTo>
                  <a:lnTo>
                    <a:pt x="1124" y="6334"/>
                  </a:lnTo>
                  <a:lnTo>
                    <a:pt x="1618" y="7726"/>
                  </a:lnTo>
                  <a:lnTo>
                    <a:pt x="2246" y="9119"/>
                  </a:lnTo>
                  <a:lnTo>
                    <a:pt x="2965" y="10421"/>
                  </a:lnTo>
                  <a:lnTo>
                    <a:pt x="3774" y="11724"/>
                  </a:lnTo>
                  <a:lnTo>
                    <a:pt x="3908" y="11858"/>
                  </a:lnTo>
                  <a:lnTo>
                    <a:pt x="4043" y="11903"/>
                  </a:lnTo>
                  <a:lnTo>
                    <a:pt x="4178" y="11858"/>
                  </a:lnTo>
                  <a:lnTo>
                    <a:pt x="4268" y="11814"/>
                  </a:lnTo>
                  <a:lnTo>
                    <a:pt x="4357" y="11724"/>
                  </a:lnTo>
                  <a:lnTo>
                    <a:pt x="4402" y="11589"/>
                  </a:lnTo>
                  <a:lnTo>
                    <a:pt x="4402" y="11454"/>
                  </a:lnTo>
                  <a:lnTo>
                    <a:pt x="4357" y="11364"/>
                  </a:lnTo>
                  <a:lnTo>
                    <a:pt x="3549" y="10107"/>
                  </a:lnTo>
                  <a:lnTo>
                    <a:pt x="2875" y="8804"/>
                  </a:lnTo>
                  <a:lnTo>
                    <a:pt x="2291" y="7457"/>
                  </a:lnTo>
                  <a:lnTo>
                    <a:pt x="1752" y="6109"/>
                  </a:lnTo>
                  <a:lnTo>
                    <a:pt x="1348" y="4672"/>
                  </a:lnTo>
                  <a:lnTo>
                    <a:pt x="1034" y="3280"/>
                  </a:lnTo>
                  <a:lnTo>
                    <a:pt x="809" y="1797"/>
                  </a:lnTo>
                  <a:lnTo>
                    <a:pt x="674" y="360"/>
                  </a:lnTo>
                  <a:lnTo>
                    <a:pt x="629" y="225"/>
                  </a:lnTo>
                  <a:lnTo>
                    <a:pt x="585" y="91"/>
                  </a:lnTo>
                  <a:lnTo>
                    <a:pt x="450" y="46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57"/>
            <p:cNvSpPr/>
            <p:nvPr/>
          </p:nvSpPr>
          <p:spPr>
            <a:xfrm>
              <a:off x="6662100" y="3296525"/>
              <a:ext cx="40450" cy="126925"/>
            </a:xfrm>
            <a:custGeom>
              <a:rect b="b" l="l" r="r" t="t"/>
              <a:pathLst>
                <a:path extrusionOk="0" h="5077" w="1618">
                  <a:moveTo>
                    <a:pt x="270" y="1"/>
                  </a:moveTo>
                  <a:lnTo>
                    <a:pt x="135" y="46"/>
                  </a:lnTo>
                  <a:lnTo>
                    <a:pt x="45" y="136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944" y="4807"/>
                  </a:lnTo>
                  <a:lnTo>
                    <a:pt x="989" y="4897"/>
                  </a:lnTo>
                  <a:lnTo>
                    <a:pt x="1078" y="4986"/>
                  </a:lnTo>
                  <a:lnTo>
                    <a:pt x="1168" y="5076"/>
                  </a:lnTo>
                  <a:lnTo>
                    <a:pt x="1348" y="5076"/>
                  </a:lnTo>
                  <a:lnTo>
                    <a:pt x="1483" y="5031"/>
                  </a:lnTo>
                  <a:lnTo>
                    <a:pt x="1572" y="4941"/>
                  </a:lnTo>
                  <a:lnTo>
                    <a:pt x="1617" y="4807"/>
                  </a:lnTo>
                  <a:lnTo>
                    <a:pt x="1617" y="4672"/>
                  </a:lnTo>
                  <a:lnTo>
                    <a:pt x="674" y="270"/>
                  </a:lnTo>
                  <a:lnTo>
                    <a:pt x="629" y="136"/>
                  </a:lnTo>
                  <a:lnTo>
                    <a:pt x="539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57"/>
            <p:cNvSpPr/>
            <p:nvPr/>
          </p:nvSpPr>
          <p:spPr>
            <a:xfrm>
              <a:off x="6720500" y="3169650"/>
              <a:ext cx="23600" cy="86475"/>
            </a:xfrm>
            <a:custGeom>
              <a:rect b="b" l="l" r="r" t="t"/>
              <a:pathLst>
                <a:path extrusionOk="0" h="3459" w="944">
                  <a:moveTo>
                    <a:pt x="314" y="0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225" y="3144"/>
                  </a:lnTo>
                  <a:lnTo>
                    <a:pt x="270" y="3279"/>
                  </a:lnTo>
                  <a:lnTo>
                    <a:pt x="359" y="3369"/>
                  </a:lnTo>
                  <a:lnTo>
                    <a:pt x="449" y="3414"/>
                  </a:lnTo>
                  <a:lnTo>
                    <a:pt x="584" y="3459"/>
                  </a:lnTo>
                  <a:lnTo>
                    <a:pt x="629" y="3459"/>
                  </a:lnTo>
                  <a:lnTo>
                    <a:pt x="719" y="3414"/>
                  </a:lnTo>
                  <a:lnTo>
                    <a:pt x="853" y="3324"/>
                  </a:lnTo>
                  <a:lnTo>
                    <a:pt x="898" y="3234"/>
                  </a:lnTo>
                  <a:lnTo>
                    <a:pt x="943" y="3100"/>
                  </a:lnTo>
                  <a:lnTo>
                    <a:pt x="674" y="315"/>
                  </a:lnTo>
                  <a:lnTo>
                    <a:pt x="629" y="180"/>
                  </a:lnTo>
                  <a:lnTo>
                    <a:pt x="539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57"/>
            <p:cNvSpPr/>
            <p:nvPr/>
          </p:nvSpPr>
          <p:spPr>
            <a:xfrm>
              <a:off x="6773275" y="3125850"/>
              <a:ext cx="17975" cy="35950"/>
            </a:xfrm>
            <a:custGeom>
              <a:rect b="b" l="l" r="r" t="t"/>
              <a:pathLst>
                <a:path extrusionOk="0" h="1438" w="719">
                  <a:moveTo>
                    <a:pt x="314" y="1"/>
                  </a:moveTo>
                  <a:lnTo>
                    <a:pt x="180" y="46"/>
                  </a:lnTo>
                  <a:lnTo>
                    <a:pt x="90" y="91"/>
                  </a:lnTo>
                  <a:lnTo>
                    <a:pt x="0" y="225"/>
                  </a:lnTo>
                  <a:lnTo>
                    <a:pt x="0" y="360"/>
                  </a:lnTo>
                  <a:lnTo>
                    <a:pt x="45" y="1124"/>
                  </a:lnTo>
                  <a:lnTo>
                    <a:pt x="45" y="1258"/>
                  </a:lnTo>
                  <a:lnTo>
                    <a:pt x="135" y="1348"/>
                  </a:lnTo>
                  <a:lnTo>
                    <a:pt x="270" y="1438"/>
                  </a:lnTo>
                  <a:lnTo>
                    <a:pt x="539" y="1438"/>
                  </a:lnTo>
                  <a:lnTo>
                    <a:pt x="629" y="1348"/>
                  </a:lnTo>
                  <a:lnTo>
                    <a:pt x="719" y="1213"/>
                  </a:lnTo>
                  <a:lnTo>
                    <a:pt x="719" y="1079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57"/>
            <p:cNvSpPr/>
            <p:nvPr/>
          </p:nvSpPr>
          <p:spPr>
            <a:xfrm>
              <a:off x="6547575" y="3562650"/>
              <a:ext cx="68500" cy="102200"/>
            </a:xfrm>
            <a:custGeom>
              <a:rect b="b" l="l" r="r" t="t"/>
              <a:pathLst>
                <a:path extrusionOk="0" h="4088" w="2740">
                  <a:moveTo>
                    <a:pt x="270" y="1"/>
                  </a:moveTo>
                  <a:lnTo>
                    <a:pt x="135" y="91"/>
                  </a:lnTo>
                  <a:lnTo>
                    <a:pt x="45" y="180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2111" y="3908"/>
                  </a:lnTo>
                  <a:lnTo>
                    <a:pt x="2246" y="4043"/>
                  </a:lnTo>
                  <a:lnTo>
                    <a:pt x="2425" y="4088"/>
                  </a:lnTo>
                  <a:lnTo>
                    <a:pt x="2605" y="3998"/>
                  </a:lnTo>
                  <a:lnTo>
                    <a:pt x="2695" y="3908"/>
                  </a:lnTo>
                  <a:lnTo>
                    <a:pt x="2740" y="3818"/>
                  </a:lnTo>
                  <a:lnTo>
                    <a:pt x="2740" y="3684"/>
                  </a:lnTo>
                  <a:lnTo>
                    <a:pt x="2695" y="3549"/>
                  </a:lnTo>
                  <a:lnTo>
                    <a:pt x="629" y="180"/>
                  </a:lnTo>
                  <a:lnTo>
                    <a:pt x="539" y="91"/>
                  </a:lnTo>
                  <a:lnTo>
                    <a:pt x="404" y="46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57"/>
            <p:cNvSpPr/>
            <p:nvPr/>
          </p:nvSpPr>
          <p:spPr>
            <a:xfrm>
              <a:off x="6568900" y="3697400"/>
              <a:ext cx="33700" cy="40450"/>
            </a:xfrm>
            <a:custGeom>
              <a:rect b="b" l="l" r="r" t="t"/>
              <a:pathLst>
                <a:path extrusionOk="0" h="1618" w="1348">
                  <a:moveTo>
                    <a:pt x="270" y="0"/>
                  </a:moveTo>
                  <a:lnTo>
                    <a:pt x="135" y="45"/>
                  </a:lnTo>
                  <a:lnTo>
                    <a:pt x="45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39"/>
                  </a:lnTo>
                  <a:lnTo>
                    <a:pt x="719" y="1483"/>
                  </a:lnTo>
                  <a:lnTo>
                    <a:pt x="809" y="1573"/>
                  </a:lnTo>
                  <a:lnTo>
                    <a:pt x="989" y="1617"/>
                  </a:lnTo>
                  <a:lnTo>
                    <a:pt x="1078" y="1617"/>
                  </a:lnTo>
                  <a:lnTo>
                    <a:pt x="1168" y="1573"/>
                  </a:lnTo>
                  <a:lnTo>
                    <a:pt x="1258" y="1483"/>
                  </a:lnTo>
                  <a:lnTo>
                    <a:pt x="1348" y="1348"/>
                  </a:lnTo>
                  <a:lnTo>
                    <a:pt x="1303" y="1213"/>
                  </a:lnTo>
                  <a:lnTo>
                    <a:pt x="1258" y="1078"/>
                  </a:lnTo>
                  <a:lnTo>
                    <a:pt x="629" y="135"/>
                  </a:lnTo>
                  <a:lnTo>
                    <a:pt x="495" y="45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57"/>
            <p:cNvSpPr/>
            <p:nvPr/>
          </p:nvSpPr>
          <p:spPr>
            <a:xfrm>
              <a:off x="6506025" y="3859100"/>
              <a:ext cx="47175" cy="52800"/>
            </a:xfrm>
            <a:custGeom>
              <a:rect b="b" l="l" r="r" t="t"/>
              <a:pathLst>
                <a:path extrusionOk="0" h="2112" w="1887">
                  <a:moveTo>
                    <a:pt x="180" y="0"/>
                  </a:moveTo>
                  <a:lnTo>
                    <a:pt x="90" y="90"/>
                  </a:lnTo>
                  <a:lnTo>
                    <a:pt x="45" y="225"/>
                  </a:lnTo>
                  <a:lnTo>
                    <a:pt x="0" y="360"/>
                  </a:lnTo>
                  <a:lnTo>
                    <a:pt x="45" y="494"/>
                  </a:lnTo>
                  <a:lnTo>
                    <a:pt x="315" y="899"/>
                  </a:lnTo>
                  <a:lnTo>
                    <a:pt x="584" y="1348"/>
                  </a:lnTo>
                  <a:lnTo>
                    <a:pt x="943" y="1707"/>
                  </a:lnTo>
                  <a:lnTo>
                    <a:pt x="1348" y="2021"/>
                  </a:lnTo>
                  <a:lnTo>
                    <a:pt x="1437" y="2066"/>
                  </a:lnTo>
                  <a:lnTo>
                    <a:pt x="1572" y="2111"/>
                  </a:lnTo>
                  <a:lnTo>
                    <a:pt x="1707" y="2066"/>
                  </a:lnTo>
                  <a:lnTo>
                    <a:pt x="1842" y="1977"/>
                  </a:lnTo>
                  <a:lnTo>
                    <a:pt x="1887" y="1842"/>
                  </a:lnTo>
                  <a:lnTo>
                    <a:pt x="1887" y="1707"/>
                  </a:lnTo>
                  <a:lnTo>
                    <a:pt x="1842" y="1572"/>
                  </a:lnTo>
                  <a:lnTo>
                    <a:pt x="1752" y="1482"/>
                  </a:lnTo>
                  <a:lnTo>
                    <a:pt x="1437" y="1213"/>
                  </a:lnTo>
                  <a:lnTo>
                    <a:pt x="1123" y="899"/>
                  </a:lnTo>
                  <a:lnTo>
                    <a:pt x="899" y="539"/>
                  </a:lnTo>
                  <a:lnTo>
                    <a:pt x="674" y="180"/>
                  </a:lnTo>
                  <a:lnTo>
                    <a:pt x="584" y="45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57"/>
            <p:cNvSpPr/>
            <p:nvPr/>
          </p:nvSpPr>
          <p:spPr>
            <a:xfrm>
              <a:off x="6654250" y="3763650"/>
              <a:ext cx="181925" cy="116800"/>
            </a:xfrm>
            <a:custGeom>
              <a:rect b="b" l="l" r="r" t="t"/>
              <a:pathLst>
                <a:path extrusionOk="0" h="4672" w="7277">
                  <a:moveTo>
                    <a:pt x="6827" y="0"/>
                  </a:moveTo>
                  <a:lnTo>
                    <a:pt x="6692" y="90"/>
                  </a:lnTo>
                  <a:lnTo>
                    <a:pt x="6019" y="719"/>
                  </a:lnTo>
                  <a:lnTo>
                    <a:pt x="5255" y="1303"/>
                  </a:lnTo>
                  <a:lnTo>
                    <a:pt x="4492" y="1887"/>
                  </a:lnTo>
                  <a:lnTo>
                    <a:pt x="3683" y="2381"/>
                  </a:lnTo>
                  <a:lnTo>
                    <a:pt x="2875" y="2875"/>
                  </a:lnTo>
                  <a:lnTo>
                    <a:pt x="2021" y="3279"/>
                  </a:lnTo>
                  <a:lnTo>
                    <a:pt x="1123" y="3639"/>
                  </a:lnTo>
                  <a:lnTo>
                    <a:pt x="270" y="3998"/>
                  </a:lnTo>
                  <a:lnTo>
                    <a:pt x="135" y="4043"/>
                  </a:lnTo>
                  <a:lnTo>
                    <a:pt x="45" y="4178"/>
                  </a:lnTo>
                  <a:lnTo>
                    <a:pt x="0" y="4267"/>
                  </a:lnTo>
                  <a:lnTo>
                    <a:pt x="45" y="4402"/>
                  </a:lnTo>
                  <a:lnTo>
                    <a:pt x="90" y="4537"/>
                  </a:lnTo>
                  <a:lnTo>
                    <a:pt x="180" y="4582"/>
                  </a:lnTo>
                  <a:lnTo>
                    <a:pt x="270" y="4627"/>
                  </a:lnTo>
                  <a:lnTo>
                    <a:pt x="359" y="4672"/>
                  </a:lnTo>
                  <a:lnTo>
                    <a:pt x="494" y="4627"/>
                  </a:lnTo>
                  <a:lnTo>
                    <a:pt x="1392" y="4312"/>
                  </a:lnTo>
                  <a:lnTo>
                    <a:pt x="2291" y="3908"/>
                  </a:lnTo>
                  <a:lnTo>
                    <a:pt x="3189" y="3459"/>
                  </a:lnTo>
                  <a:lnTo>
                    <a:pt x="4042" y="2965"/>
                  </a:lnTo>
                  <a:lnTo>
                    <a:pt x="4896" y="2426"/>
                  </a:lnTo>
                  <a:lnTo>
                    <a:pt x="5659" y="1887"/>
                  </a:lnTo>
                  <a:lnTo>
                    <a:pt x="6468" y="1258"/>
                  </a:lnTo>
                  <a:lnTo>
                    <a:pt x="7186" y="584"/>
                  </a:lnTo>
                  <a:lnTo>
                    <a:pt x="7276" y="495"/>
                  </a:lnTo>
                  <a:lnTo>
                    <a:pt x="7276" y="360"/>
                  </a:lnTo>
                  <a:lnTo>
                    <a:pt x="7276" y="225"/>
                  </a:lnTo>
                  <a:lnTo>
                    <a:pt x="7186" y="90"/>
                  </a:lnTo>
                  <a:lnTo>
                    <a:pt x="7097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57"/>
            <p:cNvSpPr/>
            <p:nvPr/>
          </p:nvSpPr>
          <p:spPr>
            <a:xfrm>
              <a:off x="6737325" y="3420050"/>
              <a:ext cx="202150" cy="213375"/>
            </a:xfrm>
            <a:custGeom>
              <a:rect b="b" l="l" r="r" t="t"/>
              <a:pathLst>
                <a:path extrusionOk="0" h="8535" w="8086">
                  <a:moveTo>
                    <a:pt x="7681" y="0"/>
                  </a:moveTo>
                  <a:lnTo>
                    <a:pt x="7546" y="45"/>
                  </a:lnTo>
                  <a:lnTo>
                    <a:pt x="7457" y="180"/>
                  </a:lnTo>
                  <a:lnTo>
                    <a:pt x="6693" y="1258"/>
                  </a:lnTo>
                  <a:lnTo>
                    <a:pt x="5885" y="2336"/>
                  </a:lnTo>
                  <a:lnTo>
                    <a:pt x="5031" y="3369"/>
                  </a:lnTo>
                  <a:lnTo>
                    <a:pt x="4133" y="4402"/>
                  </a:lnTo>
                  <a:lnTo>
                    <a:pt x="3190" y="5345"/>
                  </a:lnTo>
                  <a:lnTo>
                    <a:pt x="2202" y="6244"/>
                  </a:lnTo>
                  <a:lnTo>
                    <a:pt x="1213" y="7097"/>
                  </a:lnTo>
                  <a:lnTo>
                    <a:pt x="135" y="7950"/>
                  </a:lnTo>
                  <a:lnTo>
                    <a:pt x="46" y="8040"/>
                  </a:lnTo>
                  <a:lnTo>
                    <a:pt x="1" y="8175"/>
                  </a:lnTo>
                  <a:lnTo>
                    <a:pt x="1" y="8310"/>
                  </a:lnTo>
                  <a:lnTo>
                    <a:pt x="46" y="8400"/>
                  </a:lnTo>
                  <a:lnTo>
                    <a:pt x="180" y="8534"/>
                  </a:lnTo>
                  <a:lnTo>
                    <a:pt x="450" y="8534"/>
                  </a:lnTo>
                  <a:lnTo>
                    <a:pt x="540" y="8489"/>
                  </a:lnTo>
                  <a:lnTo>
                    <a:pt x="1618" y="7636"/>
                  </a:lnTo>
                  <a:lnTo>
                    <a:pt x="2696" y="6783"/>
                  </a:lnTo>
                  <a:lnTo>
                    <a:pt x="3684" y="5839"/>
                  </a:lnTo>
                  <a:lnTo>
                    <a:pt x="4627" y="4851"/>
                  </a:lnTo>
                  <a:lnTo>
                    <a:pt x="5570" y="3818"/>
                  </a:lnTo>
                  <a:lnTo>
                    <a:pt x="6424" y="2785"/>
                  </a:lnTo>
                  <a:lnTo>
                    <a:pt x="7277" y="1662"/>
                  </a:lnTo>
                  <a:lnTo>
                    <a:pt x="8041" y="539"/>
                  </a:lnTo>
                  <a:lnTo>
                    <a:pt x="8085" y="405"/>
                  </a:lnTo>
                  <a:lnTo>
                    <a:pt x="8085" y="270"/>
                  </a:lnTo>
                  <a:lnTo>
                    <a:pt x="8041" y="135"/>
                  </a:lnTo>
                  <a:lnTo>
                    <a:pt x="7906" y="45"/>
                  </a:lnTo>
                  <a:lnTo>
                    <a:pt x="781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57"/>
            <p:cNvSpPr/>
            <p:nvPr/>
          </p:nvSpPr>
          <p:spPr>
            <a:xfrm>
              <a:off x="6814800" y="3338075"/>
              <a:ext cx="78625" cy="101100"/>
            </a:xfrm>
            <a:custGeom>
              <a:rect b="b" l="l" r="r" t="t"/>
              <a:pathLst>
                <a:path extrusionOk="0" h="4044" w="3145">
                  <a:moveTo>
                    <a:pt x="2741" y="1"/>
                  </a:moveTo>
                  <a:lnTo>
                    <a:pt x="2606" y="46"/>
                  </a:lnTo>
                  <a:lnTo>
                    <a:pt x="2516" y="135"/>
                  </a:lnTo>
                  <a:lnTo>
                    <a:pt x="46" y="3459"/>
                  </a:lnTo>
                  <a:lnTo>
                    <a:pt x="1" y="3594"/>
                  </a:lnTo>
                  <a:lnTo>
                    <a:pt x="1" y="3729"/>
                  </a:lnTo>
                  <a:lnTo>
                    <a:pt x="46" y="3863"/>
                  </a:lnTo>
                  <a:lnTo>
                    <a:pt x="136" y="3953"/>
                  </a:lnTo>
                  <a:lnTo>
                    <a:pt x="225" y="3998"/>
                  </a:lnTo>
                  <a:lnTo>
                    <a:pt x="360" y="4043"/>
                  </a:lnTo>
                  <a:lnTo>
                    <a:pt x="495" y="3998"/>
                  </a:lnTo>
                  <a:lnTo>
                    <a:pt x="630" y="3908"/>
                  </a:lnTo>
                  <a:lnTo>
                    <a:pt x="3055" y="540"/>
                  </a:lnTo>
                  <a:lnTo>
                    <a:pt x="3145" y="405"/>
                  </a:lnTo>
                  <a:lnTo>
                    <a:pt x="3145" y="270"/>
                  </a:lnTo>
                  <a:lnTo>
                    <a:pt x="3100" y="135"/>
                  </a:lnTo>
                  <a:lnTo>
                    <a:pt x="3010" y="46"/>
                  </a:lnTo>
                  <a:lnTo>
                    <a:pt x="287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57"/>
            <p:cNvSpPr/>
            <p:nvPr/>
          </p:nvSpPr>
          <p:spPr>
            <a:xfrm>
              <a:off x="6848500" y="3248250"/>
              <a:ext cx="33700" cy="55050"/>
            </a:xfrm>
            <a:custGeom>
              <a:rect b="b" l="l" r="r" t="t"/>
              <a:pathLst>
                <a:path extrusionOk="0" h="2202" w="1348">
                  <a:moveTo>
                    <a:pt x="1033" y="0"/>
                  </a:moveTo>
                  <a:lnTo>
                    <a:pt x="899" y="45"/>
                  </a:lnTo>
                  <a:lnTo>
                    <a:pt x="809" y="90"/>
                  </a:lnTo>
                  <a:lnTo>
                    <a:pt x="719" y="225"/>
                  </a:lnTo>
                  <a:lnTo>
                    <a:pt x="45" y="1707"/>
                  </a:lnTo>
                  <a:lnTo>
                    <a:pt x="0" y="1842"/>
                  </a:lnTo>
                  <a:lnTo>
                    <a:pt x="0" y="1977"/>
                  </a:lnTo>
                  <a:lnTo>
                    <a:pt x="90" y="2067"/>
                  </a:lnTo>
                  <a:lnTo>
                    <a:pt x="180" y="2156"/>
                  </a:lnTo>
                  <a:lnTo>
                    <a:pt x="360" y="2201"/>
                  </a:lnTo>
                  <a:lnTo>
                    <a:pt x="449" y="2156"/>
                  </a:lnTo>
                  <a:lnTo>
                    <a:pt x="539" y="2111"/>
                  </a:lnTo>
                  <a:lnTo>
                    <a:pt x="584" y="2067"/>
                  </a:lnTo>
                  <a:lnTo>
                    <a:pt x="674" y="1977"/>
                  </a:lnTo>
                  <a:lnTo>
                    <a:pt x="1348" y="495"/>
                  </a:lnTo>
                  <a:lnTo>
                    <a:pt x="1348" y="360"/>
                  </a:lnTo>
                  <a:lnTo>
                    <a:pt x="1348" y="225"/>
                  </a:lnTo>
                  <a:lnTo>
                    <a:pt x="1258" y="135"/>
                  </a:lnTo>
                  <a:lnTo>
                    <a:pt x="1168" y="45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57"/>
            <p:cNvSpPr/>
            <p:nvPr/>
          </p:nvSpPr>
          <p:spPr>
            <a:xfrm>
              <a:off x="6858600" y="3166275"/>
              <a:ext cx="23600" cy="38200"/>
            </a:xfrm>
            <a:custGeom>
              <a:rect b="b" l="l" r="r" t="t"/>
              <a:pathLst>
                <a:path extrusionOk="0" h="1528" w="944">
                  <a:moveTo>
                    <a:pt x="540" y="1"/>
                  </a:moveTo>
                  <a:lnTo>
                    <a:pt x="450" y="46"/>
                  </a:lnTo>
                  <a:lnTo>
                    <a:pt x="315" y="135"/>
                  </a:lnTo>
                  <a:lnTo>
                    <a:pt x="270" y="225"/>
                  </a:lnTo>
                  <a:lnTo>
                    <a:pt x="45" y="1124"/>
                  </a:lnTo>
                  <a:lnTo>
                    <a:pt x="1" y="1258"/>
                  </a:lnTo>
                  <a:lnTo>
                    <a:pt x="45" y="1348"/>
                  </a:lnTo>
                  <a:lnTo>
                    <a:pt x="135" y="1483"/>
                  </a:lnTo>
                  <a:lnTo>
                    <a:pt x="270" y="1528"/>
                  </a:lnTo>
                  <a:lnTo>
                    <a:pt x="450" y="1528"/>
                  </a:lnTo>
                  <a:lnTo>
                    <a:pt x="584" y="1483"/>
                  </a:lnTo>
                  <a:lnTo>
                    <a:pt x="629" y="1393"/>
                  </a:lnTo>
                  <a:lnTo>
                    <a:pt x="674" y="1303"/>
                  </a:lnTo>
                  <a:lnTo>
                    <a:pt x="944" y="450"/>
                  </a:lnTo>
                  <a:lnTo>
                    <a:pt x="944" y="315"/>
                  </a:lnTo>
                  <a:lnTo>
                    <a:pt x="899" y="180"/>
                  </a:lnTo>
                  <a:lnTo>
                    <a:pt x="809" y="90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57"/>
            <p:cNvSpPr/>
            <p:nvPr/>
          </p:nvSpPr>
          <p:spPr>
            <a:xfrm>
              <a:off x="6737325" y="3646875"/>
              <a:ext cx="60675" cy="41575"/>
            </a:xfrm>
            <a:custGeom>
              <a:rect b="b" l="l" r="r" t="t"/>
              <a:pathLst>
                <a:path extrusionOk="0" h="1663" w="2427">
                  <a:moveTo>
                    <a:pt x="2022" y="0"/>
                  </a:moveTo>
                  <a:lnTo>
                    <a:pt x="1887" y="45"/>
                  </a:lnTo>
                  <a:lnTo>
                    <a:pt x="180" y="1033"/>
                  </a:lnTo>
                  <a:lnTo>
                    <a:pt x="91" y="1123"/>
                  </a:lnTo>
                  <a:lnTo>
                    <a:pt x="46" y="1213"/>
                  </a:lnTo>
                  <a:lnTo>
                    <a:pt x="1" y="1348"/>
                  </a:lnTo>
                  <a:lnTo>
                    <a:pt x="46" y="1483"/>
                  </a:lnTo>
                  <a:lnTo>
                    <a:pt x="180" y="1617"/>
                  </a:lnTo>
                  <a:lnTo>
                    <a:pt x="360" y="1662"/>
                  </a:lnTo>
                  <a:lnTo>
                    <a:pt x="540" y="1617"/>
                  </a:lnTo>
                  <a:lnTo>
                    <a:pt x="2246" y="674"/>
                  </a:lnTo>
                  <a:lnTo>
                    <a:pt x="2336" y="584"/>
                  </a:lnTo>
                  <a:lnTo>
                    <a:pt x="2381" y="449"/>
                  </a:lnTo>
                  <a:lnTo>
                    <a:pt x="2426" y="315"/>
                  </a:lnTo>
                  <a:lnTo>
                    <a:pt x="2381" y="180"/>
                  </a:lnTo>
                  <a:lnTo>
                    <a:pt x="2291" y="90"/>
                  </a:lnTo>
                  <a:lnTo>
                    <a:pt x="2157" y="45"/>
                  </a:lnTo>
                  <a:lnTo>
                    <a:pt x="2022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57"/>
            <p:cNvSpPr/>
            <p:nvPr/>
          </p:nvSpPr>
          <p:spPr>
            <a:xfrm>
              <a:off x="6720500" y="3746800"/>
              <a:ext cx="33700" cy="26975"/>
            </a:xfrm>
            <a:custGeom>
              <a:rect b="b" l="l" r="r" t="t"/>
              <a:pathLst>
                <a:path extrusionOk="0" h="1079" w="1348">
                  <a:moveTo>
                    <a:pt x="988" y="1"/>
                  </a:moveTo>
                  <a:lnTo>
                    <a:pt x="853" y="46"/>
                  </a:lnTo>
                  <a:lnTo>
                    <a:pt x="135" y="450"/>
                  </a:lnTo>
                  <a:lnTo>
                    <a:pt x="45" y="540"/>
                  </a:lnTo>
                  <a:lnTo>
                    <a:pt x="0" y="630"/>
                  </a:lnTo>
                  <a:lnTo>
                    <a:pt x="0" y="764"/>
                  </a:lnTo>
                  <a:lnTo>
                    <a:pt x="45" y="899"/>
                  </a:lnTo>
                  <a:lnTo>
                    <a:pt x="135" y="1034"/>
                  </a:lnTo>
                  <a:lnTo>
                    <a:pt x="314" y="1079"/>
                  </a:lnTo>
                  <a:lnTo>
                    <a:pt x="494" y="1034"/>
                  </a:lnTo>
                  <a:lnTo>
                    <a:pt x="1213" y="630"/>
                  </a:lnTo>
                  <a:lnTo>
                    <a:pt x="1303" y="540"/>
                  </a:lnTo>
                  <a:lnTo>
                    <a:pt x="1347" y="450"/>
                  </a:lnTo>
                  <a:lnTo>
                    <a:pt x="1347" y="315"/>
                  </a:lnTo>
                  <a:lnTo>
                    <a:pt x="1347" y="180"/>
                  </a:lnTo>
                  <a:lnTo>
                    <a:pt x="1258" y="91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57"/>
            <p:cNvSpPr/>
            <p:nvPr/>
          </p:nvSpPr>
          <p:spPr>
            <a:xfrm>
              <a:off x="6644125" y="3902875"/>
              <a:ext cx="65150" cy="34850"/>
            </a:xfrm>
            <a:custGeom>
              <a:rect b="b" l="l" r="r" t="t"/>
              <a:pathLst>
                <a:path extrusionOk="0" h="1394" w="2606">
                  <a:moveTo>
                    <a:pt x="2157" y="1"/>
                  </a:moveTo>
                  <a:lnTo>
                    <a:pt x="2067" y="46"/>
                  </a:lnTo>
                  <a:lnTo>
                    <a:pt x="1663" y="270"/>
                  </a:lnTo>
                  <a:lnTo>
                    <a:pt x="1213" y="495"/>
                  </a:lnTo>
                  <a:lnTo>
                    <a:pt x="764" y="630"/>
                  </a:lnTo>
                  <a:lnTo>
                    <a:pt x="315" y="720"/>
                  </a:lnTo>
                  <a:lnTo>
                    <a:pt x="180" y="765"/>
                  </a:lnTo>
                  <a:lnTo>
                    <a:pt x="91" y="854"/>
                  </a:lnTo>
                  <a:lnTo>
                    <a:pt x="46" y="944"/>
                  </a:lnTo>
                  <a:lnTo>
                    <a:pt x="1" y="1079"/>
                  </a:lnTo>
                  <a:lnTo>
                    <a:pt x="46" y="1214"/>
                  </a:lnTo>
                  <a:lnTo>
                    <a:pt x="136" y="1303"/>
                  </a:lnTo>
                  <a:lnTo>
                    <a:pt x="225" y="1393"/>
                  </a:lnTo>
                  <a:lnTo>
                    <a:pt x="405" y="1393"/>
                  </a:lnTo>
                  <a:lnTo>
                    <a:pt x="944" y="1303"/>
                  </a:lnTo>
                  <a:lnTo>
                    <a:pt x="1483" y="1124"/>
                  </a:lnTo>
                  <a:lnTo>
                    <a:pt x="1977" y="899"/>
                  </a:lnTo>
                  <a:lnTo>
                    <a:pt x="2471" y="585"/>
                  </a:lnTo>
                  <a:lnTo>
                    <a:pt x="2561" y="495"/>
                  </a:lnTo>
                  <a:lnTo>
                    <a:pt x="2606" y="360"/>
                  </a:lnTo>
                  <a:lnTo>
                    <a:pt x="2606" y="226"/>
                  </a:lnTo>
                  <a:lnTo>
                    <a:pt x="2516" y="136"/>
                  </a:lnTo>
                  <a:lnTo>
                    <a:pt x="2426" y="46"/>
                  </a:lnTo>
                  <a:lnTo>
                    <a:pt x="2291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58"/>
          <p:cNvSpPr txBox="1"/>
          <p:nvPr>
            <p:ph type="title"/>
          </p:nvPr>
        </p:nvSpPr>
        <p:spPr>
          <a:xfrm>
            <a:off x="688725" y="239775"/>
            <a:ext cx="3453600" cy="38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FMEA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98" name="Google Shape;1998;p58"/>
          <p:cNvSpPr txBox="1"/>
          <p:nvPr/>
        </p:nvSpPr>
        <p:spPr>
          <a:xfrm>
            <a:off x="719875" y="3365125"/>
            <a:ext cx="689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S (Severity): 1 = negligible, 10 = catastrophic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O (Occurrence): 1 = rare, 10 = happens almost every cycle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D (Detection): 1 = easy to detect before reaching customer, 10 = very hard to detect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RPN=S×O×D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High RPN → good candidate for design or process improvement.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9" name="Google Shape;199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86" y="709913"/>
            <a:ext cx="8521513" cy="2567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0" name="Google Shape;2000;p58"/>
          <p:cNvGrpSpPr/>
          <p:nvPr/>
        </p:nvGrpSpPr>
        <p:grpSpPr>
          <a:xfrm>
            <a:off x="7656986" y="4218645"/>
            <a:ext cx="634406" cy="713193"/>
            <a:chOff x="5157450" y="1736850"/>
            <a:chExt cx="2224425" cy="2500675"/>
          </a:xfrm>
        </p:grpSpPr>
        <p:sp>
          <p:nvSpPr>
            <p:cNvPr id="2001" name="Google Shape;2001;p58"/>
            <p:cNvSpPr/>
            <p:nvPr/>
          </p:nvSpPr>
          <p:spPr>
            <a:xfrm>
              <a:off x="5157450" y="3893900"/>
              <a:ext cx="2172775" cy="343625"/>
            </a:xfrm>
            <a:custGeom>
              <a:rect b="b" l="l" r="r" t="t"/>
              <a:pathLst>
                <a:path extrusionOk="0" h="13745" w="86911">
                  <a:moveTo>
                    <a:pt x="57042" y="4223"/>
                  </a:moveTo>
                  <a:lnTo>
                    <a:pt x="57042" y="5750"/>
                  </a:lnTo>
                  <a:lnTo>
                    <a:pt x="56953" y="5795"/>
                  </a:lnTo>
                  <a:lnTo>
                    <a:pt x="56503" y="6064"/>
                  </a:lnTo>
                  <a:lnTo>
                    <a:pt x="55830" y="6379"/>
                  </a:lnTo>
                  <a:lnTo>
                    <a:pt x="54931" y="6738"/>
                  </a:lnTo>
                  <a:lnTo>
                    <a:pt x="53764" y="7097"/>
                  </a:lnTo>
                  <a:lnTo>
                    <a:pt x="52326" y="7501"/>
                  </a:lnTo>
                  <a:lnTo>
                    <a:pt x="50664" y="7816"/>
                  </a:lnTo>
                  <a:lnTo>
                    <a:pt x="49721" y="7996"/>
                  </a:lnTo>
                  <a:lnTo>
                    <a:pt x="48733" y="8130"/>
                  </a:lnTo>
                  <a:lnTo>
                    <a:pt x="47610" y="8220"/>
                  </a:lnTo>
                  <a:lnTo>
                    <a:pt x="46487" y="8310"/>
                  </a:lnTo>
                  <a:lnTo>
                    <a:pt x="45005" y="8400"/>
                  </a:lnTo>
                  <a:lnTo>
                    <a:pt x="41726" y="8400"/>
                  </a:lnTo>
                  <a:lnTo>
                    <a:pt x="40109" y="8310"/>
                  </a:lnTo>
                  <a:lnTo>
                    <a:pt x="39031" y="8220"/>
                  </a:lnTo>
                  <a:lnTo>
                    <a:pt x="37953" y="8085"/>
                  </a:lnTo>
                  <a:lnTo>
                    <a:pt x="36965" y="7951"/>
                  </a:lnTo>
                  <a:lnTo>
                    <a:pt x="36067" y="7816"/>
                  </a:lnTo>
                  <a:lnTo>
                    <a:pt x="34450" y="7457"/>
                  </a:lnTo>
                  <a:lnTo>
                    <a:pt x="33103" y="7097"/>
                  </a:lnTo>
                  <a:lnTo>
                    <a:pt x="31935" y="6693"/>
                  </a:lnTo>
                  <a:lnTo>
                    <a:pt x="31081" y="6334"/>
                  </a:lnTo>
                  <a:lnTo>
                    <a:pt x="30408" y="6064"/>
                  </a:lnTo>
                  <a:lnTo>
                    <a:pt x="29959" y="5795"/>
                  </a:lnTo>
                  <a:lnTo>
                    <a:pt x="29869" y="5750"/>
                  </a:lnTo>
                  <a:lnTo>
                    <a:pt x="29869" y="4223"/>
                  </a:lnTo>
                  <a:lnTo>
                    <a:pt x="30138" y="4312"/>
                  </a:lnTo>
                  <a:lnTo>
                    <a:pt x="31351" y="4672"/>
                  </a:lnTo>
                  <a:lnTo>
                    <a:pt x="32564" y="4986"/>
                  </a:lnTo>
                  <a:lnTo>
                    <a:pt x="33821" y="5256"/>
                  </a:lnTo>
                  <a:lnTo>
                    <a:pt x="35124" y="5525"/>
                  </a:lnTo>
                  <a:lnTo>
                    <a:pt x="36426" y="5705"/>
                  </a:lnTo>
                  <a:lnTo>
                    <a:pt x="37774" y="5885"/>
                  </a:lnTo>
                  <a:lnTo>
                    <a:pt x="39166" y="6019"/>
                  </a:lnTo>
                  <a:lnTo>
                    <a:pt x="40559" y="6109"/>
                  </a:lnTo>
                  <a:lnTo>
                    <a:pt x="41996" y="6199"/>
                  </a:lnTo>
                  <a:lnTo>
                    <a:pt x="44736" y="6199"/>
                  </a:lnTo>
                  <a:lnTo>
                    <a:pt x="46038" y="6154"/>
                  </a:lnTo>
                  <a:lnTo>
                    <a:pt x="47475" y="6064"/>
                  </a:lnTo>
                  <a:lnTo>
                    <a:pt x="48913" y="5929"/>
                  </a:lnTo>
                  <a:lnTo>
                    <a:pt x="50305" y="5750"/>
                  </a:lnTo>
                  <a:lnTo>
                    <a:pt x="51653" y="5525"/>
                  </a:lnTo>
                  <a:lnTo>
                    <a:pt x="53000" y="5301"/>
                  </a:lnTo>
                  <a:lnTo>
                    <a:pt x="54303" y="4986"/>
                  </a:lnTo>
                  <a:lnTo>
                    <a:pt x="55560" y="4672"/>
                  </a:lnTo>
                  <a:lnTo>
                    <a:pt x="56773" y="4312"/>
                  </a:lnTo>
                  <a:lnTo>
                    <a:pt x="57042" y="4223"/>
                  </a:lnTo>
                  <a:close/>
                  <a:moveTo>
                    <a:pt x="22637" y="1"/>
                  </a:moveTo>
                  <a:lnTo>
                    <a:pt x="20167" y="270"/>
                  </a:lnTo>
                  <a:lnTo>
                    <a:pt x="17787" y="540"/>
                  </a:lnTo>
                  <a:lnTo>
                    <a:pt x="15541" y="809"/>
                  </a:lnTo>
                  <a:lnTo>
                    <a:pt x="13430" y="1124"/>
                  </a:lnTo>
                  <a:lnTo>
                    <a:pt x="11409" y="1483"/>
                  </a:lnTo>
                  <a:lnTo>
                    <a:pt x="9567" y="1842"/>
                  </a:lnTo>
                  <a:lnTo>
                    <a:pt x="7860" y="2246"/>
                  </a:lnTo>
                  <a:lnTo>
                    <a:pt x="6288" y="2651"/>
                  </a:lnTo>
                  <a:lnTo>
                    <a:pt x="4851" y="3055"/>
                  </a:lnTo>
                  <a:lnTo>
                    <a:pt x="3638" y="3504"/>
                  </a:lnTo>
                  <a:lnTo>
                    <a:pt x="2560" y="3953"/>
                  </a:lnTo>
                  <a:lnTo>
                    <a:pt x="1662" y="4447"/>
                  </a:lnTo>
                  <a:lnTo>
                    <a:pt x="1303" y="4672"/>
                  </a:lnTo>
                  <a:lnTo>
                    <a:pt x="943" y="4896"/>
                  </a:lnTo>
                  <a:lnTo>
                    <a:pt x="674" y="5166"/>
                  </a:lnTo>
                  <a:lnTo>
                    <a:pt x="449" y="5390"/>
                  </a:lnTo>
                  <a:lnTo>
                    <a:pt x="270" y="5660"/>
                  </a:lnTo>
                  <a:lnTo>
                    <a:pt x="135" y="5929"/>
                  </a:lnTo>
                  <a:lnTo>
                    <a:pt x="45" y="6154"/>
                  </a:lnTo>
                  <a:lnTo>
                    <a:pt x="0" y="6423"/>
                  </a:lnTo>
                  <a:lnTo>
                    <a:pt x="45" y="6603"/>
                  </a:lnTo>
                  <a:lnTo>
                    <a:pt x="90" y="6828"/>
                  </a:lnTo>
                  <a:lnTo>
                    <a:pt x="225" y="7187"/>
                  </a:lnTo>
                  <a:lnTo>
                    <a:pt x="539" y="7546"/>
                  </a:lnTo>
                  <a:lnTo>
                    <a:pt x="898" y="7906"/>
                  </a:lnTo>
                  <a:lnTo>
                    <a:pt x="1393" y="8265"/>
                  </a:lnTo>
                  <a:lnTo>
                    <a:pt x="1976" y="8624"/>
                  </a:lnTo>
                  <a:lnTo>
                    <a:pt x="2650" y="8939"/>
                  </a:lnTo>
                  <a:lnTo>
                    <a:pt x="3459" y="9298"/>
                  </a:lnTo>
                  <a:lnTo>
                    <a:pt x="4312" y="9612"/>
                  </a:lnTo>
                  <a:lnTo>
                    <a:pt x="5255" y="9927"/>
                  </a:lnTo>
                  <a:lnTo>
                    <a:pt x="6333" y="10241"/>
                  </a:lnTo>
                  <a:lnTo>
                    <a:pt x="7456" y="10511"/>
                  </a:lnTo>
                  <a:lnTo>
                    <a:pt x="8669" y="10825"/>
                  </a:lnTo>
                  <a:lnTo>
                    <a:pt x="9926" y="11095"/>
                  </a:lnTo>
                  <a:lnTo>
                    <a:pt x="12756" y="11589"/>
                  </a:lnTo>
                  <a:lnTo>
                    <a:pt x="15810" y="12083"/>
                  </a:lnTo>
                  <a:lnTo>
                    <a:pt x="19179" y="12487"/>
                  </a:lnTo>
                  <a:lnTo>
                    <a:pt x="22772" y="12846"/>
                  </a:lnTo>
                  <a:lnTo>
                    <a:pt x="26545" y="13161"/>
                  </a:lnTo>
                  <a:lnTo>
                    <a:pt x="30542" y="13430"/>
                  </a:lnTo>
                  <a:lnTo>
                    <a:pt x="34720" y="13610"/>
                  </a:lnTo>
                  <a:lnTo>
                    <a:pt x="39031" y="13700"/>
                  </a:lnTo>
                  <a:lnTo>
                    <a:pt x="43478" y="13745"/>
                  </a:lnTo>
                  <a:lnTo>
                    <a:pt x="47925" y="13700"/>
                  </a:lnTo>
                  <a:lnTo>
                    <a:pt x="52236" y="13610"/>
                  </a:lnTo>
                  <a:lnTo>
                    <a:pt x="56369" y="13430"/>
                  </a:lnTo>
                  <a:lnTo>
                    <a:pt x="60366" y="13161"/>
                  </a:lnTo>
                  <a:lnTo>
                    <a:pt x="64184" y="12846"/>
                  </a:lnTo>
                  <a:lnTo>
                    <a:pt x="67777" y="12487"/>
                  </a:lnTo>
                  <a:lnTo>
                    <a:pt x="71101" y="12083"/>
                  </a:lnTo>
                  <a:lnTo>
                    <a:pt x="74200" y="11589"/>
                  </a:lnTo>
                  <a:lnTo>
                    <a:pt x="76985" y="11095"/>
                  </a:lnTo>
                  <a:lnTo>
                    <a:pt x="78287" y="10825"/>
                  </a:lnTo>
                  <a:lnTo>
                    <a:pt x="79500" y="10511"/>
                  </a:lnTo>
                  <a:lnTo>
                    <a:pt x="80623" y="10241"/>
                  </a:lnTo>
                  <a:lnTo>
                    <a:pt x="81656" y="9927"/>
                  </a:lnTo>
                  <a:lnTo>
                    <a:pt x="82644" y="9612"/>
                  </a:lnTo>
                  <a:lnTo>
                    <a:pt x="83497" y="9298"/>
                  </a:lnTo>
                  <a:lnTo>
                    <a:pt x="84261" y="8939"/>
                  </a:lnTo>
                  <a:lnTo>
                    <a:pt x="84935" y="8624"/>
                  </a:lnTo>
                  <a:lnTo>
                    <a:pt x="85563" y="8265"/>
                  </a:lnTo>
                  <a:lnTo>
                    <a:pt x="86013" y="7906"/>
                  </a:lnTo>
                  <a:lnTo>
                    <a:pt x="86417" y="7546"/>
                  </a:lnTo>
                  <a:lnTo>
                    <a:pt x="86686" y="7187"/>
                  </a:lnTo>
                  <a:lnTo>
                    <a:pt x="86866" y="6828"/>
                  </a:lnTo>
                  <a:lnTo>
                    <a:pt x="86911" y="6603"/>
                  </a:lnTo>
                  <a:lnTo>
                    <a:pt x="86911" y="6423"/>
                  </a:lnTo>
                  <a:lnTo>
                    <a:pt x="86866" y="6154"/>
                  </a:lnTo>
                  <a:lnTo>
                    <a:pt x="86821" y="5929"/>
                  </a:lnTo>
                  <a:lnTo>
                    <a:pt x="86686" y="5660"/>
                  </a:lnTo>
                  <a:lnTo>
                    <a:pt x="86507" y="5390"/>
                  </a:lnTo>
                  <a:lnTo>
                    <a:pt x="86237" y="5166"/>
                  </a:lnTo>
                  <a:lnTo>
                    <a:pt x="85968" y="4896"/>
                  </a:lnTo>
                  <a:lnTo>
                    <a:pt x="85653" y="4672"/>
                  </a:lnTo>
                  <a:lnTo>
                    <a:pt x="85249" y="4447"/>
                  </a:lnTo>
                  <a:lnTo>
                    <a:pt x="84396" y="3953"/>
                  </a:lnTo>
                  <a:lnTo>
                    <a:pt x="83318" y="3504"/>
                  </a:lnTo>
                  <a:lnTo>
                    <a:pt x="82060" y="3055"/>
                  </a:lnTo>
                  <a:lnTo>
                    <a:pt x="80668" y="2651"/>
                  </a:lnTo>
                  <a:lnTo>
                    <a:pt x="79096" y="2246"/>
                  </a:lnTo>
                  <a:lnTo>
                    <a:pt x="77389" y="1842"/>
                  </a:lnTo>
                  <a:lnTo>
                    <a:pt x="75502" y="1483"/>
                  </a:lnTo>
                  <a:lnTo>
                    <a:pt x="73526" y="1124"/>
                  </a:lnTo>
                  <a:lnTo>
                    <a:pt x="71370" y="809"/>
                  </a:lnTo>
                  <a:lnTo>
                    <a:pt x="69125" y="540"/>
                  </a:lnTo>
                  <a:lnTo>
                    <a:pt x="66789" y="270"/>
                  </a:lnTo>
                  <a:lnTo>
                    <a:pt x="64319" y="1"/>
                  </a:lnTo>
                  <a:lnTo>
                    <a:pt x="63420" y="585"/>
                  </a:lnTo>
                  <a:lnTo>
                    <a:pt x="62477" y="1124"/>
                  </a:lnTo>
                  <a:lnTo>
                    <a:pt x="61534" y="1662"/>
                  </a:lnTo>
                  <a:lnTo>
                    <a:pt x="60591" y="2157"/>
                  </a:lnTo>
                  <a:lnTo>
                    <a:pt x="59558" y="2606"/>
                  </a:lnTo>
                  <a:lnTo>
                    <a:pt x="58569" y="3055"/>
                  </a:lnTo>
                  <a:lnTo>
                    <a:pt x="57492" y="3414"/>
                  </a:lnTo>
                  <a:lnTo>
                    <a:pt x="56414" y="3774"/>
                  </a:lnTo>
                  <a:lnTo>
                    <a:pt x="55336" y="4133"/>
                  </a:lnTo>
                  <a:lnTo>
                    <a:pt x="54168" y="4402"/>
                  </a:lnTo>
                  <a:lnTo>
                    <a:pt x="53045" y="4672"/>
                  </a:lnTo>
                  <a:lnTo>
                    <a:pt x="51832" y="4896"/>
                  </a:lnTo>
                  <a:lnTo>
                    <a:pt x="50664" y="5076"/>
                  </a:lnTo>
                  <a:lnTo>
                    <a:pt x="49407" y="5256"/>
                  </a:lnTo>
                  <a:lnTo>
                    <a:pt x="48149" y="5390"/>
                  </a:lnTo>
                  <a:lnTo>
                    <a:pt x="46847" y="5480"/>
                  </a:lnTo>
                  <a:lnTo>
                    <a:pt x="45185" y="5570"/>
                  </a:lnTo>
                  <a:lnTo>
                    <a:pt x="43478" y="5615"/>
                  </a:lnTo>
                  <a:lnTo>
                    <a:pt x="41547" y="5570"/>
                  </a:lnTo>
                  <a:lnTo>
                    <a:pt x="39660" y="5480"/>
                  </a:lnTo>
                  <a:lnTo>
                    <a:pt x="38403" y="5346"/>
                  </a:lnTo>
                  <a:lnTo>
                    <a:pt x="37190" y="5211"/>
                  </a:lnTo>
                  <a:lnTo>
                    <a:pt x="35977" y="5031"/>
                  </a:lnTo>
                  <a:lnTo>
                    <a:pt x="34809" y="4851"/>
                  </a:lnTo>
                  <a:lnTo>
                    <a:pt x="33642" y="4627"/>
                  </a:lnTo>
                  <a:lnTo>
                    <a:pt x="32519" y="4357"/>
                  </a:lnTo>
                  <a:lnTo>
                    <a:pt x="31441" y="4043"/>
                  </a:lnTo>
                  <a:lnTo>
                    <a:pt x="30363" y="3729"/>
                  </a:lnTo>
                  <a:lnTo>
                    <a:pt x="29285" y="3369"/>
                  </a:lnTo>
                  <a:lnTo>
                    <a:pt x="28252" y="2965"/>
                  </a:lnTo>
                  <a:lnTo>
                    <a:pt x="27264" y="2561"/>
                  </a:lnTo>
                  <a:lnTo>
                    <a:pt x="26275" y="2112"/>
                  </a:lnTo>
                  <a:lnTo>
                    <a:pt x="25332" y="1618"/>
                  </a:lnTo>
                  <a:lnTo>
                    <a:pt x="24389" y="1124"/>
                  </a:lnTo>
                  <a:lnTo>
                    <a:pt x="23491" y="585"/>
                  </a:lnTo>
                  <a:lnTo>
                    <a:pt x="22637" y="1"/>
                  </a:lnTo>
                  <a:close/>
                </a:path>
              </a:pathLst>
            </a:custGeom>
            <a:solidFill>
              <a:srgbClr val="E9E7E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58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fill="none" h="4178" w="27175">
                  <a:moveTo>
                    <a:pt x="16170" y="1932"/>
                  </a:moveTo>
                  <a:lnTo>
                    <a:pt x="16170" y="1932"/>
                  </a:lnTo>
                  <a:lnTo>
                    <a:pt x="16170" y="1932"/>
                  </a:lnTo>
                  <a:lnTo>
                    <a:pt x="17607" y="1842"/>
                  </a:lnTo>
                  <a:lnTo>
                    <a:pt x="19045" y="1707"/>
                  </a:lnTo>
                  <a:lnTo>
                    <a:pt x="20437" y="1528"/>
                  </a:lnTo>
                  <a:lnTo>
                    <a:pt x="21785" y="1303"/>
                  </a:lnTo>
                  <a:lnTo>
                    <a:pt x="23132" y="1079"/>
                  </a:lnTo>
                  <a:lnTo>
                    <a:pt x="24435" y="764"/>
                  </a:lnTo>
                  <a:lnTo>
                    <a:pt x="25692" y="450"/>
                  </a:lnTo>
                  <a:lnTo>
                    <a:pt x="26905" y="90"/>
                  </a:lnTo>
                  <a:lnTo>
                    <a:pt x="27174" y="1"/>
                  </a:lnTo>
                  <a:lnTo>
                    <a:pt x="27174" y="1528"/>
                  </a:lnTo>
                  <a:lnTo>
                    <a:pt x="27085" y="1573"/>
                  </a:lnTo>
                  <a:lnTo>
                    <a:pt x="27085" y="1573"/>
                  </a:lnTo>
                  <a:lnTo>
                    <a:pt x="26635" y="1842"/>
                  </a:lnTo>
                  <a:lnTo>
                    <a:pt x="25962" y="2157"/>
                  </a:lnTo>
                  <a:lnTo>
                    <a:pt x="25063" y="2516"/>
                  </a:lnTo>
                  <a:lnTo>
                    <a:pt x="23896" y="2875"/>
                  </a:lnTo>
                  <a:lnTo>
                    <a:pt x="22458" y="3279"/>
                  </a:lnTo>
                  <a:lnTo>
                    <a:pt x="20796" y="3594"/>
                  </a:lnTo>
                  <a:lnTo>
                    <a:pt x="19853" y="3774"/>
                  </a:lnTo>
                  <a:lnTo>
                    <a:pt x="18865" y="3908"/>
                  </a:lnTo>
                  <a:lnTo>
                    <a:pt x="17742" y="399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5137" y="4178"/>
                  </a:lnTo>
                  <a:lnTo>
                    <a:pt x="13610" y="4178"/>
                  </a:lnTo>
                  <a:lnTo>
                    <a:pt x="13610" y="4178"/>
                  </a:lnTo>
                  <a:lnTo>
                    <a:pt x="11858" y="4178"/>
                  </a:lnTo>
                  <a:lnTo>
                    <a:pt x="10241" y="4088"/>
                  </a:lnTo>
                  <a:lnTo>
                    <a:pt x="10241" y="4088"/>
                  </a:lnTo>
                  <a:lnTo>
                    <a:pt x="9163" y="3998"/>
                  </a:lnTo>
                  <a:lnTo>
                    <a:pt x="8085" y="3863"/>
                  </a:lnTo>
                  <a:lnTo>
                    <a:pt x="7097" y="3729"/>
                  </a:lnTo>
                  <a:lnTo>
                    <a:pt x="6199" y="3594"/>
                  </a:lnTo>
                  <a:lnTo>
                    <a:pt x="4582" y="3235"/>
                  </a:lnTo>
                  <a:lnTo>
                    <a:pt x="3235" y="2875"/>
                  </a:lnTo>
                  <a:lnTo>
                    <a:pt x="2067" y="2471"/>
                  </a:lnTo>
                  <a:lnTo>
                    <a:pt x="1213" y="2112"/>
                  </a:lnTo>
                  <a:lnTo>
                    <a:pt x="540" y="1842"/>
                  </a:lnTo>
                  <a:lnTo>
                    <a:pt x="91" y="1573"/>
                  </a:lnTo>
                  <a:lnTo>
                    <a:pt x="1" y="1528"/>
                  </a:lnTo>
                  <a:lnTo>
                    <a:pt x="1" y="1"/>
                  </a:lnTo>
                  <a:lnTo>
                    <a:pt x="270" y="90"/>
                  </a:lnTo>
                  <a:lnTo>
                    <a:pt x="270" y="90"/>
                  </a:lnTo>
                  <a:lnTo>
                    <a:pt x="1483" y="450"/>
                  </a:lnTo>
                  <a:lnTo>
                    <a:pt x="2696" y="764"/>
                  </a:lnTo>
                  <a:lnTo>
                    <a:pt x="3953" y="1034"/>
                  </a:lnTo>
                  <a:lnTo>
                    <a:pt x="5256" y="1303"/>
                  </a:lnTo>
                  <a:lnTo>
                    <a:pt x="6558" y="1483"/>
                  </a:lnTo>
                  <a:lnTo>
                    <a:pt x="7906" y="1663"/>
                  </a:lnTo>
                  <a:lnTo>
                    <a:pt x="9298" y="179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2128" y="1977"/>
                  </a:lnTo>
                  <a:lnTo>
                    <a:pt x="13610" y="1977"/>
                  </a:lnTo>
                  <a:lnTo>
                    <a:pt x="13610" y="1977"/>
                  </a:lnTo>
                  <a:lnTo>
                    <a:pt x="14868" y="1977"/>
                  </a:lnTo>
                  <a:lnTo>
                    <a:pt x="16170" y="1932"/>
                  </a:lnTo>
                  <a:lnTo>
                    <a:pt x="16170" y="193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58"/>
            <p:cNvSpPr/>
            <p:nvPr/>
          </p:nvSpPr>
          <p:spPr>
            <a:xfrm>
              <a:off x="5157450" y="3893900"/>
              <a:ext cx="2172775" cy="343625"/>
            </a:xfrm>
            <a:custGeom>
              <a:rect b="b" l="l" r="r" t="t"/>
              <a:pathLst>
                <a:path extrusionOk="0" fill="none" h="13745" w="86911">
                  <a:moveTo>
                    <a:pt x="64319" y="1"/>
                  </a:moveTo>
                  <a:lnTo>
                    <a:pt x="64319" y="1"/>
                  </a:lnTo>
                  <a:lnTo>
                    <a:pt x="63420" y="585"/>
                  </a:lnTo>
                  <a:lnTo>
                    <a:pt x="62477" y="1124"/>
                  </a:lnTo>
                  <a:lnTo>
                    <a:pt x="61534" y="1662"/>
                  </a:lnTo>
                  <a:lnTo>
                    <a:pt x="60591" y="2157"/>
                  </a:lnTo>
                  <a:lnTo>
                    <a:pt x="59558" y="2606"/>
                  </a:lnTo>
                  <a:lnTo>
                    <a:pt x="58569" y="3055"/>
                  </a:lnTo>
                  <a:lnTo>
                    <a:pt x="57492" y="3414"/>
                  </a:lnTo>
                  <a:lnTo>
                    <a:pt x="56414" y="3774"/>
                  </a:lnTo>
                  <a:lnTo>
                    <a:pt x="55336" y="4133"/>
                  </a:lnTo>
                  <a:lnTo>
                    <a:pt x="54168" y="4402"/>
                  </a:lnTo>
                  <a:lnTo>
                    <a:pt x="53045" y="4672"/>
                  </a:lnTo>
                  <a:lnTo>
                    <a:pt x="51832" y="4896"/>
                  </a:lnTo>
                  <a:lnTo>
                    <a:pt x="50664" y="5076"/>
                  </a:lnTo>
                  <a:lnTo>
                    <a:pt x="49407" y="5256"/>
                  </a:lnTo>
                  <a:lnTo>
                    <a:pt x="48149" y="5390"/>
                  </a:lnTo>
                  <a:lnTo>
                    <a:pt x="46847" y="5480"/>
                  </a:lnTo>
                  <a:lnTo>
                    <a:pt x="46847" y="5480"/>
                  </a:lnTo>
                  <a:lnTo>
                    <a:pt x="46847" y="5480"/>
                  </a:lnTo>
                  <a:lnTo>
                    <a:pt x="45185" y="5570"/>
                  </a:lnTo>
                  <a:lnTo>
                    <a:pt x="43478" y="5615"/>
                  </a:lnTo>
                  <a:lnTo>
                    <a:pt x="43478" y="5615"/>
                  </a:lnTo>
                  <a:lnTo>
                    <a:pt x="41547" y="5570"/>
                  </a:lnTo>
                  <a:lnTo>
                    <a:pt x="39660" y="5480"/>
                  </a:lnTo>
                  <a:lnTo>
                    <a:pt x="39660" y="5480"/>
                  </a:lnTo>
                  <a:lnTo>
                    <a:pt x="38403" y="5346"/>
                  </a:lnTo>
                  <a:lnTo>
                    <a:pt x="37190" y="5211"/>
                  </a:lnTo>
                  <a:lnTo>
                    <a:pt x="35977" y="5031"/>
                  </a:lnTo>
                  <a:lnTo>
                    <a:pt x="34809" y="4851"/>
                  </a:lnTo>
                  <a:lnTo>
                    <a:pt x="33642" y="4627"/>
                  </a:lnTo>
                  <a:lnTo>
                    <a:pt x="32519" y="4357"/>
                  </a:lnTo>
                  <a:lnTo>
                    <a:pt x="31441" y="4043"/>
                  </a:lnTo>
                  <a:lnTo>
                    <a:pt x="30363" y="3729"/>
                  </a:lnTo>
                  <a:lnTo>
                    <a:pt x="29285" y="3369"/>
                  </a:lnTo>
                  <a:lnTo>
                    <a:pt x="28252" y="2965"/>
                  </a:lnTo>
                  <a:lnTo>
                    <a:pt x="27264" y="2561"/>
                  </a:lnTo>
                  <a:lnTo>
                    <a:pt x="26275" y="2112"/>
                  </a:lnTo>
                  <a:lnTo>
                    <a:pt x="25332" y="1618"/>
                  </a:lnTo>
                  <a:lnTo>
                    <a:pt x="24389" y="1124"/>
                  </a:lnTo>
                  <a:lnTo>
                    <a:pt x="23491" y="585"/>
                  </a:lnTo>
                  <a:lnTo>
                    <a:pt x="22637" y="1"/>
                  </a:lnTo>
                  <a:lnTo>
                    <a:pt x="22637" y="1"/>
                  </a:lnTo>
                  <a:lnTo>
                    <a:pt x="20167" y="270"/>
                  </a:lnTo>
                  <a:lnTo>
                    <a:pt x="17787" y="540"/>
                  </a:lnTo>
                  <a:lnTo>
                    <a:pt x="15541" y="809"/>
                  </a:lnTo>
                  <a:lnTo>
                    <a:pt x="13430" y="1124"/>
                  </a:lnTo>
                  <a:lnTo>
                    <a:pt x="11409" y="1483"/>
                  </a:lnTo>
                  <a:lnTo>
                    <a:pt x="9567" y="1842"/>
                  </a:lnTo>
                  <a:lnTo>
                    <a:pt x="7860" y="2246"/>
                  </a:lnTo>
                  <a:lnTo>
                    <a:pt x="6288" y="2651"/>
                  </a:lnTo>
                  <a:lnTo>
                    <a:pt x="4851" y="3055"/>
                  </a:lnTo>
                  <a:lnTo>
                    <a:pt x="3638" y="3504"/>
                  </a:lnTo>
                  <a:lnTo>
                    <a:pt x="2560" y="3953"/>
                  </a:lnTo>
                  <a:lnTo>
                    <a:pt x="1662" y="4447"/>
                  </a:lnTo>
                  <a:lnTo>
                    <a:pt x="1303" y="4672"/>
                  </a:lnTo>
                  <a:lnTo>
                    <a:pt x="943" y="4896"/>
                  </a:lnTo>
                  <a:lnTo>
                    <a:pt x="674" y="5166"/>
                  </a:lnTo>
                  <a:lnTo>
                    <a:pt x="449" y="5390"/>
                  </a:lnTo>
                  <a:lnTo>
                    <a:pt x="270" y="5660"/>
                  </a:lnTo>
                  <a:lnTo>
                    <a:pt x="135" y="5929"/>
                  </a:lnTo>
                  <a:lnTo>
                    <a:pt x="45" y="6154"/>
                  </a:lnTo>
                  <a:lnTo>
                    <a:pt x="0" y="6423"/>
                  </a:lnTo>
                  <a:lnTo>
                    <a:pt x="0" y="6423"/>
                  </a:lnTo>
                  <a:lnTo>
                    <a:pt x="45" y="6603"/>
                  </a:lnTo>
                  <a:lnTo>
                    <a:pt x="90" y="6828"/>
                  </a:lnTo>
                  <a:lnTo>
                    <a:pt x="225" y="7187"/>
                  </a:lnTo>
                  <a:lnTo>
                    <a:pt x="539" y="7546"/>
                  </a:lnTo>
                  <a:lnTo>
                    <a:pt x="898" y="7906"/>
                  </a:lnTo>
                  <a:lnTo>
                    <a:pt x="1393" y="8265"/>
                  </a:lnTo>
                  <a:lnTo>
                    <a:pt x="1976" y="8624"/>
                  </a:lnTo>
                  <a:lnTo>
                    <a:pt x="2650" y="8939"/>
                  </a:lnTo>
                  <a:lnTo>
                    <a:pt x="3459" y="9298"/>
                  </a:lnTo>
                  <a:lnTo>
                    <a:pt x="4312" y="9612"/>
                  </a:lnTo>
                  <a:lnTo>
                    <a:pt x="5255" y="9927"/>
                  </a:lnTo>
                  <a:lnTo>
                    <a:pt x="6333" y="10241"/>
                  </a:lnTo>
                  <a:lnTo>
                    <a:pt x="7456" y="10511"/>
                  </a:lnTo>
                  <a:lnTo>
                    <a:pt x="8669" y="10825"/>
                  </a:lnTo>
                  <a:lnTo>
                    <a:pt x="9926" y="11095"/>
                  </a:lnTo>
                  <a:lnTo>
                    <a:pt x="12756" y="11589"/>
                  </a:lnTo>
                  <a:lnTo>
                    <a:pt x="15810" y="12083"/>
                  </a:lnTo>
                  <a:lnTo>
                    <a:pt x="19179" y="12487"/>
                  </a:lnTo>
                  <a:lnTo>
                    <a:pt x="22772" y="12846"/>
                  </a:lnTo>
                  <a:lnTo>
                    <a:pt x="26545" y="13161"/>
                  </a:lnTo>
                  <a:lnTo>
                    <a:pt x="30542" y="13430"/>
                  </a:lnTo>
                  <a:lnTo>
                    <a:pt x="34720" y="13610"/>
                  </a:lnTo>
                  <a:lnTo>
                    <a:pt x="39031" y="13700"/>
                  </a:lnTo>
                  <a:lnTo>
                    <a:pt x="43478" y="13745"/>
                  </a:lnTo>
                  <a:lnTo>
                    <a:pt x="43478" y="13745"/>
                  </a:lnTo>
                  <a:lnTo>
                    <a:pt x="47925" y="13700"/>
                  </a:lnTo>
                  <a:lnTo>
                    <a:pt x="52236" y="13610"/>
                  </a:lnTo>
                  <a:lnTo>
                    <a:pt x="56369" y="13430"/>
                  </a:lnTo>
                  <a:lnTo>
                    <a:pt x="60366" y="13161"/>
                  </a:lnTo>
                  <a:lnTo>
                    <a:pt x="64184" y="12846"/>
                  </a:lnTo>
                  <a:lnTo>
                    <a:pt x="67777" y="12487"/>
                  </a:lnTo>
                  <a:lnTo>
                    <a:pt x="71101" y="12083"/>
                  </a:lnTo>
                  <a:lnTo>
                    <a:pt x="74200" y="11589"/>
                  </a:lnTo>
                  <a:lnTo>
                    <a:pt x="76985" y="11095"/>
                  </a:lnTo>
                  <a:lnTo>
                    <a:pt x="78287" y="10825"/>
                  </a:lnTo>
                  <a:lnTo>
                    <a:pt x="79500" y="10511"/>
                  </a:lnTo>
                  <a:lnTo>
                    <a:pt x="80623" y="10241"/>
                  </a:lnTo>
                  <a:lnTo>
                    <a:pt x="81656" y="9927"/>
                  </a:lnTo>
                  <a:lnTo>
                    <a:pt x="82644" y="9612"/>
                  </a:lnTo>
                  <a:lnTo>
                    <a:pt x="83497" y="9298"/>
                  </a:lnTo>
                  <a:lnTo>
                    <a:pt x="84261" y="8939"/>
                  </a:lnTo>
                  <a:lnTo>
                    <a:pt x="84935" y="8624"/>
                  </a:lnTo>
                  <a:lnTo>
                    <a:pt x="85563" y="8265"/>
                  </a:lnTo>
                  <a:lnTo>
                    <a:pt x="86013" y="7906"/>
                  </a:lnTo>
                  <a:lnTo>
                    <a:pt x="86417" y="7546"/>
                  </a:lnTo>
                  <a:lnTo>
                    <a:pt x="86686" y="7187"/>
                  </a:lnTo>
                  <a:lnTo>
                    <a:pt x="86866" y="6828"/>
                  </a:lnTo>
                  <a:lnTo>
                    <a:pt x="86911" y="6603"/>
                  </a:lnTo>
                  <a:lnTo>
                    <a:pt x="86911" y="6423"/>
                  </a:lnTo>
                  <a:lnTo>
                    <a:pt x="86911" y="6423"/>
                  </a:lnTo>
                  <a:lnTo>
                    <a:pt x="86866" y="6154"/>
                  </a:lnTo>
                  <a:lnTo>
                    <a:pt x="86821" y="5929"/>
                  </a:lnTo>
                  <a:lnTo>
                    <a:pt x="86686" y="5660"/>
                  </a:lnTo>
                  <a:lnTo>
                    <a:pt x="86507" y="5390"/>
                  </a:lnTo>
                  <a:lnTo>
                    <a:pt x="86237" y="5166"/>
                  </a:lnTo>
                  <a:lnTo>
                    <a:pt x="85968" y="4896"/>
                  </a:lnTo>
                  <a:lnTo>
                    <a:pt x="85653" y="4672"/>
                  </a:lnTo>
                  <a:lnTo>
                    <a:pt x="85249" y="4447"/>
                  </a:lnTo>
                  <a:lnTo>
                    <a:pt x="84396" y="3953"/>
                  </a:lnTo>
                  <a:lnTo>
                    <a:pt x="83318" y="3504"/>
                  </a:lnTo>
                  <a:lnTo>
                    <a:pt x="82060" y="3055"/>
                  </a:lnTo>
                  <a:lnTo>
                    <a:pt x="80668" y="2651"/>
                  </a:lnTo>
                  <a:lnTo>
                    <a:pt x="79096" y="2246"/>
                  </a:lnTo>
                  <a:lnTo>
                    <a:pt x="77389" y="1842"/>
                  </a:lnTo>
                  <a:lnTo>
                    <a:pt x="75502" y="1483"/>
                  </a:lnTo>
                  <a:lnTo>
                    <a:pt x="73526" y="1124"/>
                  </a:lnTo>
                  <a:lnTo>
                    <a:pt x="71370" y="809"/>
                  </a:lnTo>
                  <a:lnTo>
                    <a:pt x="69125" y="540"/>
                  </a:lnTo>
                  <a:lnTo>
                    <a:pt x="66789" y="270"/>
                  </a:lnTo>
                  <a:lnTo>
                    <a:pt x="6431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58"/>
            <p:cNvSpPr/>
            <p:nvPr/>
          </p:nvSpPr>
          <p:spPr>
            <a:xfrm>
              <a:off x="5547075" y="1761550"/>
              <a:ext cx="1393525" cy="344750"/>
            </a:xfrm>
            <a:custGeom>
              <a:rect b="b" l="l" r="r" t="t"/>
              <a:pathLst>
                <a:path extrusionOk="0" h="13790" w="55741">
                  <a:moveTo>
                    <a:pt x="29914" y="1348"/>
                  </a:moveTo>
                  <a:lnTo>
                    <a:pt x="31935" y="1438"/>
                  </a:lnTo>
                  <a:lnTo>
                    <a:pt x="33957" y="1528"/>
                  </a:lnTo>
                  <a:lnTo>
                    <a:pt x="35933" y="1663"/>
                  </a:lnTo>
                  <a:lnTo>
                    <a:pt x="37864" y="1842"/>
                  </a:lnTo>
                  <a:lnTo>
                    <a:pt x="39751" y="2067"/>
                  </a:lnTo>
                  <a:lnTo>
                    <a:pt x="41502" y="2292"/>
                  </a:lnTo>
                  <a:lnTo>
                    <a:pt x="43209" y="2561"/>
                  </a:lnTo>
                  <a:lnTo>
                    <a:pt x="44781" y="2875"/>
                  </a:lnTo>
                  <a:lnTo>
                    <a:pt x="46263" y="3235"/>
                  </a:lnTo>
                  <a:lnTo>
                    <a:pt x="47566" y="3639"/>
                  </a:lnTo>
                  <a:lnTo>
                    <a:pt x="48734" y="4043"/>
                  </a:lnTo>
                  <a:lnTo>
                    <a:pt x="49722" y="4492"/>
                  </a:lnTo>
                  <a:lnTo>
                    <a:pt x="50171" y="4717"/>
                  </a:lnTo>
                  <a:lnTo>
                    <a:pt x="50530" y="4942"/>
                  </a:lnTo>
                  <a:lnTo>
                    <a:pt x="50890" y="5211"/>
                  </a:lnTo>
                  <a:lnTo>
                    <a:pt x="51159" y="5481"/>
                  </a:lnTo>
                  <a:lnTo>
                    <a:pt x="51384" y="5750"/>
                  </a:lnTo>
                  <a:lnTo>
                    <a:pt x="51563" y="6019"/>
                  </a:lnTo>
                  <a:lnTo>
                    <a:pt x="51698" y="6379"/>
                  </a:lnTo>
                  <a:lnTo>
                    <a:pt x="51788" y="6738"/>
                  </a:lnTo>
                  <a:lnTo>
                    <a:pt x="51743" y="7097"/>
                  </a:lnTo>
                  <a:lnTo>
                    <a:pt x="51608" y="7412"/>
                  </a:lnTo>
                  <a:lnTo>
                    <a:pt x="51384" y="7771"/>
                  </a:lnTo>
                  <a:lnTo>
                    <a:pt x="51069" y="8086"/>
                  </a:lnTo>
                  <a:lnTo>
                    <a:pt x="50710" y="8400"/>
                  </a:lnTo>
                  <a:lnTo>
                    <a:pt x="50216" y="8669"/>
                  </a:lnTo>
                  <a:lnTo>
                    <a:pt x="49722" y="8984"/>
                  </a:lnTo>
                  <a:lnTo>
                    <a:pt x="49093" y="9253"/>
                  </a:lnTo>
                  <a:lnTo>
                    <a:pt x="48464" y="9523"/>
                  </a:lnTo>
                  <a:lnTo>
                    <a:pt x="47745" y="9792"/>
                  </a:lnTo>
                  <a:lnTo>
                    <a:pt x="46937" y="10017"/>
                  </a:lnTo>
                  <a:lnTo>
                    <a:pt x="46129" y="10242"/>
                  </a:lnTo>
                  <a:lnTo>
                    <a:pt x="44287" y="10646"/>
                  </a:lnTo>
                  <a:lnTo>
                    <a:pt x="42311" y="11050"/>
                  </a:lnTo>
                  <a:lnTo>
                    <a:pt x="40694" y="11275"/>
                  </a:lnTo>
                  <a:lnTo>
                    <a:pt x="38987" y="11499"/>
                  </a:lnTo>
                  <a:lnTo>
                    <a:pt x="37235" y="11679"/>
                  </a:lnTo>
                  <a:lnTo>
                    <a:pt x="35394" y="11814"/>
                  </a:lnTo>
                  <a:lnTo>
                    <a:pt x="33552" y="11948"/>
                  </a:lnTo>
                  <a:lnTo>
                    <a:pt x="31666" y="12038"/>
                  </a:lnTo>
                  <a:lnTo>
                    <a:pt x="29779" y="12083"/>
                  </a:lnTo>
                  <a:lnTo>
                    <a:pt x="25917" y="12083"/>
                  </a:lnTo>
                  <a:lnTo>
                    <a:pt x="23985" y="12038"/>
                  </a:lnTo>
                  <a:lnTo>
                    <a:pt x="22099" y="11948"/>
                  </a:lnTo>
                  <a:lnTo>
                    <a:pt x="20213" y="11814"/>
                  </a:lnTo>
                  <a:lnTo>
                    <a:pt x="18371" y="11679"/>
                  </a:lnTo>
                  <a:lnTo>
                    <a:pt x="16574" y="11454"/>
                  </a:lnTo>
                  <a:lnTo>
                    <a:pt x="14868" y="11230"/>
                  </a:lnTo>
                  <a:lnTo>
                    <a:pt x="13206" y="11005"/>
                  </a:lnTo>
                  <a:lnTo>
                    <a:pt x="13161" y="10960"/>
                  </a:lnTo>
                  <a:lnTo>
                    <a:pt x="11903" y="10736"/>
                  </a:lnTo>
                  <a:lnTo>
                    <a:pt x="10690" y="10511"/>
                  </a:lnTo>
                  <a:lnTo>
                    <a:pt x="9568" y="10242"/>
                  </a:lnTo>
                  <a:lnTo>
                    <a:pt x="8535" y="9927"/>
                  </a:lnTo>
                  <a:lnTo>
                    <a:pt x="8535" y="9927"/>
                  </a:lnTo>
                  <a:lnTo>
                    <a:pt x="8535" y="9927"/>
                  </a:lnTo>
                  <a:lnTo>
                    <a:pt x="7546" y="9613"/>
                  </a:lnTo>
                  <a:lnTo>
                    <a:pt x="6648" y="9253"/>
                  </a:lnTo>
                  <a:lnTo>
                    <a:pt x="5840" y="8894"/>
                  </a:lnTo>
                  <a:lnTo>
                    <a:pt x="5211" y="8490"/>
                  </a:lnTo>
                  <a:lnTo>
                    <a:pt x="4672" y="8086"/>
                  </a:lnTo>
                  <a:lnTo>
                    <a:pt x="4447" y="7861"/>
                  </a:lnTo>
                  <a:lnTo>
                    <a:pt x="4313" y="7636"/>
                  </a:lnTo>
                  <a:lnTo>
                    <a:pt x="4178" y="7412"/>
                  </a:lnTo>
                  <a:lnTo>
                    <a:pt x="4043" y="7187"/>
                  </a:lnTo>
                  <a:lnTo>
                    <a:pt x="3998" y="6963"/>
                  </a:lnTo>
                  <a:lnTo>
                    <a:pt x="3998" y="6738"/>
                  </a:lnTo>
                  <a:lnTo>
                    <a:pt x="3998" y="6424"/>
                  </a:lnTo>
                  <a:lnTo>
                    <a:pt x="4133" y="6109"/>
                  </a:lnTo>
                  <a:lnTo>
                    <a:pt x="4268" y="5840"/>
                  </a:lnTo>
                  <a:lnTo>
                    <a:pt x="4492" y="5525"/>
                  </a:lnTo>
                  <a:lnTo>
                    <a:pt x="4807" y="5256"/>
                  </a:lnTo>
                  <a:lnTo>
                    <a:pt x="5121" y="5031"/>
                  </a:lnTo>
                  <a:lnTo>
                    <a:pt x="5525" y="4762"/>
                  </a:lnTo>
                  <a:lnTo>
                    <a:pt x="5974" y="4492"/>
                  </a:lnTo>
                  <a:lnTo>
                    <a:pt x="6468" y="4268"/>
                  </a:lnTo>
                  <a:lnTo>
                    <a:pt x="7591" y="3819"/>
                  </a:lnTo>
                  <a:lnTo>
                    <a:pt x="8894" y="3414"/>
                  </a:lnTo>
                  <a:lnTo>
                    <a:pt x="10376" y="3010"/>
                  </a:lnTo>
                  <a:lnTo>
                    <a:pt x="11948" y="2696"/>
                  </a:lnTo>
                  <a:lnTo>
                    <a:pt x="13700" y="2381"/>
                  </a:lnTo>
                  <a:lnTo>
                    <a:pt x="15541" y="2112"/>
                  </a:lnTo>
                  <a:lnTo>
                    <a:pt x="17473" y="1887"/>
                  </a:lnTo>
                  <a:lnTo>
                    <a:pt x="19449" y="1708"/>
                  </a:lnTo>
                  <a:lnTo>
                    <a:pt x="21515" y="1528"/>
                  </a:lnTo>
                  <a:lnTo>
                    <a:pt x="23626" y="1438"/>
                  </a:lnTo>
                  <a:lnTo>
                    <a:pt x="25737" y="1348"/>
                  </a:lnTo>
                  <a:close/>
                  <a:moveTo>
                    <a:pt x="25782" y="1"/>
                  </a:moveTo>
                  <a:lnTo>
                    <a:pt x="23806" y="46"/>
                  </a:lnTo>
                  <a:lnTo>
                    <a:pt x="21874" y="136"/>
                  </a:lnTo>
                  <a:lnTo>
                    <a:pt x="19988" y="270"/>
                  </a:lnTo>
                  <a:lnTo>
                    <a:pt x="18191" y="405"/>
                  </a:lnTo>
                  <a:lnTo>
                    <a:pt x="16485" y="585"/>
                  </a:lnTo>
                  <a:lnTo>
                    <a:pt x="14823" y="764"/>
                  </a:lnTo>
                  <a:lnTo>
                    <a:pt x="13251" y="989"/>
                  </a:lnTo>
                  <a:lnTo>
                    <a:pt x="11768" y="1258"/>
                  </a:lnTo>
                  <a:lnTo>
                    <a:pt x="10376" y="1528"/>
                  </a:lnTo>
                  <a:lnTo>
                    <a:pt x="9029" y="1797"/>
                  </a:lnTo>
                  <a:lnTo>
                    <a:pt x="7771" y="2112"/>
                  </a:lnTo>
                  <a:lnTo>
                    <a:pt x="6648" y="2426"/>
                  </a:lnTo>
                  <a:lnTo>
                    <a:pt x="5570" y="2786"/>
                  </a:lnTo>
                  <a:lnTo>
                    <a:pt x="4582" y="3145"/>
                  </a:lnTo>
                  <a:lnTo>
                    <a:pt x="3684" y="3504"/>
                  </a:lnTo>
                  <a:lnTo>
                    <a:pt x="2830" y="3908"/>
                  </a:lnTo>
                  <a:lnTo>
                    <a:pt x="2112" y="4313"/>
                  </a:lnTo>
                  <a:lnTo>
                    <a:pt x="1483" y="4717"/>
                  </a:lnTo>
                  <a:lnTo>
                    <a:pt x="944" y="5166"/>
                  </a:lnTo>
                  <a:lnTo>
                    <a:pt x="540" y="5570"/>
                  </a:lnTo>
                  <a:lnTo>
                    <a:pt x="225" y="6019"/>
                  </a:lnTo>
                  <a:lnTo>
                    <a:pt x="135" y="6244"/>
                  </a:lnTo>
                  <a:lnTo>
                    <a:pt x="46" y="6469"/>
                  </a:lnTo>
                  <a:lnTo>
                    <a:pt x="1" y="6693"/>
                  </a:lnTo>
                  <a:lnTo>
                    <a:pt x="1" y="6873"/>
                  </a:lnTo>
                  <a:lnTo>
                    <a:pt x="46" y="7277"/>
                  </a:lnTo>
                  <a:lnTo>
                    <a:pt x="180" y="7636"/>
                  </a:lnTo>
                  <a:lnTo>
                    <a:pt x="405" y="7996"/>
                  </a:lnTo>
                  <a:lnTo>
                    <a:pt x="719" y="8400"/>
                  </a:lnTo>
                  <a:lnTo>
                    <a:pt x="1079" y="8759"/>
                  </a:lnTo>
                  <a:lnTo>
                    <a:pt x="1573" y="9119"/>
                  </a:lnTo>
                  <a:lnTo>
                    <a:pt x="2112" y="9478"/>
                  </a:lnTo>
                  <a:lnTo>
                    <a:pt x="2741" y="9837"/>
                  </a:lnTo>
                  <a:lnTo>
                    <a:pt x="3459" y="10197"/>
                  </a:lnTo>
                  <a:lnTo>
                    <a:pt x="4268" y="10511"/>
                  </a:lnTo>
                  <a:lnTo>
                    <a:pt x="5121" y="10825"/>
                  </a:lnTo>
                  <a:lnTo>
                    <a:pt x="6064" y="11185"/>
                  </a:lnTo>
                  <a:lnTo>
                    <a:pt x="7052" y="11454"/>
                  </a:lnTo>
                  <a:lnTo>
                    <a:pt x="8175" y="11769"/>
                  </a:lnTo>
                  <a:lnTo>
                    <a:pt x="9298" y="12038"/>
                  </a:lnTo>
                  <a:lnTo>
                    <a:pt x="10556" y="12308"/>
                  </a:lnTo>
                  <a:lnTo>
                    <a:pt x="12307" y="12622"/>
                  </a:lnTo>
                  <a:lnTo>
                    <a:pt x="14194" y="12936"/>
                  </a:lnTo>
                  <a:lnTo>
                    <a:pt x="16215" y="13161"/>
                  </a:lnTo>
                  <a:lnTo>
                    <a:pt x="18326" y="13386"/>
                  </a:lnTo>
                  <a:lnTo>
                    <a:pt x="20527" y="13565"/>
                  </a:lnTo>
                  <a:lnTo>
                    <a:pt x="22862" y="13700"/>
                  </a:lnTo>
                  <a:lnTo>
                    <a:pt x="25333" y="13745"/>
                  </a:lnTo>
                  <a:lnTo>
                    <a:pt x="27893" y="13790"/>
                  </a:lnTo>
                  <a:lnTo>
                    <a:pt x="30363" y="13745"/>
                  </a:lnTo>
                  <a:lnTo>
                    <a:pt x="32789" y="13700"/>
                  </a:lnTo>
                  <a:lnTo>
                    <a:pt x="35079" y="13565"/>
                  </a:lnTo>
                  <a:lnTo>
                    <a:pt x="37280" y="13386"/>
                  </a:lnTo>
                  <a:lnTo>
                    <a:pt x="39391" y="13206"/>
                  </a:lnTo>
                  <a:lnTo>
                    <a:pt x="41368" y="12936"/>
                  </a:lnTo>
                  <a:lnTo>
                    <a:pt x="43209" y="12667"/>
                  </a:lnTo>
                  <a:lnTo>
                    <a:pt x="44961" y="12353"/>
                  </a:lnTo>
                  <a:lnTo>
                    <a:pt x="46218" y="12083"/>
                  </a:lnTo>
                  <a:lnTo>
                    <a:pt x="47386" y="11814"/>
                  </a:lnTo>
                  <a:lnTo>
                    <a:pt x="48509" y="11499"/>
                  </a:lnTo>
                  <a:lnTo>
                    <a:pt x="49542" y="11230"/>
                  </a:lnTo>
                  <a:lnTo>
                    <a:pt x="50530" y="10870"/>
                  </a:lnTo>
                  <a:lnTo>
                    <a:pt x="51384" y="10556"/>
                  </a:lnTo>
                  <a:lnTo>
                    <a:pt x="52192" y="10197"/>
                  </a:lnTo>
                  <a:lnTo>
                    <a:pt x="52956" y="9882"/>
                  </a:lnTo>
                  <a:lnTo>
                    <a:pt x="53584" y="9523"/>
                  </a:lnTo>
                  <a:lnTo>
                    <a:pt x="54123" y="9164"/>
                  </a:lnTo>
                  <a:lnTo>
                    <a:pt x="54617" y="8759"/>
                  </a:lnTo>
                  <a:lnTo>
                    <a:pt x="55022" y="8400"/>
                  </a:lnTo>
                  <a:lnTo>
                    <a:pt x="55336" y="8041"/>
                  </a:lnTo>
                  <a:lnTo>
                    <a:pt x="55561" y="7636"/>
                  </a:lnTo>
                  <a:lnTo>
                    <a:pt x="55695" y="7277"/>
                  </a:lnTo>
                  <a:lnTo>
                    <a:pt x="55740" y="6873"/>
                  </a:lnTo>
                  <a:lnTo>
                    <a:pt x="55740" y="6648"/>
                  </a:lnTo>
                  <a:lnTo>
                    <a:pt x="55695" y="6424"/>
                  </a:lnTo>
                  <a:lnTo>
                    <a:pt x="55606" y="6199"/>
                  </a:lnTo>
                  <a:lnTo>
                    <a:pt x="55471" y="5975"/>
                  </a:lnTo>
                  <a:lnTo>
                    <a:pt x="55156" y="5525"/>
                  </a:lnTo>
                  <a:lnTo>
                    <a:pt x="54707" y="5076"/>
                  </a:lnTo>
                  <a:lnTo>
                    <a:pt x="54123" y="4627"/>
                  </a:lnTo>
                  <a:lnTo>
                    <a:pt x="53450" y="4178"/>
                  </a:lnTo>
                  <a:lnTo>
                    <a:pt x="52641" y="3774"/>
                  </a:lnTo>
                  <a:lnTo>
                    <a:pt x="51698" y="3325"/>
                  </a:lnTo>
                  <a:lnTo>
                    <a:pt x="50800" y="3010"/>
                  </a:lnTo>
                  <a:lnTo>
                    <a:pt x="49812" y="2651"/>
                  </a:lnTo>
                  <a:lnTo>
                    <a:pt x="48734" y="2336"/>
                  </a:lnTo>
                  <a:lnTo>
                    <a:pt x="47566" y="2022"/>
                  </a:lnTo>
                  <a:lnTo>
                    <a:pt x="46353" y="1708"/>
                  </a:lnTo>
                  <a:lnTo>
                    <a:pt x="45051" y="1438"/>
                  </a:lnTo>
                  <a:lnTo>
                    <a:pt x="43658" y="1169"/>
                  </a:lnTo>
                  <a:lnTo>
                    <a:pt x="42176" y="944"/>
                  </a:lnTo>
                  <a:lnTo>
                    <a:pt x="40649" y="720"/>
                  </a:lnTo>
                  <a:lnTo>
                    <a:pt x="39032" y="540"/>
                  </a:lnTo>
                  <a:lnTo>
                    <a:pt x="37325" y="360"/>
                  </a:lnTo>
                  <a:lnTo>
                    <a:pt x="35573" y="225"/>
                  </a:lnTo>
                  <a:lnTo>
                    <a:pt x="33732" y="136"/>
                  </a:lnTo>
                  <a:lnTo>
                    <a:pt x="31846" y="46"/>
                  </a:lnTo>
                  <a:lnTo>
                    <a:pt x="29914" y="1"/>
                  </a:lnTo>
                  <a:close/>
                </a:path>
              </a:pathLst>
            </a:custGeom>
            <a:solidFill>
              <a:srgbClr val="BB4A2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58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58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58"/>
            <p:cNvSpPr/>
            <p:nvPr/>
          </p:nvSpPr>
          <p:spPr>
            <a:xfrm>
              <a:off x="5547075" y="1761550"/>
              <a:ext cx="1393525" cy="344750"/>
            </a:xfrm>
            <a:custGeom>
              <a:rect b="b" l="l" r="r" t="t"/>
              <a:pathLst>
                <a:path extrusionOk="0" fill="none" h="13790" w="55741">
                  <a:moveTo>
                    <a:pt x="51698" y="3325"/>
                  </a:moveTo>
                  <a:lnTo>
                    <a:pt x="51698" y="3325"/>
                  </a:lnTo>
                  <a:lnTo>
                    <a:pt x="50800" y="3010"/>
                  </a:lnTo>
                  <a:lnTo>
                    <a:pt x="49812" y="2651"/>
                  </a:lnTo>
                  <a:lnTo>
                    <a:pt x="48734" y="2336"/>
                  </a:lnTo>
                  <a:lnTo>
                    <a:pt x="47566" y="2022"/>
                  </a:lnTo>
                  <a:lnTo>
                    <a:pt x="46353" y="1708"/>
                  </a:lnTo>
                  <a:lnTo>
                    <a:pt x="45051" y="1438"/>
                  </a:lnTo>
                  <a:lnTo>
                    <a:pt x="43658" y="1169"/>
                  </a:lnTo>
                  <a:lnTo>
                    <a:pt x="42176" y="944"/>
                  </a:lnTo>
                  <a:lnTo>
                    <a:pt x="40649" y="720"/>
                  </a:lnTo>
                  <a:lnTo>
                    <a:pt x="39032" y="540"/>
                  </a:lnTo>
                  <a:lnTo>
                    <a:pt x="37325" y="360"/>
                  </a:lnTo>
                  <a:lnTo>
                    <a:pt x="35573" y="225"/>
                  </a:lnTo>
                  <a:lnTo>
                    <a:pt x="33732" y="136"/>
                  </a:lnTo>
                  <a:lnTo>
                    <a:pt x="31846" y="46"/>
                  </a:lnTo>
                  <a:lnTo>
                    <a:pt x="29914" y="1"/>
                  </a:lnTo>
                  <a:lnTo>
                    <a:pt x="27893" y="1"/>
                  </a:lnTo>
                  <a:lnTo>
                    <a:pt x="27893" y="1"/>
                  </a:lnTo>
                  <a:lnTo>
                    <a:pt x="25782" y="1"/>
                  </a:lnTo>
                  <a:lnTo>
                    <a:pt x="23806" y="46"/>
                  </a:lnTo>
                  <a:lnTo>
                    <a:pt x="21874" y="136"/>
                  </a:lnTo>
                  <a:lnTo>
                    <a:pt x="19988" y="270"/>
                  </a:lnTo>
                  <a:lnTo>
                    <a:pt x="18191" y="405"/>
                  </a:lnTo>
                  <a:lnTo>
                    <a:pt x="16485" y="585"/>
                  </a:lnTo>
                  <a:lnTo>
                    <a:pt x="14823" y="764"/>
                  </a:lnTo>
                  <a:lnTo>
                    <a:pt x="13251" y="989"/>
                  </a:lnTo>
                  <a:lnTo>
                    <a:pt x="11768" y="1258"/>
                  </a:lnTo>
                  <a:lnTo>
                    <a:pt x="10376" y="1528"/>
                  </a:lnTo>
                  <a:lnTo>
                    <a:pt x="9029" y="1797"/>
                  </a:lnTo>
                  <a:lnTo>
                    <a:pt x="7771" y="2112"/>
                  </a:lnTo>
                  <a:lnTo>
                    <a:pt x="6648" y="2426"/>
                  </a:lnTo>
                  <a:lnTo>
                    <a:pt x="5570" y="2786"/>
                  </a:lnTo>
                  <a:lnTo>
                    <a:pt x="4582" y="3145"/>
                  </a:lnTo>
                  <a:lnTo>
                    <a:pt x="3684" y="3504"/>
                  </a:lnTo>
                  <a:lnTo>
                    <a:pt x="3684" y="3504"/>
                  </a:lnTo>
                  <a:lnTo>
                    <a:pt x="2830" y="3908"/>
                  </a:lnTo>
                  <a:lnTo>
                    <a:pt x="2112" y="4313"/>
                  </a:lnTo>
                  <a:lnTo>
                    <a:pt x="1483" y="4717"/>
                  </a:lnTo>
                  <a:lnTo>
                    <a:pt x="944" y="5166"/>
                  </a:lnTo>
                  <a:lnTo>
                    <a:pt x="540" y="5570"/>
                  </a:lnTo>
                  <a:lnTo>
                    <a:pt x="225" y="6019"/>
                  </a:lnTo>
                  <a:lnTo>
                    <a:pt x="135" y="6244"/>
                  </a:lnTo>
                  <a:lnTo>
                    <a:pt x="46" y="6469"/>
                  </a:lnTo>
                  <a:lnTo>
                    <a:pt x="1" y="6693"/>
                  </a:lnTo>
                  <a:lnTo>
                    <a:pt x="1" y="6873"/>
                  </a:lnTo>
                  <a:lnTo>
                    <a:pt x="1" y="6873"/>
                  </a:lnTo>
                  <a:lnTo>
                    <a:pt x="46" y="7277"/>
                  </a:lnTo>
                  <a:lnTo>
                    <a:pt x="180" y="7636"/>
                  </a:lnTo>
                  <a:lnTo>
                    <a:pt x="405" y="7996"/>
                  </a:lnTo>
                  <a:lnTo>
                    <a:pt x="719" y="8400"/>
                  </a:lnTo>
                  <a:lnTo>
                    <a:pt x="1079" y="8759"/>
                  </a:lnTo>
                  <a:lnTo>
                    <a:pt x="1573" y="9119"/>
                  </a:lnTo>
                  <a:lnTo>
                    <a:pt x="2112" y="9478"/>
                  </a:lnTo>
                  <a:lnTo>
                    <a:pt x="2741" y="9837"/>
                  </a:lnTo>
                  <a:lnTo>
                    <a:pt x="3459" y="10197"/>
                  </a:lnTo>
                  <a:lnTo>
                    <a:pt x="4268" y="10511"/>
                  </a:lnTo>
                  <a:lnTo>
                    <a:pt x="5121" y="10825"/>
                  </a:lnTo>
                  <a:lnTo>
                    <a:pt x="6064" y="11185"/>
                  </a:lnTo>
                  <a:lnTo>
                    <a:pt x="7052" y="11454"/>
                  </a:lnTo>
                  <a:lnTo>
                    <a:pt x="8175" y="11769"/>
                  </a:lnTo>
                  <a:lnTo>
                    <a:pt x="9298" y="12038"/>
                  </a:lnTo>
                  <a:lnTo>
                    <a:pt x="10556" y="12308"/>
                  </a:lnTo>
                  <a:lnTo>
                    <a:pt x="10556" y="12308"/>
                  </a:lnTo>
                  <a:lnTo>
                    <a:pt x="12307" y="12622"/>
                  </a:lnTo>
                  <a:lnTo>
                    <a:pt x="14194" y="12936"/>
                  </a:lnTo>
                  <a:lnTo>
                    <a:pt x="16215" y="13161"/>
                  </a:lnTo>
                  <a:lnTo>
                    <a:pt x="18326" y="13386"/>
                  </a:lnTo>
                  <a:lnTo>
                    <a:pt x="20527" y="13565"/>
                  </a:lnTo>
                  <a:lnTo>
                    <a:pt x="22862" y="13700"/>
                  </a:lnTo>
                  <a:lnTo>
                    <a:pt x="25333" y="13745"/>
                  </a:lnTo>
                  <a:lnTo>
                    <a:pt x="27893" y="13790"/>
                  </a:lnTo>
                  <a:lnTo>
                    <a:pt x="27893" y="13790"/>
                  </a:lnTo>
                  <a:lnTo>
                    <a:pt x="30363" y="13745"/>
                  </a:lnTo>
                  <a:lnTo>
                    <a:pt x="32789" y="13700"/>
                  </a:lnTo>
                  <a:lnTo>
                    <a:pt x="35079" y="13565"/>
                  </a:lnTo>
                  <a:lnTo>
                    <a:pt x="37280" y="13386"/>
                  </a:lnTo>
                  <a:lnTo>
                    <a:pt x="39391" y="13206"/>
                  </a:lnTo>
                  <a:lnTo>
                    <a:pt x="41368" y="12936"/>
                  </a:lnTo>
                  <a:lnTo>
                    <a:pt x="43209" y="12667"/>
                  </a:lnTo>
                  <a:lnTo>
                    <a:pt x="44961" y="12353"/>
                  </a:lnTo>
                  <a:lnTo>
                    <a:pt x="44961" y="12353"/>
                  </a:lnTo>
                  <a:lnTo>
                    <a:pt x="46218" y="12083"/>
                  </a:lnTo>
                  <a:lnTo>
                    <a:pt x="47386" y="11814"/>
                  </a:lnTo>
                  <a:lnTo>
                    <a:pt x="48509" y="11499"/>
                  </a:lnTo>
                  <a:lnTo>
                    <a:pt x="49542" y="11230"/>
                  </a:lnTo>
                  <a:lnTo>
                    <a:pt x="50530" y="10870"/>
                  </a:lnTo>
                  <a:lnTo>
                    <a:pt x="51384" y="10556"/>
                  </a:lnTo>
                  <a:lnTo>
                    <a:pt x="52192" y="10197"/>
                  </a:lnTo>
                  <a:lnTo>
                    <a:pt x="52956" y="9882"/>
                  </a:lnTo>
                  <a:lnTo>
                    <a:pt x="53584" y="9523"/>
                  </a:lnTo>
                  <a:lnTo>
                    <a:pt x="54123" y="9164"/>
                  </a:lnTo>
                  <a:lnTo>
                    <a:pt x="54617" y="8759"/>
                  </a:lnTo>
                  <a:lnTo>
                    <a:pt x="55022" y="8400"/>
                  </a:lnTo>
                  <a:lnTo>
                    <a:pt x="55336" y="8041"/>
                  </a:lnTo>
                  <a:lnTo>
                    <a:pt x="55561" y="7636"/>
                  </a:lnTo>
                  <a:lnTo>
                    <a:pt x="55695" y="7277"/>
                  </a:lnTo>
                  <a:lnTo>
                    <a:pt x="55740" y="6873"/>
                  </a:lnTo>
                  <a:lnTo>
                    <a:pt x="55740" y="6873"/>
                  </a:lnTo>
                  <a:lnTo>
                    <a:pt x="55740" y="6648"/>
                  </a:lnTo>
                  <a:lnTo>
                    <a:pt x="55695" y="6424"/>
                  </a:lnTo>
                  <a:lnTo>
                    <a:pt x="55606" y="6199"/>
                  </a:lnTo>
                  <a:lnTo>
                    <a:pt x="55471" y="5975"/>
                  </a:lnTo>
                  <a:lnTo>
                    <a:pt x="55156" y="5525"/>
                  </a:lnTo>
                  <a:lnTo>
                    <a:pt x="54707" y="5076"/>
                  </a:lnTo>
                  <a:lnTo>
                    <a:pt x="54123" y="4627"/>
                  </a:lnTo>
                  <a:lnTo>
                    <a:pt x="53450" y="4178"/>
                  </a:lnTo>
                  <a:lnTo>
                    <a:pt x="52641" y="3774"/>
                  </a:lnTo>
                  <a:lnTo>
                    <a:pt x="51698" y="332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58"/>
            <p:cNvSpPr/>
            <p:nvPr/>
          </p:nvSpPr>
          <p:spPr>
            <a:xfrm>
              <a:off x="5647025" y="1795250"/>
              <a:ext cx="1194750" cy="268400"/>
            </a:xfrm>
            <a:custGeom>
              <a:rect b="b" l="l" r="r" t="t"/>
              <a:pathLst>
                <a:path extrusionOk="0" fill="none" h="10736" w="47790">
                  <a:moveTo>
                    <a:pt x="38313" y="9702"/>
                  </a:moveTo>
                  <a:lnTo>
                    <a:pt x="38313" y="9702"/>
                  </a:lnTo>
                  <a:lnTo>
                    <a:pt x="36696" y="9927"/>
                  </a:lnTo>
                  <a:lnTo>
                    <a:pt x="34989" y="10151"/>
                  </a:lnTo>
                  <a:lnTo>
                    <a:pt x="33237" y="10331"/>
                  </a:lnTo>
                  <a:lnTo>
                    <a:pt x="31396" y="10466"/>
                  </a:lnTo>
                  <a:lnTo>
                    <a:pt x="29554" y="10600"/>
                  </a:lnTo>
                  <a:lnTo>
                    <a:pt x="27668" y="10690"/>
                  </a:lnTo>
                  <a:lnTo>
                    <a:pt x="25781" y="10735"/>
                  </a:lnTo>
                  <a:lnTo>
                    <a:pt x="23895" y="10735"/>
                  </a:lnTo>
                  <a:lnTo>
                    <a:pt x="23895" y="10735"/>
                  </a:lnTo>
                  <a:lnTo>
                    <a:pt x="21919" y="10735"/>
                  </a:lnTo>
                  <a:lnTo>
                    <a:pt x="19987" y="10690"/>
                  </a:lnTo>
                  <a:lnTo>
                    <a:pt x="18101" y="10600"/>
                  </a:lnTo>
                  <a:lnTo>
                    <a:pt x="16215" y="10466"/>
                  </a:lnTo>
                  <a:lnTo>
                    <a:pt x="14373" y="10331"/>
                  </a:lnTo>
                  <a:lnTo>
                    <a:pt x="12576" y="10106"/>
                  </a:lnTo>
                  <a:lnTo>
                    <a:pt x="10870" y="9882"/>
                  </a:lnTo>
                  <a:lnTo>
                    <a:pt x="9208" y="9657"/>
                  </a:lnTo>
                  <a:lnTo>
                    <a:pt x="9208" y="9657"/>
                  </a:lnTo>
                  <a:lnTo>
                    <a:pt x="9163" y="9612"/>
                  </a:lnTo>
                  <a:lnTo>
                    <a:pt x="9163" y="9612"/>
                  </a:lnTo>
                  <a:lnTo>
                    <a:pt x="7905" y="9388"/>
                  </a:lnTo>
                  <a:lnTo>
                    <a:pt x="6692" y="9163"/>
                  </a:lnTo>
                  <a:lnTo>
                    <a:pt x="5570" y="8894"/>
                  </a:lnTo>
                  <a:lnTo>
                    <a:pt x="4537" y="8579"/>
                  </a:lnTo>
                  <a:lnTo>
                    <a:pt x="4537" y="8579"/>
                  </a:lnTo>
                  <a:lnTo>
                    <a:pt x="3548" y="8265"/>
                  </a:lnTo>
                  <a:lnTo>
                    <a:pt x="2650" y="7905"/>
                  </a:lnTo>
                  <a:lnTo>
                    <a:pt x="1842" y="7546"/>
                  </a:lnTo>
                  <a:lnTo>
                    <a:pt x="1213" y="7142"/>
                  </a:lnTo>
                  <a:lnTo>
                    <a:pt x="674" y="6738"/>
                  </a:lnTo>
                  <a:lnTo>
                    <a:pt x="449" y="6513"/>
                  </a:lnTo>
                  <a:lnTo>
                    <a:pt x="315" y="6288"/>
                  </a:lnTo>
                  <a:lnTo>
                    <a:pt x="180" y="6064"/>
                  </a:lnTo>
                  <a:lnTo>
                    <a:pt x="45" y="5839"/>
                  </a:lnTo>
                  <a:lnTo>
                    <a:pt x="0" y="5615"/>
                  </a:lnTo>
                  <a:lnTo>
                    <a:pt x="0" y="5390"/>
                  </a:lnTo>
                  <a:lnTo>
                    <a:pt x="0" y="5390"/>
                  </a:lnTo>
                  <a:lnTo>
                    <a:pt x="0" y="5076"/>
                  </a:lnTo>
                  <a:lnTo>
                    <a:pt x="0" y="5076"/>
                  </a:lnTo>
                  <a:lnTo>
                    <a:pt x="135" y="4761"/>
                  </a:lnTo>
                  <a:lnTo>
                    <a:pt x="270" y="4492"/>
                  </a:lnTo>
                  <a:lnTo>
                    <a:pt x="494" y="4177"/>
                  </a:lnTo>
                  <a:lnTo>
                    <a:pt x="809" y="3908"/>
                  </a:lnTo>
                  <a:lnTo>
                    <a:pt x="1123" y="3683"/>
                  </a:lnTo>
                  <a:lnTo>
                    <a:pt x="1527" y="3414"/>
                  </a:lnTo>
                  <a:lnTo>
                    <a:pt x="1976" y="3144"/>
                  </a:lnTo>
                  <a:lnTo>
                    <a:pt x="2470" y="2920"/>
                  </a:lnTo>
                  <a:lnTo>
                    <a:pt x="3593" y="2471"/>
                  </a:lnTo>
                  <a:lnTo>
                    <a:pt x="4896" y="2066"/>
                  </a:lnTo>
                  <a:lnTo>
                    <a:pt x="6378" y="1662"/>
                  </a:lnTo>
                  <a:lnTo>
                    <a:pt x="7950" y="1348"/>
                  </a:lnTo>
                  <a:lnTo>
                    <a:pt x="9702" y="1033"/>
                  </a:lnTo>
                  <a:lnTo>
                    <a:pt x="11543" y="764"/>
                  </a:lnTo>
                  <a:lnTo>
                    <a:pt x="13475" y="539"/>
                  </a:lnTo>
                  <a:lnTo>
                    <a:pt x="15451" y="360"/>
                  </a:lnTo>
                  <a:lnTo>
                    <a:pt x="17517" y="180"/>
                  </a:lnTo>
                  <a:lnTo>
                    <a:pt x="19628" y="90"/>
                  </a:lnTo>
                  <a:lnTo>
                    <a:pt x="21739" y="0"/>
                  </a:lnTo>
                  <a:lnTo>
                    <a:pt x="23895" y="0"/>
                  </a:lnTo>
                  <a:lnTo>
                    <a:pt x="23895" y="0"/>
                  </a:lnTo>
                  <a:lnTo>
                    <a:pt x="25916" y="0"/>
                  </a:lnTo>
                  <a:lnTo>
                    <a:pt x="27937" y="90"/>
                  </a:lnTo>
                  <a:lnTo>
                    <a:pt x="29959" y="180"/>
                  </a:lnTo>
                  <a:lnTo>
                    <a:pt x="31935" y="315"/>
                  </a:lnTo>
                  <a:lnTo>
                    <a:pt x="33866" y="494"/>
                  </a:lnTo>
                  <a:lnTo>
                    <a:pt x="35753" y="719"/>
                  </a:lnTo>
                  <a:lnTo>
                    <a:pt x="37504" y="944"/>
                  </a:lnTo>
                  <a:lnTo>
                    <a:pt x="39211" y="1213"/>
                  </a:lnTo>
                  <a:lnTo>
                    <a:pt x="40783" y="1527"/>
                  </a:lnTo>
                  <a:lnTo>
                    <a:pt x="42265" y="1887"/>
                  </a:lnTo>
                  <a:lnTo>
                    <a:pt x="43568" y="2291"/>
                  </a:lnTo>
                  <a:lnTo>
                    <a:pt x="44736" y="2695"/>
                  </a:lnTo>
                  <a:lnTo>
                    <a:pt x="45724" y="3144"/>
                  </a:lnTo>
                  <a:lnTo>
                    <a:pt x="46173" y="3369"/>
                  </a:lnTo>
                  <a:lnTo>
                    <a:pt x="46532" y="3594"/>
                  </a:lnTo>
                  <a:lnTo>
                    <a:pt x="46892" y="3863"/>
                  </a:lnTo>
                  <a:lnTo>
                    <a:pt x="47161" y="4133"/>
                  </a:lnTo>
                  <a:lnTo>
                    <a:pt x="47386" y="4402"/>
                  </a:lnTo>
                  <a:lnTo>
                    <a:pt x="47565" y="4671"/>
                  </a:lnTo>
                  <a:lnTo>
                    <a:pt x="47565" y="4671"/>
                  </a:lnTo>
                  <a:lnTo>
                    <a:pt x="47700" y="5031"/>
                  </a:lnTo>
                  <a:lnTo>
                    <a:pt x="47790" y="5390"/>
                  </a:lnTo>
                  <a:lnTo>
                    <a:pt x="47790" y="5390"/>
                  </a:lnTo>
                  <a:lnTo>
                    <a:pt x="47745" y="5749"/>
                  </a:lnTo>
                  <a:lnTo>
                    <a:pt x="47610" y="6064"/>
                  </a:lnTo>
                  <a:lnTo>
                    <a:pt x="47386" y="6423"/>
                  </a:lnTo>
                  <a:lnTo>
                    <a:pt x="47071" y="6738"/>
                  </a:lnTo>
                  <a:lnTo>
                    <a:pt x="46712" y="7052"/>
                  </a:lnTo>
                  <a:lnTo>
                    <a:pt x="46218" y="7321"/>
                  </a:lnTo>
                  <a:lnTo>
                    <a:pt x="45724" y="7636"/>
                  </a:lnTo>
                  <a:lnTo>
                    <a:pt x="45095" y="7905"/>
                  </a:lnTo>
                  <a:lnTo>
                    <a:pt x="44466" y="8175"/>
                  </a:lnTo>
                  <a:lnTo>
                    <a:pt x="43747" y="8444"/>
                  </a:lnTo>
                  <a:lnTo>
                    <a:pt x="42939" y="8669"/>
                  </a:lnTo>
                  <a:lnTo>
                    <a:pt x="42131" y="8894"/>
                  </a:lnTo>
                  <a:lnTo>
                    <a:pt x="40289" y="9298"/>
                  </a:lnTo>
                  <a:lnTo>
                    <a:pt x="38313" y="970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58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58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h="4178" w="27175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1858" y="4178"/>
                  </a:lnTo>
                  <a:lnTo>
                    <a:pt x="15137" y="4178"/>
                  </a:lnTo>
                  <a:lnTo>
                    <a:pt x="16619" y="4088"/>
                  </a:lnTo>
                  <a:lnTo>
                    <a:pt x="17742" y="3998"/>
                  </a:lnTo>
                  <a:lnTo>
                    <a:pt x="18865" y="3908"/>
                  </a:lnTo>
                  <a:lnTo>
                    <a:pt x="19853" y="3774"/>
                  </a:lnTo>
                  <a:lnTo>
                    <a:pt x="20796" y="3594"/>
                  </a:lnTo>
                  <a:lnTo>
                    <a:pt x="22458" y="3279"/>
                  </a:lnTo>
                  <a:lnTo>
                    <a:pt x="23896" y="2875"/>
                  </a:lnTo>
                  <a:lnTo>
                    <a:pt x="25063" y="2516"/>
                  </a:lnTo>
                  <a:lnTo>
                    <a:pt x="25962" y="2157"/>
                  </a:lnTo>
                  <a:lnTo>
                    <a:pt x="26635" y="1842"/>
                  </a:lnTo>
                  <a:lnTo>
                    <a:pt x="27085" y="1573"/>
                  </a:lnTo>
                  <a:lnTo>
                    <a:pt x="27174" y="1528"/>
                  </a:lnTo>
                  <a:lnTo>
                    <a:pt x="27174" y="1"/>
                  </a:lnTo>
                  <a:lnTo>
                    <a:pt x="26905" y="90"/>
                  </a:lnTo>
                  <a:lnTo>
                    <a:pt x="25692" y="450"/>
                  </a:lnTo>
                  <a:lnTo>
                    <a:pt x="24435" y="764"/>
                  </a:lnTo>
                  <a:lnTo>
                    <a:pt x="23132" y="1079"/>
                  </a:lnTo>
                  <a:lnTo>
                    <a:pt x="21785" y="1303"/>
                  </a:lnTo>
                  <a:lnTo>
                    <a:pt x="20437" y="1528"/>
                  </a:lnTo>
                  <a:lnTo>
                    <a:pt x="19045" y="1707"/>
                  </a:lnTo>
                  <a:lnTo>
                    <a:pt x="17607" y="1842"/>
                  </a:lnTo>
                  <a:lnTo>
                    <a:pt x="16170" y="1932"/>
                  </a:lnTo>
                  <a:lnTo>
                    <a:pt x="14868" y="1977"/>
                  </a:lnTo>
                  <a:lnTo>
                    <a:pt x="12128" y="1977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B4A2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58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fill="none" h="4178" w="27175">
                  <a:moveTo>
                    <a:pt x="27174" y="1"/>
                  </a:moveTo>
                  <a:lnTo>
                    <a:pt x="27174" y="1528"/>
                  </a:lnTo>
                  <a:lnTo>
                    <a:pt x="27085" y="1573"/>
                  </a:lnTo>
                  <a:lnTo>
                    <a:pt x="27085" y="1573"/>
                  </a:lnTo>
                  <a:lnTo>
                    <a:pt x="26635" y="1842"/>
                  </a:lnTo>
                  <a:lnTo>
                    <a:pt x="25962" y="2157"/>
                  </a:lnTo>
                  <a:lnTo>
                    <a:pt x="25063" y="2516"/>
                  </a:lnTo>
                  <a:lnTo>
                    <a:pt x="23896" y="2875"/>
                  </a:lnTo>
                  <a:lnTo>
                    <a:pt x="22458" y="3279"/>
                  </a:lnTo>
                  <a:lnTo>
                    <a:pt x="20796" y="3594"/>
                  </a:lnTo>
                  <a:lnTo>
                    <a:pt x="19853" y="3774"/>
                  </a:lnTo>
                  <a:lnTo>
                    <a:pt x="18865" y="3908"/>
                  </a:lnTo>
                  <a:lnTo>
                    <a:pt x="17742" y="399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5137" y="4178"/>
                  </a:lnTo>
                  <a:lnTo>
                    <a:pt x="13610" y="4178"/>
                  </a:lnTo>
                  <a:lnTo>
                    <a:pt x="13610" y="4178"/>
                  </a:lnTo>
                  <a:lnTo>
                    <a:pt x="11858" y="4178"/>
                  </a:lnTo>
                  <a:lnTo>
                    <a:pt x="10241" y="4088"/>
                  </a:lnTo>
                  <a:lnTo>
                    <a:pt x="10241" y="4088"/>
                  </a:lnTo>
                  <a:lnTo>
                    <a:pt x="9163" y="3998"/>
                  </a:lnTo>
                  <a:lnTo>
                    <a:pt x="8085" y="3863"/>
                  </a:lnTo>
                  <a:lnTo>
                    <a:pt x="7097" y="3729"/>
                  </a:lnTo>
                  <a:lnTo>
                    <a:pt x="6199" y="3594"/>
                  </a:lnTo>
                  <a:lnTo>
                    <a:pt x="4582" y="3235"/>
                  </a:lnTo>
                  <a:lnTo>
                    <a:pt x="3235" y="2875"/>
                  </a:lnTo>
                  <a:lnTo>
                    <a:pt x="2067" y="2471"/>
                  </a:lnTo>
                  <a:lnTo>
                    <a:pt x="1213" y="2112"/>
                  </a:lnTo>
                  <a:lnTo>
                    <a:pt x="540" y="1842"/>
                  </a:lnTo>
                  <a:lnTo>
                    <a:pt x="91" y="1573"/>
                  </a:lnTo>
                  <a:lnTo>
                    <a:pt x="1" y="1528"/>
                  </a:lnTo>
                  <a:lnTo>
                    <a:pt x="1" y="1"/>
                  </a:lnTo>
                  <a:lnTo>
                    <a:pt x="270" y="90"/>
                  </a:lnTo>
                  <a:lnTo>
                    <a:pt x="270" y="90"/>
                  </a:lnTo>
                  <a:lnTo>
                    <a:pt x="1483" y="450"/>
                  </a:lnTo>
                  <a:lnTo>
                    <a:pt x="2696" y="764"/>
                  </a:lnTo>
                  <a:lnTo>
                    <a:pt x="3953" y="1034"/>
                  </a:lnTo>
                  <a:lnTo>
                    <a:pt x="5256" y="1303"/>
                  </a:lnTo>
                  <a:lnTo>
                    <a:pt x="6558" y="1483"/>
                  </a:lnTo>
                  <a:lnTo>
                    <a:pt x="7906" y="1663"/>
                  </a:lnTo>
                  <a:lnTo>
                    <a:pt x="9298" y="179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2128" y="1977"/>
                  </a:lnTo>
                  <a:lnTo>
                    <a:pt x="13610" y="1977"/>
                  </a:lnTo>
                  <a:lnTo>
                    <a:pt x="13610" y="1977"/>
                  </a:lnTo>
                  <a:lnTo>
                    <a:pt x="14868" y="1977"/>
                  </a:lnTo>
                  <a:lnTo>
                    <a:pt x="16170" y="1932"/>
                  </a:lnTo>
                  <a:lnTo>
                    <a:pt x="16170" y="1932"/>
                  </a:lnTo>
                  <a:lnTo>
                    <a:pt x="17607" y="1842"/>
                  </a:lnTo>
                  <a:lnTo>
                    <a:pt x="19045" y="1707"/>
                  </a:lnTo>
                  <a:lnTo>
                    <a:pt x="20437" y="1528"/>
                  </a:lnTo>
                  <a:lnTo>
                    <a:pt x="21785" y="1303"/>
                  </a:lnTo>
                  <a:lnTo>
                    <a:pt x="23132" y="1079"/>
                  </a:lnTo>
                  <a:lnTo>
                    <a:pt x="24435" y="764"/>
                  </a:lnTo>
                  <a:lnTo>
                    <a:pt x="25692" y="450"/>
                  </a:lnTo>
                  <a:lnTo>
                    <a:pt x="26905" y="90"/>
                  </a:lnTo>
                  <a:lnTo>
                    <a:pt x="2717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58"/>
            <p:cNvSpPr/>
            <p:nvPr/>
          </p:nvSpPr>
          <p:spPr>
            <a:xfrm>
              <a:off x="5661625" y="1809850"/>
              <a:ext cx="1164425" cy="134775"/>
            </a:xfrm>
            <a:custGeom>
              <a:rect b="b" l="l" r="r" t="t"/>
              <a:pathLst>
                <a:path extrusionOk="0" h="5391" w="46577">
                  <a:moveTo>
                    <a:pt x="23311" y="0"/>
                  </a:moveTo>
                  <a:lnTo>
                    <a:pt x="20930" y="45"/>
                  </a:lnTo>
                  <a:lnTo>
                    <a:pt x="18685" y="135"/>
                  </a:lnTo>
                  <a:lnTo>
                    <a:pt x="16439" y="225"/>
                  </a:lnTo>
                  <a:lnTo>
                    <a:pt x="14328" y="404"/>
                  </a:lnTo>
                  <a:lnTo>
                    <a:pt x="12307" y="629"/>
                  </a:lnTo>
                  <a:lnTo>
                    <a:pt x="10375" y="854"/>
                  </a:lnTo>
                  <a:lnTo>
                    <a:pt x="8579" y="1123"/>
                  </a:lnTo>
                  <a:lnTo>
                    <a:pt x="6917" y="1438"/>
                  </a:lnTo>
                  <a:lnTo>
                    <a:pt x="5390" y="1797"/>
                  </a:lnTo>
                  <a:lnTo>
                    <a:pt x="4042" y="2156"/>
                  </a:lnTo>
                  <a:lnTo>
                    <a:pt x="2875" y="2560"/>
                  </a:lnTo>
                  <a:lnTo>
                    <a:pt x="1886" y="2965"/>
                  </a:lnTo>
                  <a:lnTo>
                    <a:pt x="1437" y="3189"/>
                  </a:lnTo>
                  <a:lnTo>
                    <a:pt x="1078" y="3414"/>
                  </a:lnTo>
                  <a:lnTo>
                    <a:pt x="764" y="3638"/>
                  </a:lnTo>
                  <a:lnTo>
                    <a:pt x="494" y="3863"/>
                  </a:lnTo>
                  <a:lnTo>
                    <a:pt x="270" y="4087"/>
                  </a:lnTo>
                  <a:lnTo>
                    <a:pt x="135" y="4312"/>
                  </a:lnTo>
                  <a:lnTo>
                    <a:pt x="45" y="4537"/>
                  </a:lnTo>
                  <a:lnTo>
                    <a:pt x="0" y="4806"/>
                  </a:lnTo>
                  <a:lnTo>
                    <a:pt x="45" y="5031"/>
                  </a:lnTo>
                  <a:lnTo>
                    <a:pt x="135" y="5390"/>
                  </a:lnTo>
                  <a:lnTo>
                    <a:pt x="359" y="5121"/>
                  </a:lnTo>
                  <a:lnTo>
                    <a:pt x="674" y="4896"/>
                  </a:lnTo>
                  <a:lnTo>
                    <a:pt x="988" y="4626"/>
                  </a:lnTo>
                  <a:lnTo>
                    <a:pt x="1347" y="4402"/>
                  </a:lnTo>
                  <a:lnTo>
                    <a:pt x="1752" y="4132"/>
                  </a:lnTo>
                  <a:lnTo>
                    <a:pt x="2695" y="3728"/>
                  </a:lnTo>
                  <a:lnTo>
                    <a:pt x="3773" y="3324"/>
                  </a:lnTo>
                  <a:lnTo>
                    <a:pt x="5031" y="2920"/>
                  </a:lnTo>
                  <a:lnTo>
                    <a:pt x="6378" y="2605"/>
                  </a:lnTo>
                  <a:lnTo>
                    <a:pt x="7860" y="2291"/>
                  </a:lnTo>
                  <a:lnTo>
                    <a:pt x="9387" y="2021"/>
                  </a:lnTo>
                  <a:lnTo>
                    <a:pt x="11004" y="1797"/>
                  </a:lnTo>
                  <a:lnTo>
                    <a:pt x="12711" y="1617"/>
                  </a:lnTo>
                  <a:lnTo>
                    <a:pt x="14463" y="1438"/>
                  </a:lnTo>
                  <a:lnTo>
                    <a:pt x="16214" y="1303"/>
                  </a:lnTo>
                  <a:lnTo>
                    <a:pt x="18011" y="1168"/>
                  </a:lnTo>
                  <a:lnTo>
                    <a:pt x="19763" y="1123"/>
                  </a:lnTo>
                  <a:lnTo>
                    <a:pt x="21559" y="1078"/>
                  </a:lnTo>
                  <a:lnTo>
                    <a:pt x="23311" y="1033"/>
                  </a:lnTo>
                  <a:lnTo>
                    <a:pt x="25018" y="1078"/>
                  </a:lnTo>
                  <a:lnTo>
                    <a:pt x="26814" y="1123"/>
                  </a:lnTo>
                  <a:lnTo>
                    <a:pt x="28566" y="1168"/>
                  </a:lnTo>
                  <a:lnTo>
                    <a:pt x="30363" y="1303"/>
                  </a:lnTo>
                  <a:lnTo>
                    <a:pt x="32114" y="1438"/>
                  </a:lnTo>
                  <a:lnTo>
                    <a:pt x="33866" y="1617"/>
                  </a:lnTo>
                  <a:lnTo>
                    <a:pt x="35573" y="1797"/>
                  </a:lnTo>
                  <a:lnTo>
                    <a:pt x="37190" y="2021"/>
                  </a:lnTo>
                  <a:lnTo>
                    <a:pt x="38762" y="2291"/>
                  </a:lnTo>
                  <a:lnTo>
                    <a:pt x="40199" y="2605"/>
                  </a:lnTo>
                  <a:lnTo>
                    <a:pt x="41547" y="2920"/>
                  </a:lnTo>
                  <a:lnTo>
                    <a:pt x="42804" y="3324"/>
                  </a:lnTo>
                  <a:lnTo>
                    <a:pt x="43882" y="3728"/>
                  </a:lnTo>
                  <a:lnTo>
                    <a:pt x="44825" y="4132"/>
                  </a:lnTo>
                  <a:lnTo>
                    <a:pt x="45230" y="4402"/>
                  </a:lnTo>
                  <a:lnTo>
                    <a:pt x="45634" y="4626"/>
                  </a:lnTo>
                  <a:lnTo>
                    <a:pt x="45948" y="4896"/>
                  </a:lnTo>
                  <a:lnTo>
                    <a:pt x="46218" y="5121"/>
                  </a:lnTo>
                  <a:lnTo>
                    <a:pt x="46352" y="5300"/>
                  </a:lnTo>
                  <a:lnTo>
                    <a:pt x="46442" y="5390"/>
                  </a:lnTo>
                  <a:lnTo>
                    <a:pt x="46532" y="5031"/>
                  </a:lnTo>
                  <a:lnTo>
                    <a:pt x="46577" y="4986"/>
                  </a:lnTo>
                  <a:lnTo>
                    <a:pt x="46577" y="4806"/>
                  </a:lnTo>
                  <a:lnTo>
                    <a:pt x="46532" y="4537"/>
                  </a:lnTo>
                  <a:lnTo>
                    <a:pt x="46442" y="4312"/>
                  </a:lnTo>
                  <a:lnTo>
                    <a:pt x="46308" y="4087"/>
                  </a:lnTo>
                  <a:lnTo>
                    <a:pt x="46083" y="3863"/>
                  </a:lnTo>
                  <a:lnTo>
                    <a:pt x="45813" y="3638"/>
                  </a:lnTo>
                  <a:lnTo>
                    <a:pt x="45499" y="3414"/>
                  </a:lnTo>
                  <a:lnTo>
                    <a:pt x="45140" y="3189"/>
                  </a:lnTo>
                  <a:lnTo>
                    <a:pt x="44736" y="2965"/>
                  </a:lnTo>
                  <a:lnTo>
                    <a:pt x="43702" y="2560"/>
                  </a:lnTo>
                  <a:lnTo>
                    <a:pt x="42535" y="2156"/>
                  </a:lnTo>
                  <a:lnTo>
                    <a:pt x="41187" y="1797"/>
                  </a:lnTo>
                  <a:lnTo>
                    <a:pt x="39660" y="1438"/>
                  </a:lnTo>
                  <a:lnTo>
                    <a:pt x="37998" y="1123"/>
                  </a:lnTo>
                  <a:lnTo>
                    <a:pt x="36202" y="854"/>
                  </a:lnTo>
                  <a:lnTo>
                    <a:pt x="34270" y="629"/>
                  </a:lnTo>
                  <a:lnTo>
                    <a:pt x="32249" y="404"/>
                  </a:lnTo>
                  <a:lnTo>
                    <a:pt x="30138" y="225"/>
                  </a:lnTo>
                  <a:lnTo>
                    <a:pt x="27937" y="135"/>
                  </a:lnTo>
                  <a:lnTo>
                    <a:pt x="25647" y="45"/>
                  </a:lnTo>
                  <a:lnTo>
                    <a:pt x="23311" y="0"/>
                  </a:lnTo>
                  <a:close/>
                </a:path>
              </a:pathLst>
            </a:custGeom>
            <a:solidFill>
              <a:srgbClr val="62281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58"/>
            <p:cNvSpPr/>
            <p:nvPr/>
          </p:nvSpPr>
          <p:spPr>
            <a:xfrm>
              <a:off x="5661625" y="1809850"/>
              <a:ext cx="1164425" cy="134775"/>
            </a:xfrm>
            <a:custGeom>
              <a:rect b="b" l="l" r="r" t="t"/>
              <a:pathLst>
                <a:path extrusionOk="0" fill="none" h="5391" w="46577">
                  <a:moveTo>
                    <a:pt x="46577" y="4806"/>
                  </a:moveTo>
                  <a:lnTo>
                    <a:pt x="46577" y="4806"/>
                  </a:lnTo>
                  <a:lnTo>
                    <a:pt x="46577" y="4986"/>
                  </a:lnTo>
                  <a:lnTo>
                    <a:pt x="46577" y="4986"/>
                  </a:lnTo>
                  <a:lnTo>
                    <a:pt x="46532" y="5031"/>
                  </a:lnTo>
                  <a:lnTo>
                    <a:pt x="46442" y="5390"/>
                  </a:lnTo>
                  <a:lnTo>
                    <a:pt x="46352" y="5300"/>
                  </a:lnTo>
                  <a:lnTo>
                    <a:pt x="46218" y="5121"/>
                  </a:lnTo>
                  <a:lnTo>
                    <a:pt x="46218" y="5121"/>
                  </a:lnTo>
                  <a:lnTo>
                    <a:pt x="45948" y="4896"/>
                  </a:lnTo>
                  <a:lnTo>
                    <a:pt x="45634" y="4626"/>
                  </a:lnTo>
                  <a:lnTo>
                    <a:pt x="45230" y="4402"/>
                  </a:lnTo>
                  <a:lnTo>
                    <a:pt x="44825" y="4132"/>
                  </a:lnTo>
                  <a:lnTo>
                    <a:pt x="43882" y="3728"/>
                  </a:lnTo>
                  <a:lnTo>
                    <a:pt x="42804" y="3324"/>
                  </a:lnTo>
                  <a:lnTo>
                    <a:pt x="41547" y="2920"/>
                  </a:lnTo>
                  <a:lnTo>
                    <a:pt x="40199" y="2605"/>
                  </a:lnTo>
                  <a:lnTo>
                    <a:pt x="38762" y="2291"/>
                  </a:lnTo>
                  <a:lnTo>
                    <a:pt x="37190" y="2021"/>
                  </a:lnTo>
                  <a:lnTo>
                    <a:pt x="35573" y="1797"/>
                  </a:lnTo>
                  <a:lnTo>
                    <a:pt x="33866" y="1617"/>
                  </a:lnTo>
                  <a:lnTo>
                    <a:pt x="32114" y="1438"/>
                  </a:lnTo>
                  <a:lnTo>
                    <a:pt x="30363" y="1303"/>
                  </a:lnTo>
                  <a:lnTo>
                    <a:pt x="28566" y="1168"/>
                  </a:lnTo>
                  <a:lnTo>
                    <a:pt x="26814" y="1123"/>
                  </a:lnTo>
                  <a:lnTo>
                    <a:pt x="25018" y="1078"/>
                  </a:lnTo>
                  <a:lnTo>
                    <a:pt x="23311" y="1033"/>
                  </a:lnTo>
                  <a:lnTo>
                    <a:pt x="23311" y="1033"/>
                  </a:lnTo>
                  <a:lnTo>
                    <a:pt x="21559" y="1078"/>
                  </a:lnTo>
                  <a:lnTo>
                    <a:pt x="19763" y="1123"/>
                  </a:lnTo>
                  <a:lnTo>
                    <a:pt x="18011" y="1168"/>
                  </a:lnTo>
                  <a:lnTo>
                    <a:pt x="16214" y="1303"/>
                  </a:lnTo>
                  <a:lnTo>
                    <a:pt x="14463" y="1438"/>
                  </a:lnTo>
                  <a:lnTo>
                    <a:pt x="12711" y="1617"/>
                  </a:lnTo>
                  <a:lnTo>
                    <a:pt x="11004" y="1797"/>
                  </a:lnTo>
                  <a:lnTo>
                    <a:pt x="9387" y="2021"/>
                  </a:lnTo>
                  <a:lnTo>
                    <a:pt x="7860" y="2291"/>
                  </a:lnTo>
                  <a:lnTo>
                    <a:pt x="6378" y="2605"/>
                  </a:lnTo>
                  <a:lnTo>
                    <a:pt x="5031" y="2920"/>
                  </a:lnTo>
                  <a:lnTo>
                    <a:pt x="3773" y="3324"/>
                  </a:lnTo>
                  <a:lnTo>
                    <a:pt x="2695" y="3728"/>
                  </a:lnTo>
                  <a:lnTo>
                    <a:pt x="1752" y="4132"/>
                  </a:lnTo>
                  <a:lnTo>
                    <a:pt x="1347" y="4402"/>
                  </a:lnTo>
                  <a:lnTo>
                    <a:pt x="988" y="4626"/>
                  </a:lnTo>
                  <a:lnTo>
                    <a:pt x="674" y="4896"/>
                  </a:lnTo>
                  <a:lnTo>
                    <a:pt x="359" y="5121"/>
                  </a:lnTo>
                  <a:lnTo>
                    <a:pt x="135" y="5390"/>
                  </a:lnTo>
                  <a:lnTo>
                    <a:pt x="45" y="5031"/>
                  </a:lnTo>
                  <a:lnTo>
                    <a:pt x="45" y="5031"/>
                  </a:lnTo>
                  <a:lnTo>
                    <a:pt x="0" y="4806"/>
                  </a:lnTo>
                  <a:lnTo>
                    <a:pt x="0" y="4806"/>
                  </a:lnTo>
                  <a:lnTo>
                    <a:pt x="45" y="4537"/>
                  </a:lnTo>
                  <a:lnTo>
                    <a:pt x="135" y="4312"/>
                  </a:lnTo>
                  <a:lnTo>
                    <a:pt x="270" y="4087"/>
                  </a:lnTo>
                  <a:lnTo>
                    <a:pt x="494" y="3863"/>
                  </a:lnTo>
                  <a:lnTo>
                    <a:pt x="764" y="3638"/>
                  </a:lnTo>
                  <a:lnTo>
                    <a:pt x="1078" y="3414"/>
                  </a:lnTo>
                  <a:lnTo>
                    <a:pt x="1437" y="3189"/>
                  </a:lnTo>
                  <a:lnTo>
                    <a:pt x="1886" y="2965"/>
                  </a:lnTo>
                  <a:lnTo>
                    <a:pt x="2875" y="2560"/>
                  </a:lnTo>
                  <a:lnTo>
                    <a:pt x="4042" y="2156"/>
                  </a:lnTo>
                  <a:lnTo>
                    <a:pt x="5390" y="1797"/>
                  </a:lnTo>
                  <a:lnTo>
                    <a:pt x="6917" y="1438"/>
                  </a:lnTo>
                  <a:lnTo>
                    <a:pt x="8579" y="1123"/>
                  </a:lnTo>
                  <a:lnTo>
                    <a:pt x="10375" y="854"/>
                  </a:lnTo>
                  <a:lnTo>
                    <a:pt x="12307" y="629"/>
                  </a:lnTo>
                  <a:lnTo>
                    <a:pt x="14328" y="404"/>
                  </a:lnTo>
                  <a:lnTo>
                    <a:pt x="16439" y="225"/>
                  </a:lnTo>
                  <a:lnTo>
                    <a:pt x="18685" y="135"/>
                  </a:lnTo>
                  <a:lnTo>
                    <a:pt x="20930" y="45"/>
                  </a:lnTo>
                  <a:lnTo>
                    <a:pt x="23311" y="0"/>
                  </a:lnTo>
                  <a:lnTo>
                    <a:pt x="23311" y="0"/>
                  </a:lnTo>
                  <a:lnTo>
                    <a:pt x="25647" y="45"/>
                  </a:lnTo>
                  <a:lnTo>
                    <a:pt x="27937" y="135"/>
                  </a:lnTo>
                  <a:lnTo>
                    <a:pt x="30138" y="225"/>
                  </a:lnTo>
                  <a:lnTo>
                    <a:pt x="32249" y="404"/>
                  </a:lnTo>
                  <a:lnTo>
                    <a:pt x="34270" y="629"/>
                  </a:lnTo>
                  <a:lnTo>
                    <a:pt x="36202" y="854"/>
                  </a:lnTo>
                  <a:lnTo>
                    <a:pt x="37998" y="1123"/>
                  </a:lnTo>
                  <a:lnTo>
                    <a:pt x="39660" y="1438"/>
                  </a:lnTo>
                  <a:lnTo>
                    <a:pt x="41187" y="1797"/>
                  </a:lnTo>
                  <a:lnTo>
                    <a:pt x="42535" y="2156"/>
                  </a:lnTo>
                  <a:lnTo>
                    <a:pt x="43702" y="2560"/>
                  </a:lnTo>
                  <a:lnTo>
                    <a:pt x="44736" y="2965"/>
                  </a:lnTo>
                  <a:lnTo>
                    <a:pt x="45140" y="3189"/>
                  </a:lnTo>
                  <a:lnTo>
                    <a:pt x="45499" y="3414"/>
                  </a:lnTo>
                  <a:lnTo>
                    <a:pt x="45813" y="3638"/>
                  </a:lnTo>
                  <a:lnTo>
                    <a:pt x="46083" y="3863"/>
                  </a:lnTo>
                  <a:lnTo>
                    <a:pt x="46308" y="4087"/>
                  </a:lnTo>
                  <a:lnTo>
                    <a:pt x="46442" y="4312"/>
                  </a:lnTo>
                  <a:lnTo>
                    <a:pt x="46532" y="4537"/>
                  </a:lnTo>
                  <a:lnTo>
                    <a:pt x="46577" y="480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58"/>
            <p:cNvSpPr/>
            <p:nvPr/>
          </p:nvSpPr>
          <p:spPr>
            <a:xfrm>
              <a:off x="5676200" y="1851400"/>
              <a:ext cx="1135275" cy="197650"/>
            </a:xfrm>
            <a:custGeom>
              <a:rect b="b" l="l" r="r" t="t"/>
              <a:pathLst>
                <a:path extrusionOk="0" h="7906" w="45411">
                  <a:moveTo>
                    <a:pt x="20392" y="0"/>
                  </a:moveTo>
                  <a:lnTo>
                    <a:pt x="18147" y="90"/>
                  </a:lnTo>
                  <a:lnTo>
                    <a:pt x="16036" y="180"/>
                  </a:lnTo>
                  <a:lnTo>
                    <a:pt x="14059" y="359"/>
                  </a:lnTo>
                  <a:lnTo>
                    <a:pt x="12173" y="539"/>
                  </a:lnTo>
                  <a:lnTo>
                    <a:pt x="10421" y="764"/>
                  </a:lnTo>
                  <a:lnTo>
                    <a:pt x="8759" y="988"/>
                  </a:lnTo>
                  <a:lnTo>
                    <a:pt x="7232" y="1258"/>
                  </a:lnTo>
                  <a:lnTo>
                    <a:pt x="5840" y="1572"/>
                  </a:lnTo>
                  <a:lnTo>
                    <a:pt x="4582" y="1887"/>
                  </a:lnTo>
                  <a:lnTo>
                    <a:pt x="3504" y="2201"/>
                  </a:lnTo>
                  <a:lnTo>
                    <a:pt x="2516" y="2560"/>
                  </a:lnTo>
                  <a:lnTo>
                    <a:pt x="1663" y="2920"/>
                  </a:lnTo>
                  <a:lnTo>
                    <a:pt x="989" y="3279"/>
                  </a:lnTo>
                  <a:lnTo>
                    <a:pt x="495" y="3638"/>
                  </a:lnTo>
                  <a:lnTo>
                    <a:pt x="270" y="3818"/>
                  </a:lnTo>
                  <a:lnTo>
                    <a:pt x="136" y="3998"/>
                  </a:lnTo>
                  <a:lnTo>
                    <a:pt x="1" y="4177"/>
                  </a:lnTo>
                  <a:lnTo>
                    <a:pt x="136" y="4312"/>
                  </a:lnTo>
                  <a:lnTo>
                    <a:pt x="630" y="4626"/>
                  </a:lnTo>
                  <a:lnTo>
                    <a:pt x="1259" y="4941"/>
                  </a:lnTo>
                  <a:lnTo>
                    <a:pt x="2022" y="5255"/>
                  </a:lnTo>
                  <a:lnTo>
                    <a:pt x="2876" y="5614"/>
                  </a:lnTo>
                  <a:lnTo>
                    <a:pt x="3909" y="5884"/>
                  </a:lnTo>
                  <a:lnTo>
                    <a:pt x="5031" y="6198"/>
                  </a:lnTo>
                  <a:lnTo>
                    <a:pt x="6289" y="6468"/>
                  </a:lnTo>
                  <a:lnTo>
                    <a:pt x="7637" y="6737"/>
                  </a:lnTo>
                  <a:lnTo>
                    <a:pt x="9164" y="7007"/>
                  </a:lnTo>
                  <a:lnTo>
                    <a:pt x="10736" y="7231"/>
                  </a:lnTo>
                  <a:lnTo>
                    <a:pt x="12487" y="7411"/>
                  </a:lnTo>
                  <a:lnTo>
                    <a:pt x="14284" y="7591"/>
                  </a:lnTo>
                  <a:lnTo>
                    <a:pt x="16260" y="7725"/>
                  </a:lnTo>
                  <a:lnTo>
                    <a:pt x="18281" y="7815"/>
                  </a:lnTo>
                  <a:lnTo>
                    <a:pt x="20437" y="7860"/>
                  </a:lnTo>
                  <a:lnTo>
                    <a:pt x="22728" y="7905"/>
                  </a:lnTo>
                  <a:lnTo>
                    <a:pt x="24884" y="7860"/>
                  </a:lnTo>
                  <a:lnTo>
                    <a:pt x="26950" y="7815"/>
                  </a:lnTo>
                  <a:lnTo>
                    <a:pt x="28926" y="7725"/>
                  </a:lnTo>
                  <a:lnTo>
                    <a:pt x="30813" y="7591"/>
                  </a:lnTo>
                  <a:lnTo>
                    <a:pt x="32609" y="7456"/>
                  </a:lnTo>
                  <a:lnTo>
                    <a:pt x="34271" y="7276"/>
                  </a:lnTo>
                  <a:lnTo>
                    <a:pt x="35843" y="7052"/>
                  </a:lnTo>
                  <a:lnTo>
                    <a:pt x="37325" y="6827"/>
                  </a:lnTo>
                  <a:lnTo>
                    <a:pt x="38673" y="6558"/>
                  </a:lnTo>
                  <a:lnTo>
                    <a:pt x="39930" y="6288"/>
                  </a:lnTo>
                  <a:lnTo>
                    <a:pt x="41053" y="6019"/>
                  </a:lnTo>
                  <a:lnTo>
                    <a:pt x="42086" y="5749"/>
                  </a:lnTo>
                  <a:lnTo>
                    <a:pt x="42985" y="5435"/>
                  </a:lnTo>
                  <a:lnTo>
                    <a:pt x="43793" y="5120"/>
                  </a:lnTo>
                  <a:lnTo>
                    <a:pt x="44422" y="4806"/>
                  </a:lnTo>
                  <a:lnTo>
                    <a:pt x="44961" y="4492"/>
                  </a:lnTo>
                  <a:lnTo>
                    <a:pt x="45006" y="4492"/>
                  </a:lnTo>
                  <a:lnTo>
                    <a:pt x="45275" y="4312"/>
                  </a:lnTo>
                  <a:lnTo>
                    <a:pt x="45410" y="4177"/>
                  </a:lnTo>
                  <a:lnTo>
                    <a:pt x="45365" y="4132"/>
                  </a:lnTo>
                  <a:lnTo>
                    <a:pt x="45320" y="3998"/>
                  </a:lnTo>
                  <a:lnTo>
                    <a:pt x="45141" y="3818"/>
                  </a:lnTo>
                  <a:lnTo>
                    <a:pt x="44916" y="3638"/>
                  </a:lnTo>
                  <a:lnTo>
                    <a:pt x="44422" y="3279"/>
                  </a:lnTo>
                  <a:lnTo>
                    <a:pt x="43748" y="2920"/>
                  </a:lnTo>
                  <a:lnTo>
                    <a:pt x="42895" y="2560"/>
                  </a:lnTo>
                  <a:lnTo>
                    <a:pt x="41952" y="2201"/>
                  </a:lnTo>
                  <a:lnTo>
                    <a:pt x="40829" y="1887"/>
                  </a:lnTo>
                  <a:lnTo>
                    <a:pt x="39571" y="1572"/>
                  </a:lnTo>
                  <a:lnTo>
                    <a:pt x="38179" y="1258"/>
                  </a:lnTo>
                  <a:lnTo>
                    <a:pt x="36652" y="988"/>
                  </a:lnTo>
                  <a:lnTo>
                    <a:pt x="35035" y="764"/>
                  </a:lnTo>
                  <a:lnTo>
                    <a:pt x="33238" y="539"/>
                  </a:lnTo>
                  <a:lnTo>
                    <a:pt x="31352" y="359"/>
                  </a:lnTo>
                  <a:lnTo>
                    <a:pt x="29375" y="180"/>
                  </a:lnTo>
                  <a:lnTo>
                    <a:pt x="27264" y="90"/>
                  </a:lnTo>
                  <a:lnTo>
                    <a:pt x="25019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58"/>
            <p:cNvSpPr/>
            <p:nvPr/>
          </p:nvSpPr>
          <p:spPr>
            <a:xfrm>
              <a:off x="5676200" y="1851400"/>
              <a:ext cx="1135275" cy="197650"/>
            </a:xfrm>
            <a:custGeom>
              <a:rect b="b" l="l" r="r" t="t"/>
              <a:pathLst>
                <a:path extrusionOk="0" fill="none" h="7906" w="45411">
                  <a:moveTo>
                    <a:pt x="45410" y="4177"/>
                  </a:moveTo>
                  <a:lnTo>
                    <a:pt x="45275" y="4312"/>
                  </a:lnTo>
                  <a:lnTo>
                    <a:pt x="45275" y="4312"/>
                  </a:lnTo>
                  <a:lnTo>
                    <a:pt x="45006" y="4492"/>
                  </a:lnTo>
                  <a:lnTo>
                    <a:pt x="44961" y="4492"/>
                  </a:lnTo>
                  <a:lnTo>
                    <a:pt x="44961" y="4492"/>
                  </a:lnTo>
                  <a:lnTo>
                    <a:pt x="44422" y="4806"/>
                  </a:lnTo>
                  <a:lnTo>
                    <a:pt x="43793" y="5120"/>
                  </a:lnTo>
                  <a:lnTo>
                    <a:pt x="42985" y="5435"/>
                  </a:lnTo>
                  <a:lnTo>
                    <a:pt x="42086" y="5749"/>
                  </a:lnTo>
                  <a:lnTo>
                    <a:pt x="41053" y="6019"/>
                  </a:lnTo>
                  <a:lnTo>
                    <a:pt x="39930" y="6288"/>
                  </a:lnTo>
                  <a:lnTo>
                    <a:pt x="38673" y="6558"/>
                  </a:lnTo>
                  <a:lnTo>
                    <a:pt x="37325" y="6827"/>
                  </a:lnTo>
                  <a:lnTo>
                    <a:pt x="35843" y="7052"/>
                  </a:lnTo>
                  <a:lnTo>
                    <a:pt x="34271" y="7276"/>
                  </a:lnTo>
                  <a:lnTo>
                    <a:pt x="32609" y="7456"/>
                  </a:lnTo>
                  <a:lnTo>
                    <a:pt x="30813" y="7591"/>
                  </a:lnTo>
                  <a:lnTo>
                    <a:pt x="28926" y="7725"/>
                  </a:lnTo>
                  <a:lnTo>
                    <a:pt x="26950" y="7815"/>
                  </a:lnTo>
                  <a:lnTo>
                    <a:pt x="24884" y="7860"/>
                  </a:lnTo>
                  <a:lnTo>
                    <a:pt x="22728" y="7905"/>
                  </a:lnTo>
                  <a:lnTo>
                    <a:pt x="22728" y="7905"/>
                  </a:lnTo>
                  <a:lnTo>
                    <a:pt x="20437" y="7860"/>
                  </a:lnTo>
                  <a:lnTo>
                    <a:pt x="18281" y="7815"/>
                  </a:lnTo>
                  <a:lnTo>
                    <a:pt x="16260" y="7725"/>
                  </a:lnTo>
                  <a:lnTo>
                    <a:pt x="14284" y="7591"/>
                  </a:lnTo>
                  <a:lnTo>
                    <a:pt x="12487" y="7411"/>
                  </a:lnTo>
                  <a:lnTo>
                    <a:pt x="10736" y="7231"/>
                  </a:lnTo>
                  <a:lnTo>
                    <a:pt x="9164" y="7007"/>
                  </a:lnTo>
                  <a:lnTo>
                    <a:pt x="7637" y="6737"/>
                  </a:lnTo>
                  <a:lnTo>
                    <a:pt x="6289" y="6468"/>
                  </a:lnTo>
                  <a:lnTo>
                    <a:pt x="5031" y="6198"/>
                  </a:lnTo>
                  <a:lnTo>
                    <a:pt x="3909" y="5884"/>
                  </a:lnTo>
                  <a:lnTo>
                    <a:pt x="2876" y="5614"/>
                  </a:lnTo>
                  <a:lnTo>
                    <a:pt x="2022" y="5255"/>
                  </a:lnTo>
                  <a:lnTo>
                    <a:pt x="1259" y="4941"/>
                  </a:lnTo>
                  <a:lnTo>
                    <a:pt x="630" y="4626"/>
                  </a:lnTo>
                  <a:lnTo>
                    <a:pt x="136" y="4312"/>
                  </a:lnTo>
                  <a:lnTo>
                    <a:pt x="1" y="4177"/>
                  </a:lnTo>
                  <a:lnTo>
                    <a:pt x="136" y="3998"/>
                  </a:lnTo>
                  <a:lnTo>
                    <a:pt x="136" y="3998"/>
                  </a:lnTo>
                  <a:lnTo>
                    <a:pt x="270" y="3818"/>
                  </a:lnTo>
                  <a:lnTo>
                    <a:pt x="495" y="3638"/>
                  </a:lnTo>
                  <a:lnTo>
                    <a:pt x="989" y="3279"/>
                  </a:lnTo>
                  <a:lnTo>
                    <a:pt x="1663" y="2920"/>
                  </a:lnTo>
                  <a:lnTo>
                    <a:pt x="2516" y="2560"/>
                  </a:lnTo>
                  <a:lnTo>
                    <a:pt x="3504" y="2201"/>
                  </a:lnTo>
                  <a:lnTo>
                    <a:pt x="4582" y="1887"/>
                  </a:lnTo>
                  <a:lnTo>
                    <a:pt x="5840" y="1572"/>
                  </a:lnTo>
                  <a:lnTo>
                    <a:pt x="7232" y="1258"/>
                  </a:lnTo>
                  <a:lnTo>
                    <a:pt x="8759" y="988"/>
                  </a:lnTo>
                  <a:lnTo>
                    <a:pt x="10421" y="764"/>
                  </a:lnTo>
                  <a:lnTo>
                    <a:pt x="12173" y="539"/>
                  </a:lnTo>
                  <a:lnTo>
                    <a:pt x="14059" y="359"/>
                  </a:lnTo>
                  <a:lnTo>
                    <a:pt x="16036" y="180"/>
                  </a:lnTo>
                  <a:lnTo>
                    <a:pt x="18147" y="90"/>
                  </a:lnTo>
                  <a:lnTo>
                    <a:pt x="20392" y="0"/>
                  </a:lnTo>
                  <a:lnTo>
                    <a:pt x="22728" y="0"/>
                  </a:lnTo>
                  <a:lnTo>
                    <a:pt x="22728" y="0"/>
                  </a:lnTo>
                  <a:lnTo>
                    <a:pt x="25019" y="0"/>
                  </a:lnTo>
                  <a:lnTo>
                    <a:pt x="27264" y="90"/>
                  </a:lnTo>
                  <a:lnTo>
                    <a:pt x="29375" y="180"/>
                  </a:lnTo>
                  <a:lnTo>
                    <a:pt x="31352" y="359"/>
                  </a:lnTo>
                  <a:lnTo>
                    <a:pt x="33238" y="539"/>
                  </a:lnTo>
                  <a:lnTo>
                    <a:pt x="35035" y="764"/>
                  </a:lnTo>
                  <a:lnTo>
                    <a:pt x="36652" y="988"/>
                  </a:lnTo>
                  <a:lnTo>
                    <a:pt x="38179" y="1258"/>
                  </a:lnTo>
                  <a:lnTo>
                    <a:pt x="39571" y="1572"/>
                  </a:lnTo>
                  <a:lnTo>
                    <a:pt x="40829" y="1887"/>
                  </a:lnTo>
                  <a:lnTo>
                    <a:pt x="41952" y="2201"/>
                  </a:lnTo>
                  <a:lnTo>
                    <a:pt x="42895" y="2560"/>
                  </a:lnTo>
                  <a:lnTo>
                    <a:pt x="43748" y="2920"/>
                  </a:lnTo>
                  <a:lnTo>
                    <a:pt x="44422" y="3279"/>
                  </a:lnTo>
                  <a:lnTo>
                    <a:pt x="44916" y="3638"/>
                  </a:lnTo>
                  <a:lnTo>
                    <a:pt x="45141" y="3818"/>
                  </a:lnTo>
                  <a:lnTo>
                    <a:pt x="45320" y="3998"/>
                  </a:lnTo>
                  <a:lnTo>
                    <a:pt x="45365" y="4132"/>
                  </a:lnTo>
                  <a:lnTo>
                    <a:pt x="45410" y="417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58"/>
            <p:cNvSpPr/>
            <p:nvPr/>
          </p:nvSpPr>
          <p:spPr>
            <a:xfrm>
              <a:off x="5366300" y="1961425"/>
              <a:ext cx="1755075" cy="2072875"/>
            </a:xfrm>
            <a:custGeom>
              <a:rect b="b" l="l" r="r" t="t"/>
              <a:pathLst>
                <a:path extrusionOk="0" h="82915" w="70203">
                  <a:moveTo>
                    <a:pt x="11858" y="7367"/>
                  </a:moveTo>
                  <a:lnTo>
                    <a:pt x="11903" y="7457"/>
                  </a:lnTo>
                  <a:lnTo>
                    <a:pt x="11409" y="10825"/>
                  </a:lnTo>
                  <a:lnTo>
                    <a:pt x="11364" y="10870"/>
                  </a:lnTo>
                  <a:lnTo>
                    <a:pt x="11319" y="10825"/>
                  </a:lnTo>
                  <a:lnTo>
                    <a:pt x="11813" y="7412"/>
                  </a:lnTo>
                  <a:lnTo>
                    <a:pt x="11858" y="7367"/>
                  </a:lnTo>
                  <a:close/>
                  <a:moveTo>
                    <a:pt x="56414" y="8535"/>
                  </a:moveTo>
                  <a:lnTo>
                    <a:pt x="56459" y="8580"/>
                  </a:lnTo>
                  <a:lnTo>
                    <a:pt x="57132" y="11948"/>
                  </a:lnTo>
                  <a:lnTo>
                    <a:pt x="57087" y="12038"/>
                  </a:lnTo>
                  <a:lnTo>
                    <a:pt x="57043" y="12218"/>
                  </a:lnTo>
                  <a:lnTo>
                    <a:pt x="56998" y="11993"/>
                  </a:lnTo>
                  <a:lnTo>
                    <a:pt x="56369" y="8580"/>
                  </a:lnTo>
                  <a:lnTo>
                    <a:pt x="56414" y="8535"/>
                  </a:lnTo>
                  <a:close/>
                  <a:moveTo>
                    <a:pt x="40065" y="11903"/>
                  </a:moveTo>
                  <a:lnTo>
                    <a:pt x="40110" y="11948"/>
                  </a:lnTo>
                  <a:lnTo>
                    <a:pt x="40110" y="13610"/>
                  </a:lnTo>
                  <a:lnTo>
                    <a:pt x="40065" y="13655"/>
                  </a:lnTo>
                  <a:lnTo>
                    <a:pt x="40020" y="13610"/>
                  </a:lnTo>
                  <a:lnTo>
                    <a:pt x="40020" y="11948"/>
                  </a:lnTo>
                  <a:lnTo>
                    <a:pt x="40065" y="11903"/>
                  </a:lnTo>
                  <a:close/>
                  <a:moveTo>
                    <a:pt x="30677" y="11589"/>
                  </a:moveTo>
                  <a:lnTo>
                    <a:pt x="30722" y="11634"/>
                  </a:lnTo>
                  <a:lnTo>
                    <a:pt x="30722" y="14419"/>
                  </a:lnTo>
                  <a:lnTo>
                    <a:pt x="30677" y="14419"/>
                  </a:lnTo>
                  <a:lnTo>
                    <a:pt x="30632" y="14463"/>
                  </a:lnTo>
                  <a:lnTo>
                    <a:pt x="30632" y="14419"/>
                  </a:lnTo>
                  <a:lnTo>
                    <a:pt x="30588" y="14419"/>
                  </a:lnTo>
                  <a:lnTo>
                    <a:pt x="30588" y="11634"/>
                  </a:lnTo>
                  <a:lnTo>
                    <a:pt x="30632" y="11589"/>
                  </a:lnTo>
                  <a:close/>
                  <a:moveTo>
                    <a:pt x="8804" y="6558"/>
                  </a:moveTo>
                  <a:lnTo>
                    <a:pt x="8849" y="6648"/>
                  </a:lnTo>
                  <a:lnTo>
                    <a:pt x="7501" y="15856"/>
                  </a:lnTo>
                  <a:lnTo>
                    <a:pt x="7411" y="15901"/>
                  </a:lnTo>
                  <a:lnTo>
                    <a:pt x="7366" y="15856"/>
                  </a:lnTo>
                  <a:lnTo>
                    <a:pt x="8714" y="6603"/>
                  </a:lnTo>
                  <a:lnTo>
                    <a:pt x="8759" y="6558"/>
                  </a:lnTo>
                  <a:close/>
                  <a:moveTo>
                    <a:pt x="34585" y="10152"/>
                  </a:moveTo>
                  <a:lnTo>
                    <a:pt x="34585" y="10196"/>
                  </a:lnTo>
                  <a:lnTo>
                    <a:pt x="34585" y="18281"/>
                  </a:lnTo>
                  <a:lnTo>
                    <a:pt x="34585" y="18326"/>
                  </a:lnTo>
                  <a:lnTo>
                    <a:pt x="34495" y="18326"/>
                  </a:lnTo>
                  <a:lnTo>
                    <a:pt x="34495" y="18281"/>
                  </a:lnTo>
                  <a:lnTo>
                    <a:pt x="34495" y="10196"/>
                  </a:lnTo>
                  <a:lnTo>
                    <a:pt x="34495" y="10152"/>
                  </a:lnTo>
                  <a:close/>
                  <a:moveTo>
                    <a:pt x="59693" y="6738"/>
                  </a:moveTo>
                  <a:lnTo>
                    <a:pt x="59737" y="6783"/>
                  </a:lnTo>
                  <a:lnTo>
                    <a:pt x="60142" y="8265"/>
                  </a:lnTo>
                  <a:lnTo>
                    <a:pt x="60546" y="9747"/>
                  </a:lnTo>
                  <a:lnTo>
                    <a:pt x="60905" y="11274"/>
                  </a:lnTo>
                  <a:lnTo>
                    <a:pt x="61220" y="12802"/>
                  </a:lnTo>
                  <a:lnTo>
                    <a:pt x="61489" y="14329"/>
                  </a:lnTo>
                  <a:lnTo>
                    <a:pt x="61759" y="15856"/>
                  </a:lnTo>
                  <a:lnTo>
                    <a:pt x="61983" y="17383"/>
                  </a:lnTo>
                  <a:lnTo>
                    <a:pt x="62163" y="18910"/>
                  </a:lnTo>
                  <a:lnTo>
                    <a:pt x="62163" y="18955"/>
                  </a:lnTo>
                  <a:lnTo>
                    <a:pt x="62118" y="19000"/>
                  </a:lnTo>
                  <a:lnTo>
                    <a:pt x="62073" y="18955"/>
                  </a:lnTo>
                  <a:lnTo>
                    <a:pt x="61893" y="17383"/>
                  </a:lnTo>
                  <a:lnTo>
                    <a:pt x="61669" y="15856"/>
                  </a:lnTo>
                  <a:lnTo>
                    <a:pt x="61399" y="14329"/>
                  </a:lnTo>
                  <a:lnTo>
                    <a:pt x="61130" y="12802"/>
                  </a:lnTo>
                  <a:lnTo>
                    <a:pt x="60771" y="11274"/>
                  </a:lnTo>
                  <a:lnTo>
                    <a:pt x="60456" y="9792"/>
                  </a:lnTo>
                  <a:lnTo>
                    <a:pt x="60052" y="8265"/>
                  </a:lnTo>
                  <a:lnTo>
                    <a:pt x="59648" y="6783"/>
                  </a:lnTo>
                  <a:lnTo>
                    <a:pt x="59648" y="6738"/>
                  </a:lnTo>
                  <a:close/>
                  <a:moveTo>
                    <a:pt x="62073" y="5301"/>
                  </a:moveTo>
                  <a:lnTo>
                    <a:pt x="62837" y="8490"/>
                  </a:lnTo>
                  <a:lnTo>
                    <a:pt x="63510" y="11634"/>
                  </a:lnTo>
                  <a:lnTo>
                    <a:pt x="64094" y="14823"/>
                  </a:lnTo>
                  <a:lnTo>
                    <a:pt x="64588" y="18012"/>
                  </a:lnTo>
                  <a:lnTo>
                    <a:pt x="65037" y="21246"/>
                  </a:lnTo>
                  <a:lnTo>
                    <a:pt x="65352" y="24479"/>
                  </a:lnTo>
                  <a:lnTo>
                    <a:pt x="65621" y="27668"/>
                  </a:lnTo>
                  <a:lnTo>
                    <a:pt x="65801" y="30902"/>
                  </a:lnTo>
                  <a:lnTo>
                    <a:pt x="65756" y="30947"/>
                  </a:lnTo>
                  <a:lnTo>
                    <a:pt x="65711" y="30992"/>
                  </a:lnTo>
                  <a:lnTo>
                    <a:pt x="65711" y="30947"/>
                  </a:lnTo>
                  <a:lnTo>
                    <a:pt x="65666" y="30947"/>
                  </a:lnTo>
                  <a:lnTo>
                    <a:pt x="65532" y="27713"/>
                  </a:lnTo>
                  <a:lnTo>
                    <a:pt x="65262" y="24479"/>
                  </a:lnTo>
                  <a:lnTo>
                    <a:pt x="64948" y="21246"/>
                  </a:lnTo>
                  <a:lnTo>
                    <a:pt x="64498" y="18057"/>
                  </a:lnTo>
                  <a:lnTo>
                    <a:pt x="64004" y="14823"/>
                  </a:lnTo>
                  <a:lnTo>
                    <a:pt x="63421" y="11679"/>
                  </a:lnTo>
                  <a:lnTo>
                    <a:pt x="62747" y="8490"/>
                  </a:lnTo>
                  <a:lnTo>
                    <a:pt x="61983" y="5346"/>
                  </a:lnTo>
                  <a:lnTo>
                    <a:pt x="61983" y="5301"/>
                  </a:lnTo>
                  <a:close/>
                  <a:moveTo>
                    <a:pt x="12307" y="50934"/>
                  </a:moveTo>
                  <a:lnTo>
                    <a:pt x="12352" y="51114"/>
                  </a:lnTo>
                  <a:lnTo>
                    <a:pt x="12397" y="51204"/>
                  </a:lnTo>
                  <a:lnTo>
                    <a:pt x="12352" y="52012"/>
                  </a:lnTo>
                  <a:lnTo>
                    <a:pt x="12352" y="52821"/>
                  </a:lnTo>
                  <a:lnTo>
                    <a:pt x="12397" y="53629"/>
                  </a:lnTo>
                  <a:lnTo>
                    <a:pt x="12487" y="54438"/>
                  </a:lnTo>
                  <a:lnTo>
                    <a:pt x="12622" y="55291"/>
                  </a:lnTo>
                  <a:lnTo>
                    <a:pt x="12801" y="56100"/>
                  </a:lnTo>
                  <a:lnTo>
                    <a:pt x="13026" y="56863"/>
                  </a:lnTo>
                  <a:lnTo>
                    <a:pt x="13295" y="57672"/>
                  </a:lnTo>
                  <a:lnTo>
                    <a:pt x="13565" y="58435"/>
                  </a:lnTo>
                  <a:lnTo>
                    <a:pt x="13879" y="59199"/>
                  </a:lnTo>
                  <a:lnTo>
                    <a:pt x="14283" y="59917"/>
                  </a:lnTo>
                  <a:lnTo>
                    <a:pt x="14643" y="60636"/>
                  </a:lnTo>
                  <a:lnTo>
                    <a:pt x="15092" y="61355"/>
                  </a:lnTo>
                  <a:lnTo>
                    <a:pt x="15586" y="62029"/>
                  </a:lnTo>
                  <a:lnTo>
                    <a:pt x="16080" y="62657"/>
                  </a:lnTo>
                  <a:lnTo>
                    <a:pt x="16619" y="63286"/>
                  </a:lnTo>
                  <a:lnTo>
                    <a:pt x="16619" y="63331"/>
                  </a:lnTo>
                  <a:lnTo>
                    <a:pt x="16574" y="63376"/>
                  </a:lnTo>
                  <a:lnTo>
                    <a:pt x="16529" y="63376"/>
                  </a:lnTo>
                  <a:lnTo>
                    <a:pt x="15990" y="62747"/>
                  </a:lnTo>
                  <a:lnTo>
                    <a:pt x="15496" y="62073"/>
                  </a:lnTo>
                  <a:lnTo>
                    <a:pt x="15002" y="61400"/>
                  </a:lnTo>
                  <a:lnTo>
                    <a:pt x="14553" y="60726"/>
                  </a:lnTo>
                  <a:lnTo>
                    <a:pt x="14194" y="59962"/>
                  </a:lnTo>
                  <a:lnTo>
                    <a:pt x="13789" y="59244"/>
                  </a:lnTo>
                  <a:lnTo>
                    <a:pt x="13475" y="58480"/>
                  </a:lnTo>
                  <a:lnTo>
                    <a:pt x="13205" y="57717"/>
                  </a:lnTo>
                  <a:lnTo>
                    <a:pt x="12936" y="56908"/>
                  </a:lnTo>
                  <a:lnTo>
                    <a:pt x="12711" y="56100"/>
                  </a:lnTo>
                  <a:lnTo>
                    <a:pt x="12532" y="55291"/>
                  </a:lnTo>
                  <a:lnTo>
                    <a:pt x="12397" y="54483"/>
                  </a:lnTo>
                  <a:lnTo>
                    <a:pt x="12307" y="53629"/>
                  </a:lnTo>
                  <a:lnTo>
                    <a:pt x="12262" y="52821"/>
                  </a:lnTo>
                  <a:lnTo>
                    <a:pt x="12262" y="52012"/>
                  </a:lnTo>
                  <a:lnTo>
                    <a:pt x="12262" y="51159"/>
                  </a:lnTo>
                  <a:lnTo>
                    <a:pt x="12307" y="51114"/>
                  </a:lnTo>
                  <a:lnTo>
                    <a:pt x="12307" y="50934"/>
                  </a:lnTo>
                  <a:close/>
                  <a:moveTo>
                    <a:pt x="60142" y="60052"/>
                  </a:moveTo>
                  <a:lnTo>
                    <a:pt x="60187" y="60097"/>
                  </a:lnTo>
                  <a:lnTo>
                    <a:pt x="60142" y="60816"/>
                  </a:lnTo>
                  <a:lnTo>
                    <a:pt x="60052" y="61534"/>
                  </a:lnTo>
                  <a:lnTo>
                    <a:pt x="59962" y="62253"/>
                  </a:lnTo>
                  <a:lnTo>
                    <a:pt x="59782" y="62972"/>
                  </a:lnTo>
                  <a:lnTo>
                    <a:pt x="59603" y="63645"/>
                  </a:lnTo>
                  <a:lnTo>
                    <a:pt x="59333" y="64364"/>
                  </a:lnTo>
                  <a:lnTo>
                    <a:pt x="59064" y="64993"/>
                  </a:lnTo>
                  <a:lnTo>
                    <a:pt x="58749" y="65667"/>
                  </a:lnTo>
                  <a:lnTo>
                    <a:pt x="58390" y="66295"/>
                  </a:lnTo>
                  <a:lnTo>
                    <a:pt x="57986" y="66924"/>
                  </a:lnTo>
                  <a:lnTo>
                    <a:pt x="57582" y="67508"/>
                  </a:lnTo>
                  <a:lnTo>
                    <a:pt x="57132" y="68047"/>
                  </a:lnTo>
                  <a:lnTo>
                    <a:pt x="56638" y="68586"/>
                  </a:lnTo>
                  <a:lnTo>
                    <a:pt x="56099" y="69125"/>
                  </a:lnTo>
                  <a:lnTo>
                    <a:pt x="55560" y="69574"/>
                  </a:lnTo>
                  <a:lnTo>
                    <a:pt x="54976" y="70023"/>
                  </a:lnTo>
                  <a:lnTo>
                    <a:pt x="55111" y="70203"/>
                  </a:lnTo>
                  <a:lnTo>
                    <a:pt x="54932" y="70023"/>
                  </a:lnTo>
                  <a:lnTo>
                    <a:pt x="54932" y="69934"/>
                  </a:lnTo>
                  <a:lnTo>
                    <a:pt x="55515" y="69529"/>
                  </a:lnTo>
                  <a:lnTo>
                    <a:pt x="56054" y="69035"/>
                  </a:lnTo>
                  <a:lnTo>
                    <a:pt x="56549" y="68541"/>
                  </a:lnTo>
                  <a:lnTo>
                    <a:pt x="57043" y="68002"/>
                  </a:lnTo>
                  <a:lnTo>
                    <a:pt x="57492" y="67463"/>
                  </a:lnTo>
                  <a:lnTo>
                    <a:pt x="57896" y="66879"/>
                  </a:lnTo>
                  <a:lnTo>
                    <a:pt x="58300" y="66251"/>
                  </a:lnTo>
                  <a:lnTo>
                    <a:pt x="58660" y="65622"/>
                  </a:lnTo>
                  <a:lnTo>
                    <a:pt x="58974" y="64993"/>
                  </a:lnTo>
                  <a:lnTo>
                    <a:pt x="59243" y="64319"/>
                  </a:lnTo>
                  <a:lnTo>
                    <a:pt x="59468" y="63645"/>
                  </a:lnTo>
                  <a:lnTo>
                    <a:pt x="59693" y="62927"/>
                  </a:lnTo>
                  <a:lnTo>
                    <a:pt x="59827" y="62253"/>
                  </a:lnTo>
                  <a:lnTo>
                    <a:pt x="59962" y="61534"/>
                  </a:lnTo>
                  <a:lnTo>
                    <a:pt x="60052" y="60816"/>
                  </a:lnTo>
                  <a:lnTo>
                    <a:pt x="60097" y="60097"/>
                  </a:lnTo>
                  <a:lnTo>
                    <a:pt x="60142" y="60052"/>
                  </a:lnTo>
                  <a:close/>
                  <a:moveTo>
                    <a:pt x="8804" y="44691"/>
                  </a:move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6619" y="68721"/>
                  </a:lnTo>
                  <a:lnTo>
                    <a:pt x="17517" y="69529"/>
                  </a:lnTo>
                  <a:lnTo>
                    <a:pt x="18460" y="70293"/>
                  </a:lnTo>
                  <a:lnTo>
                    <a:pt x="19449" y="70967"/>
                  </a:lnTo>
                  <a:lnTo>
                    <a:pt x="19449" y="71056"/>
                  </a:lnTo>
                  <a:lnTo>
                    <a:pt x="19404" y="71056"/>
                  </a:lnTo>
                  <a:lnTo>
                    <a:pt x="18460" y="70428"/>
                  </a:lnTo>
                  <a:lnTo>
                    <a:pt x="17607" y="69709"/>
                  </a:lnTo>
                  <a:lnTo>
                    <a:pt x="16754" y="68990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691"/>
                  </a:lnTo>
                  <a:close/>
                  <a:moveTo>
                    <a:pt x="65172" y="54393"/>
                  </a:moveTo>
                  <a:lnTo>
                    <a:pt x="65217" y="54438"/>
                  </a:lnTo>
                  <a:lnTo>
                    <a:pt x="65082" y="56100"/>
                  </a:lnTo>
                  <a:lnTo>
                    <a:pt x="64858" y="57717"/>
                  </a:lnTo>
                  <a:lnTo>
                    <a:pt x="64498" y="59379"/>
                  </a:lnTo>
                  <a:lnTo>
                    <a:pt x="64049" y="60951"/>
                  </a:lnTo>
                  <a:lnTo>
                    <a:pt x="63510" y="62523"/>
                  </a:lnTo>
                  <a:lnTo>
                    <a:pt x="62882" y="64050"/>
                  </a:lnTo>
                  <a:lnTo>
                    <a:pt x="62163" y="65577"/>
                  </a:lnTo>
                  <a:lnTo>
                    <a:pt x="61354" y="67014"/>
                  </a:lnTo>
                  <a:lnTo>
                    <a:pt x="60456" y="68406"/>
                  </a:lnTo>
                  <a:lnTo>
                    <a:pt x="59468" y="69754"/>
                  </a:lnTo>
                  <a:lnTo>
                    <a:pt x="58435" y="71056"/>
                  </a:lnTo>
                  <a:lnTo>
                    <a:pt x="57312" y="72269"/>
                  </a:lnTo>
                  <a:lnTo>
                    <a:pt x="56099" y="73437"/>
                  </a:lnTo>
                  <a:lnTo>
                    <a:pt x="54842" y="74515"/>
                  </a:lnTo>
                  <a:lnTo>
                    <a:pt x="53494" y="75503"/>
                  </a:lnTo>
                  <a:lnTo>
                    <a:pt x="52102" y="76401"/>
                  </a:lnTo>
                  <a:lnTo>
                    <a:pt x="52057" y="76401"/>
                  </a:lnTo>
                  <a:lnTo>
                    <a:pt x="52057" y="76312"/>
                  </a:lnTo>
                  <a:lnTo>
                    <a:pt x="53449" y="75413"/>
                  </a:lnTo>
                  <a:lnTo>
                    <a:pt x="54752" y="74425"/>
                  </a:lnTo>
                  <a:lnTo>
                    <a:pt x="56054" y="73347"/>
                  </a:lnTo>
                  <a:lnTo>
                    <a:pt x="57222" y="72179"/>
                  </a:lnTo>
                  <a:lnTo>
                    <a:pt x="58345" y="70967"/>
                  </a:lnTo>
                  <a:lnTo>
                    <a:pt x="59378" y="69709"/>
                  </a:lnTo>
                  <a:lnTo>
                    <a:pt x="60366" y="68362"/>
                  </a:lnTo>
                  <a:lnTo>
                    <a:pt x="61265" y="66969"/>
                  </a:lnTo>
                  <a:lnTo>
                    <a:pt x="62073" y="65532"/>
                  </a:lnTo>
                  <a:lnTo>
                    <a:pt x="62792" y="64005"/>
                  </a:lnTo>
                  <a:lnTo>
                    <a:pt x="63421" y="62478"/>
                  </a:lnTo>
                  <a:lnTo>
                    <a:pt x="63960" y="60951"/>
                  </a:lnTo>
                  <a:lnTo>
                    <a:pt x="64409" y="59334"/>
                  </a:lnTo>
                  <a:lnTo>
                    <a:pt x="64723" y="57717"/>
                  </a:lnTo>
                  <a:lnTo>
                    <a:pt x="64993" y="56100"/>
                  </a:lnTo>
                  <a:lnTo>
                    <a:pt x="65127" y="54438"/>
                  </a:lnTo>
                  <a:lnTo>
                    <a:pt x="65172" y="54393"/>
                  </a:lnTo>
                  <a:close/>
                  <a:moveTo>
                    <a:pt x="5121" y="37999"/>
                  </a:moveTo>
                  <a:lnTo>
                    <a:pt x="5166" y="38044"/>
                  </a:lnTo>
                  <a:lnTo>
                    <a:pt x="5166" y="38089"/>
                  </a:lnTo>
                  <a:lnTo>
                    <a:pt x="4896" y="39571"/>
                  </a:lnTo>
                  <a:lnTo>
                    <a:pt x="4672" y="41053"/>
                  </a:lnTo>
                  <a:lnTo>
                    <a:pt x="4537" y="42535"/>
                  </a:lnTo>
                  <a:lnTo>
                    <a:pt x="4402" y="44018"/>
                  </a:lnTo>
                  <a:lnTo>
                    <a:pt x="4357" y="45500"/>
                  </a:lnTo>
                  <a:lnTo>
                    <a:pt x="4312" y="46937"/>
                  </a:lnTo>
                  <a:lnTo>
                    <a:pt x="4357" y="48419"/>
                  </a:lnTo>
                  <a:lnTo>
                    <a:pt x="4447" y="49857"/>
                  </a:lnTo>
                  <a:lnTo>
                    <a:pt x="4582" y="51249"/>
                  </a:lnTo>
                  <a:lnTo>
                    <a:pt x="4806" y="52686"/>
                  </a:lnTo>
                  <a:lnTo>
                    <a:pt x="5031" y="54079"/>
                  </a:lnTo>
                  <a:lnTo>
                    <a:pt x="5300" y="55426"/>
                  </a:lnTo>
                  <a:lnTo>
                    <a:pt x="5660" y="56773"/>
                  </a:lnTo>
                  <a:lnTo>
                    <a:pt x="6064" y="58121"/>
                  </a:lnTo>
                  <a:lnTo>
                    <a:pt x="6513" y="59423"/>
                  </a:lnTo>
                  <a:lnTo>
                    <a:pt x="7007" y="60726"/>
                  </a:lnTo>
                  <a:lnTo>
                    <a:pt x="7591" y="62118"/>
                  </a:lnTo>
                  <a:lnTo>
                    <a:pt x="8220" y="63421"/>
                  </a:lnTo>
                  <a:lnTo>
                    <a:pt x="8938" y="64723"/>
                  </a:lnTo>
                  <a:lnTo>
                    <a:pt x="9702" y="65981"/>
                  </a:lnTo>
                  <a:lnTo>
                    <a:pt x="10511" y="67239"/>
                  </a:lnTo>
                  <a:lnTo>
                    <a:pt x="11364" y="68406"/>
                  </a:lnTo>
                  <a:lnTo>
                    <a:pt x="12307" y="69529"/>
                  </a:lnTo>
                  <a:lnTo>
                    <a:pt x="13250" y="70607"/>
                  </a:lnTo>
                  <a:lnTo>
                    <a:pt x="14238" y="71640"/>
                  </a:lnTo>
                  <a:lnTo>
                    <a:pt x="15316" y="72584"/>
                  </a:lnTo>
                  <a:lnTo>
                    <a:pt x="16394" y="73527"/>
                  </a:lnTo>
                  <a:lnTo>
                    <a:pt x="17517" y="74380"/>
                  </a:lnTo>
                  <a:lnTo>
                    <a:pt x="18640" y="75189"/>
                  </a:lnTo>
                  <a:lnTo>
                    <a:pt x="19853" y="75907"/>
                  </a:lnTo>
                  <a:lnTo>
                    <a:pt x="21066" y="76581"/>
                  </a:lnTo>
                  <a:lnTo>
                    <a:pt x="22323" y="77210"/>
                  </a:lnTo>
                  <a:lnTo>
                    <a:pt x="22368" y="77210"/>
                  </a:lnTo>
                  <a:lnTo>
                    <a:pt x="22368" y="77255"/>
                  </a:lnTo>
                  <a:lnTo>
                    <a:pt x="22278" y="77300"/>
                  </a:lnTo>
                  <a:lnTo>
                    <a:pt x="21021" y="76671"/>
                  </a:lnTo>
                  <a:lnTo>
                    <a:pt x="19808" y="75997"/>
                  </a:lnTo>
                  <a:lnTo>
                    <a:pt x="18595" y="75278"/>
                  </a:lnTo>
                  <a:lnTo>
                    <a:pt x="17427" y="74470"/>
                  </a:lnTo>
                  <a:lnTo>
                    <a:pt x="16305" y="73617"/>
                  </a:lnTo>
                  <a:lnTo>
                    <a:pt x="15227" y="72673"/>
                  </a:lnTo>
                  <a:lnTo>
                    <a:pt x="14194" y="71685"/>
                  </a:lnTo>
                  <a:lnTo>
                    <a:pt x="13160" y="70652"/>
                  </a:lnTo>
                  <a:lnTo>
                    <a:pt x="12217" y="69574"/>
                  </a:lnTo>
                  <a:lnTo>
                    <a:pt x="11319" y="68451"/>
                  </a:lnTo>
                  <a:lnTo>
                    <a:pt x="10421" y="67284"/>
                  </a:lnTo>
                  <a:lnTo>
                    <a:pt x="9612" y="66071"/>
                  </a:lnTo>
                  <a:lnTo>
                    <a:pt x="8849" y="64813"/>
                  </a:lnTo>
                  <a:lnTo>
                    <a:pt x="8130" y="63511"/>
                  </a:lnTo>
                  <a:lnTo>
                    <a:pt x="7501" y="62163"/>
                  </a:lnTo>
                  <a:lnTo>
                    <a:pt x="6917" y="60771"/>
                  </a:lnTo>
                  <a:lnTo>
                    <a:pt x="6423" y="59468"/>
                  </a:lnTo>
                  <a:lnTo>
                    <a:pt x="5974" y="58166"/>
                  </a:lnTo>
                  <a:lnTo>
                    <a:pt x="5570" y="56818"/>
                  </a:lnTo>
                  <a:lnTo>
                    <a:pt x="5211" y="55471"/>
                  </a:lnTo>
                  <a:lnTo>
                    <a:pt x="4941" y="54079"/>
                  </a:lnTo>
                  <a:lnTo>
                    <a:pt x="4672" y="52686"/>
                  </a:lnTo>
                  <a:lnTo>
                    <a:pt x="4492" y="51294"/>
                  </a:lnTo>
                  <a:lnTo>
                    <a:pt x="4357" y="49857"/>
                  </a:lnTo>
                  <a:lnTo>
                    <a:pt x="4267" y="48419"/>
                  </a:lnTo>
                  <a:lnTo>
                    <a:pt x="4222" y="46982"/>
                  </a:lnTo>
                  <a:lnTo>
                    <a:pt x="4222" y="45500"/>
                  </a:lnTo>
                  <a:lnTo>
                    <a:pt x="4312" y="44018"/>
                  </a:lnTo>
                  <a:lnTo>
                    <a:pt x="4402" y="42535"/>
                  </a:lnTo>
                  <a:lnTo>
                    <a:pt x="4582" y="41053"/>
                  </a:lnTo>
                  <a:lnTo>
                    <a:pt x="4806" y="39571"/>
                  </a:lnTo>
                  <a:lnTo>
                    <a:pt x="5076" y="38044"/>
                  </a:lnTo>
                  <a:lnTo>
                    <a:pt x="5121" y="37999"/>
                  </a:lnTo>
                  <a:close/>
                  <a:moveTo>
                    <a:pt x="6917" y="1"/>
                  </a:moveTo>
                  <a:lnTo>
                    <a:pt x="6783" y="405"/>
                  </a:lnTo>
                  <a:lnTo>
                    <a:pt x="6199" y="2291"/>
                  </a:lnTo>
                  <a:lnTo>
                    <a:pt x="5480" y="4852"/>
                  </a:lnTo>
                  <a:lnTo>
                    <a:pt x="4627" y="8085"/>
                  </a:lnTo>
                  <a:lnTo>
                    <a:pt x="3728" y="11813"/>
                  </a:lnTo>
                  <a:lnTo>
                    <a:pt x="3279" y="13880"/>
                  </a:lnTo>
                  <a:lnTo>
                    <a:pt x="2830" y="16035"/>
                  </a:lnTo>
                  <a:lnTo>
                    <a:pt x="2381" y="18281"/>
                  </a:lnTo>
                  <a:lnTo>
                    <a:pt x="1932" y="20662"/>
                  </a:lnTo>
                  <a:lnTo>
                    <a:pt x="1572" y="23042"/>
                  </a:lnTo>
                  <a:lnTo>
                    <a:pt x="1168" y="25557"/>
                  </a:lnTo>
                  <a:lnTo>
                    <a:pt x="854" y="28118"/>
                  </a:lnTo>
                  <a:lnTo>
                    <a:pt x="584" y="30678"/>
                  </a:lnTo>
                  <a:lnTo>
                    <a:pt x="360" y="33328"/>
                  </a:lnTo>
                  <a:lnTo>
                    <a:pt x="180" y="35978"/>
                  </a:lnTo>
                  <a:lnTo>
                    <a:pt x="45" y="38673"/>
                  </a:lnTo>
                  <a:lnTo>
                    <a:pt x="0" y="41323"/>
                  </a:lnTo>
                  <a:lnTo>
                    <a:pt x="45" y="44018"/>
                  </a:lnTo>
                  <a:lnTo>
                    <a:pt x="180" y="46668"/>
                  </a:lnTo>
                  <a:lnTo>
                    <a:pt x="360" y="49318"/>
                  </a:lnTo>
                  <a:lnTo>
                    <a:pt x="674" y="51968"/>
                  </a:lnTo>
                  <a:lnTo>
                    <a:pt x="854" y="53225"/>
                  </a:lnTo>
                  <a:lnTo>
                    <a:pt x="1078" y="54528"/>
                  </a:lnTo>
                  <a:lnTo>
                    <a:pt x="1348" y="55785"/>
                  </a:lnTo>
                  <a:lnTo>
                    <a:pt x="1617" y="57043"/>
                  </a:lnTo>
                  <a:lnTo>
                    <a:pt x="1932" y="58301"/>
                  </a:lnTo>
                  <a:lnTo>
                    <a:pt x="2246" y="59513"/>
                  </a:lnTo>
                  <a:lnTo>
                    <a:pt x="2605" y="60726"/>
                  </a:lnTo>
                  <a:lnTo>
                    <a:pt x="3010" y="61894"/>
                  </a:lnTo>
                  <a:lnTo>
                    <a:pt x="3459" y="63062"/>
                  </a:lnTo>
                  <a:lnTo>
                    <a:pt x="3908" y="64229"/>
                  </a:lnTo>
                  <a:lnTo>
                    <a:pt x="4402" y="65352"/>
                  </a:lnTo>
                  <a:lnTo>
                    <a:pt x="4941" y="66430"/>
                  </a:lnTo>
                  <a:lnTo>
                    <a:pt x="5480" y="67508"/>
                  </a:lnTo>
                  <a:lnTo>
                    <a:pt x="6109" y="68586"/>
                  </a:lnTo>
                  <a:lnTo>
                    <a:pt x="6738" y="69574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3193" y="82869"/>
                  </a:lnTo>
                  <a:lnTo>
                    <a:pt x="35124" y="82914"/>
                  </a:lnTo>
                  <a:lnTo>
                    <a:pt x="36831" y="82869"/>
                  </a:lnTo>
                  <a:lnTo>
                    <a:pt x="38493" y="82779"/>
                  </a:lnTo>
                  <a:lnTo>
                    <a:pt x="40514" y="82600"/>
                  </a:lnTo>
                  <a:lnTo>
                    <a:pt x="42445" y="82375"/>
                  </a:lnTo>
                  <a:lnTo>
                    <a:pt x="44332" y="82061"/>
                  </a:lnTo>
                  <a:lnTo>
                    <a:pt x="46128" y="81611"/>
                  </a:lnTo>
                  <a:lnTo>
                    <a:pt x="47880" y="81162"/>
                  </a:lnTo>
                  <a:lnTo>
                    <a:pt x="49542" y="80578"/>
                  </a:lnTo>
                  <a:lnTo>
                    <a:pt x="51159" y="79950"/>
                  </a:lnTo>
                  <a:lnTo>
                    <a:pt x="52731" y="79186"/>
                  </a:lnTo>
                  <a:lnTo>
                    <a:pt x="54213" y="78423"/>
                  </a:lnTo>
                  <a:lnTo>
                    <a:pt x="55650" y="77524"/>
                  </a:lnTo>
                  <a:lnTo>
                    <a:pt x="56998" y="76581"/>
                  </a:lnTo>
                  <a:lnTo>
                    <a:pt x="58300" y="75503"/>
                  </a:lnTo>
                  <a:lnTo>
                    <a:pt x="59513" y="74425"/>
                  </a:lnTo>
                  <a:lnTo>
                    <a:pt x="60681" y="73212"/>
                  </a:lnTo>
                  <a:lnTo>
                    <a:pt x="61759" y="71955"/>
                  </a:lnTo>
                  <a:lnTo>
                    <a:pt x="62792" y="70562"/>
                  </a:lnTo>
                  <a:lnTo>
                    <a:pt x="63465" y="69574"/>
                  </a:lnTo>
                  <a:lnTo>
                    <a:pt x="64094" y="68586"/>
                  </a:lnTo>
                  <a:lnTo>
                    <a:pt x="64723" y="67508"/>
                  </a:lnTo>
                  <a:lnTo>
                    <a:pt x="65307" y="66430"/>
                  </a:lnTo>
                  <a:lnTo>
                    <a:pt x="65801" y="65352"/>
                  </a:lnTo>
                  <a:lnTo>
                    <a:pt x="66295" y="64229"/>
                  </a:lnTo>
                  <a:lnTo>
                    <a:pt x="66789" y="63062"/>
                  </a:lnTo>
                  <a:lnTo>
                    <a:pt x="67193" y="61894"/>
                  </a:lnTo>
                  <a:lnTo>
                    <a:pt x="67598" y="60726"/>
                  </a:lnTo>
                  <a:lnTo>
                    <a:pt x="67957" y="59513"/>
                  </a:lnTo>
                  <a:lnTo>
                    <a:pt x="68316" y="58301"/>
                  </a:lnTo>
                  <a:lnTo>
                    <a:pt x="68586" y="57043"/>
                  </a:lnTo>
                  <a:lnTo>
                    <a:pt x="68900" y="55785"/>
                  </a:lnTo>
                  <a:lnTo>
                    <a:pt x="69125" y="54528"/>
                  </a:lnTo>
                  <a:lnTo>
                    <a:pt x="69349" y="53225"/>
                  </a:lnTo>
                  <a:lnTo>
                    <a:pt x="69529" y="51968"/>
                  </a:lnTo>
                  <a:lnTo>
                    <a:pt x="69843" y="49318"/>
                  </a:lnTo>
                  <a:lnTo>
                    <a:pt x="70068" y="46668"/>
                  </a:lnTo>
                  <a:lnTo>
                    <a:pt x="70158" y="44018"/>
                  </a:lnTo>
                  <a:lnTo>
                    <a:pt x="70203" y="41323"/>
                  </a:lnTo>
                  <a:lnTo>
                    <a:pt x="70158" y="38628"/>
                  </a:lnTo>
                  <a:lnTo>
                    <a:pt x="70068" y="35978"/>
                  </a:lnTo>
                  <a:lnTo>
                    <a:pt x="69888" y="33328"/>
                  </a:lnTo>
                  <a:lnTo>
                    <a:pt x="69664" y="30678"/>
                  </a:lnTo>
                  <a:lnTo>
                    <a:pt x="69349" y="28073"/>
                  </a:lnTo>
                  <a:lnTo>
                    <a:pt x="69035" y="25557"/>
                  </a:lnTo>
                  <a:lnTo>
                    <a:pt x="68676" y="23042"/>
                  </a:lnTo>
                  <a:lnTo>
                    <a:pt x="68271" y="20617"/>
                  </a:lnTo>
                  <a:lnTo>
                    <a:pt x="67867" y="18281"/>
                  </a:lnTo>
                  <a:lnTo>
                    <a:pt x="67418" y="16035"/>
                  </a:lnTo>
                  <a:lnTo>
                    <a:pt x="66969" y="13880"/>
                  </a:lnTo>
                  <a:lnTo>
                    <a:pt x="66475" y="11813"/>
                  </a:lnTo>
                  <a:lnTo>
                    <a:pt x="65576" y="8085"/>
                  </a:lnTo>
                  <a:lnTo>
                    <a:pt x="64723" y="4852"/>
                  </a:lnTo>
                  <a:lnTo>
                    <a:pt x="64004" y="2247"/>
                  </a:lnTo>
                  <a:lnTo>
                    <a:pt x="63421" y="360"/>
                  </a:lnTo>
                  <a:lnTo>
                    <a:pt x="63331" y="1"/>
                  </a:lnTo>
                  <a:lnTo>
                    <a:pt x="63061" y="315"/>
                  </a:lnTo>
                  <a:lnTo>
                    <a:pt x="62792" y="674"/>
                  </a:lnTo>
                  <a:lnTo>
                    <a:pt x="62432" y="1034"/>
                  </a:lnTo>
                  <a:lnTo>
                    <a:pt x="62028" y="1393"/>
                  </a:lnTo>
                  <a:lnTo>
                    <a:pt x="61579" y="1708"/>
                  </a:lnTo>
                  <a:lnTo>
                    <a:pt x="61085" y="2022"/>
                  </a:lnTo>
                  <a:lnTo>
                    <a:pt x="60501" y="2336"/>
                  </a:lnTo>
                  <a:lnTo>
                    <a:pt x="59917" y="2651"/>
                  </a:lnTo>
                  <a:lnTo>
                    <a:pt x="59243" y="2920"/>
                  </a:lnTo>
                  <a:lnTo>
                    <a:pt x="57806" y="3459"/>
                  </a:lnTo>
                  <a:lnTo>
                    <a:pt x="56234" y="3953"/>
                  </a:lnTo>
                  <a:lnTo>
                    <a:pt x="54482" y="4402"/>
                  </a:lnTo>
                  <a:lnTo>
                    <a:pt x="52641" y="4852"/>
                  </a:lnTo>
                  <a:lnTo>
                    <a:pt x="50620" y="5211"/>
                  </a:lnTo>
                  <a:lnTo>
                    <a:pt x="48554" y="5525"/>
                  </a:lnTo>
                  <a:lnTo>
                    <a:pt x="46398" y="5795"/>
                  </a:lnTo>
                  <a:lnTo>
                    <a:pt x="44152" y="6019"/>
                  </a:lnTo>
                  <a:lnTo>
                    <a:pt x="41906" y="6199"/>
                  </a:lnTo>
                  <a:lnTo>
                    <a:pt x="39616" y="6289"/>
                  </a:lnTo>
                  <a:lnTo>
                    <a:pt x="37370" y="6379"/>
                  </a:lnTo>
                  <a:lnTo>
                    <a:pt x="35124" y="6424"/>
                  </a:lnTo>
                  <a:lnTo>
                    <a:pt x="32788" y="6379"/>
                  </a:lnTo>
                  <a:lnTo>
                    <a:pt x="30498" y="6289"/>
                  </a:lnTo>
                  <a:lnTo>
                    <a:pt x="28162" y="6154"/>
                  </a:lnTo>
                  <a:lnTo>
                    <a:pt x="25871" y="5974"/>
                  </a:lnTo>
                  <a:lnTo>
                    <a:pt x="23626" y="5750"/>
                  </a:lnTo>
                  <a:lnTo>
                    <a:pt x="21425" y="5480"/>
                  </a:lnTo>
                  <a:lnTo>
                    <a:pt x="19314" y="5166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close/>
                </a:path>
              </a:pathLst>
            </a:custGeom>
            <a:solidFill>
              <a:srgbClr val="62281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58"/>
            <p:cNvSpPr/>
            <p:nvPr/>
          </p:nvSpPr>
          <p:spPr>
            <a:xfrm>
              <a:off x="5366300" y="1961425"/>
              <a:ext cx="1755075" cy="2072875"/>
            </a:xfrm>
            <a:custGeom>
              <a:rect b="b" l="l" r="r" t="t"/>
              <a:pathLst>
                <a:path extrusionOk="0" fill="none" h="82915" w="70203">
                  <a:moveTo>
                    <a:pt x="63421" y="360"/>
                  </a:moveTo>
                  <a:lnTo>
                    <a:pt x="63331" y="1"/>
                  </a:lnTo>
                  <a:lnTo>
                    <a:pt x="63061" y="315"/>
                  </a:lnTo>
                  <a:lnTo>
                    <a:pt x="63061" y="315"/>
                  </a:lnTo>
                  <a:lnTo>
                    <a:pt x="62792" y="674"/>
                  </a:lnTo>
                  <a:lnTo>
                    <a:pt x="62432" y="1034"/>
                  </a:lnTo>
                  <a:lnTo>
                    <a:pt x="62028" y="1393"/>
                  </a:lnTo>
                  <a:lnTo>
                    <a:pt x="61579" y="1708"/>
                  </a:lnTo>
                  <a:lnTo>
                    <a:pt x="61085" y="2022"/>
                  </a:lnTo>
                  <a:lnTo>
                    <a:pt x="60501" y="2336"/>
                  </a:lnTo>
                  <a:lnTo>
                    <a:pt x="59917" y="2651"/>
                  </a:lnTo>
                  <a:lnTo>
                    <a:pt x="59243" y="2920"/>
                  </a:lnTo>
                  <a:lnTo>
                    <a:pt x="57806" y="3459"/>
                  </a:lnTo>
                  <a:lnTo>
                    <a:pt x="56234" y="3953"/>
                  </a:lnTo>
                  <a:lnTo>
                    <a:pt x="54482" y="4402"/>
                  </a:lnTo>
                  <a:lnTo>
                    <a:pt x="52641" y="4852"/>
                  </a:lnTo>
                  <a:lnTo>
                    <a:pt x="52641" y="4852"/>
                  </a:lnTo>
                  <a:lnTo>
                    <a:pt x="50620" y="5211"/>
                  </a:lnTo>
                  <a:lnTo>
                    <a:pt x="48554" y="5525"/>
                  </a:lnTo>
                  <a:lnTo>
                    <a:pt x="46398" y="5795"/>
                  </a:lnTo>
                  <a:lnTo>
                    <a:pt x="44152" y="6019"/>
                  </a:lnTo>
                  <a:lnTo>
                    <a:pt x="41906" y="6199"/>
                  </a:lnTo>
                  <a:lnTo>
                    <a:pt x="39616" y="6289"/>
                  </a:lnTo>
                  <a:lnTo>
                    <a:pt x="37370" y="6379"/>
                  </a:lnTo>
                  <a:lnTo>
                    <a:pt x="35124" y="6424"/>
                  </a:lnTo>
                  <a:lnTo>
                    <a:pt x="35124" y="6424"/>
                  </a:lnTo>
                  <a:lnTo>
                    <a:pt x="32788" y="6379"/>
                  </a:lnTo>
                  <a:lnTo>
                    <a:pt x="30498" y="6289"/>
                  </a:lnTo>
                  <a:lnTo>
                    <a:pt x="28162" y="6154"/>
                  </a:lnTo>
                  <a:lnTo>
                    <a:pt x="25871" y="5974"/>
                  </a:lnTo>
                  <a:lnTo>
                    <a:pt x="23626" y="5750"/>
                  </a:lnTo>
                  <a:lnTo>
                    <a:pt x="21425" y="5480"/>
                  </a:lnTo>
                  <a:lnTo>
                    <a:pt x="19314" y="5166"/>
                  </a:lnTo>
                  <a:lnTo>
                    <a:pt x="17248" y="4762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lnTo>
                    <a:pt x="6783" y="405"/>
                  </a:lnTo>
                  <a:lnTo>
                    <a:pt x="6783" y="405"/>
                  </a:lnTo>
                  <a:lnTo>
                    <a:pt x="6199" y="2291"/>
                  </a:lnTo>
                  <a:lnTo>
                    <a:pt x="5480" y="4852"/>
                  </a:lnTo>
                  <a:lnTo>
                    <a:pt x="4627" y="8085"/>
                  </a:lnTo>
                  <a:lnTo>
                    <a:pt x="3728" y="11813"/>
                  </a:lnTo>
                  <a:lnTo>
                    <a:pt x="3279" y="13880"/>
                  </a:lnTo>
                  <a:lnTo>
                    <a:pt x="2830" y="16035"/>
                  </a:lnTo>
                  <a:lnTo>
                    <a:pt x="2381" y="18281"/>
                  </a:lnTo>
                  <a:lnTo>
                    <a:pt x="1932" y="20662"/>
                  </a:lnTo>
                  <a:lnTo>
                    <a:pt x="1572" y="23042"/>
                  </a:lnTo>
                  <a:lnTo>
                    <a:pt x="1168" y="25557"/>
                  </a:lnTo>
                  <a:lnTo>
                    <a:pt x="854" y="28118"/>
                  </a:lnTo>
                  <a:lnTo>
                    <a:pt x="584" y="30678"/>
                  </a:lnTo>
                  <a:lnTo>
                    <a:pt x="360" y="33328"/>
                  </a:lnTo>
                  <a:lnTo>
                    <a:pt x="180" y="35978"/>
                  </a:lnTo>
                  <a:lnTo>
                    <a:pt x="45" y="38673"/>
                  </a:lnTo>
                  <a:lnTo>
                    <a:pt x="0" y="41323"/>
                  </a:lnTo>
                  <a:lnTo>
                    <a:pt x="45" y="44018"/>
                  </a:lnTo>
                  <a:lnTo>
                    <a:pt x="180" y="46668"/>
                  </a:lnTo>
                  <a:lnTo>
                    <a:pt x="360" y="49318"/>
                  </a:lnTo>
                  <a:lnTo>
                    <a:pt x="674" y="51968"/>
                  </a:lnTo>
                  <a:lnTo>
                    <a:pt x="854" y="53225"/>
                  </a:lnTo>
                  <a:lnTo>
                    <a:pt x="1078" y="54528"/>
                  </a:lnTo>
                  <a:lnTo>
                    <a:pt x="1348" y="55785"/>
                  </a:lnTo>
                  <a:lnTo>
                    <a:pt x="1617" y="57043"/>
                  </a:lnTo>
                  <a:lnTo>
                    <a:pt x="1932" y="58301"/>
                  </a:lnTo>
                  <a:lnTo>
                    <a:pt x="2246" y="59513"/>
                  </a:lnTo>
                  <a:lnTo>
                    <a:pt x="2605" y="60726"/>
                  </a:lnTo>
                  <a:lnTo>
                    <a:pt x="3010" y="61894"/>
                  </a:lnTo>
                  <a:lnTo>
                    <a:pt x="3459" y="63062"/>
                  </a:lnTo>
                  <a:lnTo>
                    <a:pt x="3908" y="64229"/>
                  </a:lnTo>
                  <a:lnTo>
                    <a:pt x="4402" y="65352"/>
                  </a:lnTo>
                  <a:lnTo>
                    <a:pt x="4941" y="66430"/>
                  </a:lnTo>
                  <a:lnTo>
                    <a:pt x="5480" y="67508"/>
                  </a:lnTo>
                  <a:lnTo>
                    <a:pt x="6109" y="68586"/>
                  </a:lnTo>
                  <a:lnTo>
                    <a:pt x="6738" y="69574"/>
                  </a:lnTo>
                  <a:lnTo>
                    <a:pt x="7411" y="70562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1306" y="82779"/>
                  </a:lnTo>
                  <a:lnTo>
                    <a:pt x="33193" y="82869"/>
                  </a:lnTo>
                  <a:lnTo>
                    <a:pt x="35124" y="82914"/>
                  </a:lnTo>
                  <a:lnTo>
                    <a:pt x="35124" y="82914"/>
                  </a:lnTo>
                  <a:lnTo>
                    <a:pt x="36831" y="82869"/>
                  </a:lnTo>
                  <a:lnTo>
                    <a:pt x="38493" y="82779"/>
                  </a:lnTo>
                  <a:lnTo>
                    <a:pt x="38493" y="82779"/>
                  </a:lnTo>
                  <a:lnTo>
                    <a:pt x="38493" y="82779"/>
                  </a:lnTo>
                  <a:lnTo>
                    <a:pt x="40514" y="82600"/>
                  </a:lnTo>
                  <a:lnTo>
                    <a:pt x="42445" y="82375"/>
                  </a:lnTo>
                  <a:lnTo>
                    <a:pt x="44332" y="82061"/>
                  </a:lnTo>
                  <a:lnTo>
                    <a:pt x="46128" y="81611"/>
                  </a:lnTo>
                  <a:lnTo>
                    <a:pt x="47880" y="81162"/>
                  </a:lnTo>
                  <a:lnTo>
                    <a:pt x="49542" y="80578"/>
                  </a:lnTo>
                  <a:lnTo>
                    <a:pt x="51159" y="79950"/>
                  </a:lnTo>
                  <a:lnTo>
                    <a:pt x="52731" y="79186"/>
                  </a:lnTo>
                  <a:lnTo>
                    <a:pt x="54213" y="78423"/>
                  </a:lnTo>
                  <a:lnTo>
                    <a:pt x="55650" y="77524"/>
                  </a:lnTo>
                  <a:lnTo>
                    <a:pt x="56998" y="76581"/>
                  </a:lnTo>
                  <a:lnTo>
                    <a:pt x="58300" y="75503"/>
                  </a:lnTo>
                  <a:lnTo>
                    <a:pt x="59513" y="74425"/>
                  </a:lnTo>
                  <a:lnTo>
                    <a:pt x="60681" y="73212"/>
                  </a:lnTo>
                  <a:lnTo>
                    <a:pt x="61759" y="71955"/>
                  </a:lnTo>
                  <a:lnTo>
                    <a:pt x="62792" y="70562"/>
                  </a:lnTo>
                  <a:lnTo>
                    <a:pt x="62792" y="70562"/>
                  </a:lnTo>
                  <a:lnTo>
                    <a:pt x="63465" y="69574"/>
                  </a:lnTo>
                  <a:lnTo>
                    <a:pt x="64094" y="68586"/>
                  </a:lnTo>
                  <a:lnTo>
                    <a:pt x="64723" y="67508"/>
                  </a:lnTo>
                  <a:lnTo>
                    <a:pt x="65307" y="66430"/>
                  </a:lnTo>
                  <a:lnTo>
                    <a:pt x="65801" y="65352"/>
                  </a:lnTo>
                  <a:lnTo>
                    <a:pt x="66295" y="64229"/>
                  </a:lnTo>
                  <a:lnTo>
                    <a:pt x="66789" y="63062"/>
                  </a:lnTo>
                  <a:lnTo>
                    <a:pt x="67193" y="61894"/>
                  </a:lnTo>
                  <a:lnTo>
                    <a:pt x="67598" y="60726"/>
                  </a:lnTo>
                  <a:lnTo>
                    <a:pt x="67957" y="59513"/>
                  </a:lnTo>
                  <a:lnTo>
                    <a:pt x="68316" y="58301"/>
                  </a:lnTo>
                  <a:lnTo>
                    <a:pt x="68586" y="57043"/>
                  </a:lnTo>
                  <a:lnTo>
                    <a:pt x="68900" y="55785"/>
                  </a:lnTo>
                  <a:lnTo>
                    <a:pt x="69125" y="54528"/>
                  </a:lnTo>
                  <a:lnTo>
                    <a:pt x="69349" y="53225"/>
                  </a:lnTo>
                  <a:lnTo>
                    <a:pt x="69529" y="51968"/>
                  </a:lnTo>
                  <a:lnTo>
                    <a:pt x="69843" y="49318"/>
                  </a:lnTo>
                  <a:lnTo>
                    <a:pt x="70068" y="46668"/>
                  </a:lnTo>
                  <a:lnTo>
                    <a:pt x="70158" y="44018"/>
                  </a:lnTo>
                  <a:lnTo>
                    <a:pt x="70203" y="41323"/>
                  </a:lnTo>
                  <a:lnTo>
                    <a:pt x="70158" y="38628"/>
                  </a:lnTo>
                  <a:lnTo>
                    <a:pt x="70068" y="35978"/>
                  </a:lnTo>
                  <a:lnTo>
                    <a:pt x="69888" y="33328"/>
                  </a:lnTo>
                  <a:lnTo>
                    <a:pt x="69664" y="30678"/>
                  </a:lnTo>
                  <a:lnTo>
                    <a:pt x="69349" y="28073"/>
                  </a:lnTo>
                  <a:lnTo>
                    <a:pt x="69035" y="25557"/>
                  </a:lnTo>
                  <a:lnTo>
                    <a:pt x="68676" y="23042"/>
                  </a:lnTo>
                  <a:lnTo>
                    <a:pt x="68271" y="20617"/>
                  </a:lnTo>
                  <a:lnTo>
                    <a:pt x="67867" y="18281"/>
                  </a:lnTo>
                  <a:lnTo>
                    <a:pt x="67418" y="16035"/>
                  </a:lnTo>
                  <a:lnTo>
                    <a:pt x="66969" y="13880"/>
                  </a:lnTo>
                  <a:lnTo>
                    <a:pt x="66475" y="11813"/>
                  </a:lnTo>
                  <a:lnTo>
                    <a:pt x="65576" y="8085"/>
                  </a:lnTo>
                  <a:lnTo>
                    <a:pt x="64723" y="4852"/>
                  </a:lnTo>
                  <a:lnTo>
                    <a:pt x="64004" y="2247"/>
                  </a:lnTo>
                  <a:lnTo>
                    <a:pt x="63421" y="36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58"/>
            <p:cNvSpPr/>
            <p:nvPr/>
          </p:nvSpPr>
          <p:spPr>
            <a:xfrm>
              <a:off x="6130975" y="2251125"/>
              <a:ext cx="3400" cy="71900"/>
            </a:xfrm>
            <a:custGeom>
              <a:rect b="b" l="l" r="r" t="t"/>
              <a:pathLst>
                <a:path extrusionOk="0" fill="none" h="2876" w="136">
                  <a:moveTo>
                    <a:pt x="1" y="46"/>
                  </a:moveTo>
                  <a:lnTo>
                    <a:pt x="1" y="46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90" y="1"/>
                  </a:lnTo>
                  <a:lnTo>
                    <a:pt x="135" y="46"/>
                  </a:lnTo>
                  <a:lnTo>
                    <a:pt x="135" y="2831"/>
                  </a:lnTo>
                  <a:lnTo>
                    <a:pt x="135" y="2831"/>
                  </a:lnTo>
                  <a:lnTo>
                    <a:pt x="90" y="2831"/>
                  </a:lnTo>
                  <a:lnTo>
                    <a:pt x="45" y="2875"/>
                  </a:lnTo>
                  <a:lnTo>
                    <a:pt x="45" y="2875"/>
                  </a:lnTo>
                  <a:lnTo>
                    <a:pt x="45" y="2831"/>
                  </a:lnTo>
                  <a:lnTo>
                    <a:pt x="1" y="2831"/>
                  </a:lnTo>
                  <a:lnTo>
                    <a:pt x="1" y="4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58"/>
            <p:cNvSpPr/>
            <p:nvPr/>
          </p:nvSpPr>
          <p:spPr>
            <a:xfrm>
              <a:off x="5571775" y="3078700"/>
              <a:ext cx="280750" cy="659150"/>
            </a:xfrm>
            <a:custGeom>
              <a:rect b="b" l="l" r="r" t="t"/>
              <a:pathLst>
                <a:path extrusionOk="0" fill="none" h="26366" w="11230">
                  <a:moveTo>
                    <a:pt x="11230" y="26276"/>
                  </a:moveTo>
                  <a:lnTo>
                    <a:pt x="11230" y="26365"/>
                  </a:lnTo>
                  <a:lnTo>
                    <a:pt x="11185" y="26365"/>
                  </a:lnTo>
                  <a:lnTo>
                    <a:pt x="11185" y="26365"/>
                  </a:lnTo>
                  <a:lnTo>
                    <a:pt x="10241" y="25737"/>
                  </a:lnTo>
                  <a:lnTo>
                    <a:pt x="9388" y="25018"/>
                  </a:lnTo>
                  <a:lnTo>
                    <a:pt x="8535" y="24299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6603" y="22323"/>
                  </a:lnTo>
                  <a:lnTo>
                    <a:pt x="5570" y="21110"/>
                  </a:lnTo>
                  <a:lnTo>
                    <a:pt x="4627" y="19808"/>
                  </a:lnTo>
                  <a:lnTo>
                    <a:pt x="3774" y="18505"/>
                  </a:lnTo>
                  <a:lnTo>
                    <a:pt x="2965" y="17113"/>
                  </a:lnTo>
                  <a:lnTo>
                    <a:pt x="2292" y="15676"/>
                  </a:lnTo>
                  <a:lnTo>
                    <a:pt x="1663" y="14193"/>
                  </a:lnTo>
                  <a:lnTo>
                    <a:pt x="1169" y="12666"/>
                  </a:lnTo>
                  <a:lnTo>
                    <a:pt x="719" y="11139"/>
                  </a:lnTo>
                  <a:lnTo>
                    <a:pt x="405" y="9567"/>
                  </a:lnTo>
                  <a:lnTo>
                    <a:pt x="180" y="7995"/>
                  </a:lnTo>
                  <a:lnTo>
                    <a:pt x="1" y="6378"/>
                  </a:lnTo>
                  <a:lnTo>
                    <a:pt x="1" y="4806"/>
                  </a:lnTo>
                  <a:lnTo>
                    <a:pt x="46" y="3189"/>
                  </a:lnTo>
                  <a:lnTo>
                    <a:pt x="225" y="1617"/>
                  </a:lnTo>
                  <a:lnTo>
                    <a:pt x="360" y="809"/>
                  </a:lnTo>
                  <a:lnTo>
                    <a:pt x="495" y="45"/>
                  </a:lnTo>
                  <a:lnTo>
                    <a:pt x="495" y="45"/>
                  </a:lnTo>
                  <a:lnTo>
                    <a:pt x="495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85" y="0"/>
                  </a:lnTo>
                  <a:lnTo>
                    <a:pt x="585" y="45"/>
                  </a:lnTo>
                  <a:lnTo>
                    <a:pt x="585" y="45"/>
                  </a:lnTo>
                  <a:lnTo>
                    <a:pt x="315" y="1617"/>
                  </a:lnTo>
                  <a:lnTo>
                    <a:pt x="136" y="3189"/>
                  </a:lnTo>
                  <a:lnTo>
                    <a:pt x="91" y="4761"/>
                  </a:lnTo>
                  <a:lnTo>
                    <a:pt x="136" y="6333"/>
                  </a:lnTo>
                  <a:lnTo>
                    <a:pt x="270" y="7860"/>
                  </a:lnTo>
                  <a:lnTo>
                    <a:pt x="495" y="9432"/>
                  </a:lnTo>
                  <a:lnTo>
                    <a:pt x="809" y="10960"/>
                  </a:lnTo>
                  <a:lnTo>
                    <a:pt x="1214" y="12487"/>
                  </a:lnTo>
                  <a:lnTo>
                    <a:pt x="1708" y="13969"/>
                  </a:lnTo>
                  <a:lnTo>
                    <a:pt x="2292" y="15451"/>
                  </a:lnTo>
                  <a:lnTo>
                    <a:pt x="2965" y="16843"/>
                  </a:lnTo>
                  <a:lnTo>
                    <a:pt x="3729" y="18236"/>
                  </a:lnTo>
                  <a:lnTo>
                    <a:pt x="4582" y="19583"/>
                  </a:lnTo>
                  <a:lnTo>
                    <a:pt x="5480" y="20841"/>
                  </a:lnTo>
                  <a:lnTo>
                    <a:pt x="6469" y="22054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8400" y="24030"/>
                  </a:lnTo>
                  <a:lnTo>
                    <a:pt x="9298" y="24838"/>
                  </a:lnTo>
                  <a:lnTo>
                    <a:pt x="10241" y="25602"/>
                  </a:lnTo>
                  <a:lnTo>
                    <a:pt x="11230" y="2627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58"/>
            <p:cNvSpPr/>
            <p:nvPr/>
          </p:nvSpPr>
          <p:spPr>
            <a:xfrm>
              <a:off x="5672850" y="3234775"/>
              <a:ext cx="108925" cy="311050"/>
            </a:xfrm>
            <a:custGeom>
              <a:rect b="b" l="l" r="r" t="t"/>
              <a:pathLst>
                <a:path extrusionOk="0" fill="none" h="12442" w="4357">
                  <a:moveTo>
                    <a:pt x="4357" y="12352"/>
                  </a:moveTo>
                  <a:lnTo>
                    <a:pt x="4357" y="12352"/>
                  </a:lnTo>
                  <a:lnTo>
                    <a:pt x="4357" y="12397"/>
                  </a:lnTo>
                  <a:lnTo>
                    <a:pt x="4312" y="12442"/>
                  </a:lnTo>
                  <a:lnTo>
                    <a:pt x="4267" y="12442"/>
                  </a:lnTo>
                  <a:lnTo>
                    <a:pt x="4267" y="12442"/>
                  </a:lnTo>
                  <a:lnTo>
                    <a:pt x="3728" y="11813"/>
                  </a:lnTo>
                  <a:lnTo>
                    <a:pt x="3234" y="11139"/>
                  </a:lnTo>
                  <a:lnTo>
                    <a:pt x="2740" y="10466"/>
                  </a:lnTo>
                  <a:lnTo>
                    <a:pt x="2291" y="9792"/>
                  </a:lnTo>
                  <a:lnTo>
                    <a:pt x="1932" y="9028"/>
                  </a:lnTo>
                  <a:lnTo>
                    <a:pt x="1527" y="8310"/>
                  </a:lnTo>
                  <a:lnTo>
                    <a:pt x="1213" y="7546"/>
                  </a:lnTo>
                  <a:lnTo>
                    <a:pt x="943" y="6783"/>
                  </a:lnTo>
                  <a:lnTo>
                    <a:pt x="674" y="5974"/>
                  </a:lnTo>
                  <a:lnTo>
                    <a:pt x="449" y="5166"/>
                  </a:lnTo>
                  <a:lnTo>
                    <a:pt x="270" y="4357"/>
                  </a:lnTo>
                  <a:lnTo>
                    <a:pt x="135" y="3549"/>
                  </a:lnTo>
                  <a:lnTo>
                    <a:pt x="45" y="2695"/>
                  </a:lnTo>
                  <a:lnTo>
                    <a:pt x="0" y="1887"/>
                  </a:lnTo>
                  <a:lnTo>
                    <a:pt x="0" y="1078"/>
                  </a:lnTo>
                  <a:lnTo>
                    <a:pt x="0" y="225"/>
                  </a:lnTo>
                  <a:lnTo>
                    <a:pt x="0" y="225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45" y="0"/>
                  </a:lnTo>
                  <a:lnTo>
                    <a:pt x="90" y="180"/>
                  </a:lnTo>
                  <a:lnTo>
                    <a:pt x="90" y="180"/>
                  </a:lnTo>
                  <a:lnTo>
                    <a:pt x="135" y="270"/>
                  </a:lnTo>
                  <a:lnTo>
                    <a:pt x="135" y="270"/>
                  </a:lnTo>
                  <a:lnTo>
                    <a:pt x="90" y="1078"/>
                  </a:lnTo>
                  <a:lnTo>
                    <a:pt x="90" y="1887"/>
                  </a:lnTo>
                  <a:lnTo>
                    <a:pt x="135" y="2695"/>
                  </a:lnTo>
                  <a:lnTo>
                    <a:pt x="225" y="3504"/>
                  </a:lnTo>
                  <a:lnTo>
                    <a:pt x="360" y="4357"/>
                  </a:lnTo>
                  <a:lnTo>
                    <a:pt x="539" y="5166"/>
                  </a:lnTo>
                  <a:lnTo>
                    <a:pt x="764" y="5929"/>
                  </a:lnTo>
                  <a:lnTo>
                    <a:pt x="1033" y="6738"/>
                  </a:lnTo>
                  <a:lnTo>
                    <a:pt x="1303" y="7501"/>
                  </a:lnTo>
                  <a:lnTo>
                    <a:pt x="1617" y="8265"/>
                  </a:lnTo>
                  <a:lnTo>
                    <a:pt x="2021" y="8983"/>
                  </a:lnTo>
                  <a:lnTo>
                    <a:pt x="2381" y="9702"/>
                  </a:lnTo>
                  <a:lnTo>
                    <a:pt x="2830" y="10421"/>
                  </a:lnTo>
                  <a:lnTo>
                    <a:pt x="3324" y="11095"/>
                  </a:lnTo>
                  <a:lnTo>
                    <a:pt x="3818" y="11723"/>
                  </a:lnTo>
                  <a:lnTo>
                    <a:pt x="4357" y="1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58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495" y="46"/>
                  </a:moveTo>
                  <a:lnTo>
                    <a:pt x="495" y="46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85" y="91"/>
                  </a:lnTo>
                  <a:lnTo>
                    <a:pt x="91" y="3459"/>
                  </a:lnTo>
                  <a:lnTo>
                    <a:pt x="46" y="3504"/>
                  </a:lnTo>
                  <a:lnTo>
                    <a:pt x="46" y="3504"/>
                  </a:lnTo>
                  <a:lnTo>
                    <a:pt x="1" y="3459"/>
                  </a:lnTo>
                  <a:lnTo>
                    <a:pt x="495" y="4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58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1348" y="45"/>
                  </a:moveTo>
                  <a:lnTo>
                    <a:pt x="1348" y="45"/>
                  </a:lnTo>
                  <a:lnTo>
                    <a:pt x="1393" y="0"/>
                  </a:lnTo>
                  <a:lnTo>
                    <a:pt x="1438" y="0"/>
                  </a:lnTo>
                  <a:lnTo>
                    <a:pt x="1438" y="0"/>
                  </a:lnTo>
                  <a:lnTo>
                    <a:pt x="1483" y="90"/>
                  </a:lnTo>
                  <a:lnTo>
                    <a:pt x="135" y="9298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0" y="9298"/>
                  </a:lnTo>
                  <a:lnTo>
                    <a:pt x="1348" y="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58"/>
            <p:cNvSpPr/>
            <p:nvPr/>
          </p:nvSpPr>
          <p:spPr>
            <a:xfrm>
              <a:off x="5471850" y="2911375"/>
              <a:ext cx="453675" cy="982550"/>
            </a:xfrm>
            <a:custGeom>
              <a:rect b="b" l="l" r="r" t="t"/>
              <a:pathLst>
                <a:path extrusionOk="0" fill="none" h="39302" w="18147">
                  <a:moveTo>
                    <a:pt x="18146" y="39257"/>
                  </a:moveTo>
                  <a:lnTo>
                    <a:pt x="18056" y="39302"/>
                  </a:lnTo>
                  <a:lnTo>
                    <a:pt x="18056" y="39302"/>
                  </a:lnTo>
                  <a:lnTo>
                    <a:pt x="16799" y="38673"/>
                  </a:lnTo>
                  <a:lnTo>
                    <a:pt x="15586" y="37999"/>
                  </a:lnTo>
                  <a:lnTo>
                    <a:pt x="14373" y="37280"/>
                  </a:lnTo>
                  <a:lnTo>
                    <a:pt x="13205" y="36472"/>
                  </a:lnTo>
                  <a:lnTo>
                    <a:pt x="12083" y="35619"/>
                  </a:lnTo>
                  <a:lnTo>
                    <a:pt x="11005" y="34675"/>
                  </a:lnTo>
                  <a:lnTo>
                    <a:pt x="9972" y="33687"/>
                  </a:lnTo>
                  <a:lnTo>
                    <a:pt x="8938" y="32654"/>
                  </a:lnTo>
                  <a:lnTo>
                    <a:pt x="7995" y="31576"/>
                  </a:lnTo>
                  <a:lnTo>
                    <a:pt x="7097" y="30453"/>
                  </a:lnTo>
                  <a:lnTo>
                    <a:pt x="6199" y="29286"/>
                  </a:lnTo>
                  <a:lnTo>
                    <a:pt x="5390" y="28073"/>
                  </a:lnTo>
                  <a:lnTo>
                    <a:pt x="4627" y="26815"/>
                  </a:lnTo>
                  <a:lnTo>
                    <a:pt x="3908" y="25513"/>
                  </a:lnTo>
                  <a:lnTo>
                    <a:pt x="3279" y="24165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2201" y="21470"/>
                  </a:lnTo>
                  <a:lnTo>
                    <a:pt x="1752" y="20168"/>
                  </a:lnTo>
                  <a:lnTo>
                    <a:pt x="1348" y="18820"/>
                  </a:lnTo>
                  <a:lnTo>
                    <a:pt x="989" y="17473"/>
                  </a:lnTo>
                  <a:lnTo>
                    <a:pt x="719" y="16081"/>
                  </a:lnTo>
                  <a:lnTo>
                    <a:pt x="450" y="14688"/>
                  </a:lnTo>
                  <a:lnTo>
                    <a:pt x="270" y="13296"/>
                  </a:lnTo>
                  <a:lnTo>
                    <a:pt x="135" y="11859"/>
                  </a:lnTo>
                  <a:lnTo>
                    <a:pt x="45" y="10421"/>
                  </a:lnTo>
                  <a:lnTo>
                    <a:pt x="0" y="8984"/>
                  </a:lnTo>
                  <a:lnTo>
                    <a:pt x="0" y="7502"/>
                  </a:lnTo>
                  <a:lnTo>
                    <a:pt x="90" y="6020"/>
                  </a:lnTo>
                  <a:lnTo>
                    <a:pt x="180" y="4537"/>
                  </a:lnTo>
                  <a:lnTo>
                    <a:pt x="360" y="3055"/>
                  </a:lnTo>
                  <a:lnTo>
                    <a:pt x="584" y="1573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944" y="46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674" y="1573"/>
                  </a:lnTo>
                  <a:lnTo>
                    <a:pt x="450" y="3055"/>
                  </a:lnTo>
                  <a:lnTo>
                    <a:pt x="315" y="4537"/>
                  </a:lnTo>
                  <a:lnTo>
                    <a:pt x="180" y="6020"/>
                  </a:lnTo>
                  <a:lnTo>
                    <a:pt x="135" y="7502"/>
                  </a:lnTo>
                  <a:lnTo>
                    <a:pt x="90" y="8939"/>
                  </a:lnTo>
                  <a:lnTo>
                    <a:pt x="135" y="10421"/>
                  </a:lnTo>
                  <a:lnTo>
                    <a:pt x="225" y="11859"/>
                  </a:lnTo>
                  <a:lnTo>
                    <a:pt x="360" y="13251"/>
                  </a:lnTo>
                  <a:lnTo>
                    <a:pt x="584" y="14688"/>
                  </a:lnTo>
                  <a:lnTo>
                    <a:pt x="809" y="16081"/>
                  </a:lnTo>
                  <a:lnTo>
                    <a:pt x="1078" y="17428"/>
                  </a:lnTo>
                  <a:lnTo>
                    <a:pt x="1438" y="18775"/>
                  </a:lnTo>
                  <a:lnTo>
                    <a:pt x="1842" y="20123"/>
                  </a:lnTo>
                  <a:lnTo>
                    <a:pt x="2291" y="21425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3369" y="24120"/>
                  </a:lnTo>
                  <a:lnTo>
                    <a:pt x="3998" y="25423"/>
                  </a:lnTo>
                  <a:lnTo>
                    <a:pt x="4716" y="26725"/>
                  </a:lnTo>
                  <a:lnTo>
                    <a:pt x="5480" y="27983"/>
                  </a:lnTo>
                  <a:lnTo>
                    <a:pt x="6289" y="29241"/>
                  </a:lnTo>
                  <a:lnTo>
                    <a:pt x="7142" y="30408"/>
                  </a:lnTo>
                  <a:lnTo>
                    <a:pt x="8085" y="31531"/>
                  </a:lnTo>
                  <a:lnTo>
                    <a:pt x="9028" y="32609"/>
                  </a:lnTo>
                  <a:lnTo>
                    <a:pt x="10016" y="33642"/>
                  </a:lnTo>
                  <a:lnTo>
                    <a:pt x="11094" y="34586"/>
                  </a:lnTo>
                  <a:lnTo>
                    <a:pt x="12172" y="35529"/>
                  </a:lnTo>
                  <a:lnTo>
                    <a:pt x="13295" y="36382"/>
                  </a:lnTo>
                  <a:lnTo>
                    <a:pt x="14418" y="37191"/>
                  </a:lnTo>
                  <a:lnTo>
                    <a:pt x="15631" y="37909"/>
                  </a:lnTo>
                  <a:lnTo>
                    <a:pt x="16844" y="38583"/>
                  </a:lnTo>
                  <a:lnTo>
                    <a:pt x="18101" y="39212"/>
                  </a:lnTo>
                  <a:lnTo>
                    <a:pt x="18101" y="39212"/>
                  </a:lnTo>
                  <a:lnTo>
                    <a:pt x="18146" y="39212"/>
                  </a:lnTo>
                  <a:lnTo>
                    <a:pt x="18146" y="3925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58"/>
            <p:cNvSpPr/>
            <p:nvPr/>
          </p:nvSpPr>
          <p:spPr>
            <a:xfrm>
              <a:off x="6228675" y="2215200"/>
              <a:ext cx="2250" cy="204400"/>
            </a:xfrm>
            <a:custGeom>
              <a:rect b="b" l="l" r="r" t="t"/>
              <a:pathLst>
                <a:path extrusionOk="0" fill="none" h="8176" w="90">
                  <a:moveTo>
                    <a:pt x="90" y="8130"/>
                  </a:moveTo>
                  <a:lnTo>
                    <a:pt x="90" y="8130"/>
                  </a:lnTo>
                  <a:lnTo>
                    <a:pt x="90" y="8175"/>
                  </a:lnTo>
                  <a:lnTo>
                    <a:pt x="45" y="8175"/>
                  </a:lnTo>
                  <a:lnTo>
                    <a:pt x="45" y="8175"/>
                  </a:lnTo>
                  <a:lnTo>
                    <a:pt x="0" y="8175"/>
                  </a:lnTo>
                  <a:lnTo>
                    <a:pt x="0" y="8130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1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90" y="1"/>
                  </a:lnTo>
                  <a:lnTo>
                    <a:pt x="90" y="45"/>
                  </a:lnTo>
                  <a:lnTo>
                    <a:pt x="90" y="813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58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1" y="0"/>
                  </a:moveTo>
                  <a:lnTo>
                    <a:pt x="46" y="0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495" y="1527"/>
                  </a:lnTo>
                  <a:lnTo>
                    <a:pt x="899" y="3009"/>
                  </a:lnTo>
                  <a:lnTo>
                    <a:pt x="1258" y="4536"/>
                  </a:lnTo>
                  <a:lnTo>
                    <a:pt x="1573" y="6064"/>
                  </a:lnTo>
                  <a:lnTo>
                    <a:pt x="1842" y="7591"/>
                  </a:lnTo>
                  <a:lnTo>
                    <a:pt x="2112" y="9118"/>
                  </a:lnTo>
                  <a:lnTo>
                    <a:pt x="2336" y="10645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516" y="12217"/>
                  </a:lnTo>
                  <a:lnTo>
                    <a:pt x="2471" y="12262"/>
                  </a:lnTo>
                  <a:lnTo>
                    <a:pt x="2471" y="12262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246" y="10645"/>
                  </a:lnTo>
                  <a:lnTo>
                    <a:pt x="2022" y="9118"/>
                  </a:lnTo>
                  <a:lnTo>
                    <a:pt x="1752" y="7591"/>
                  </a:lnTo>
                  <a:lnTo>
                    <a:pt x="1483" y="6064"/>
                  </a:lnTo>
                  <a:lnTo>
                    <a:pt x="1124" y="4536"/>
                  </a:lnTo>
                  <a:lnTo>
                    <a:pt x="809" y="3054"/>
                  </a:lnTo>
                  <a:lnTo>
                    <a:pt x="405" y="1527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58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180" y="10151"/>
                  </a:moveTo>
                  <a:lnTo>
                    <a:pt x="1" y="9971"/>
                  </a:lnTo>
                  <a:lnTo>
                    <a:pt x="1" y="9882"/>
                  </a:lnTo>
                  <a:lnTo>
                    <a:pt x="1" y="9882"/>
                  </a:lnTo>
                  <a:lnTo>
                    <a:pt x="584" y="9477"/>
                  </a:lnTo>
                  <a:lnTo>
                    <a:pt x="1123" y="8983"/>
                  </a:lnTo>
                  <a:lnTo>
                    <a:pt x="1618" y="8489"/>
                  </a:lnTo>
                  <a:lnTo>
                    <a:pt x="2112" y="7950"/>
                  </a:lnTo>
                  <a:lnTo>
                    <a:pt x="2561" y="7411"/>
                  </a:lnTo>
                  <a:lnTo>
                    <a:pt x="2965" y="6827"/>
                  </a:lnTo>
                  <a:lnTo>
                    <a:pt x="3369" y="6199"/>
                  </a:lnTo>
                  <a:lnTo>
                    <a:pt x="3729" y="5570"/>
                  </a:lnTo>
                  <a:lnTo>
                    <a:pt x="4043" y="4941"/>
                  </a:lnTo>
                  <a:lnTo>
                    <a:pt x="4312" y="4267"/>
                  </a:lnTo>
                  <a:lnTo>
                    <a:pt x="4537" y="3593"/>
                  </a:lnTo>
                  <a:lnTo>
                    <a:pt x="4762" y="2875"/>
                  </a:lnTo>
                  <a:lnTo>
                    <a:pt x="4896" y="2201"/>
                  </a:lnTo>
                  <a:lnTo>
                    <a:pt x="5031" y="1482"/>
                  </a:lnTo>
                  <a:lnTo>
                    <a:pt x="5121" y="764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211" y="0"/>
                  </a:lnTo>
                  <a:lnTo>
                    <a:pt x="5211" y="0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764"/>
                  </a:lnTo>
                  <a:lnTo>
                    <a:pt x="5121" y="1482"/>
                  </a:lnTo>
                  <a:lnTo>
                    <a:pt x="5031" y="2201"/>
                  </a:lnTo>
                  <a:lnTo>
                    <a:pt x="4851" y="2920"/>
                  </a:lnTo>
                  <a:lnTo>
                    <a:pt x="4672" y="3593"/>
                  </a:lnTo>
                  <a:lnTo>
                    <a:pt x="4402" y="4312"/>
                  </a:lnTo>
                  <a:lnTo>
                    <a:pt x="4133" y="4941"/>
                  </a:lnTo>
                  <a:lnTo>
                    <a:pt x="3818" y="5615"/>
                  </a:lnTo>
                  <a:lnTo>
                    <a:pt x="3459" y="6243"/>
                  </a:lnTo>
                  <a:lnTo>
                    <a:pt x="3055" y="6872"/>
                  </a:lnTo>
                  <a:lnTo>
                    <a:pt x="2651" y="7456"/>
                  </a:lnTo>
                  <a:lnTo>
                    <a:pt x="2201" y="7995"/>
                  </a:lnTo>
                  <a:lnTo>
                    <a:pt x="1707" y="8534"/>
                  </a:lnTo>
                  <a:lnTo>
                    <a:pt x="1168" y="9073"/>
                  </a:lnTo>
                  <a:lnTo>
                    <a:pt x="629" y="9522"/>
                  </a:lnTo>
                  <a:lnTo>
                    <a:pt x="45" y="9971"/>
                  </a:lnTo>
                  <a:lnTo>
                    <a:pt x="180" y="101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58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46" y="225"/>
                  </a:moveTo>
                  <a:lnTo>
                    <a:pt x="46" y="0"/>
                  </a:lnTo>
                  <a:lnTo>
                    <a:pt x="46" y="225"/>
                  </a:lnTo>
                  <a:lnTo>
                    <a:pt x="91" y="270"/>
                  </a:lnTo>
                  <a:lnTo>
                    <a:pt x="764" y="3638"/>
                  </a:lnTo>
                  <a:lnTo>
                    <a:pt x="764" y="3638"/>
                  </a:lnTo>
                  <a:lnTo>
                    <a:pt x="719" y="3728"/>
                  </a:lnTo>
                  <a:lnTo>
                    <a:pt x="675" y="3908"/>
                  </a:lnTo>
                  <a:lnTo>
                    <a:pt x="630" y="3683"/>
                  </a:lnTo>
                  <a:lnTo>
                    <a:pt x="1" y="270"/>
                  </a:lnTo>
                  <a:lnTo>
                    <a:pt x="46" y="22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58"/>
            <p:cNvSpPr/>
            <p:nvPr/>
          </p:nvSpPr>
          <p:spPr>
            <a:xfrm>
              <a:off x="6366775" y="2259000"/>
              <a:ext cx="2275" cy="43800"/>
            </a:xfrm>
            <a:custGeom>
              <a:rect b="b" l="l" r="r" t="t"/>
              <a:pathLst>
                <a:path extrusionOk="0" fill="none" h="1752" w="91">
                  <a:moveTo>
                    <a:pt x="1" y="45"/>
                  </a:moveTo>
                  <a:lnTo>
                    <a:pt x="1" y="45"/>
                  </a:lnTo>
                  <a:lnTo>
                    <a:pt x="1" y="45"/>
                  </a:lnTo>
                  <a:lnTo>
                    <a:pt x="46" y="0"/>
                  </a:lnTo>
                  <a:lnTo>
                    <a:pt x="46" y="0"/>
                  </a:lnTo>
                  <a:lnTo>
                    <a:pt x="91" y="45"/>
                  </a:lnTo>
                  <a:lnTo>
                    <a:pt x="91" y="45"/>
                  </a:lnTo>
                  <a:lnTo>
                    <a:pt x="91" y="1707"/>
                  </a:lnTo>
                  <a:lnTo>
                    <a:pt x="91" y="1707"/>
                  </a:lnTo>
                  <a:lnTo>
                    <a:pt x="91" y="1707"/>
                  </a:lnTo>
                  <a:lnTo>
                    <a:pt x="46" y="1752"/>
                  </a:lnTo>
                  <a:lnTo>
                    <a:pt x="46" y="1752"/>
                  </a:lnTo>
                  <a:lnTo>
                    <a:pt x="1" y="1707"/>
                  </a:lnTo>
                  <a:lnTo>
                    <a:pt x="1" y="1707"/>
                  </a:lnTo>
                  <a:lnTo>
                    <a:pt x="1" y="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58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46" y="22009"/>
                  </a:moveTo>
                  <a:lnTo>
                    <a:pt x="1" y="22009"/>
                  </a:lnTo>
                  <a:lnTo>
                    <a:pt x="1" y="21920"/>
                  </a:lnTo>
                  <a:lnTo>
                    <a:pt x="1" y="21920"/>
                  </a:lnTo>
                  <a:lnTo>
                    <a:pt x="1393" y="21021"/>
                  </a:lnTo>
                  <a:lnTo>
                    <a:pt x="2696" y="20033"/>
                  </a:lnTo>
                  <a:lnTo>
                    <a:pt x="3998" y="18955"/>
                  </a:lnTo>
                  <a:lnTo>
                    <a:pt x="5166" y="17787"/>
                  </a:lnTo>
                  <a:lnTo>
                    <a:pt x="6289" y="16575"/>
                  </a:lnTo>
                  <a:lnTo>
                    <a:pt x="7322" y="15317"/>
                  </a:lnTo>
                  <a:lnTo>
                    <a:pt x="8310" y="13970"/>
                  </a:lnTo>
                  <a:lnTo>
                    <a:pt x="9209" y="12577"/>
                  </a:lnTo>
                  <a:lnTo>
                    <a:pt x="10017" y="11140"/>
                  </a:lnTo>
                  <a:lnTo>
                    <a:pt x="10736" y="9613"/>
                  </a:lnTo>
                  <a:lnTo>
                    <a:pt x="11365" y="8086"/>
                  </a:lnTo>
                  <a:lnTo>
                    <a:pt x="11904" y="6559"/>
                  </a:lnTo>
                  <a:lnTo>
                    <a:pt x="12353" y="4942"/>
                  </a:lnTo>
                  <a:lnTo>
                    <a:pt x="12667" y="3325"/>
                  </a:lnTo>
                  <a:lnTo>
                    <a:pt x="12937" y="1708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3116" y="1"/>
                  </a:lnTo>
                  <a:lnTo>
                    <a:pt x="13116" y="1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026" y="1708"/>
                  </a:lnTo>
                  <a:lnTo>
                    <a:pt x="12802" y="3325"/>
                  </a:lnTo>
                  <a:lnTo>
                    <a:pt x="12442" y="4987"/>
                  </a:lnTo>
                  <a:lnTo>
                    <a:pt x="11993" y="6559"/>
                  </a:lnTo>
                  <a:lnTo>
                    <a:pt x="11454" y="8131"/>
                  </a:lnTo>
                  <a:lnTo>
                    <a:pt x="10826" y="9658"/>
                  </a:lnTo>
                  <a:lnTo>
                    <a:pt x="10107" y="11185"/>
                  </a:lnTo>
                  <a:lnTo>
                    <a:pt x="9298" y="12622"/>
                  </a:lnTo>
                  <a:lnTo>
                    <a:pt x="8400" y="14014"/>
                  </a:lnTo>
                  <a:lnTo>
                    <a:pt x="7412" y="15362"/>
                  </a:lnTo>
                  <a:lnTo>
                    <a:pt x="6379" y="16664"/>
                  </a:lnTo>
                  <a:lnTo>
                    <a:pt x="5256" y="17877"/>
                  </a:lnTo>
                  <a:lnTo>
                    <a:pt x="4043" y="19045"/>
                  </a:lnTo>
                  <a:lnTo>
                    <a:pt x="2786" y="20123"/>
                  </a:lnTo>
                  <a:lnTo>
                    <a:pt x="1438" y="21111"/>
                  </a:lnTo>
                  <a:lnTo>
                    <a:pt x="46" y="220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58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3728" y="25916"/>
                  </a:moveTo>
                  <a:lnTo>
                    <a:pt x="3728" y="25916"/>
                  </a:lnTo>
                  <a:lnTo>
                    <a:pt x="3728" y="25871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549" y="22637"/>
                  </a:lnTo>
                  <a:lnTo>
                    <a:pt x="3279" y="19403"/>
                  </a:lnTo>
                  <a:lnTo>
                    <a:pt x="2965" y="16170"/>
                  </a:lnTo>
                  <a:lnTo>
                    <a:pt x="2515" y="12981"/>
                  </a:lnTo>
                  <a:lnTo>
                    <a:pt x="2021" y="9747"/>
                  </a:lnTo>
                  <a:lnTo>
                    <a:pt x="1438" y="6603"/>
                  </a:lnTo>
                  <a:lnTo>
                    <a:pt x="764" y="3414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25"/>
                  </a:lnTo>
                  <a:lnTo>
                    <a:pt x="45" y="225"/>
                  </a:lnTo>
                  <a:lnTo>
                    <a:pt x="45" y="0"/>
                  </a:lnTo>
                  <a:lnTo>
                    <a:pt x="45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854" y="3414"/>
                  </a:lnTo>
                  <a:lnTo>
                    <a:pt x="1527" y="6558"/>
                  </a:lnTo>
                  <a:lnTo>
                    <a:pt x="2111" y="9747"/>
                  </a:lnTo>
                  <a:lnTo>
                    <a:pt x="2605" y="12936"/>
                  </a:lnTo>
                  <a:lnTo>
                    <a:pt x="3054" y="16170"/>
                  </a:lnTo>
                  <a:lnTo>
                    <a:pt x="3369" y="19403"/>
                  </a:lnTo>
                  <a:lnTo>
                    <a:pt x="3638" y="22592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773" y="25871"/>
                  </a:lnTo>
                  <a:lnTo>
                    <a:pt x="3728" y="259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58"/>
            <p:cNvSpPr/>
            <p:nvPr/>
          </p:nvSpPr>
          <p:spPr>
            <a:xfrm>
              <a:off x="5471850" y="2125375"/>
              <a:ext cx="430075" cy="1756200"/>
            </a:xfrm>
            <a:custGeom>
              <a:rect b="b" l="l" r="r" t="t"/>
              <a:pathLst>
                <a:path extrusionOk="0" h="70248" w="17203">
                  <a:moveTo>
                    <a:pt x="7636" y="809"/>
                  </a:moveTo>
                  <a:lnTo>
                    <a:pt x="7591" y="854"/>
                  </a:lnTo>
                  <a:lnTo>
                    <a:pt x="7097" y="4267"/>
                  </a:lnTo>
                  <a:lnTo>
                    <a:pt x="7142" y="4312"/>
                  </a:lnTo>
                  <a:lnTo>
                    <a:pt x="7187" y="4267"/>
                  </a:lnTo>
                  <a:lnTo>
                    <a:pt x="7681" y="899"/>
                  </a:lnTo>
                  <a:lnTo>
                    <a:pt x="7636" y="809"/>
                  </a:lnTo>
                  <a:close/>
                  <a:moveTo>
                    <a:pt x="4537" y="0"/>
                  </a:moveTo>
                  <a:lnTo>
                    <a:pt x="4492" y="45"/>
                  </a:lnTo>
                  <a:lnTo>
                    <a:pt x="3144" y="9298"/>
                  </a:lnTo>
                  <a:lnTo>
                    <a:pt x="3189" y="9343"/>
                  </a:lnTo>
                  <a:lnTo>
                    <a:pt x="3279" y="9298"/>
                  </a:lnTo>
                  <a:lnTo>
                    <a:pt x="4627" y="90"/>
                  </a:lnTo>
                  <a:lnTo>
                    <a:pt x="4582" y="0"/>
                  </a:lnTo>
                  <a:close/>
                  <a:moveTo>
                    <a:pt x="4492" y="38133"/>
                  </a:moveTo>
                  <a:lnTo>
                    <a:pt x="4492" y="38178"/>
                  </a:lnTo>
                  <a:lnTo>
                    <a:pt x="4357" y="38942"/>
                  </a:lnTo>
                  <a:lnTo>
                    <a:pt x="4222" y="39750"/>
                  </a:lnTo>
                  <a:lnTo>
                    <a:pt x="4043" y="41322"/>
                  </a:lnTo>
                  <a:lnTo>
                    <a:pt x="3998" y="42939"/>
                  </a:lnTo>
                  <a:lnTo>
                    <a:pt x="3998" y="44511"/>
                  </a:lnTo>
                  <a:lnTo>
                    <a:pt x="4177" y="46128"/>
                  </a:lnTo>
                  <a:lnTo>
                    <a:pt x="4402" y="47700"/>
                  </a:lnTo>
                  <a:lnTo>
                    <a:pt x="4716" y="49272"/>
                  </a:lnTo>
                  <a:lnTo>
                    <a:pt x="5166" y="50799"/>
                  </a:lnTo>
                  <a:lnTo>
                    <a:pt x="5660" y="52326"/>
                  </a:lnTo>
                  <a:lnTo>
                    <a:pt x="6289" y="53809"/>
                  </a:lnTo>
                  <a:lnTo>
                    <a:pt x="6962" y="55246"/>
                  </a:lnTo>
                  <a:lnTo>
                    <a:pt x="7771" y="56638"/>
                  </a:lnTo>
                  <a:lnTo>
                    <a:pt x="8624" y="57941"/>
                  </a:lnTo>
                  <a:lnTo>
                    <a:pt x="9567" y="59243"/>
                  </a:lnTo>
                  <a:lnTo>
                    <a:pt x="10600" y="60456"/>
                  </a:lnTo>
                  <a:lnTo>
                    <a:pt x="11678" y="61624"/>
                  </a:lnTo>
                  <a:lnTo>
                    <a:pt x="11544" y="61354"/>
                  </a:lnTo>
                  <a:lnTo>
                    <a:pt x="10466" y="60187"/>
                  </a:lnTo>
                  <a:lnTo>
                    <a:pt x="9477" y="58974"/>
                  </a:lnTo>
                  <a:lnTo>
                    <a:pt x="8579" y="57716"/>
                  </a:lnTo>
                  <a:lnTo>
                    <a:pt x="7726" y="56369"/>
                  </a:lnTo>
                  <a:lnTo>
                    <a:pt x="6962" y="54976"/>
                  </a:lnTo>
                  <a:lnTo>
                    <a:pt x="6289" y="53584"/>
                  </a:lnTo>
                  <a:lnTo>
                    <a:pt x="5705" y="52102"/>
                  </a:lnTo>
                  <a:lnTo>
                    <a:pt x="5211" y="50620"/>
                  </a:lnTo>
                  <a:lnTo>
                    <a:pt x="4806" y="49093"/>
                  </a:lnTo>
                  <a:lnTo>
                    <a:pt x="4492" y="47565"/>
                  </a:lnTo>
                  <a:lnTo>
                    <a:pt x="4267" y="45993"/>
                  </a:lnTo>
                  <a:lnTo>
                    <a:pt x="4133" y="44466"/>
                  </a:lnTo>
                  <a:lnTo>
                    <a:pt x="4088" y="42894"/>
                  </a:lnTo>
                  <a:lnTo>
                    <a:pt x="4133" y="41322"/>
                  </a:lnTo>
                  <a:lnTo>
                    <a:pt x="4312" y="39750"/>
                  </a:lnTo>
                  <a:lnTo>
                    <a:pt x="4582" y="38178"/>
                  </a:lnTo>
                  <a:lnTo>
                    <a:pt x="4582" y="38133"/>
                  </a:lnTo>
                  <a:close/>
                  <a:moveTo>
                    <a:pt x="899" y="31441"/>
                  </a:moveTo>
                  <a:lnTo>
                    <a:pt x="854" y="31486"/>
                  </a:lnTo>
                  <a:lnTo>
                    <a:pt x="584" y="33013"/>
                  </a:lnTo>
                  <a:lnTo>
                    <a:pt x="360" y="34495"/>
                  </a:lnTo>
                  <a:lnTo>
                    <a:pt x="180" y="35977"/>
                  </a:lnTo>
                  <a:lnTo>
                    <a:pt x="90" y="37460"/>
                  </a:lnTo>
                  <a:lnTo>
                    <a:pt x="0" y="38942"/>
                  </a:lnTo>
                  <a:lnTo>
                    <a:pt x="0" y="40424"/>
                  </a:lnTo>
                  <a:lnTo>
                    <a:pt x="45" y="41861"/>
                  </a:lnTo>
                  <a:lnTo>
                    <a:pt x="135" y="43299"/>
                  </a:lnTo>
                  <a:lnTo>
                    <a:pt x="270" y="44736"/>
                  </a:lnTo>
                  <a:lnTo>
                    <a:pt x="450" y="46128"/>
                  </a:lnTo>
                  <a:lnTo>
                    <a:pt x="719" y="47521"/>
                  </a:lnTo>
                  <a:lnTo>
                    <a:pt x="989" y="48913"/>
                  </a:lnTo>
                  <a:lnTo>
                    <a:pt x="1348" y="50260"/>
                  </a:lnTo>
                  <a:lnTo>
                    <a:pt x="1752" y="51608"/>
                  </a:lnTo>
                  <a:lnTo>
                    <a:pt x="2201" y="52910"/>
                  </a:lnTo>
                  <a:lnTo>
                    <a:pt x="2695" y="54213"/>
                  </a:lnTo>
                  <a:lnTo>
                    <a:pt x="3234" y="55515"/>
                  </a:lnTo>
                  <a:lnTo>
                    <a:pt x="3863" y="56818"/>
                  </a:lnTo>
                  <a:lnTo>
                    <a:pt x="4537" y="58031"/>
                  </a:lnTo>
                  <a:lnTo>
                    <a:pt x="5255" y="59243"/>
                  </a:lnTo>
                  <a:lnTo>
                    <a:pt x="6019" y="60411"/>
                  </a:lnTo>
                  <a:lnTo>
                    <a:pt x="6827" y="61534"/>
                  </a:lnTo>
                  <a:lnTo>
                    <a:pt x="7681" y="62612"/>
                  </a:lnTo>
                  <a:lnTo>
                    <a:pt x="8534" y="63690"/>
                  </a:lnTo>
                  <a:lnTo>
                    <a:pt x="9477" y="64678"/>
                  </a:lnTo>
                  <a:lnTo>
                    <a:pt x="10466" y="65621"/>
                  </a:lnTo>
                  <a:lnTo>
                    <a:pt x="11499" y="66520"/>
                  </a:lnTo>
                  <a:lnTo>
                    <a:pt x="12532" y="67373"/>
                  </a:lnTo>
                  <a:lnTo>
                    <a:pt x="13610" y="68181"/>
                  </a:lnTo>
                  <a:lnTo>
                    <a:pt x="14733" y="68900"/>
                  </a:lnTo>
                  <a:lnTo>
                    <a:pt x="15855" y="69619"/>
                  </a:lnTo>
                  <a:lnTo>
                    <a:pt x="17023" y="70248"/>
                  </a:lnTo>
                  <a:lnTo>
                    <a:pt x="17203" y="70203"/>
                  </a:lnTo>
                  <a:lnTo>
                    <a:pt x="16035" y="69619"/>
                  </a:lnTo>
                  <a:lnTo>
                    <a:pt x="14912" y="68900"/>
                  </a:lnTo>
                  <a:lnTo>
                    <a:pt x="13789" y="68181"/>
                  </a:lnTo>
                  <a:lnTo>
                    <a:pt x="12666" y="67373"/>
                  </a:lnTo>
                  <a:lnTo>
                    <a:pt x="11633" y="66520"/>
                  </a:lnTo>
                  <a:lnTo>
                    <a:pt x="10600" y="65621"/>
                  </a:lnTo>
                  <a:lnTo>
                    <a:pt x="9612" y="64678"/>
                  </a:lnTo>
                  <a:lnTo>
                    <a:pt x="8669" y="63690"/>
                  </a:lnTo>
                  <a:lnTo>
                    <a:pt x="7771" y="62612"/>
                  </a:lnTo>
                  <a:lnTo>
                    <a:pt x="6917" y="61534"/>
                  </a:lnTo>
                  <a:lnTo>
                    <a:pt x="6109" y="60411"/>
                  </a:lnTo>
                  <a:lnTo>
                    <a:pt x="5345" y="59243"/>
                  </a:lnTo>
                  <a:lnTo>
                    <a:pt x="4627" y="58031"/>
                  </a:lnTo>
                  <a:lnTo>
                    <a:pt x="3953" y="56773"/>
                  </a:lnTo>
                  <a:lnTo>
                    <a:pt x="3324" y="55471"/>
                  </a:lnTo>
                  <a:lnTo>
                    <a:pt x="2785" y="54168"/>
                  </a:lnTo>
                  <a:lnTo>
                    <a:pt x="2291" y="52865"/>
                  </a:lnTo>
                  <a:lnTo>
                    <a:pt x="1842" y="51563"/>
                  </a:lnTo>
                  <a:lnTo>
                    <a:pt x="1438" y="50215"/>
                  </a:lnTo>
                  <a:lnTo>
                    <a:pt x="1078" y="48868"/>
                  </a:lnTo>
                  <a:lnTo>
                    <a:pt x="809" y="47521"/>
                  </a:lnTo>
                  <a:lnTo>
                    <a:pt x="584" y="46128"/>
                  </a:lnTo>
                  <a:lnTo>
                    <a:pt x="360" y="44691"/>
                  </a:lnTo>
                  <a:lnTo>
                    <a:pt x="225" y="43299"/>
                  </a:lnTo>
                  <a:lnTo>
                    <a:pt x="135" y="41861"/>
                  </a:lnTo>
                  <a:lnTo>
                    <a:pt x="90" y="40379"/>
                  </a:lnTo>
                  <a:lnTo>
                    <a:pt x="135" y="38942"/>
                  </a:lnTo>
                  <a:lnTo>
                    <a:pt x="180" y="37460"/>
                  </a:lnTo>
                  <a:lnTo>
                    <a:pt x="315" y="35977"/>
                  </a:lnTo>
                  <a:lnTo>
                    <a:pt x="450" y="34495"/>
                  </a:lnTo>
                  <a:lnTo>
                    <a:pt x="674" y="33013"/>
                  </a:lnTo>
                  <a:lnTo>
                    <a:pt x="944" y="31531"/>
                  </a:lnTo>
                  <a:lnTo>
                    <a:pt x="944" y="31486"/>
                  </a:lnTo>
                  <a:lnTo>
                    <a:pt x="899" y="31441"/>
                  </a:lnTo>
                  <a:close/>
                </a:path>
              </a:pathLst>
            </a:custGeom>
            <a:solidFill>
              <a:srgbClr val="D3D0C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58"/>
            <p:cNvSpPr/>
            <p:nvPr/>
          </p:nvSpPr>
          <p:spPr>
            <a:xfrm>
              <a:off x="5571775" y="3078700"/>
              <a:ext cx="192050" cy="587275"/>
            </a:xfrm>
            <a:custGeom>
              <a:rect b="b" l="l" r="r" t="t"/>
              <a:pathLst>
                <a:path extrusionOk="0" fill="none" h="23491" w="7682">
                  <a:moveTo>
                    <a:pt x="540" y="0"/>
                  </a:moveTo>
                  <a:lnTo>
                    <a:pt x="540" y="0"/>
                  </a:lnTo>
                  <a:lnTo>
                    <a:pt x="540" y="0"/>
                  </a:lnTo>
                  <a:lnTo>
                    <a:pt x="495" y="0"/>
                  </a:lnTo>
                  <a:lnTo>
                    <a:pt x="495" y="45"/>
                  </a:lnTo>
                  <a:lnTo>
                    <a:pt x="495" y="45"/>
                  </a:lnTo>
                  <a:lnTo>
                    <a:pt x="360" y="809"/>
                  </a:lnTo>
                  <a:lnTo>
                    <a:pt x="225" y="1617"/>
                  </a:lnTo>
                  <a:lnTo>
                    <a:pt x="46" y="3189"/>
                  </a:lnTo>
                  <a:lnTo>
                    <a:pt x="1" y="4806"/>
                  </a:lnTo>
                  <a:lnTo>
                    <a:pt x="1" y="6378"/>
                  </a:lnTo>
                  <a:lnTo>
                    <a:pt x="180" y="7995"/>
                  </a:lnTo>
                  <a:lnTo>
                    <a:pt x="405" y="9567"/>
                  </a:lnTo>
                  <a:lnTo>
                    <a:pt x="719" y="11139"/>
                  </a:lnTo>
                  <a:lnTo>
                    <a:pt x="1169" y="12666"/>
                  </a:lnTo>
                  <a:lnTo>
                    <a:pt x="1663" y="14193"/>
                  </a:lnTo>
                  <a:lnTo>
                    <a:pt x="2292" y="15676"/>
                  </a:lnTo>
                  <a:lnTo>
                    <a:pt x="2965" y="17113"/>
                  </a:lnTo>
                  <a:lnTo>
                    <a:pt x="3774" y="18505"/>
                  </a:lnTo>
                  <a:lnTo>
                    <a:pt x="4627" y="19808"/>
                  </a:lnTo>
                  <a:lnTo>
                    <a:pt x="5570" y="21110"/>
                  </a:lnTo>
                  <a:lnTo>
                    <a:pt x="6603" y="22323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6469" y="22054"/>
                  </a:lnTo>
                  <a:lnTo>
                    <a:pt x="5480" y="20841"/>
                  </a:lnTo>
                  <a:lnTo>
                    <a:pt x="4582" y="19583"/>
                  </a:lnTo>
                  <a:lnTo>
                    <a:pt x="3729" y="18236"/>
                  </a:lnTo>
                  <a:lnTo>
                    <a:pt x="2965" y="16843"/>
                  </a:lnTo>
                  <a:lnTo>
                    <a:pt x="2292" y="15451"/>
                  </a:lnTo>
                  <a:lnTo>
                    <a:pt x="1708" y="13969"/>
                  </a:lnTo>
                  <a:lnTo>
                    <a:pt x="1214" y="12487"/>
                  </a:lnTo>
                  <a:lnTo>
                    <a:pt x="809" y="10960"/>
                  </a:lnTo>
                  <a:lnTo>
                    <a:pt x="495" y="9432"/>
                  </a:lnTo>
                  <a:lnTo>
                    <a:pt x="270" y="7860"/>
                  </a:lnTo>
                  <a:lnTo>
                    <a:pt x="136" y="6333"/>
                  </a:lnTo>
                  <a:lnTo>
                    <a:pt x="91" y="4761"/>
                  </a:lnTo>
                  <a:lnTo>
                    <a:pt x="136" y="3189"/>
                  </a:lnTo>
                  <a:lnTo>
                    <a:pt x="315" y="1617"/>
                  </a:lnTo>
                  <a:lnTo>
                    <a:pt x="585" y="45"/>
                  </a:lnTo>
                  <a:lnTo>
                    <a:pt x="585" y="45"/>
                  </a:lnTo>
                  <a:lnTo>
                    <a:pt x="585" y="0"/>
                  </a:lnTo>
                  <a:lnTo>
                    <a:pt x="54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58"/>
            <p:cNvSpPr/>
            <p:nvPr/>
          </p:nvSpPr>
          <p:spPr>
            <a:xfrm>
              <a:off x="5471850" y="2911375"/>
              <a:ext cx="430075" cy="970200"/>
            </a:xfrm>
            <a:custGeom>
              <a:rect b="b" l="l" r="r" t="t"/>
              <a:pathLst>
                <a:path extrusionOk="0" fill="none" h="38808" w="17203">
                  <a:moveTo>
                    <a:pt x="899" y="1"/>
                  </a:moveTo>
                  <a:lnTo>
                    <a:pt x="899" y="1"/>
                  </a:lnTo>
                  <a:lnTo>
                    <a:pt x="899" y="1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584" y="1573"/>
                  </a:lnTo>
                  <a:lnTo>
                    <a:pt x="360" y="3055"/>
                  </a:lnTo>
                  <a:lnTo>
                    <a:pt x="180" y="4537"/>
                  </a:lnTo>
                  <a:lnTo>
                    <a:pt x="90" y="6020"/>
                  </a:lnTo>
                  <a:lnTo>
                    <a:pt x="0" y="7502"/>
                  </a:lnTo>
                  <a:lnTo>
                    <a:pt x="0" y="8984"/>
                  </a:lnTo>
                  <a:lnTo>
                    <a:pt x="45" y="10421"/>
                  </a:lnTo>
                  <a:lnTo>
                    <a:pt x="135" y="11859"/>
                  </a:lnTo>
                  <a:lnTo>
                    <a:pt x="270" y="13296"/>
                  </a:lnTo>
                  <a:lnTo>
                    <a:pt x="450" y="14688"/>
                  </a:lnTo>
                  <a:lnTo>
                    <a:pt x="719" y="16081"/>
                  </a:lnTo>
                  <a:lnTo>
                    <a:pt x="989" y="17473"/>
                  </a:lnTo>
                  <a:lnTo>
                    <a:pt x="1348" y="18820"/>
                  </a:lnTo>
                  <a:lnTo>
                    <a:pt x="1752" y="20168"/>
                  </a:lnTo>
                  <a:lnTo>
                    <a:pt x="2201" y="21470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3234" y="24075"/>
                  </a:lnTo>
                  <a:lnTo>
                    <a:pt x="3863" y="25378"/>
                  </a:lnTo>
                  <a:lnTo>
                    <a:pt x="4537" y="26591"/>
                  </a:lnTo>
                  <a:lnTo>
                    <a:pt x="5255" y="27803"/>
                  </a:lnTo>
                  <a:lnTo>
                    <a:pt x="6019" y="28971"/>
                  </a:lnTo>
                  <a:lnTo>
                    <a:pt x="6827" y="30094"/>
                  </a:lnTo>
                  <a:lnTo>
                    <a:pt x="7681" y="31172"/>
                  </a:lnTo>
                  <a:lnTo>
                    <a:pt x="8534" y="32250"/>
                  </a:lnTo>
                  <a:lnTo>
                    <a:pt x="9477" y="33238"/>
                  </a:lnTo>
                  <a:lnTo>
                    <a:pt x="10466" y="34181"/>
                  </a:lnTo>
                  <a:lnTo>
                    <a:pt x="11499" y="35080"/>
                  </a:lnTo>
                  <a:lnTo>
                    <a:pt x="12532" y="35933"/>
                  </a:lnTo>
                  <a:lnTo>
                    <a:pt x="13610" y="36741"/>
                  </a:lnTo>
                  <a:lnTo>
                    <a:pt x="14733" y="37460"/>
                  </a:lnTo>
                  <a:lnTo>
                    <a:pt x="15855" y="38179"/>
                  </a:lnTo>
                  <a:lnTo>
                    <a:pt x="17023" y="38808"/>
                  </a:lnTo>
                  <a:lnTo>
                    <a:pt x="17023" y="38808"/>
                  </a:lnTo>
                  <a:lnTo>
                    <a:pt x="17203" y="38763"/>
                  </a:lnTo>
                  <a:lnTo>
                    <a:pt x="17203" y="38763"/>
                  </a:lnTo>
                  <a:lnTo>
                    <a:pt x="16035" y="38179"/>
                  </a:lnTo>
                  <a:lnTo>
                    <a:pt x="14912" y="37460"/>
                  </a:lnTo>
                  <a:lnTo>
                    <a:pt x="13789" y="36741"/>
                  </a:lnTo>
                  <a:lnTo>
                    <a:pt x="12666" y="35933"/>
                  </a:lnTo>
                  <a:lnTo>
                    <a:pt x="11633" y="35080"/>
                  </a:lnTo>
                  <a:lnTo>
                    <a:pt x="10600" y="34181"/>
                  </a:lnTo>
                  <a:lnTo>
                    <a:pt x="9612" y="33238"/>
                  </a:lnTo>
                  <a:lnTo>
                    <a:pt x="8669" y="32250"/>
                  </a:lnTo>
                  <a:lnTo>
                    <a:pt x="7771" y="31172"/>
                  </a:lnTo>
                  <a:lnTo>
                    <a:pt x="6917" y="30094"/>
                  </a:lnTo>
                  <a:lnTo>
                    <a:pt x="6109" y="28971"/>
                  </a:lnTo>
                  <a:lnTo>
                    <a:pt x="5345" y="27803"/>
                  </a:lnTo>
                  <a:lnTo>
                    <a:pt x="4627" y="26591"/>
                  </a:lnTo>
                  <a:lnTo>
                    <a:pt x="3953" y="25333"/>
                  </a:lnTo>
                  <a:lnTo>
                    <a:pt x="3324" y="24031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2291" y="21425"/>
                  </a:lnTo>
                  <a:lnTo>
                    <a:pt x="1842" y="20123"/>
                  </a:lnTo>
                  <a:lnTo>
                    <a:pt x="1438" y="18775"/>
                  </a:lnTo>
                  <a:lnTo>
                    <a:pt x="1078" y="17428"/>
                  </a:lnTo>
                  <a:lnTo>
                    <a:pt x="809" y="16081"/>
                  </a:lnTo>
                  <a:lnTo>
                    <a:pt x="584" y="14688"/>
                  </a:lnTo>
                  <a:lnTo>
                    <a:pt x="360" y="13251"/>
                  </a:lnTo>
                  <a:lnTo>
                    <a:pt x="225" y="11859"/>
                  </a:lnTo>
                  <a:lnTo>
                    <a:pt x="135" y="10421"/>
                  </a:lnTo>
                  <a:lnTo>
                    <a:pt x="90" y="8939"/>
                  </a:lnTo>
                  <a:lnTo>
                    <a:pt x="135" y="7502"/>
                  </a:lnTo>
                  <a:lnTo>
                    <a:pt x="180" y="6020"/>
                  </a:lnTo>
                  <a:lnTo>
                    <a:pt x="315" y="4537"/>
                  </a:lnTo>
                  <a:lnTo>
                    <a:pt x="450" y="3055"/>
                  </a:lnTo>
                  <a:lnTo>
                    <a:pt x="674" y="1573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944" y="46"/>
                  </a:lnTo>
                  <a:lnTo>
                    <a:pt x="8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58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540" y="1"/>
                  </a:moveTo>
                  <a:lnTo>
                    <a:pt x="540" y="1"/>
                  </a:lnTo>
                  <a:lnTo>
                    <a:pt x="495" y="46"/>
                  </a:lnTo>
                  <a:lnTo>
                    <a:pt x="1" y="3459"/>
                  </a:lnTo>
                  <a:lnTo>
                    <a:pt x="1" y="3459"/>
                  </a:lnTo>
                  <a:lnTo>
                    <a:pt x="46" y="3504"/>
                  </a:lnTo>
                  <a:lnTo>
                    <a:pt x="91" y="3459"/>
                  </a:lnTo>
                  <a:lnTo>
                    <a:pt x="585" y="91"/>
                  </a:lnTo>
                  <a:lnTo>
                    <a:pt x="585" y="91"/>
                  </a:lnTo>
                  <a:lnTo>
                    <a:pt x="540" y="1"/>
                  </a:lnTo>
                  <a:lnTo>
                    <a:pt x="54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58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1393" y="0"/>
                  </a:moveTo>
                  <a:lnTo>
                    <a:pt x="1393" y="0"/>
                  </a:lnTo>
                  <a:lnTo>
                    <a:pt x="1348" y="45"/>
                  </a:lnTo>
                  <a:lnTo>
                    <a:pt x="0" y="9298"/>
                  </a:lnTo>
                  <a:lnTo>
                    <a:pt x="0" y="9298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135" y="9298"/>
                  </a:lnTo>
                  <a:lnTo>
                    <a:pt x="1483" y="90"/>
                  </a:lnTo>
                  <a:lnTo>
                    <a:pt x="1483" y="90"/>
                  </a:lnTo>
                  <a:lnTo>
                    <a:pt x="1438" y="0"/>
                  </a:lnTo>
                  <a:lnTo>
                    <a:pt x="13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58"/>
            <p:cNvSpPr/>
            <p:nvPr/>
          </p:nvSpPr>
          <p:spPr>
            <a:xfrm>
              <a:off x="5897425" y="3880425"/>
              <a:ext cx="28100" cy="13500"/>
            </a:xfrm>
            <a:custGeom>
              <a:rect b="b" l="l" r="r" t="t"/>
              <a:pathLst>
                <a:path extrusionOk="0" h="540" w="1124">
                  <a:moveTo>
                    <a:pt x="180" y="1"/>
                  </a:moveTo>
                  <a:lnTo>
                    <a:pt x="0" y="46"/>
                  </a:lnTo>
                  <a:lnTo>
                    <a:pt x="1033" y="540"/>
                  </a:lnTo>
                  <a:lnTo>
                    <a:pt x="1123" y="495"/>
                  </a:lnTo>
                  <a:lnTo>
                    <a:pt x="1123" y="450"/>
                  </a:lnTo>
                  <a:lnTo>
                    <a:pt x="1078" y="450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C1BDB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58"/>
            <p:cNvSpPr/>
            <p:nvPr/>
          </p:nvSpPr>
          <p:spPr>
            <a:xfrm>
              <a:off x="5897425" y="3880425"/>
              <a:ext cx="28100" cy="13500"/>
            </a:xfrm>
            <a:custGeom>
              <a:rect b="b" l="l" r="r" t="t"/>
              <a:pathLst>
                <a:path extrusionOk="0" fill="none" h="540" w="1124">
                  <a:moveTo>
                    <a:pt x="180" y="1"/>
                  </a:moveTo>
                  <a:lnTo>
                    <a:pt x="180" y="1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033" y="540"/>
                  </a:lnTo>
                  <a:lnTo>
                    <a:pt x="1123" y="495"/>
                  </a:lnTo>
                  <a:lnTo>
                    <a:pt x="1123" y="495"/>
                  </a:lnTo>
                  <a:lnTo>
                    <a:pt x="1123" y="450"/>
                  </a:lnTo>
                  <a:lnTo>
                    <a:pt x="1078" y="450"/>
                  </a:lnTo>
                  <a:lnTo>
                    <a:pt x="1078" y="450"/>
                  </a:lnTo>
                  <a:lnTo>
                    <a:pt x="18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58"/>
            <p:cNvSpPr/>
            <p:nvPr/>
          </p:nvSpPr>
          <p:spPr>
            <a:xfrm>
              <a:off x="5366300" y="1961425"/>
              <a:ext cx="782675" cy="2069500"/>
            </a:xfrm>
            <a:custGeom>
              <a:rect b="b" l="l" r="r" t="t"/>
              <a:pathLst>
                <a:path extrusionOk="0" h="82780" w="31307">
                  <a:moveTo>
                    <a:pt x="11858" y="7367"/>
                  </a:moveTo>
                  <a:lnTo>
                    <a:pt x="11903" y="7457"/>
                  </a:lnTo>
                  <a:lnTo>
                    <a:pt x="11409" y="10825"/>
                  </a:lnTo>
                  <a:lnTo>
                    <a:pt x="11364" y="10870"/>
                  </a:lnTo>
                  <a:lnTo>
                    <a:pt x="11319" y="10825"/>
                  </a:lnTo>
                  <a:lnTo>
                    <a:pt x="11813" y="7412"/>
                  </a:lnTo>
                  <a:lnTo>
                    <a:pt x="11858" y="7367"/>
                  </a:lnTo>
                  <a:close/>
                  <a:moveTo>
                    <a:pt x="8804" y="6558"/>
                  </a:moveTo>
                  <a:lnTo>
                    <a:pt x="8849" y="6648"/>
                  </a:lnTo>
                  <a:lnTo>
                    <a:pt x="7501" y="15856"/>
                  </a:lnTo>
                  <a:lnTo>
                    <a:pt x="7411" y="15901"/>
                  </a:lnTo>
                  <a:lnTo>
                    <a:pt x="7366" y="15856"/>
                  </a:lnTo>
                  <a:lnTo>
                    <a:pt x="8714" y="6603"/>
                  </a:lnTo>
                  <a:lnTo>
                    <a:pt x="8759" y="6558"/>
                  </a:lnTo>
                  <a:close/>
                  <a:moveTo>
                    <a:pt x="5121" y="37999"/>
                  </a:moveTo>
                  <a:lnTo>
                    <a:pt x="5166" y="38044"/>
                  </a:lnTo>
                  <a:lnTo>
                    <a:pt x="5166" y="38089"/>
                  </a:lnTo>
                  <a:lnTo>
                    <a:pt x="4896" y="39571"/>
                  </a:lnTo>
                  <a:lnTo>
                    <a:pt x="4672" y="41053"/>
                  </a:lnTo>
                  <a:lnTo>
                    <a:pt x="4537" y="42535"/>
                  </a:lnTo>
                  <a:lnTo>
                    <a:pt x="4402" y="44018"/>
                  </a:lnTo>
                  <a:lnTo>
                    <a:pt x="4357" y="45500"/>
                  </a:lnTo>
                  <a:lnTo>
                    <a:pt x="4312" y="46937"/>
                  </a:lnTo>
                  <a:lnTo>
                    <a:pt x="4357" y="48419"/>
                  </a:lnTo>
                  <a:lnTo>
                    <a:pt x="4447" y="49857"/>
                  </a:lnTo>
                  <a:lnTo>
                    <a:pt x="4582" y="51249"/>
                  </a:lnTo>
                  <a:lnTo>
                    <a:pt x="4806" y="52686"/>
                  </a:lnTo>
                  <a:lnTo>
                    <a:pt x="5031" y="54079"/>
                  </a:lnTo>
                  <a:lnTo>
                    <a:pt x="5300" y="55426"/>
                  </a:lnTo>
                  <a:lnTo>
                    <a:pt x="5660" y="56773"/>
                  </a:lnTo>
                  <a:lnTo>
                    <a:pt x="6064" y="58121"/>
                  </a:lnTo>
                  <a:lnTo>
                    <a:pt x="6513" y="59423"/>
                  </a:lnTo>
                  <a:lnTo>
                    <a:pt x="7007" y="60726"/>
                  </a:lnTo>
                  <a:lnTo>
                    <a:pt x="7546" y="62029"/>
                  </a:lnTo>
                  <a:lnTo>
                    <a:pt x="8175" y="63331"/>
                  </a:lnTo>
                  <a:lnTo>
                    <a:pt x="8849" y="64589"/>
                  </a:lnTo>
                  <a:lnTo>
                    <a:pt x="9567" y="65801"/>
                  </a:lnTo>
                  <a:lnTo>
                    <a:pt x="10331" y="66969"/>
                  </a:lnTo>
                  <a:lnTo>
                    <a:pt x="11139" y="68092"/>
                  </a:lnTo>
                  <a:lnTo>
                    <a:pt x="11993" y="69170"/>
                  </a:lnTo>
                  <a:lnTo>
                    <a:pt x="12891" y="70248"/>
                  </a:lnTo>
                  <a:lnTo>
                    <a:pt x="13834" y="71236"/>
                  </a:lnTo>
                  <a:lnTo>
                    <a:pt x="14822" y="72179"/>
                  </a:lnTo>
                  <a:lnTo>
                    <a:pt x="15855" y="73078"/>
                  </a:lnTo>
                  <a:lnTo>
                    <a:pt x="16888" y="73931"/>
                  </a:lnTo>
                  <a:lnTo>
                    <a:pt x="18011" y="74739"/>
                  </a:lnTo>
                  <a:lnTo>
                    <a:pt x="19134" y="75458"/>
                  </a:lnTo>
                  <a:lnTo>
                    <a:pt x="20257" y="76177"/>
                  </a:lnTo>
                  <a:lnTo>
                    <a:pt x="21425" y="76761"/>
                  </a:lnTo>
                  <a:lnTo>
                    <a:pt x="22323" y="77210"/>
                  </a:lnTo>
                  <a:lnTo>
                    <a:pt x="22368" y="77210"/>
                  </a:lnTo>
                  <a:lnTo>
                    <a:pt x="22368" y="77255"/>
                  </a:lnTo>
                  <a:lnTo>
                    <a:pt x="22278" y="77300"/>
                  </a:lnTo>
                  <a:lnTo>
                    <a:pt x="21245" y="76806"/>
                  </a:lnTo>
                  <a:lnTo>
                    <a:pt x="20077" y="76177"/>
                  </a:lnTo>
                  <a:lnTo>
                    <a:pt x="18955" y="75458"/>
                  </a:lnTo>
                  <a:lnTo>
                    <a:pt x="17832" y="74739"/>
                  </a:lnTo>
                  <a:lnTo>
                    <a:pt x="16754" y="73931"/>
                  </a:lnTo>
                  <a:lnTo>
                    <a:pt x="15721" y="73078"/>
                  </a:lnTo>
                  <a:lnTo>
                    <a:pt x="14688" y="72179"/>
                  </a:lnTo>
                  <a:lnTo>
                    <a:pt x="13699" y="71236"/>
                  </a:lnTo>
                  <a:lnTo>
                    <a:pt x="12756" y="70248"/>
                  </a:lnTo>
                  <a:lnTo>
                    <a:pt x="11903" y="69170"/>
                  </a:lnTo>
                  <a:lnTo>
                    <a:pt x="11049" y="68092"/>
                  </a:lnTo>
                  <a:lnTo>
                    <a:pt x="10241" y="66969"/>
                  </a:lnTo>
                  <a:lnTo>
                    <a:pt x="9477" y="65801"/>
                  </a:lnTo>
                  <a:lnTo>
                    <a:pt x="8759" y="64589"/>
                  </a:lnTo>
                  <a:lnTo>
                    <a:pt x="8085" y="63376"/>
                  </a:lnTo>
                  <a:lnTo>
                    <a:pt x="7456" y="62073"/>
                  </a:lnTo>
                  <a:lnTo>
                    <a:pt x="6917" y="60771"/>
                  </a:lnTo>
                  <a:lnTo>
                    <a:pt x="6423" y="59468"/>
                  </a:lnTo>
                  <a:lnTo>
                    <a:pt x="5974" y="58166"/>
                  </a:lnTo>
                  <a:lnTo>
                    <a:pt x="5570" y="56818"/>
                  </a:lnTo>
                  <a:lnTo>
                    <a:pt x="5211" y="55471"/>
                  </a:lnTo>
                  <a:lnTo>
                    <a:pt x="4941" y="54079"/>
                  </a:lnTo>
                  <a:lnTo>
                    <a:pt x="4672" y="52686"/>
                  </a:lnTo>
                  <a:lnTo>
                    <a:pt x="4492" y="51294"/>
                  </a:lnTo>
                  <a:lnTo>
                    <a:pt x="4357" y="49857"/>
                  </a:lnTo>
                  <a:lnTo>
                    <a:pt x="4267" y="48419"/>
                  </a:lnTo>
                  <a:lnTo>
                    <a:pt x="4222" y="46982"/>
                  </a:lnTo>
                  <a:lnTo>
                    <a:pt x="4222" y="45500"/>
                  </a:lnTo>
                  <a:lnTo>
                    <a:pt x="4312" y="44018"/>
                  </a:lnTo>
                  <a:lnTo>
                    <a:pt x="4402" y="42535"/>
                  </a:lnTo>
                  <a:lnTo>
                    <a:pt x="4582" y="41053"/>
                  </a:lnTo>
                  <a:lnTo>
                    <a:pt x="4806" y="39571"/>
                  </a:lnTo>
                  <a:lnTo>
                    <a:pt x="5076" y="38044"/>
                  </a:lnTo>
                  <a:lnTo>
                    <a:pt x="5121" y="37999"/>
                  </a:lnTo>
                  <a:close/>
                  <a:moveTo>
                    <a:pt x="6917" y="1"/>
                  </a:moveTo>
                  <a:lnTo>
                    <a:pt x="6783" y="405"/>
                  </a:lnTo>
                  <a:lnTo>
                    <a:pt x="6019" y="2875"/>
                  </a:lnTo>
                  <a:lnTo>
                    <a:pt x="5076" y="6424"/>
                  </a:lnTo>
                  <a:lnTo>
                    <a:pt x="4492" y="8535"/>
                  </a:lnTo>
                  <a:lnTo>
                    <a:pt x="3953" y="10870"/>
                  </a:lnTo>
                  <a:lnTo>
                    <a:pt x="3369" y="13385"/>
                  </a:lnTo>
                  <a:lnTo>
                    <a:pt x="2785" y="16080"/>
                  </a:lnTo>
                  <a:lnTo>
                    <a:pt x="2246" y="18955"/>
                  </a:lnTo>
                  <a:lnTo>
                    <a:pt x="1752" y="21919"/>
                  </a:lnTo>
                  <a:lnTo>
                    <a:pt x="1258" y="25018"/>
                  </a:lnTo>
                  <a:lnTo>
                    <a:pt x="854" y="28207"/>
                  </a:lnTo>
                  <a:lnTo>
                    <a:pt x="494" y="31441"/>
                  </a:lnTo>
                  <a:lnTo>
                    <a:pt x="225" y="34765"/>
                  </a:lnTo>
                  <a:lnTo>
                    <a:pt x="90" y="38089"/>
                  </a:lnTo>
                  <a:lnTo>
                    <a:pt x="45" y="39796"/>
                  </a:lnTo>
                  <a:lnTo>
                    <a:pt x="0" y="41457"/>
                  </a:lnTo>
                  <a:lnTo>
                    <a:pt x="45" y="43479"/>
                  </a:lnTo>
                  <a:lnTo>
                    <a:pt x="90" y="45455"/>
                  </a:lnTo>
                  <a:lnTo>
                    <a:pt x="225" y="47431"/>
                  </a:lnTo>
                  <a:lnTo>
                    <a:pt x="405" y="49407"/>
                  </a:lnTo>
                  <a:lnTo>
                    <a:pt x="629" y="51384"/>
                  </a:lnTo>
                  <a:lnTo>
                    <a:pt x="899" y="53315"/>
                  </a:lnTo>
                  <a:lnTo>
                    <a:pt x="1213" y="55246"/>
                  </a:lnTo>
                  <a:lnTo>
                    <a:pt x="1617" y="57133"/>
                  </a:lnTo>
                  <a:lnTo>
                    <a:pt x="2111" y="58974"/>
                  </a:lnTo>
                  <a:lnTo>
                    <a:pt x="2650" y="60771"/>
                  </a:lnTo>
                  <a:lnTo>
                    <a:pt x="3234" y="62523"/>
                  </a:lnTo>
                  <a:lnTo>
                    <a:pt x="3908" y="64229"/>
                  </a:lnTo>
                  <a:lnTo>
                    <a:pt x="4672" y="65936"/>
                  </a:lnTo>
                  <a:lnTo>
                    <a:pt x="5525" y="67553"/>
                  </a:lnTo>
                  <a:lnTo>
                    <a:pt x="6423" y="69080"/>
                  </a:lnTo>
                  <a:lnTo>
                    <a:pt x="6917" y="69844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0004" y="82195"/>
                  </a:lnTo>
                  <a:lnTo>
                    <a:pt x="28746" y="81567"/>
                  </a:lnTo>
                  <a:lnTo>
                    <a:pt x="27533" y="80893"/>
                  </a:lnTo>
                  <a:lnTo>
                    <a:pt x="26366" y="80174"/>
                  </a:lnTo>
                  <a:lnTo>
                    <a:pt x="25243" y="79411"/>
                  </a:lnTo>
                  <a:lnTo>
                    <a:pt x="24165" y="78557"/>
                  </a:lnTo>
                  <a:lnTo>
                    <a:pt x="23132" y="77704"/>
                  </a:lnTo>
                  <a:lnTo>
                    <a:pt x="22144" y="76806"/>
                  </a:lnTo>
                  <a:lnTo>
                    <a:pt x="21245" y="75862"/>
                  </a:lnTo>
                  <a:lnTo>
                    <a:pt x="20347" y="74829"/>
                  </a:lnTo>
                  <a:lnTo>
                    <a:pt x="19494" y="73796"/>
                  </a:lnTo>
                  <a:lnTo>
                    <a:pt x="18730" y="72763"/>
                  </a:lnTo>
                  <a:lnTo>
                    <a:pt x="17966" y="71640"/>
                  </a:lnTo>
                  <a:lnTo>
                    <a:pt x="17248" y="70517"/>
                  </a:lnTo>
                  <a:lnTo>
                    <a:pt x="16574" y="69395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691"/>
                  </a:lnTo>
                  <a:lnTo>
                    <a:pt x="8804" y="44691"/>
                  </a:ln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4867" y="66071"/>
                  </a:lnTo>
                  <a:lnTo>
                    <a:pt x="14059" y="64184"/>
                  </a:lnTo>
                  <a:lnTo>
                    <a:pt x="13340" y="62253"/>
                  </a:lnTo>
                  <a:lnTo>
                    <a:pt x="12711" y="60277"/>
                  </a:lnTo>
                  <a:lnTo>
                    <a:pt x="12127" y="58301"/>
                  </a:lnTo>
                  <a:lnTo>
                    <a:pt x="11588" y="56324"/>
                  </a:lnTo>
                  <a:lnTo>
                    <a:pt x="11184" y="54303"/>
                  </a:lnTo>
                  <a:lnTo>
                    <a:pt x="10780" y="52282"/>
                  </a:lnTo>
                  <a:lnTo>
                    <a:pt x="10466" y="50306"/>
                  </a:lnTo>
                  <a:lnTo>
                    <a:pt x="10196" y="48284"/>
                  </a:lnTo>
                  <a:lnTo>
                    <a:pt x="9972" y="46353"/>
                  </a:lnTo>
                  <a:lnTo>
                    <a:pt x="9837" y="44422"/>
                  </a:lnTo>
                  <a:lnTo>
                    <a:pt x="9702" y="42490"/>
                  </a:lnTo>
                  <a:lnTo>
                    <a:pt x="9612" y="40649"/>
                  </a:lnTo>
                  <a:lnTo>
                    <a:pt x="9567" y="38852"/>
                  </a:lnTo>
                  <a:lnTo>
                    <a:pt x="9567" y="37101"/>
                  </a:lnTo>
                  <a:lnTo>
                    <a:pt x="9612" y="35708"/>
                  </a:lnTo>
                  <a:lnTo>
                    <a:pt x="9702" y="34361"/>
                  </a:lnTo>
                  <a:lnTo>
                    <a:pt x="9792" y="33013"/>
                  </a:lnTo>
                  <a:lnTo>
                    <a:pt x="9927" y="31666"/>
                  </a:lnTo>
                  <a:lnTo>
                    <a:pt x="10061" y="30274"/>
                  </a:lnTo>
                  <a:lnTo>
                    <a:pt x="10241" y="28926"/>
                  </a:lnTo>
                  <a:lnTo>
                    <a:pt x="10690" y="26276"/>
                  </a:lnTo>
                  <a:lnTo>
                    <a:pt x="11229" y="23626"/>
                  </a:lnTo>
                  <a:lnTo>
                    <a:pt x="11813" y="21111"/>
                  </a:lnTo>
                  <a:lnTo>
                    <a:pt x="12442" y="18641"/>
                  </a:lnTo>
                  <a:lnTo>
                    <a:pt x="13116" y="16350"/>
                  </a:lnTo>
                  <a:lnTo>
                    <a:pt x="13789" y="14149"/>
                  </a:lnTo>
                  <a:lnTo>
                    <a:pt x="14463" y="12173"/>
                  </a:lnTo>
                  <a:lnTo>
                    <a:pt x="15092" y="10331"/>
                  </a:lnTo>
                  <a:lnTo>
                    <a:pt x="15676" y="8714"/>
                  </a:lnTo>
                  <a:lnTo>
                    <a:pt x="16664" y="6199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close/>
                </a:path>
              </a:pathLst>
            </a:custGeom>
            <a:solidFill>
              <a:srgbClr val="562410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58"/>
            <p:cNvSpPr/>
            <p:nvPr/>
          </p:nvSpPr>
          <p:spPr>
            <a:xfrm>
              <a:off x="5471850" y="2911375"/>
              <a:ext cx="453675" cy="982550"/>
            </a:xfrm>
            <a:custGeom>
              <a:rect b="b" l="l" r="r" t="t"/>
              <a:pathLst>
                <a:path extrusionOk="0" fill="none" h="39302" w="18147">
                  <a:moveTo>
                    <a:pt x="17023" y="38808"/>
                  </a:moveTo>
                  <a:lnTo>
                    <a:pt x="17023" y="38808"/>
                  </a:lnTo>
                  <a:lnTo>
                    <a:pt x="15855" y="38179"/>
                  </a:lnTo>
                  <a:lnTo>
                    <a:pt x="14733" y="37460"/>
                  </a:lnTo>
                  <a:lnTo>
                    <a:pt x="13610" y="36741"/>
                  </a:lnTo>
                  <a:lnTo>
                    <a:pt x="12532" y="35933"/>
                  </a:lnTo>
                  <a:lnTo>
                    <a:pt x="11499" y="35080"/>
                  </a:lnTo>
                  <a:lnTo>
                    <a:pt x="10466" y="34181"/>
                  </a:lnTo>
                  <a:lnTo>
                    <a:pt x="9477" y="33238"/>
                  </a:lnTo>
                  <a:lnTo>
                    <a:pt x="8534" y="32250"/>
                  </a:lnTo>
                  <a:lnTo>
                    <a:pt x="7681" y="31172"/>
                  </a:lnTo>
                  <a:lnTo>
                    <a:pt x="6827" y="30094"/>
                  </a:lnTo>
                  <a:lnTo>
                    <a:pt x="6019" y="28971"/>
                  </a:lnTo>
                  <a:lnTo>
                    <a:pt x="5255" y="27803"/>
                  </a:lnTo>
                  <a:lnTo>
                    <a:pt x="4537" y="26591"/>
                  </a:lnTo>
                  <a:lnTo>
                    <a:pt x="3863" y="25378"/>
                  </a:lnTo>
                  <a:lnTo>
                    <a:pt x="3234" y="24075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2201" y="21470"/>
                  </a:lnTo>
                  <a:lnTo>
                    <a:pt x="1752" y="20168"/>
                  </a:lnTo>
                  <a:lnTo>
                    <a:pt x="1348" y="18820"/>
                  </a:lnTo>
                  <a:lnTo>
                    <a:pt x="989" y="17473"/>
                  </a:lnTo>
                  <a:lnTo>
                    <a:pt x="719" y="16081"/>
                  </a:lnTo>
                  <a:lnTo>
                    <a:pt x="450" y="14688"/>
                  </a:lnTo>
                  <a:lnTo>
                    <a:pt x="270" y="13296"/>
                  </a:lnTo>
                  <a:lnTo>
                    <a:pt x="135" y="11859"/>
                  </a:lnTo>
                  <a:lnTo>
                    <a:pt x="45" y="10421"/>
                  </a:lnTo>
                  <a:lnTo>
                    <a:pt x="0" y="8984"/>
                  </a:lnTo>
                  <a:lnTo>
                    <a:pt x="0" y="7502"/>
                  </a:lnTo>
                  <a:lnTo>
                    <a:pt x="90" y="6020"/>
                  </a:lnTo>
                  <a:lnTo>
                    <a:pt x="180" y="4537"/>
                  </a:lnTo>
                  <a:lnTo>
                    <a:pt x="360" y="3055"/>
                  </a:lnTo>
                  <a:lnTo>
                    <a:pt x="584" y="1573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944" y="46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674" y="1573"/>
                  </a:lnTo>
                  <a:lnTo>
                    <a:pt x="450" y="3055"/>
                  </a:lnTo>
                  <a:lnTo>
                    <a:pt x="315" y="4537"/>
                  </a:lnTo>
                  <a:lnTo>
                    <a:pt x="180" y="6020"/>
                  </a:lnTo>
                  <a:lnTo>
                    <a:pt x="135" y="7502"/>
                  </a:lnTo>
                  <a:lnTo>
                    <a:pt x="90" y="8939"/>
                  </a:lnTo>
                  <a:lnTo>
                    <a:pt x="135" y="10421"/>
                  </a:lnTo>
                  <a:lnTo>
                    <a:pt x="225" y="11859"/>
                  </a:lnTo>
                  <a:lnTo>
                    <a:pt x="360" y="13251"/>
                  </a:lnTo>
                  <a:lnTo>
                    <a:pt x="584" y="14688"/>
                  </a:lnTo>
                  <a:lnTo>
                    <a:pt x="809" y="16081"/>
                  </a:lnTo>
                  <a:lnTo>
                    <a:pt x="1078" y="17428"/>
                  </a:lnTo>
                  <a:lnTo>
                    <a:pt x="1438" y="18775"/>
                  </a:lnTo>
                  <a:lnTo>
                    <a:pt x="1842" y="20123"/>
                  </a:lnTo>
                  <a:lnTo>
                    <a:pt x="2291" y="21425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3324" y="24031"/>
                  </a:lnTo>
                  <a:lnTo>
                    <a:pt x="3953" y="25333"/>
                  </a:lnTo>
                  <a:lnTo>
                    <a:pt x="4627" y="26591"/>
                  </a:lnTo>
                  <a:lnTo>
                    <a:pt x="5345" y="27803"/>
                  </a:lnTo>
                  <a:lnTo>
                    <a:pt x="6109" y="28971"/>
                  </a:lnTo>
                  <a:lnTo>
                    <a:pt x="6917" y="30094"/>
                  </a:lnTo>
                  <a:lnTo>
                    <a:pt x="7771" y="31172"/>
                  </a:lnTo>
                  <a:lnTo>
                    <a:pt x="8669" y="32250"/>
                  </a:lnTo>
                  <a:lnTo>
                    <a:pt x="9612" y="33238"/>
                  </a:lnTo>
                  <a:lnTo>
                    <a:pt x="10600" y="34181"/>
                  </a:lnTo>
                  <a:lnTo>
                    <a:pt x="11633" y="35080"/>
                  </a:lnTo>
                  <a:lnTo>
                    <a:pt x="12666" y="35933"/>
                  </a:lnTo>
                  <a:lnTo>
                    <a:pt x="13789" y="36741"/>
                  </a:lnTo>
                  <a:lnTo>
                    <a:pt x="14912" y="37460"/>
                  </a:lnTo>
                  <a:lnTo>
                    <a:pt x="16035" y="38179"/>
                  </a:lnTo>
                  <a:lnTo>
                    <a:pt x="17203" y="38763"/>
                  </a:lnTo>
                  <a:lnTo>
                    <a:pt x="17203" y="38763"/>
                  </a:lnTo>
                  <a:lnTo>
                    <a:pt x="18101" y="39212"/>
                  </a:lnTo>
                  <a:lnTo>
                    <a:pt x="18101" y="39212"/>
                  </a:lnTo>
                  <a:lnTo>
                    <a:pt x="18146" y="39212"/>
                  </a:lnTo>
                  <a:lnTo>
                    <a:pt x="18146" y="39257"/>
                  </a:lnTo>
                  <a:lnTo>
                    <a:pt x="18056" y="39302"/>
                  </a:lnTo>
                  <a:lnTo>
                    <a:pt x="18056" y="39302"/>
                  </a:lnTo>
                  <a:lnTo>
                    <a:pt x="17023" y="388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58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46" y="3504"/>
                  </a:moveTo>
                  <a:lnTo>
                    <a:pt x="46" y="3504"/>
                  </a:lnTo>
                  <a:lnTo>
                    <a:pt x="1" y="3459"/>
                  </a:lnTo>
                  <a:lnTo>
                    <a:pt x="495" y="46"/>
                  </a:lnTo>
                  <a:lnTo>
                    <a:pt x="495" y="46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85" y="91"/>
                  </a:lnTo>
                  <a:lnTo>
                    <a:pt x="91" y="3459"/>
                  </a:lnTo>
                  <a:lnTo>
                    <a:pt x="46" y="350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58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45" y="9343"/>
                  </a:moveTo>
                  <a:lnTo>
                    <a:pt x="45" y="9343"/>
                  </a:lnTo>
                  <a:lnTo>
                    <a:pt x="45" y="9343"/>
                  </a:lnTo>
                  <a:lnTo>
                    <a:pt x="0" y="9298"/>
                  </a:lnTo>
                  <a:lnTo>
                    <a:pt x="1348" y="45"/>
                  </a:lnTo>
                  <a:lnTo>
                    <a:pt x="1348" y="45"/>
                  </a:lnTo>
                  <a:lnTo>
                    <a:pt x="1393" y="0"/>
                  </a:lnTo>
                  <a:lnTo>
                    <a:pt x="1438" y="0"/>
                  </a:lnTo>
                  <a:lnTo>
                    <a:pt x="1438" y="0"/>
                  </a:lnTo>
                  <a:lnTo>
                    <a:pt x="1483" y="90"/>
                  </a:lnTo>
                  <a:lnTo>
                    <a:pt x="135" y="9298"/>
                  </a:lnTo>
                  <a:lnTo>
                    <a:pt x="45" y="934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58"/>
            <p:cNvSpPr/>
            <p:nvPr/>
          </p:nvSpPr>
          <p:spPr>
            <a:xfrm>
              <a:off x="5366300" y="1961425"/>
              <a:ext cx="782675" cy="2069500"/>
            </a:xfrm>
            <a:custGeom>
              <a:rect b="b" l="l" r="r" t="t"/>
              <a:pathLst>
                <a:path extrusionOk="0" fill="none" h="82780" w="31307">
                  <a:moveTo>
                    <a:pt x="6917" y="1"/>
                  </a:moveTo>
                  <a:lnTo>
                    <a:pt x="6783" y="405"/>
                  </a:lnTo>
                  <a:lnTo>
                    <a:pt x="6783" y="405"/>
                  </a:lnTo>
                  <a:lnTo>
                    <a:pt x="6019" y="2875"/>
                  </a:lnTo>
                  <a:lnTo>
                    <a:pt x="5076" y="6424"/>
                  </a:lnTo>
                  <a:lnTo>
                    <a:pt x="4492" y="8535"/>
                  </a:lnTo>
                  <a:lnTo>
                    <a:pt x="3953" y="10870"/>
                  </a:lnTo>
                  <a:lnTo>
                    <a:pt x="3369" y="13385"/>
                  </a:lnTo>
                  <a:lnTo>
                    <a:pt x="2785" y="16080"/>
                  </a:lnTo>
                  <a:lnTo>
                    <a:pt x="2246" y="18955"/>
                  </a:lnTo>
                  <a:lnTo>
                    <a:pt x="1752" y="21919"/>
                  </a:lnTo>
                  <a:lnTo>
                    <a:pt x="1258" y="25018"/>
                  </a:lnTo>
                  <a:lnTo>
                    <a:pt x="854" y="28207"/>
                  </a:lnTo>
                  <a:lnTo>
                    <a:pt x="494" y="31441"/>
                  </a:lnTo>
                  <a:lnTo>
                    <a:pt x="225" y="34765"/>
                  </a:lnTo>
                  <a:lnTo>
                    <a:pt x="90" y="38089"/>
                  </a:lnTo>
                  <a:lnTo>
                    <a:pt x="45" y="39796"/>
                  </a:lnTo>
                  <a:lnTo>
                    <a:pt x="0" y="41457"/>
                  </a:lnTo>
                  <a:lnTo>
                    <a:pt x="0" y="41457"/>
                  </a:lnTo>
                  <a:lnTo>
                    <a:pt x="45" y="43479"/>
                  </a:lnTo>
                  <a:lnTo>
                    <a:pt x="90" y="45455"/>
                  </a:lnTo>
                  <a:lnTo>
                    <a:pt x="225" y="47431"/>
                  </a:lnTo>
                  <a:lnTo>
                    <a:pt x="405" y="49407"/>
                  </a:lnTo>
                  <a:lnTo>
                    <a:pt x="629" y="51384"/>
                  </a:lnTo>
                  <a:lnTo>
                    <a:pt x="899" y="53315"/>
                  </a:lnTo>
                  <a:lnTo>
                    <a:pt x="1213" y="55246"/>
                  </a:lnTo>
                  <a:lnTo>
                    <a:pt x="1617" y="57133"/>
                  </a:lnTo>
                  <a:lnTo>
                    <a:pt x="2111" y="58974"/>
                  </a:lnTo>
                  <a:lnTo>
                    <a:pt x="2650" y="60771"/>
                  </a:lnTo>
                  <a:lnTo>
                    <a:pt x="3234" y="62523"/>
                  </a:lnTo>
                  <a:lnTo>
                    <a:pt x="3908" y="64229"/>
                  </a:lnTo>
                  <a:lnTo>
                    <a:pt x="4672" y="65936"/>
                  </a:lnTo>
                  <a:lnTo>
                    <a:pt x="5525" y="67553"/>
                  </a:lnTo>
                  <a:lnTo>
                    <a:pt x="6423" y="69080"/>
                  </a:lnTo>
                  <a:lnTo>
                    <a:pt x="6917" y="69844"/>
                  </a:lnTo>
                  <a:lnTo>
                    <a:pt x="7411" y="70562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1306" y="82779"/>
                  </a:lnTo>
                  <a:lnTo>
                    <a:pt x="30004" y="82195"/>
                  </a:lnTo>
                  <a:lnTo>
                    <a:pt x="28746" y="81567"/>
                  </a:lnTo>
                  <a:lnTo>
                    <a:pt x="27533" y="80893"/>
                  </a:lnTo>
                  <a:lnTo>
                    <a:pt x="26366" y="80174"/>
                  </a:lnTo>
                  <a:lnTo>
                    <a:pt x="25243" y="79411"/>
                  </a:lnTo>
                  <a:lnTo>
                    <a:pt x="24165" y="78557"/>
                  </a:lnTo>
                  <a:lnTo>
                    <a:pt x="23132" y="77704"/>
                  </a:lnTo>
                  <a:lnTo>
                    <a:pt x="22144" y="76806"/>
                  </a:lnTo>
                  <a:lnTo>
                    <a:pt x="21245" y="75862"/>
                  </a:lnTo>
                  <a:lnTo>
                    <a:pt x="20347" y="74829"/>
                  </a:lnTo>
                  <a:lnTo>
                    <a:pt x="19494" y="73796"/>
                  </a:lnTo>
                  <a:lnTo>
                    <a:pt x="18730" y="72763"/>
                  </a:lnTo>
                  <a:lnTo>
                    <a:pt x="17966" y="71640"/>
                  </a:lnTo>
                  <a:lnTo>
                    <a:pt x="17248" y="70517"/>
                  </a:lnTo>
                  <a:lnTo>
                    <a:pt x="16574" y="69395"/>
                  </a:lnTo>
                  <a:lnTo>
                    <a:pt x="15900" y="68182"/>
                  </a:lnTo>
                  <a:lnTo>
                    <a:pt x="15900" y="68182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736"/>
                  </a:lnTo>
                  <a:lnTo>
                    <a:pt x="8714" y="44691"/>
                  </a:lnTo>
                  <a:lnTo>
                    <a:pt x="8759" y="44691"/>
                  </a:lnTo>
                  <a:lnTo>
                    <a:pt x="8759" y="44691"/>
                  </a:lnTo>
                  <a:lnTo>
                    <a:pt x="8759" y="44691"/>
                  </a:lnTo>
                  <a:lnTo>
                    <a:pt x="8804" y="44691"/>
                  </a:lnTo>
                  <a:lnTo>
                    <a:pt x="8804" y="44736"/>
                  </a:ln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4867" y="66071"/>
                  </a:lnTo>
                  <a:lnTo>
                    <a:pt x="14059" y="64184"/>
                  </a:lnTo>
                  <a:lnTo>
                    <a:pt x="13340" y="62253"/>
                  </a:lnTo>
                  <a:lnTo>
                    <a:pt x="12711" y="60277"/>
                  </a:lnTo>
                  <a:lnTo>
                    <a:pt x="12127" y="58301"/>
                  </a:lnTo>
                  <a:lnTo>
                    <a:pt x="11588" y="56324"/>
                  </a:lnTo>
                  <a:lnTo>
                    <a:pt x="11184" y="54303"/>
                  </a:lnTo>
                  <a:lnTo>
                    <a:pt x="10780" y="52282"/>
                  </a:lnTo>
                  <a:lnTo>
                    <a:pt x="10466" y="50306"/>
                  </a:lnTo>
                  <a:lnTo>
                    <a:pt x="10196" y="48284"/>
                  </a:lnTo>
                  <a:lnTo>
                    <a:pt x="9972" y="46353"/>
                  </a:lnTo>
                  <a:lnTo>
                    <a:pt x="9837" y="44422"/>
                  </a:lnTo>
                  <a:lnTo>
                    <a:pt x="9702" y="42490"/>
                  </a:lnTo>
                  <a:lnTo>
                    <a:pt x="9612" y="40649"/>
                  </a:lnTo>
                  <a:lnTo>
                    <a:pt x="9567" y="38852"/>
                  </a:lnTo>
                  <a:lnTo>
                    <a:pt x="9567" y="37101"/>
                  </a:lnTo>
                  <a:lnTo>
                    <a:pt x="9567" y="37101"/>
                  </a:lnTo>
                  <a:lnTo>
                    <a:pt x="9612" y="35708"/>
                  </a:lnTo>
                  <a:lnTo>
                    <a:pt x="9702" y="34361"/>
                  </a:lnTo>
                  <a:lnTo>
                    <a:pt x="9792" y="33013"/>
                  </a:lnTo>
                  <a:lnTo>
                    <a:pt x="9927" y="31666"/>
                  </a:lnTo>
                  <a:lnTo>
                    <a:pt x="10061" y="30274"/>
                  </a:lnTo>
                  <a:lnTo>
                    <a:pt x="10241" y="28926"/>
                  </a:lnTo>
                  <a:lnTo>
                    <a:pt x="10690" y="26276"/>
                  </a:lnTo>
                  <a:lnTo>
                    <a:pt x="11229" y="23626"/>
                  </a:lnTo>
                  <a:lnTo>
                    <a:pt x="11813" y="21111"/>
                  </a:lnTo>
                  <a:lnTo>
                    <a:pt x="12442" y="18641"/>
                  </a:lnTo>
                  <a:lnTo>
                    <a:pt x="13116" y="16350"/>
                  </a:lnTo>
                  <a:lnTo>
                    <a:pt x="13789" y="14149"/>
                  </a:lnTo>
                  <a:lnTo>
                    <a:pt x="14463" y="12173"/>
                  </a:lnTo>
                  <a:lnTo>
                    <a:pt x="15092" y="10331"/>
                  </a:lnTo>
                  <a:lnTo>
                    <a:pt x="15676" y="8714"/>
                  </a:lnTo>
                  <a:lnTo>
                    <a:pt x="16664" y="6199"/>
                  </a:lnTo>
                  <a:lnTo>
                    <a:pt x="17248" y="4762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58"/>
            <p:cNvSpPr/>
            <p:nvPr/>
          </p:nvSpPr>
          <p:spPr>
            <a:xfrm>
              <a:off x="5647025" y="1922125"/>
              <a:ext cx="113425" cy="87625"/>
            </a:xfrm>
            <a:custGeom>
              <a:rect b="b" l="l" r="r" t="t"/>
              <a:pathLst>
                <a:path extrusionOk="0" h="3505" w="4537">
                  <a:moveTo>
                    <a:pt x="0" y="1"/>
                  </a:moveTo>
                  <a:lnTo>
                    <a:pt x="0" y="315"/>
                  </a:lnTo>
                  <a:lnTo>
                    <a:pt x="0" y="540"/>
                  </a:lnTo>
                  <a:lnTo>
                    <a:pt x="45" y="764"/>
                  </a:lnTo>
                  <a:lnTo>
                    <a:pt x="180" y="989"/>
                  </a:lnTo>
                  <a:lnTo>
                    <a:pt x="315" y="1213"/>
                  </a:lnTo>
                  <a:lnTo>
                    <a:pt x="449" y="1438"/>
                  </a:lnTo>
                  <a:lnTo>
                    <a:pt x="674" y="1663"/>
                  </a:lnTo>
                  <a:lnTo>
                    <a:pt x="1213" y="2067"/>
                  </a:lnTo>
                  <a:lnTo>
                    <a:pt x="1842" y="2471"/>
                  </a:lnTo>
                  <a:lnTo>
                    <a:pt x="2650" y="2830"/>
                  </a:lnTo>
                  <a:lnTo>
                    <a:pt x="3548" y="3190"/>
                  </a:lnTo>
                  <a:lnTo>
                    <a:pt x="4537" y="3504"/>
                  </a:lnTo>
                  <a:lnTo>
                    <a:pt x="3593" y="3145"/>
                  </a:lnTo>
                  <a:lnTo>
                    <a:pt x="2785" y="2741"/>
                  </a:lnTo>
                  <a:lnTo>
                    <a:pt x="2066" y="2291"/>
                  </a:lnTo>
                  <a:lnTo>
                    <a:pt x="1482" y="1842"/>
                  </a:lnTo>
                  <a:lnTo>
                    <a:pt x="988" y="1393"/>
                  </a:lnTo>
                  <a:lnTo>
                    <a:pt x="584" y="944"/>
                  </a:lnTo>
                  <a:lnTo>
                    <a:pt x="270" y="45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D0C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58"/>
            <p:cNvSpPr/>
            <p:nvPr/>
          </p:nvSpPr>
          <p:spPr>
            <a:xfrm>
              <a:off x="5647025" y="1922125"/>
              <a:ext cx="113425" cy="87625"/>
            </a:xfrm>
            <a:custGeom>
              <a:rect b="b" l="l" r="r" t="t"/>
              <a:pathLst>
                <a:path extrusionOk="0" fill="none" h="3505" w="453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315"/>
                  </a:lnTo>
                  <a:lnTo>
                    <a:pt x="0" y="315"/>
                  </a:lnTo>
                  <a:lnTo>
                    <a:pt x="0" y="540"/>
                  </a:lnTo>
                  <a:lnTo>
                    <a:pt x="45" y="764"/>
                  </a:lnTo>
                  <a:lnTo>
                    <a:pt x="180" y="989"/>
                  </a:lnTo>
                  <a:lnTo>
                    <a:pt x="315" y="1213"/>
                  </a:lnTo>
                  <a:lnTo>
                    <a:pt x="449" y="1438"/>
                  </a:lnTo>
                  <a:lnTo>
                    <a:pt x="674" y="1663"/>
                  </a:lnTo>
                  <a:lnTo>
                    <a:pt x="1213" y="2067"/>
                  </a:lnTo>
                  <a:lnTo>
                    <a:pt x="1842" y="2471"/>
                  </a:lnTo>
                  <a:lnTo>
                    <a:pt x="2650" y="2830"/>
                  </a:lnTo>
                  <a:lnTo>
                    <a:pt x="3548" y="3190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3593" y="3145"/>
                  </a:lnTo>
                  <a:lnTo>
                    <a:pt x="2785" y="2741"/>
                  </a:lnTo>
                  <a:lnTo>
                    <a:pt x="2066" y="2291"/>
                  </a:lnTo>
                  <a:lnTo>
                    <a:pt x="1482" y="1842"/>
                  </a:lnTo>
                  <a:lnTo>
                    <a:pt x="988" y="1393"/>
                  </a:lnTo>
                  <a:lnTo>
                    <a:pt x="584" y="944"/>
                  </a:lnTo>
                  <a:lnTo>
                    <a:pt x="270" y="450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58"/>
            <p:cNvSpPr/>
            <p:nvPr/>
          </p:nvSpPr>
          <p:spPr>
            <a:xfrm>
              <a:off x="5547075" y="1849150"/>
              <a:ext cx="330150" cy="220100"/>
            </a:xfrm>
            <a:custGeom>
              <a:rect b="b" l="l" r="r" t="t"/>
              <a:pathLst>
                <a:path extrusionOk="0" h="8804" w="13206">
                  <a:moveTo>
                    <a:pt x="3684" y="0"/>
                  </a:moveTo>
                  <a:lnTo>
                    <a:pt x="2830" y="404"/>
                  </a:lnTo>
                  <a:lnTo>
                    <a:pt x="2112" y="809"/>
                  </a:lnTo>
                  <a:lnTo>
                    <a:pt x="1483" y="1213"/>
                  </a:lnTo>
                  <a:lnTo>
                    <a:pt x="944" y="1662"/>
                  </a:lnTo>
                  <a:lnTo>
                    <a:pt x="540" y="2066"/>
                  </a:lnTo>
                  <a:lnTo>
                    <a:pt x="225" y="2515"/>
                  </a:lnTo>
                  <a:lnTo>
                    <a:pt x="135" y="2740"/>
                  </a:lnTo>
                  <a:lnTo>
                    <a:pt x="46" y="2965"/>
                  </a:lnTo>
                  <a:lnTo>
                    <a:pt x="1" y="3189"/>
                  </a:lnTo>
                  <a:lnTo>
                    <a:pt x="1" y="3369"/>
                  </a:lnTo>
                  <a:lnTo>
                    <a:pt x="46" y="3773"/>
                  </a:lnTo>
                  <a:lnTo>
                    <a:pt x="180" y="4132"/>
                  </a:lnTo>
                  <a:lnTo>
                    <a:pt x="405" y="4492"/>
                  </a:lnTo>
                  <a:lnTo>
                    <a:pt x="719" y="4896"/>
                  </a:lnTo>
                  <a:lnTo>
                    <a:pt x="1079" y="5255"/>
                  </a:lnTo>
                  <a:lnTo>
                    <a:pt x="1573" y="5615"/>
                  </a:lnTo>
                  <a:lnTo>
                    <a:pt x="2112" y="5974"/>
                  </a:lnTo>
                  <a:lnTo>
                    <a:pt x="2741" y="6333"/>
                  </a:lnTo>
                  <a:lnTo>
                    <a:pt x="3459" y="6693"/>
                  </a:lnTo>
                  <a:lnTo>
                    <a:pt x="4268" y="7007"/>
                  </a:lnTo>
                  <a:lnTo>
                    <a:pt x="5121" y="7321"/>
                  </a:lnTo>
                  <a:lnTo>
                    <a:pt x="6064" y="7681"/>
                  </a:lnTo>
                  <a:lnTo>
                    <a:pt x="7052" y="7950"/>
                  </a:lnTo>
                  <a:lnTo>
                    <a:pt x="8175" y="8265"/>
                  </a:lnTo>
                  <a:lnTo>
                    <a:pt x="9298" y="8534"/>
                  </a:lnTo>
                  <a:lnTo>
                    <a:pt x="10556" y="8804"/>
                  </a:lnTo>
                  <a:lnTo>
                    <a:pt x="13206" y="7501"/>
                  </a:lnTo>
                  <a:lnTo>
                    <a:pt x="13161" y="7456"/>
                  </a:lnTo>
                  <a:lnTo>
                    <a:pt x="11813" y="7276"/>
                  </a:lnTo>
                  <a:lnTo>
                    <a:pt x="10601" y="7007"/>
                  </a:lnTo>
                  <a:lnTo>
                    <a:pt x="9523" y="6738"/>
                  </a:lnTo>
                  <a:lnTo>
                    <a:pt x="8535" y="6423"/>
                  </a:lnTo>
                  <a:lnTo>
                    <a:pt x="7546" y="6109"/>
                  </a:lnTo>
                  <a:lnTo>
                    <a:pt x="6648" y="5749"/>
                  </a:lnTo>
                  <a:lnTo>
                    <a:pt x="5840" y="5390"/>
                  </a:lnTo>
                  <a:lnTo>
                    <a:pt x="5211" y="4986"/>
                  </a:lnTo>
                  <a:lnTo>
                    <a:pt x="4672" y="4582"/>
                  </a:lnTo>
                  <a:lnTo>
                    <a:pt x="4447" y="4357"/>
                  </a:lnTo>
                  <a:lnTo>
                    <a:pt x="4313" y="4132"/>
                  </a:lnTo>
                  <a:lnTo>
                    <a:pt x="4178" y="3908"/>
                  </a:lnTo>
                  <a:lnTo>
                    <a:pt x="4043" y="3683"/>
                  </a:lnTo>
                  <a:lnTo>
                    <a:pt x="3998" y="3459"/>
                  </a:lnTo>
                  <a:lnTo>
                    <a:pt x="3998" y="3234"/>
                  </a:lnTo>
                  <a:lnTo>
                    <a:pt x="3998" y="2920"/>
                  </a:lnTo>
                  <a:lnTo>
                    <a:pt x="3863" y="2471"/>
                  </a:lnTo>
                  <a:lnTo>
                    <a:pt x="3729" y="2066"/>
                  </a:lnTo>
                  <a:lnTo>
                    <a:pt x="3639" y="1662"/>
                  </a:lnTo>
                  <a:lnTo>
                    <a:pt x="3594" y="1303"/>
                  </a:lnTo>
                  <a:lnTo>
                    <a:pt x="3594" y="943"/>
                  </a:lnTo>
                  <a:lnTo>
                    <a:pt x="3594" y="584"/>
                  </a:lnTo>
                  <a:lnTo>
                    <a:pt x="3684" y="0"/>
                  </a:lnTo>
                  <a:close/>
                </a:path>
              </a:pathLst>
            </a:custGeom>
            <a:solidFill>
              <a:srgbClr val="9D401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58"/>
            <p:cNvSpPr/>
            <p:nvPr/>
          </p:nvSpPr>
          <p:spPr>
            <a:xfrm>
              <a:off x="5547075" y="1849150"/>
              <a:ext cx="330150" cy="220100"/>
            </a:xfrm>
            <a:custGeom>
              <a:rect b="b" l="l" r="r" t="t"/>
              <a:pathLst>
                <a:path extrusionOk="0" fill="none" h="8804" w="13206">
                  <a:moveTo>
                    <a:pt x="3684" y="0"/>
                  </a:moveTo>
                  <a:lnTo>
                    <a:pt x="3684" y="0"/>
                  </a:lnTo>
                  <a:lnTo>
                    <a:pt x="2830" y="404"/>
                  </a:lnTo>
                  <a:lnTo>
                    <a:pt x="2112" y="809"/>
                  </a:lnTo>
                  <a:lnTo>
                    <a:pt x="1483" y="1213"/>
                  </a:lnTo>
                  <a:lnTo>
                    <a:pt x="944" y="1662"/>
                  </a:lnTo>
                  <a:lnTo>
                    <a:pt x="540" y="2066"/>
                  </a:lnTo>
                  <a:lnTo>
                    <a:pt x="225" y="2515"/>
                  </a:lnTo>
                  <a:lnTo>
                    <a:pt x="135" y="2740"/>
                  </a:lnTo>
                  <a:lnTo>
                    <a:pt x="46" y="2965"/>
                  </a:lnTo>
                  <a:lnTo>
                    <a:pt x="1" y="3189"/>
                  </a:lnTo>
                  <a:lnTo>
                    <a:pt x="1" y="3369"/>
                  </a:lnTo>
                  <a:lnTo>
                    <a:pt x="1" y="3369"/>
                  </a:lnTo>
                  <a:lnTo>
                    <a:pt x="46" y="3773"/>
                  </a:lnTo>
                  <a:lnTo>
                    <a:pt x="180" y="4132"/>
                  </a:lnTo>
                  <a:lnTo>
                    <a:pt x="405" y="4492"/>
                  </a:lnTo>
                  <a:lnTo>
                    <a:pt x="719" y="4896"/>
                  </a:lnTo>
                  <a:lnTo>
                    <a:pt x="1079" y="5255"/>
                  </a:lnTo>
                  <a:lnTo>
                    <a:pt x="1573" y="5615"/>
                  </a:lnTo>
                  <a:lnTo>
                    <a:pt x="2112" y="5974"/>
                  </a:lnTo>
                  <a:lnTo>
                    <a:pt x="2741" y="6333"/>
                  </a:lnTo>
                  <a:lnTo>
                    <a:pt x="3459" y="6693"/>
                  </a:lnTo>
                  <a:lnTo>
                    <a:pt x="4268" y="7007"/>
                  </a:lnTo>
                  <a:lnTo>
                    <a:pt x="5121" y="7321"/>
                  </a:lnTo>
                  <a:lnTo>
                    <a:pt x="6064" y="7681"/>
                  </a:lnTo>
                  <a:lnTo>
                    <a:pt x="7052" y="7950"/>
                  </a:lnTo>
                  <a:lnTo>
                    <a:pt x="8175" y="8265"/>
                  </a:lnTo>
                  <a:lnTo>
                    <a:pt x="9298" y="8534"/>
                  </a:lnTo>
                  <a:lnTo>
                    <a:pt x="10556" y="8804"/>
                  </a:lnTo>
                  <a:lnTo>
                    <a:pt x="13206" y="7501"/>
                  </a:lnTo>
                  <a:lnTo>
                    <a:pt x="13206" y="7501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1813" y="7276"/>
                  </a:lnTo>
                  <a:lnTo>
                    <a:pt x="10601" y="7007"/>
                  </a:lnTo>
                  <a:lnTo>
                    <a:pt x="9523" y="6738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7546" y="6109"/>
                  </a:lnTo>
                  <a:lnTo>
                    <a:pt x="6648" y="5749"/>
                  </a:lnTo>
                  <a:lnTo>
                    <a:pt x="5840" y="5390"/>
                  </a:lnTo>
                  <a:lnTo>
                    <a:pt x="5211" y="4986"/>
                  </a:lnTo>
                  <a:lnTo>
                    <a:pt x="4672" y="4582"/>
                  </a:lnTo>
                  <a:lnTo>
                    <a:pt x="4447" y="4357"/>
                  </a:lnTo>
                  <a:lnTo>
                    <a:pt x="4313" y="4132"/>
                  </a:lnTo>
                  <a:lnTo>
                    <a:pt x="4178" y="3908"/>
                  </a:lnTo>
                  <a:lnTo>
                    <a:pt x="4043" y="3683"/>
                  </a:lnTo>
                  <a:lnTo>
                    <a:pt x="3998" y="3459"/>
                  </a:lnTo>
                  <a:lnTo>
                    <a:pt x="3998" y="3234"/>
                  </a:lnTo>
                  <a:lnTo>
                    <a:pt x="3998" y="3234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863" y="2471"/>
                  </a:lnTo>
                  <a:lnTo>
                    <a:pt x="3729" y="2066"/>
                  </a:lnTo>
                  <a:lnTo>
                    <a:pt x="3639" y="1662"/>
                  </a:lnTo>
                  <a:lnTo>
                    <a:pt x="3594" y="1303"/>
                  </a:lnTo>
                  <a:lnTo>
                    <a:pt x="3594" y="943"/>
                  </a:lnTo>
                  <a:lnTo>
                    <a:pt x="3594" y="584"/>
                  </a:lnTo>
                  <a:lnTo>
                    <a:pt x="368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58"/>
            <p:cNvSpPr/>
            <p:nvPr/>
          </p:nvSpPr>
          <p:spPr>
            <a:xfrm>
              <a:off x="5904150" y="3999450"/>
              <a:ext cx="267275" cy="102200"/>
            </a:xfrm>
            <a:custGeom>
              <a:rect b="b" l="l" r="r" t="t"/>
              <a:pathLst>
                <a:path extrusionOk="0" h="4088" w="10691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D401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58"/>
            <p:cNvSpPr/>
            <p:nvPr/>
          </p:nvSpPr>
          <p:spPr>
            <a:xfrm>
              <a:off x="5904150" y="3999450"/>
              <a:ext cx="267275" cy="102200"/>
            </a:xfrm>
            <a:custGeom>
              <a:rect b="b" l="l" r="r" t="t"/>
              <a:pathLst>
                <a:path extrusionOk="0" fill="none" h="4088" w="10691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58"/>
            <p:cNvSpPr/>
            <p:nvPr/>
          </p:nvSpPr>
          <p:spPr>
            <a:xfrm>
              <a:off x="6308400" y="3999450"/>
              <a:ext cx="275125" cy="102200"/>
            </a:xfrm>
            <a:custGeom>
              <a:rect b="b" l="l" r="r" t="t"/>
              <a:pathLst>
                <a:path extrusionOk="0" h="4088" w="11005">
                  <a:moveTo>
                    <a:pt x="11004" y="1"/>
                  </a:moveTo>
                  <a:lnTo>
                    <a:pt x="10735" y="90"/>
                  </a:lnTo>
                  <a:lnTo>
                    <a:pt x="9522" y="450"/>
                  </a:lnTo>
                  <a:lnTo>
                    <a:pt x="8265" y="764"/>
                  </a:lnTo>
                  <a:lnTo>
                    <a:pt x="6962" y="1079"/>
                  </a:lnTo>
                  <a:lnTo>
                    <a:pt x="5615" y="1303"/>
                  </a:lnTo>
                  <a:lnTo>
                    <a:pt x="4267" y="1528"/>
                  </a:lnTo>
                  <a:lnTo>
                    <a:pt x="2875" y="1707"/>
                  </a:lnTo>
                  <a:lnTo>
                    <a:pt x="1437" y="1842"/>
                  </a:lnTo>
                  <a:lnTo>
                    <a:pt x="0" y="1932"/>
                  </a:lnTo>
                  <a:lnTo>
                    <a:pt x="449" y="4088"/>
                  </a:lnTo>
                  <a:lnTo>
                    <a:pt x="1572" y="3998"/>
                  </a:lnTo>
                  <a:lnTo>
                    <a:pt x="2695" y="3908"/>
                  </a:lnTo>
                  <a:lnTo>
                    <a:pt x="3683" y="3774"/>
                  </a:lnTo>
                  <a:lnTo>
                    <a:pt x="4626" y="3594"/>
                  </a:lnTo>
                  <a:lnTo>
                    <a:pt x="6288" y="3279"/>
                  </a:lnTo>
                  <a:lnTo>
                    <a:pt x="7726" y="2875"/>
                  </a:lnTo>
                  <a:lnTo>
                    <a:pt x="8893" y="2516"/>
                  </a:lnTo>
                  <a:lnTo>
                    <a:pt x="9792" y="2157"/>
                  </a:lnTo>
                  <a:lnTo>
                    <a:pt x="10465" y="1842"/>
                  </a:lnTo>
                  <a:lnTo>
                    <a:pt x="10915" y="1573"/>
                  </a:lnTo>
                  <a:lnTo>
                    <a:pt x="11004" y="1528"/>
                  </a:lnTo>
                  <a:lnTo>
                    <a:pt x="11004" y="1"/>
                  </a:lnTo>
                  <a:close/>
                </a:path>
              </a:pathLst>
            </a:custGeom>
            <a:solidFill>
              <a:srgbClr val="C96E4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58"/>
            <p:cNvSpPr/>
            <p:nvPr/>
          </p:nvSpPr>
          <p:spPr>
            <a:xfrm>
              <a:off x="6308400" y="3999450"/>
              <a:ext cx="275125" cy="102200"/>
            </a:xfrm>
            <a:custGeom>
              <a:rect b="b" l="l" r="r" t="t"/>
              <a:pathLst>
                <a:path extrusionOk="0" fill="none" h="4088" w="11005">
                  <a:moveTo>
                    <a:pt x="11004" y="1"/>
                  </a:moveTo>
                  <a:lnTo>
                    <a:pt x="10735" y="90"/>
                  </a:lnTo>
                  <a:lnTo>
                    <a:pt x="10735" y="90"/>
                  </a:lnTo>
                  <a:lnTo>
                    <a:pt x="9522" y="450"/>
                  </a:lnTo>
                  <a:lnTo>
                    <a:pt x="8265" y="764"/>
                  </a:lnTo>
                  <a:lnTo>
                    <a:pt x="6962" y="1079"/>
                  </a:lnTo>
                  <a:lnTo>
                    <a:pt x="5615" y="1303"/>
                  </a:lnTo>
                  <a:lnTo>
                    <a:pt x="4267" y="1528"/>
                  </a:lnTo>
                  <a:lnTo>
                    <a:pt x="2875" y="1707"/>
                  </a:lnTo>
                  <a:lnTo>
                    <a:pt x="1437" y="1842"/>
                  </a:lnTo>
                  <a:lnTo>
                    <a:pt x="0" y="1932"/>
                  </a:lnTo>
                  <a:lnTo>
                    <a:pt x="449" y="4088"/>
                  </a:lnTo>
                  <a:lnTo>
                    <a:pt x="449" y="4088"/>
                  </a:lnTo>
                  <a:lnTo>
                    <a:pt x="449" y="4088"/>
                  </a:lnTo>
                  <a:lnTo>
                    <a:pt x="1572" y="3998"/>
                  </a:lnTo>
                  <a:lnTo>
                    <a:pt x="2695" y="3908"/>
                  </a:lnTo>
                  <a:lnTo>
                    <a:pt x="3683" y="3774"/>
                  </a:lnTo>
                  <a:lnTo>
                    <a:pt x="4626" y="3594"/>
                  </a:lnTo>
                  <a:lnTo>
                    <a:pt x="6288" y="3279"/>
                  </a:lnTo>
                  <a:lnTo>
                    <a:pt x="7726" y="2875"/>
                  </a:lnTo>
                  <a:lnTo>
                    <a:pt x="8893" y="2516"/>
                  </a:lnTo>
                  <a:lnTo>
                    <a:pt x="9792" y="2157"/>
                  </a:lnTo>
                  <a:lnTo>
                    <a:pt x="10465" y="1842"/>
                  </a:lnTo>
                  <a:lnTo>
                    <a:pt x="10915" y="1573"/>
                  </a:lnTo>
                  <a:lnTo>
                    <a:pt x="11004" y="1528"/>
                  </a:lnTo>
                  <a:lnTo>
                    <a:pt x="1100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58"/>
            <p:cNvSpPr/>
            <p:nvPr/>
          </p:nvSpPr>
          <p:spPr>
            <a:xfrm>
              <a:off x="6604825" y="1844650"/>
              <a:ext cx="335775" cy="225725"/>
            </a:xfrm>
            <a:custGeom>
              <a:rect b="b" l="l" r="r" t="t"/>
              <a:pathLst>
                <a:path extrusionOk="0" h="9029" w="13431">
                  <a:moveTo>
                    <a:pt x="9388" y="1"/>
                  </a:moveTo>
                  <a:lnTo>
                    <a:pt x="9478" y="584"/>
                  </a:lnTo>
                  <a:lnTo>
                    <a:pt x="9523" y="1213"/>
                  </a:lnTo>
                  <a:lnTo>
                    <a:pt x="9523" y="1573"/>
                  </a:lnTo>
                  <a:lnTo>
                    <a:pt x="9478" y="1932"/>
                  </a:lnTo>
                  <a:lnTo>
                    <a:pt x="9388" y="2291"/>
                  </a:lnTo>
                  <a:lnTo>
                    <a:pt x="9253" y="2695"/>
                  </a:lnTo>
                  <a:lnTo>
                    <a:pt x="9388" y="3055"/>
                  </a:lnTo>
                  <a:lnTo>
                    <a:pt x="9478" y="3414"/>
                  </a:lnTo>
                  <a:lnTo>
                    <a:pt x="9433" y="3773"/>
                  </a:lnTo>
                  <a:lnTo>
                    <a:pt x="9298" y="4088"/>
                  </a:lnTo>
                  <a:lnTo>
                    <a:pt x="9074" y="4447"/>
                  </a:lnTo>
                  <a:lnTo>
                    <a:pt x="8759" y="4762"/>
                  </a:lnTo>
                  <a:lnTo>
                    <a:pt x="8400" y="5076"/>
                  </a:lnTo>
                  <a:lnTo>
                    <a:pt x="7906" y="5345"/>
                  </a:lnTo>
                  <a:lnTo>
                    <a:pt x="7412" y="5660"/>
                  </a:lnTo>
                  <a:lnTo>
                    <a:pt x="6783" y="5929"/>
                  </a:lnTo>
                  <a:lnTo>
                    <a:pt x="6154" y="6199"/>
                  </a:lnTo>
                  <a:lnTo>
                    <a:pt x="5435" y="6468"/>
                  </a:lnTo>
                  <a:lnTo>
                    <a:pt x="4627" y="6693"/>
                  </a:lnTo>
                  <a:lnTo>
                    <a:pt x="3819" y="6918"/>
                  </a:lnTo>
                  <a:lnTo>
                    <a:pt x="1977" y="7322"/>
                  </a:lnTo>
                  <a:lnTo>
                    <a:pt x="1" y="7726"/>
                  </a:lnTo>
                  <a:lnTo>
                    <a:pt x="2651" y="9029"/>
                  </a:lnTo>
                  <a:lnTo>
                    <a:pt x="3908" y="8759"/>
                  </a:lnTo>
                  <a:lnTo>
                    <a:pt x="5076" y="8490"/>
                  </a:lnTo>
                  <a:lnTo>
                    <a:pt x="6199" y="8175"/>
                  </a:lnTo>
                  <a:lnTo>
                    <a:pt x="7232" y="7906"/>
                  </a:lnTo>
                  <a:lnTo>
                    <a:pt x="8220" y="7546"/>
                  </a:lnTo>
                  <a:lnTo>
                    <a:pt x="9074" y="7232"/>
                  </a:lnTo>
                  <a:lnTo>
                    <a:pt x="9882" y="6873"/>
                  </a:lnTo>
                  <a:lnTo>
                    <a:pt x="10646" y="6558"/>
                  </a:lnTo>
                  <a:lnTo>
                    <a:pt x="11274" y="6199"/>
                  </a:lnTo>
                  <a:lnTo>
                    <a:pt x="11813" y="5840"/>
                  </a:lnTo>
                  <a:lnTo>
                    <a:pt x="12307" y="5435"/>
                  </a:lnTo>
                  <a:lnTo>
                    <a:pt x="12712" y="5076"/>
                  </a:lnTo>
                  <a:lnTo>
                    <a:pt x="13026" y="4717"/>
                  </a:lnTo>
                  <a:lnTo>
                    <a:pt x="13251" y="4312"/>
                  </a:lnTo>
                  <a:lnTo>
                    <a:pt x="13385" y="3953"/>
                  </a:lnTo>
                  <a:lnTo>
                    <a:pt x="13430" y="3549"/>
                  </a:lnTo>
                  <a:lnTo>
                    <a:pt x="13430" y="3324"/>
                  </a:lnTo>
                  <a:lnTo>
                    <a:pt x="13385" y="3100"/>
                  </a:lnTo>
                  <a:lnTo>
                    <a:pt x="13296" y="2875"/>
                  </a:lnTo>
                  <a:lnTo>
                    <a:pt x="13161" y="2651"/>
                  </a:lnTo>
                  <a:lnTo>
                    <a:pt x="12846" y="2201"/>
                  </a:lnTo>
                  <a:lnTo>
                    <a:pt x="12397" y="1752"/>
                  </a:lnTo>
                  <a:lnTo>
                    <a:pt x="11813" y="1303"/>
                  </a:lnTo>
                  <a:lnTo>
                    <a:pt x="11140" y="854"/>
                  </a:lnTo>
                  <a:lnTo>
                    <a:pt x="10331" y="450"/>
                  </a:lnTo>
                  <a:lnTo>
                    <a:pt x="9388" y="1"/>
                  </a:lnTo>
                  <a:close/>
                </a:path>
              </a:pathLst>
            </a:custGeom>
            <a:solidFill>
              <a:srgbClr val="C96E4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58"/>
            <p:cNvSpPr/>
            <p:nvPr/>
          </p:nvSpPr>
          <p:spPr>
            <a:xfrm>
              <a:off x="6604825" y="1844650"/>
              <a:ext cx="335775" cy="225725"/>
            </a:xfrm>
            <a:custGeom>
              <a:rect b="b" l="l" r="r" t="t"/>
              <a:pathLst>
                <a:path extrusionOk="0" fill="none" h="9029" w="13431">
                  <a:moveTo>
                    <a:pt x="9388" y="1"/>
                  </a:moveTo>
                  <a:lnTo>
                    <a:pt x="9388" y="1"/>
                  </a:lnTo>
                  <a:lnTo>
                    <a:pt x="9478" y="584"/>
                  </a:lnTo>
                  <a:lnTo>
                    <a:pt x="9523" y="1213"/>
                  </a:lnTo>
                  <a:lnTo>
                    <a:pt x="9523" y="1573"/>
                  </a:lnTo>
                  <a:lnTo>
                    <a:pt x="9478" y="1932"/>
                  </a:lnTo>
                  <a:lnTo>
                    <a:pt x="9388" y="2291"/>
                  </a:lnTo>
                  <a:lnTo>
                    <a:pt x="9253" y="2695"/>
                  </a:lnTo>
                  <a:lnTo>
                    <a:pt x="9253" y="2695"/>
                  </a:lnTo>
                  <a:lnTo>
                    <a:pt x="9388" y="3055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33" y="3773"/>
                  </a:lnTo>
                  <a:lnTo>
                    <a:pt x="9298" y="4088"/>
                  </a:lnTo>
                  <a:lnTo>
                    <a:pt x="9074" y="4447"/>
                  </a:lnTo>
                  <a:lnTo>
                    <a:pt x="8759" y="4762"/>
                  </a:lnTo>
                  <a:lnTo>
                    <a:pt x="8400" y="5076"/>
                  </a:lnTo>
                  <a:lnTo>
                    <a:pt x="7906" y="5345"/>
                  </a:lnTo>
                  <a:lnTo>
                    <a:pt x="7412" y="5660"/>
                  </a:lnTo>
                  <a:lnTo>
                    <a:pt x="6783" y="5929"/>
                  </a:lnTo>
                  <a:lnTo>
                    <a:pt x="6154" y="6199"/>
                  </a:lnTo>
                  <a:lnTo>
                    <a:pt x="5435" y="6468"/>
                  </a:lnTo>
                  <a:lnTo>
                    <a:pt x="4627" y="6693"/>
                  </a:lnTo>
                  <a:lnTo>
                    <a:pt x="3819" y="6918"/>
                  </a:lnTo>
                  <a:lnTo>
                    <a:pt x="1977" y="7322"/>
                  </a:lnTo>
                  <a:lnTo>
                    <a:pt x="1" y="7726"/>
                  </a:lnTo>
                  <a:lnTo>
                    <a:pt x="2651" y="9029"/>
                  </a:lnTo>
                  <a:lnTo>
                    <a:pt x="2651" y="9029"/>
                  </a:lnTo>
                  <a:lnTo>
                    <a:pt x="3908" y="8759"/>
                  </a:lnTo>
                  <a:lnTo>
                    <a:pt x="5076" y="8490"/>
                  </a:lnTo>
                  <a:lnTo>
                    <a:pt x="6199" y="8175"/>
                  </a:lnTo>
                  <a:lnTo>
                    <a:pt x="7232" y="7906"/>
                  </a:lnTo>
                  <a:lnTo>
                    <a:pt x="8220" y="7546"/>
                  </a:lnTo>
                  <a:lnTo>
                    <a:pt x="9074" y="7232"/>
                  </a:lnTo>
                  <a:lnTo>
                    <a:pt x="9882" y="6873"/>
                  </a:lnTo>
                  <a:lnTo>
                    <a:pt x="10646" y="6558"/>
                  </a:lnTo>
                  <a:lnTo>
                    <a:pt x="11274" y="6199"/>
                  </a:lnTo>
                  <a:lnTo>
                    <a:pt x="11813" y="5840"/>
                  </a:lnTo>
                  <a:lnTo>
                    <a:pt x="12307" y="5435"/>
                  </a:lnTo>
                  <a:lnTo>
                    <a:pt x="12712" y="5076"/>
                  </a:lnTo>
                  <a:lnTo>
                    <a:pt x="13026" y="4717"/>
                  </a:lnTo>
                  <a:lnTo>
                    <a:pt x="13251" y="4312"/>
                  </a:lnTo>
                  <a:lnTo>
                    <a:pt x="13385" y="3953"/>
                  </a:lnTo>
                  <a:lnTo>
                    <a:pt x="13430" y="3549"/>
                  </a:lnTo>
                  <a:lnTo>
                    <a:pt x="13430" y="3549"/>
                  </a:lnTo>
                  <a:lnTo>
                    <a:pt x="13430" y="3324"/>
                  </a:lnTo>
                  <a:lnTo>
                    <a:pt x="13385" y="3100"/>
                  </a:lnTo>
                  <a:lnTo>
                    <a:pt x="13296" y="2875"/>
                  </a:lnTo>
                  <a:lnTo>
                    <a:pt x="13161" y="2651"/>
                  </a:lnTo>
                  <a:lnTo>
                    <a:pt x="12846" y="2201"/>
                  </a:lnTo>
                  <a:lnTo>
                    <a:pt x="12397" y="1752"/>
                  </a:lnTo>
                  <a:lnTo>
                    <a:pt x="11813" y="1303"/>
                  </a:lnTo>
                  <a:lnTo>
                    <a:pt x="11140" y="854"/>
                  </a:lnTo>
                  <a:lnTo>
                    <a:pt x="10331" y="450"/>
                  </a:lnTo>
                  <a:lnTo>
                    <a:pt x="938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58"/>
            <p:cNvSpPr/>
            <p:nvPr/>
          </p:nvSpPr>
          <p:spPr>
            <a:xfrm>
              <a:off x="6667700" y="2093925"/>
              <a:ext cx="343625" cy="1777550"/>
            </a:xfrm>
            <a:custGeom>
              <a:rect b="b" l="l" r="r" t="t"/>
              <a:pathLst>
                <a:path extrusionOk="0" h="71102" w="13745">
                  <a:moveTo>
                    <a:pt x="4358" y="3235"/>
                  </a:moveTo>
                  <a:lnTo>
                    <a:pt x="4313" y="3280"/>
                  </a:lnTo>
                  <a:lnTo>
                    <a:pt x="4942" y="6693"/>
                  </a:lnTo>
                  <a:lnTo>
                    <a:pt x="4987" y="6918"/>
                  </a:lnTo>
                  <a:lnTo>
                    <a:pt x="5031" y="6738"/>
                  </a:lnTo>
                  <a:lnTo>
                    <a:pt x="5076" y="6648"/>
                  </a:lnTo>
                  <a:lnTo>
                    <a:pt x="4403" y="3280"/>
                  </a:lnTo>
                  <a:lnTo>
                    <a:pt x="4358" y="3235"/>
                  </a:lnTo>
                  <a:close/>
                  <a:moveTo>
                    <a:pt x="7592" y="1438"/>
                  </a:moveTo>
                  <a:lnTo>
                    <a:pt x="7592" y="1483"/>
                  </a:lnTo>
                  <a:lnTo>
                    <a:pt x="7996" y="2965"/>
                  </a:lnTo>
                  <a:lnTo>
                    <a:pt x="8400" y="4492"/>
                  </a:lnTo>
                  <a:lnTo>
                    <a:pt x="8715" y="5974"/>
                  </a:lnTo>
                  <a:lnTo>
                    <a:pt x="9074" y="7502"/>
                  </a:lnTo>
                  <a:lnTo>
                    <a:pt x="9343" y="9029"/>
                  </a:lnTo>
                  <a:lnTo>
                    <a:pt x="9613" y="10556"/>
                  </a:lnTo>
                  <a:lnTo>
                    <a:pt x="9837" y="12083"/>
                  </a:lnTo>
                  <a:lnTo>
                    <a:pt x="10017" y="13655"/>
                  </a:lnTo>
                  <a:lnTo>
                    <a:pt x="10062" y="13700"/>
                  </a:lnTo>
                  <a:lnTo>
                    <a:pt x="10107" y="13655"/>
                  </a:lnTo>
                  <a:lnTo>
                    <a:pt x="10107" y="13610"/>
                  </a:lnTo>
                  <a:lnTo>
                    <a:pt x="9927" y="12083"/>
                  </a:lnTo>
                  <a:lnTo>
                    <a:pt x="9703" y="10556"/>
                  </a:lnTo>
                  <a:lnTo>
                    <a:pt x="9433" y="9029"/>
                  </a:lnTo>
                  <a:lnTo>
                    <a:pt x="9164" y="7502"/>
                  </a:lnTo>
                  <a:lnTo>
                    <a:pt x="8849" y="5974"/>
                  </a:lnTo>
                  <a:lnTo>
                    <a:pt x="8490" y="4447"/>
                  </a:lnTo>
                  <a:lnTo>
                    <a:pt x="8086" y="2965"/>
                  </a:lnTo>
                  <a:lnTo>
                    <a:pt x="7681" y="1483"/>
                  </a:lnTo>
                  <a:lnTo>
                    <a:pt x="7637" y="1438"/>
                  </a:lnTo>
                  <a:close/>
                  <a:moveTo>
                    <a:pt x="9927" y="1"/>
                  </a:moveTo>
                  <a:lnTo>
                    <a:pt x="9927" y="46"/>
                  </a:lnTo>
                  <a:lnTo>
                    <a:pt x="10691" y="3190"/>
                  </a:lnTo>
                  <a:lnTo>
                    <a:pt x="11365" y="6379"/>
                  </a:lnTo>
                  <a:lnTo>
                    <a:pt x="11948" y="9523"/>
                  </a:lnTo>
                  <a:lnTo>
                    <a:pt x="12442" y="12757"/>
                  </a:lnTo>
                  <a:lnTo>
                    <a:pt x="12892" y="15946"/>
                  </a:lnTo>
                  <a:lnTo>
                    <a:pt x="13206" y="19179"/>
                  </a:lnTo>
                  <a:lnTo>
                    <a:pt x="13476" y="22413"/>
                  </a:lnTo>
                  <a:lnTo>
                    <a:pt x="13610" y="25647"/>
                  </a:lnTo>
                  <a:lnTo>
                    <a:pt x="13655" y="25647"/>
                  </a:lnTo>
                  <a:lnTo>
                    <a:pt x="13655" y="25692"/>
                  </a:lnTo>
                  <a:lnTo>
                    <a:pt x="13700" y="25647"/>
                  </a:lnTo>
                  <a:lnTo>
                    <a:pt x="13745" y="25602"/>
                  </a:lnTo>
                  <a:lnTo>
                    <a:pt x="13565" y="22368"/>
                  </a:lnTo>
                  <a:lnTo>
                    <a:pt x="13296" y="19179"/>
                  </a:lnTo>
                  <a:lnTo>
                    <a:pt x="12981" y="15946"/>
                  </a:lnTo>
                  <a:lnTo>
                    <a:pt x="12532" y="12712"/>
                  </a:lnTo>
                  <a:lnTo>
                    <a:pt x="12038" y="9523"/>
                  </a:lnTo>
                  <a:lnTo>
                    <a:pt x="11454" y="6334"/>
                  </a:lnTo>
                  <a:lnTo>
                    <a:pt x="10781" y="3190"/>
                  </a:lnTo>
                  <a:lnTo>
                    <a:pt x="10017" y="1"/>
                  </a:lnTo>
                  <a:close/>
                  <a:moveTo>
                    <a:pt x="8086" y="54752"/>
                  </a:moveTo>
                  <a:lnTo>
                    <a:pt x="8041" y="54797"/>
                  </a:lnTo>
                  <a:lnTo>
                    <a:pt x="7996" y="55516"/>
                  </a:lnTo>
                  <a:lnTo>
                    <a:pt x="7906" y="56234"/>
                  </a:lnTo>
                  <a:lnTo>
                    <a:pt x="7771" y="56953"/>
                  </a:lnTo>
                  <a:lnTo>
                    <a:pt x="7637" y="57627"/>
                  </a:lnTo>
                  <a:lnTo>
                    <a:pt x="7412" y="58345"/>
                  </a:lnTo>
                  <a:lnTo>
                    <a:pt x="7187" y="59019"/>
                  </a:lnTo>
                  <a:lnTo>
                    <a:pt x="6918" y="59693"/>
                  </a:lnTo>
                  <a:lnTo>
                    <a:pt x="6604" y="60322"/>
                  </a:lnTo>
                  <a:lnTo>
                    <a:pt x="6244" y="60951"/>
                  </a:lnTo>
                  <a:lnTo>
                    <a:pt x="5840" y="61579"/>
                  </a:lnTo>
                  <a:lnTo>
                    <a:pt x="5436" y="62163"/>
                  </a:lnTo>
                  <a:lnTo>
                    <a:pt x="4987" y="62702"/>
                  </a:lnTo>
                  <a:lnTo>
                    <a:pt x="4493" y="63241"/>
                  </a:lnTo>
                  <a:lnTo>
                    <a:pt x="3998" y="63735"/>
                  </a:lnTo>
                  <a:lnTo>
                    <a:pt x="3459" y="64229"/>
                  </a:lnTo>
                  <a:lnTo>
                    <a:pt x="2876" y="64634"/>
                  </a:lnTo>
                  <a:lnTo>
                    <a:pt x="2876" y="64723"/>
                  </a:lnTo>
                  <a:lnTo>
                    <a:pt x="3055" y="64903"/>
                  </a:lnTo>
                  <a:lnTo>
                    <a:pt x="2920" y="64723"/>
                  </a:lnTo>
                  <a:lnTo>
                    <a:pt x="3504" y="64274"/>
                  </a:lnTo>
                  <a:lnTo>
                    <a:pt x="4043" y="63825"/>
                  </a:lnTo>
                  <a:lnTo>
                    <a:pt x="4582" y="63286"/>
                  </a:lnTo>
                  <a:lnTo>
                    <a:pt x="5076" y="62747"/>
                  </a:lnTo>
                  <a:lnTo>
                    <a:pt x="5526" y="62208"/>
                  </a:lnTo>
                  <a:lnTo>
                    <a:pt x="5930" y="61624"/>
                  </a:lnTo>
                  <a:lnTo>
                    <a:pt x="6334" y="60995"/>
                  </a:lnTo>
                  <a:lnTo>
                    <a:pt x="6693" y="60367"/>
                  </a:lnTo>
                  <a:lnTo>
                    <a:pt x="7008" y="59693"/>
                  </a:lnTo>
                  <a:lnTo>
                    <a:pt x="7277" y="59064"/>
                  </a:lnTo>
                  <a:lnTo>
                    <a:pt x="7547" y="58345"/>
                  </a:lnTo>
                  <a:lnTo>
                    <a:pt x="7726" y="57672"/>
                  </a:lnTo>
                  <a:lnTo>
                    <a:pt x="7906" y="56953"/>
                  </a:lnTo>
                  <a:lnTo>
                    <a:pt x="7996" y="56234"/>
                  </a:lnTo>
                  <a:lnTo>
                    <a:pt x="8086" y="55516"/>
                  </a:lnTo>
                  <a:lnTo>
                    <a:pt x="8131" y="54797"/>
                  </a:lnTo>
                  <a:lnTo>
                    <a:pt x="8086" y="54752"/>
                  </a:lnTo>
                  <a:close/>
                  <a:moveTo>
                    <a:pt x="13116" y="49093"/>
                  </a:moveTo>
                  <a:lnTo>
                    <a:pt x="13071" y="49138"/>
                  </a:lnTo>
                  <a:lnTo>
                    <a:pt x="12937" y="50800"/>
                  </a:lnTo>
                  <a:lnTo>
                    <a:pt x="12667" y="52417"/>
                  </a:lnTo>
                  <a:lnTo>
                    <a:pt x="12353" y="54034"/>
                  </a:lnTo>
                  <a:lnTo>
                    <a:pt x="11904" y="55651"/>
                  </a:lnTo>
                  <a:lnTo>
                    <a:pt x="11365" y="57178"/>
                  </a:lnTo>
                  <a:lnTo>
                    <a:pt x="10736" y="58705"/>
                  </a:lnTo>
                  <a:lnTo>
                    <a:pt x="10017" y="60232"/>
                  </a:lnTo>
                  <a:lnTo>
                    <a:pt x="9209" y="61669"/>
                  </a:lnTo>
                  <a:lnTo>
                    <a:pt x="8310" y="63062"/>
                  </a:lnTo>
                  <a:lnTo>
                    <a:pt x="7322" y="64409"/>
                  </a:lnTo>
                  <a:lnTo>
                    <a:pt x="6289" y="65667"/>
                  </a:lnTo>
                  <a:lnTo>
                    <a:pt x="5166" y="66879"/>
                  </a:lnTo>
                  <a:lnTo>
                    <a:pt x="3998" y="68047"/>
                  </a:lnTo>
                  <a:lnTo>
                    <a:pt x="2696" y="69125"/>
                  </a:lnTo>
                  <a:lnTo>
                    <a:pt x="1393" y="70113"/>
                  </a:lnTo>
                  <a:lnTo>
                    <a:pt x="1" y="71012"/>
                  </a:lnTo>
                  <a:lnTo>
                    <a:pt x="1" y="71101"/>
                  </a:lnTo>
                  <a:lnTo>
                    <a:pt x="46" y="71101"/>
                  </a:lnTo>
                  <a:lnTo>
                    <a:pt x="1438" y="70203"/>
                  </a:lnTo>
                  <a:lnTo>
                    <a:pt x="2786" y="69215"/>
                  </a:lnTo>
                  <a:lnTo>
                    <a:pt x="4043" y="68137"/>
                  </a:lnTo>
                  <a:lnTo>
                    <a:pt x="5256" y="66969"/>
                  </a:lnTo>
                  <a:lnTo>
                    <a:pt x="6379" y="65756"/>
                  </a:lnTo>
                  <a:lnTo>
                    <a:pt x="7412" y="64454"/>
                  </a:lnTo>
                  <a:lnTo>
                    <a:pt x="8400" y="63106"/>
                  </a:lnTo>
                  <a:lnTo>
                    <a:pt x="9298" y="61714"/>
                  </a:lnTo>
                  <a:lnTo>
                    <a:pt x="10107" y="60277"/>
                  </a:lnTo>
                  <a:lnTo>
                    <a:pt x="10826" y="58750"/>
                  </a:lnTo>
                  <a:lnTo>
                    <a:pt x="11454" y="57223"/>
                  </a:lnTo>
                  <a:lnTo>
                    <a:pt x="11993" y="55651"/>
                  </a:lnTo>
                  <a:lnTo>
                    <a:pt x="12442" y="54079"/>
                  </a:lnTo>
                  <a:lnTo>
                    <a:pt x="12802" y="52417"/>
                  </a:lnTo>
                  <a:lnTo>
                    <a:pt x="13026" y="50800"/>
                  </a:lnTo>
                  <a:lnTo>
                    <a:pt x="13161" y="49138"/>
                  </a:lnTo>
                  <a:lnTo>
                    <a:pt x="13116" y="490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58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5211" y="0"/>
                  </a:moveTo>
                  <a:lnTo>
                    <a:pt x="5211" y="0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121" y="764"/>
                  </a:lnTo>
                  <a:lnTo>
                    <a:pt x="5031" y="1482"/>
                  </a:lnTo>
                  <a:lnTo>
                    <a:pt x="4896" y="2201"/>
                  </a:lnTo>
                  <a:lnTo>
                    <a:pt x="4762" y="2875"/>
                  </a:lnTo>
                  <a:lnTo>
                    <a:pt x="4537" y="3593"/>
                  </a:lnTo>
                  <a:lnTo>
                    <a:pt x="4312" y="4267"/>
                  </a:lnTo>
                  <a:lnTo>
                    <a:pt x="4043" y="4941"/>
                  </a:lnTo>
                  <a:lnTo>
                    <a:pt x="3729" y="5570"/>
                  </a:lnTo>
                  <a:lnTo>
                    <a:pt x="3369" y="6199"/>
                  </a:lnTo>
                  <a:lnTo>
                    <a:pt x="2965" y="6827"/>
                  </a:lnTo>
                  <a:lnTo>
                    <a:pt x="2561" y="7411"/>
                  </a:lnTo>
                  <a:lnTo>
                    <a:pt x="2112" y="7950"/>
                  </a:lnTo>
                  <a:lnTo>
                    <a:pt x="1618" y="8489"/>
                  </a:lnTo>
                  <a:lnTo>
                    <a:pt x="1123" y="8983"/>
                  </a:lnTo>
                  <a:lnTo>
                    <a:pt x="584" y="9477"/>
                  </a:lnTo>
                  <a:lnTo>
                    <a:pt x="1" y="9882"/>
                  </a:lnTo>
                  <a:lnTo>
                    <a:pt x="1" y="9971"/>
                  </a:lnTo>
                  <a:lnTo>
                    <a:pt x="180" y="10151"/>
                  </a:lnTo>
                  <a:lnTo>
                    <a:pt x="45" y="9971"/>
                  </a:lnTo>
                  <a:lnTo>
                    <a:pt x="45" y="9971"/>
                  </a:lnTo>
                  <a:lnTo>
                    <a:pt x="629" y="9522"/>
                  </a:lnTo>
                  <a:lnTo>
                    <a:pt x="1168" y="9073"/>
                  </a:lnTo>
                  <a:lnTo>
                    <a:pt x="1707" y="8534"/>
                  </a:lnTo>
                  <a:lnTo>
                    <a:pt x="2201" y="7995"/>
                  </a:lnTo>
                  <a:lnTo>
                    <a:pt x="2651" y="7456"/>
                  </a:lnTo>
                  <a:lnTo>
                    <a:pt x="3055" y="6872"/>
                  </a:lnTo>
                  <a:lnTo>
                    <a:pt x="3459" y="6243"/>
                  </a:lnTo>
                  <a:lnTo>
                    <a:pt x="3818" y="5615"/>
                  </a:lnTo>
                  <a:lnTo>
                    <a:pt x="4133" y="4941"/>
                  </a:lnTo>
                  <a:lnTo>
                    <a:pt x="4402" y="4312"/>
                  </a:lnTo>
                  <a:lnTo>
                    <a:pt x="4672" y="3593"/>
                  </a:lnTo>
                  <a:lnTo>
                    <a:pt x="4851" y="2920"/>
                  </a:lnTo>
                  <a:lnTo>
                    <a:pt x="5031" y="2201"/>
                  </a:lnTo>
                  <a:lnTo>
                    <a:pt x="5121" y="1482"/>
                  </a:lnTo>
                  <a:lnTo>
                    <a:pt x="5211" y="764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58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13116" y="1"/>
                  </a:moveTo>
                  <a:lnTo>
                    <a:pt x="13116" y="1"/>
                  </a:lnTo>
                  <a:lnTo>
                    <a:pt x="13116" y="1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2937" y="1708"/>
                  </a:lnTo>
                  <a:lnTo>
                    <a:pt x="12667" y="3325"/>
                  </a:lnTo>
                  <a:lnTo>
                    <a:pt x="12353" y="4942"/>
                  </a:lnTo>
                  <a:lnTo>
                    <a:pt x="11904" y="6559"/>
                  </a:lnTo>
                  <a:lnTo>
                    <a:pt x="11365" y="8086"/>
                  </a:lnTo>
                  <a:lnTo>
                    <a:pt x="10736" y="9613"/>
                  </a:lnTo>
                  <a:lnTo>
                    <a:pt x="10017" y="11140"/>
                  </a:lnTo>
                  <a:lnTo>
                    <a:pt x="9209" y="12577"/>
                  </a:lnTo>
                  <a:lnTo>
                    <a:pt x="8310" y="13970"/>
                  </a:lnTo>
                  <a:lnTo>
                    <a:pt x="7322" y="15317"/>
                  </a:lnTo>
                  <a:lnTo>
                    <a:pt x="6289" y="16575"/>
                  </a:lnTo>
                  <a:lnTo>
                    <a:pt x="5166" y="17787"/>
                  </a:lnTo>
                  <a:lnTo>
                    <a:pt x="3998" y="18955"/>
                  </a:lnTo>
                  <a:lnTo>
                    <a:pt x="2696" y="20033"/>
                  </a:lnTo>
                  <a:lnTo>
                    <a:pt x="1393" y="21021"/>
                  </a:lnTo>
                  <a:lnTo>
                    <a:pt x="1" y="21920"/>
                  </a:lnTo>
                  <a:lnTo>
                    <a:pt x="1" y="22009"/>
                  </a:lnTo>
                  <a:lnTo>
                    <a:pt x="46" y="22009"/>
                  </a:lnTo>
                  <a:lnTo>
                    <a:pt x="46" y="22009"/>
                  </a:lnTo>
                  <a:lnTo>
                    <a:pt x="1438" y="21111"/>
                  </a:lnTo>
                  <a:lnTo>
                    <a:pt x="2786" y="20123"/>
                  </a:lnTo>
                  <a:lnTo>
                    <a:pt x="4043" y="19045"/>
                  </a:lnTo>
                  <a:lnTo>
                    <a:pt x="5256" y="17877"/>
                  </a:lnTo>
                  <a:lnTo>
                    <a:pt x="6379" y="16664"/>
                  </a:lnTo>
                  <a:lnTo>
                    <a:pt x="7412" y="15362"/>
                  </a:lnTo>
                  <a:lnTo>
                    <a:pt x="8400" y="14014"/>
                  </a:lnTo>
                  <a:lnTo>
                    <a:pt x="9298" y="12622"/>
                  </a:lnTo>
                  <a:lnTo>
                    <a:pt x="10107" y="11185"/>
                  </a:lnTo>
                  <a:lnTo>
                    <a:pt x="10826" y="9658"/>
                  </a:lnTo>
                  <a:lnTo>
                    <a:pt x="11454" y="8131"/>
                  </a:lnTo>
                  <a:lnTo>
                    <a:pt x="11993" y="6559"/>
                  </a:lnTo>
                  <a:lnTo>
                    <a:pt x="12442" y="4987"/>
                  </a:lnTo>
                  <a:lnTo>
                    <a:pt x="12802" y="3325"/>
                  </a:lnTo>
                  <a:lnTo>
                    <a:pt x="13026" y="1708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1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58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46" y="0"/>
                  </a:moveTo>
                  <a:lnTo>
                    <a:pt x="46" y="225"/>
                  </a:lnTo>
                  <a:lnTo>
                    <a:pt x="1" y="270"/>
                  </a:lnTo>
                  <a:lnTo>
                    <a:pt x="630" y="3683"/>
                  </a:lnTo>
                  <a:lnTo>
                    <a:pt x="675" y="3908"/>
                  </a:lnTo>
                  <a:lnTo>
                    <a:pt x="719" y="3728"/>
                  </a:lnTo>
                  <a:lnTo>
                    <a:pt x="719" y="3728"/>
                  </a:lnTo>
                  <a:lnTo>
                    <a:pt x="764" y="3638"/>
                  </a:lnTo>
                  <a:lnTo>
                    <a:pt x="91" y="270"/>
                  </a:lnTo>
                  <a:lnTo>
                    <a:pt x="46" y="225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58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46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405" y="1527"/>
                  </a:lnTo>
                  <a:lnTo>
                    <a:pt x="809" y="3054"/>
                  </a:lnTo>
                  <a:lnTo>
                    <a:pt x="1124" y="4536"/>
                  </a:lnTo>
                  <a:lnTo>
                    <a:pt x="1483" y="6064"/>
                  </a:lnTo>
                  <a:lnTo>
                    <a:pt x="1752" y="7591"/>
                  </a:lnTo>
                  <a:lnTo>
                    <a:pt x="2022" y="9118"/>
                  </a:lnTo>
                  <a:lnTo>
                    <a:pt x="2246" y="10645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71" y="12262"/>
                  </a:lnTo>
                  <a:lnTo>
                    <a:pt x="2471" y="12262"/>
                  </a:lnTo>
                  <a:lnTo>
                    <a:pt x="2516" y="12217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336" y="10645"/>
                  </a:lnTo>
                  <a:lnTo>
                    <a:pt x="2112" y="9118"/>
                  </a:lnTo>
                  <a:lnTo>
                    <a:pt x="1842" y="7591"/>
                  </a:lnTo>
                  <a:lnTo>
                    <a:pt x="1573" y="6064"/>
                  </a:lnTo>
                  <a:lnTo>
                    <a:pt x="1258" y="4536"/>
                  </a:lnTo>
                  <a:lnTo>
                    <a:pt x="899" y="3009"/>
                  </a:lnTo>
                  <a:lnTo>
                    <a:pt x="495" y="1527"/>
                  </a:lnTo>
                  <a:lnTo>
                    <a:pt x="90" y="45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58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45" y="0"/>
                  </a:moveTo>
                  <a:lnTo>
                    <a:pt x="45" y="225"/>
                  </a:lnTo>
                  <a:lnTo>
                    <a:pt x="45" y="225"/>
                  </a:lnTo>
                  <a:lnTo>
                    <a:pt x="0" y="22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764" y="3414"/>
                  </a:lnTo>
                  <a:lnTo>
                    <a:pt x="1438" y="6603"/>
                  </a:lnTo>
                  <a:lnTo>
                    <a:pt x="2021" y="9747"/>
                  </a:lnTo>
                  <a:lnTo>
                    <a:pt x="2515" y="12981"/>
                  </a:lnTo>
                  <a:lnTo>
                    <a:pt x="2965" y="16170"/>
                  </a:lnTo>
                  <a:lnTo>
                    <a:pt x="3279" y="19403"/>
                  </a:lnTo>
                  <a:lnTo>
                    <a:pt x="3549" y="22637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728" y="25871"/>
                  </a:lnTo>
                  <a:lnTo>
                    <a:pt x="3728" y="25916"/>
                  </a:lnTo>
                  <a:lnTo>
                    <a:pt x="3728" y="25916"/>
                  </a:lnTo>
                  <a:lnTo>
                    <a:pt x="3773" y="25871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638" y="22592"/>
                  </a:lnTo>
                  <a:lnTo>
                    <a:pt x="3369" y="19403"/>
                  </a:lnTo>
                  <a:lnTo>
                    <a:pt x="3054" y="16170"/>
                  </a:lnTo>
                  <a:lnTo>
                    <a:pt x="2605" y="12936"/>
                  </a:lnTo>
                  <a:lnTo>
                    <a:pt x="2111" y="9747"/>
                  </a:lnTo>
                  <a:lnTo>
                    <a:pt x="1527" y="6558"/>
                  </a:lnTo>
                  <a:lnTo>
                    <a:pt x="854" y="3414"/>
                  </a:lnTo>
                  <a:lnTo>
                    <a:pt x="90" y="225"/>
                  </a:lnTo>
                  <a:lnTo>
                    <a:pt x="45" y="225"/>
                  </a:lnTo>
                  <a:lnTo>
                    <a:pt x="4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58"/>
            <p:cNvSpPr/>
            <p:nvPr/>
          </p:nvSpPr>
          <p:spPr>
            <a:xfrm>
              <a:off x="6328600" y="1961425"/>
              <a:ext cx="792775" cy="2069500"/>
            </a:xfrm>
            <a:custGeom>
              <a:rect b="b" l="l" r="r" t="t"/>
              <a:pathLst>
                <a:path extrusionOk="0" h="82780" w="31711">
                  <a:moveTo>
                    <a:pt x="17922" y="8535"/>
                  </a:moveTo>
                  <a:lnTo>
                    <a:pt x="17967" y="8580"/>
                  </a:lnTo>
                  <a:lnTo>
                    <a:pt x="18640" y="11948"/>
                  </a:lnTo>
                  <a:lnTo>
                    <a:pt x="18595" y="12038"/>
                  </a:lnTo>
                  <a:lnTo>
                    <a:pt x="18551" y="12218"/>
                  </a:lnTo>
                  <a:lnTo>
                    <a:pt x="18506" y="11993"/>
                  </a:lnTo>
                  <a:lnTo>
                    <a:pt x="17877" y="8580"/>
                  </a:lnTo>
                  <a:lnTo>
                    <a:pt x="17922" y="8535"/>
                  </a:lnTo>
                  <a:close/>
                  <a:moveTo>
                    <a:pt x="21201" y="6738"/>
                  </a:moveTo>
                  <a:lnTo>
                    <a:pt x="21245" y="6783"/>
                  </a:lnTo>
                  <a:lnTo>
                    <a:pt x="21650" y="8265"/>
                  </a:lnTo>
                  <a:lnTo>
                    <a:pt x="22054" y="9747"/>
                  </a:lnTo>
                  <a:lnTo>
                    <a:pt x="22413" y="11274"/>
                  </a:lnTo>
                  <a:lnTo>
                    <a:pt x="22728" y="12802"/>
                  </a:lnTo>
                  <a:lnTo>
                    <a:pt x="22997" y="14329"/>
                  </a:lnTo>
                  <a:lnTo>
                    <a:pt x="23267" y="15856"/>
                  </a:lnTo>
                  <a:lnTo>
                    <a:pt x="23491" y="17383"/>
                  </a:lnTo>
                  <a:lnTo>
                    <a:pt x="23671" y="18910"/>
                  </a:lnTo>
                  <a:lnTo>
                    <a:pt x="23671" y="18955"/>
                  </a:lnTo>
                  <a:lnTo>
                    <a:pt x="23626" y="19000"/>
                  </a:lnTo>
                  <a:lnTo>
                    <a:pt x="23581" y="18955"/>
                  </a:lnTo>
                  <a:lnTo>
                    <a:pt x="23401" y="17383"/>
                  </a:lnTo>
                  <a:lnTo>
                    <a:pt x="23177" y="15856"/>
                  </a:lnTo>
                  <a:lnTo>
                    <a:pt x="22907" y="14329"/>
                  </a:lnTo>
                  <a:lnTo>
                    <a:pt x="22638" y="12802"/>
                  </a:lnTo>
                  <a:lnTo>
                    <a:pt x="22279" y="11274"/>
                  </a:lnTo>
                  <a:lnTo>
                    <a:pt x="21964" y="9792"/>
                  </a:lnTo>
                  <a:lnTo>
                    <a:pt x="21560" y="8265"/>
                  </a:lnTo>
                  <a:lnTo>
                    <a:pt x="21156" y="6783"/>
                  </a:lnTo>
                  <a:lnTo>
                    <a:pt x="21156" y="6738"/>
                  </a:lnTo>
                  <a:close/>
                  <a:moveTo>
                    <a:pt x="23581" y="5301"/>
                  </a:moveTo>
                  <a:lnTo>
                    <a:pt x="24345" y="8490"/>
                  </a:lnTo>
                  <a:lnTo>
                    <a:pt x="25018" y="11634"/>
                  </a:lnTo>
                  <a:lnTo>
                    <a:pt x="25602" y="14823"/>
                  </a:lnTo>
                  <a:lnTo>
                    <a:pt x="26096" y="18012"/>
                  </a:lnTo>
                  <a:lnTo>
                    <a:pt x="26545" y="21246"/>
                  </a:lnTo>
                  <a:lnTo>
                    <a:pt x="26860" y="24479"/>
                  </a:lnTo>
                  <a:lnTo>
                    <a:pt x="27129" y="27668"/>
                  </a:lnTo>
                  <a:lnTo>
                    <a:pt x="27309" y="30902"/>
                  </a:lnTo>
                  <a:lnTo>
                    <a:pt x="27264" y="30947"/>
                  </a:lnTo>
                  <a:lnTo>
                    <a:pt x="27219" y="30992"/>
                  </a:lnTo>
                  <a:lnTo>
                    <a:pt x="27219" y="30947"/>
                  </a:lnTo>
                  <a:lnTo>
                    <a:pt x="27174" y="30947"/>
                  </a:lnTo>
                  <a:lnTo>
                    <a:pt x="27040" y="27713"/>
                  </a:lnTo>
                  <a:lnTo>
                    <a:pt x="26770" y="24479"/>
                  </a:lnTo>
                  <a:lnTo>
                    <a:pt x="26456" y="21246"/>
                  </a:lnTo>
                  <a:lnTo>
                    <a:pt x="26006" y="18057"/>
                  </a:lnTo>
                  <a:lnTo>
                    <a:pt x="25512" y="14823"/>
                  </a:lnTo>
                  <a:lnTo>
                    <a:pt x="24929" y="11679"/>
                  </a:lnTo>
                  <a:lnTo>
                    <a:pt x="24255" y="8490"/>
                  </a:lnTo>
                  <a:lnTo>
                    <a:pt x="23491" y="5346"/>
                  </a:lnTo>
                  <a:lnTo>
                    <a:pt x="23491" y="5301"/>
                  </a:lnTo>
                  <a:close/>
                  <a:moveTo>
                    <a:pt x="21650" y="60052"/>
                  </a:moveTo>
                  <a:lnTo>
                    <a:pt x="21695" y="60097"/>
                  </a:lnTo>
                  <a:lnTo>
                    <a:pt x="21650" y="60816"/>
                  </a:lnTo>
                  <a:lnTo>
                    <a:pt x="21560" y="61534"/>
                  </a:lnTo>
                  <a:lnTo>
                    <a:pt x="21470" y="62253"/>
                  </a:lnTo>
                  <a:lnTo>
                    <a:pt x="21290" y="62972"/>
                  </a:lnTo>
                  <a:lnTo>
                    <a:pt x="21111" y="63645"/>
                  </a:lnTo>
                  <a:lnTo>
                    <a:pt x="20841" y="64364"/>
                  </a:lnTo>
                  <a:lnTo>
                    <a:pt x="20572" y="64993"/>
                  </a:lnTo>
                  <a:lnTo>
                    <a:pt x="20257" y="65667"/>
                  </a:lnTo>
                  <a:lnTo>
                    <a:pt x="19898" y="66295"/>
                  </a:lnTo>
                  <a:lnTo>
                    <a:pt x="19494" y="66924"/>
                  </a:lnTo>
                  <a:lnTo>
                    <a:pt x="19090" y="67508"/>
                  </a:lnTo>
                  <a:lnTo>
                    <a:pt x="18640" y="68047"/>
                  </a:lnTo>
                  <a:lnTo>
                    <a:pt x="18146" y="68586"/>
                  </a:lnTo>
                  <a:lnTo>
                    <a:pt x="17607" y="69125"/>
                  </a:lnTo>
                  <a:lnTo>
                    <a:pt x="17068" y="69574"/>
                  </a:lnTo>
                  <a:lnTo>
                    <a:pt x="16484" y="70023"/>
                  </a:lnTo>
                  <a:lnTo>
                    <a:pt x="16619" y="70203"/>
                  </a:lnTo>
                  <a:lnTo>
                    <a:pt x="16440" y="70023"/>
                  </a:lnTo>
                  <a:lnTo>
                    <a:pt x="16440" y="69934"/>
                  </a:lnTo>
                  <a:lnTo>
                    <a:pt x="17023" y="69529"/>
                  </a:lnTo>
                  <a:lnTo>
                    <a:pt x="17562" y="69035"/>
                  </a:lnTo>
                  <a:lnTo>
                    <a:pt x="18057" y="68541"/>
                  </a:lnTo>
                  <a:lnTo>
                    <a:pt x="18551" y="68002"/>
                  </a:lnTo>
                  <a:lnTo>
                    <a:pt x="19000" y="67463"/>
                  </a:lnTo>
                  <a:lnTo>
                    <a:pt x="19404" y="66879"/>
                  </a:lnTo>
                  <a:lnTo>
                    <a:pt x="19808" y="66251"/>
                  </a:lnTo>
                  <a:lnTo>
                    <a:pt x="20168" y="65622"/>
                  </a:lnTo>
                  <a:lnTo>
                    <a:pt x="20482" y="64993"/>
                  </a:lnTo>
                  <a:lnTo>
                    <a:pt x="20751" y="64319"/>
                  </a:lnTo>
                  <a:lnTo>
                    <a:pt x="20976" y="63645"/>
                  </a:lnTo>
                  <a:lnTo>
                    <a:pt x="21201" y="62927"/>
                  </a:lnTo>
                  <a:lnTo>
                    <a:pt x="21335" y="62253"/>
                  </a:lnTo>
                  <a:lnTo>
                    <a:pt x="21470" y="61534"/>
                  </a:lnTo>
                  <a:lnTo>
                    <a:pt x="21560" y="60816"/>
                  </a:lnTo>
                  <a:lnTo>
                    <a:pt x="21605" y="60097"/>
                  </a:lnTo>
                  <a:lnTo>
                    <a:pt x="21650" y="60052"/>
                  </a:lnTo>
                  <a:close/>
                  <a:moveTo>
                    <a:pt x="26680" y="54393"/>
                  </a:moveTo>
                  <a:lnTo>
                    <a:pt x="26725" y="54438"/>
                  </a:lnTo>
                  <a:lnTo>
                    <a:pt x="26590" y="56100"/>
                  </a:lnTo>
                  <a:lnTo>
                    <a:pt x="26366" y="57717"/>
                  </a:lnTo>
                  <a:lnTo>
                    <a:pt x="26006" y="59379"/>
                  </a:lnTo>
                  <a:lnTo>
                    <a:pt x="25557" y="60951"/>
                  </a:lnTo>
                  <a:lnTo>
                    <a:pt x="25018" y="62523"/>
                  </a:lnTo>
                  <a:lnTo>
                    <a:pt x="24390" y="64050"/>
                  </a:lnTo>
                  <a:lnTo>
                    <a:pt x="23671" y="65577"/>
                  </a:lnTo>
                  <a:lnTo>
                    <a:pt x="22862" y="67014"/>
                  </a:lnTo>
                  <a:lnTo>
                    <a:pt x="21964" y="68406"/>
                  </a:lnTo>
                  <a:lnTo>
                    <a:pt x="20976" y="69754"/>
                  </a:lnTo>
                  <a:lnTo>
                    <a:pt x="19943" y="71056"/>
                  </a:lnTo>
                  <a:lnTo>
                    <a:pt x="18820" y="72269"/>
                  </a:lnTo>
                  <a:lnTo>
                    <a:pt x="17607" y="73437"/>
                  </a:lnTo>
                  <a:lnTo>
                    <a:pt x="16350" y="74515"/>
                  </a:lnTo>
                  <a:lnTo>
                    <a:pt x="15002" y="75503"/>
                  </a:lnTo>
                  <a:lnTo>
                    <a:pt x="13610" y="76401"/>
                  </a:lnTo>
                  <a:lnTo>
                    <a:pt x="13565" y="76401"/>
                  </a:lnTo>
                  <a:lnTo>
                    <a:pt x="13565" y="76312"/>
                  </a:lnTo>
                  <a:lnTo>
                    <a:pt x="14957" y="75413"/>
                  </a:lnTo>
                  <a:lnTo>
                    <a:pt x="16260" y="74425"/>
                  </a:lnTo>
                  <a:lnTo>
                    <a:pt x="17562" y="73347"/>
                  </a:lnTo>
                  <a:lnTo>
                    <a:pt x="18730" y="72179"/>
                  </a:lnTo>
                  <a:lnTo>
                    <a:pt x="19853" y="70967"/>
                  </a:lnTo>
                  <a:lnTo>
                    <a:pt x="20886" y="69709"/>
                  </a:lnTo>
                  <a:lnTo>
                    <a:pt x="21874" y="68362"/>
                  </a:lnTo>
                  <a:lnTo>
                    <a:pt x="22773" y="66969"/>
                  </a:lnTo>
                  <a:lnTo>
                    <a:pt x="23581" y="65532"/>
                  </a:lnTo>
                  <a:lnTo>
                    <a:pt x="24300" y="64005"/>
                  </a:lnTo>
                  <a:lnTo>
                    <a:pt x="24929" y="62478"/>
                  </a:lnTo>
                  <a:lnTo>
                    <a:pt x="25468" y="60951"/>
                  </a:lnTo>
                  <a:lnTo>
                    <a:pt x="25917" y="59334"/>
                  </a:lnTo>
                  <a:lnTo>
                    <a:pt x="26231" y="57717"/>
                  </a:lnTo>
                  <a:lnTo>
                    <a:pt x="26501" y="56100"/>
                  </a:lnTo>
                  <a:lnTo>
                    <a:pt x="26635" y="54438"/>
                  </a:lnTo>
                  <a:lnTo>
                    <a:pt x="26680" y="54393"/>
                  </a:lnTo>
                  <a:close/>
                  <a:moveTo>
                    <a:pt x="24839" y="1"/>
                  </a:moveTo>
                  <a:lnTo>
                    <a:pt x="24569" y="315"/>
                  </a:lnTo>
                  <a:lnTo>
                    <a:pt x="24300" y="674"/>
                  </a:lnTo>
                  <a:lnTo>
                    <a:pt x="23940" y="1034"/>
                  </a:lnTo>
                  <a:lnTo>
                    <a:pt x="23536" y="1393"/>
                  </a:lnTo>
                  <a:lnTo>
                    <a:pt x="23087" y="1708"/>
                  </a:lnTo>
                  <a:lnTo>
                    <a:pt x="22593" y="2022"/>
                  </a:lnTo>
                  <a:lnTo>
                    <a:pt x="22009" y="2336"/>
                  </a:lnTo>
                  <a:lnTo>
                    <a:pt x="21425" y="2651"/>
                  </a:lnTo>
                  <a:lnTo>
                    <a:pt x="20751" y="2920"/>
                  </a:lnTo>
                  <a:lnTo>
                    <a:pt x="19314" y="3459"/>
                  </a:lnTo>
                  <a:lnTo>
                    <a:pt x="17742" y="3953"/>
                  </a:lnTo>
                  <a:lnTo>
                    <a:pt x="15990" y="4402"/>
                  </a:lnTo>
                  <a:lnTo>
                    <a:pt x="14149" y="4852"/>
                  </a:lnTo>
                  <a:lnTo>
                    <a:pt x="14778" y="6334"/>
                  </a:lnTo>
                  <a:lnTo>
                    <a:pt x="15766" y="8894"/>
                  </a:lnTo>
                  <a:lnTo>
                    <a:pt x="16350" y="10511"/>
                  </a:lnTo>
                  <a:lnTo>
                    <a:pt x="17023" y="12352"/>
                  </a:lnTo>
                  <a:lnTo>
                    <a:pt x="17652" y="14329"/>
                  </a:lnTo>
                  <a:lnTo>
                    <a:pt x="18326" y="16530"/>
                  </a:lnTo>
                  <a:lnTo>
                    <a:pt x="19000" y="18820"/>
                  </a:lnTo>
                  <a:lnTo>
                    <a:pt x="19629" y="21246"/>
                  </a:lnTo>
                  <a:lnTo>
                    <a:pt x="20168" y="23761"/>
                  </a:lnTo>
                  <a:lnTo>
                    <a:pt x="20707" y="26366"/>
                  </a:lnTo>
                  <a:lnTo>
                    <a:pt x="21156" y="29016"/>
                  </a:lnTo>
                  <a:lnTo>
                    <a:pt x="21335" y="30363"/>
                  </a:lnTo>
                  <a:lnTo>
                    <a:pt x="21470" y="31711"/>
                  </a:lnTo>
                  <a:lnTo>
                    <a:pt x="21605" y="33058"/>
                  </a:lnTo>
                  <a:lnTo>
                    <a:pt x="21695" y="34406"/>
                  </a:lnTo>
                  <a:lnTo>
                    <a:pt x="21784" y="35753"/>
                  </a:lnTo>
                  <a:lnTo>
                    <a:pt x="21784" y="37101"/>
                  </a:lnTo>
                  <a:lnTo>
                    <a:pt x="21784" y="40020"/>
                  </a:lnTo>
                  <a:lnTo>
                    <a:pt x="21740" y="41592"/>
                  </a:lnTo>
                  <a:lnTo>
                    <a:pt x="21650" y="43164"/>
                  </a:lnTo>
                  <a:lnTo>
                    <a:pt x="21560" y="44736"/>
                  </a:lnTo>
                  <a:lnTo>
                    <a:pt x="21425" y="46353"/>
                  </a:lnTo>
                  <a:lnTo>
                    <a:pt x="21245" y="48015"/>
                  </a:lnTo>
                  <a:lnTo>
                    <a:pt x="21021" y="49677"/>
                  </a:lnTo>
                  <a:lnTo>
                    <a:pt x="20751" y="51339"/>
                  </a:lnTo>
                  <a:lnTo>
                    <a:pt x="20482" y="53001"/>
                  </a:lnTo>
                  <a:lnTo>
                    <a:pt x="20123" y="54707"/>
                  </a:lnTo>
                  <a:lnTo>
                    <a:pt x="19763" y="56369"/>
                  </a:lnTo>
                  <a:lnTo>
                    <a:pt x="19359" y="58031"/>
                  </a:lnTo>
                  <a:lnTo>
                    <a:pt x="18865" y="59693"/>
                  </a:lnTo>
                  <a:lnTo>
                    <a:pt x="18371" y="61355"/>
                  </a:lnTo>
                  <a:lnTo>
                    <a:pt x="17787" y="62972"/>
                  </a:lnTo>
                  <a:lnTo>
                    <a:pt x="17158" y="64589"/>
                  </a:lnTo>
                  <a:lnTo>
                    <a:pt x="16484" y="66161"/>
                  </a:lnTo>
                  <a:lnTo>
                    <a:pt x="15721" y="67688"/>
                  </a:lnTo>
                  <a:lnTo>
                    <a:pt x="14957" y="69215"/>
                  </a:lnTo>
                  <a:lnTo>
                    <a:pt x="14104" y="70652"/>
                  </a:lnTo>
                  <a:lnTo>
                    <a:pt x="13161" y="72089"/>
                  </a:lnTo>
                  <a:lnTo>
                    <a:pt x="12173" y="73437"/>
                  </a:lnTo>
                  <a:lnTo>
                    <a:pt x="11095" y="74784"/>
                  </a:lnTo>
                  <a:lnTo>
                    <a:pt x="9972" y="76042"/>
                  </a:lnTo>
                  <a:lnTo>
                    <a:pt x="8804" y="77210"/>
                  </a:lnTo>
                  <a:lnTo>
                    <a:pt x="7546" y="78333"/>
                  </a:lnTo>
                  <a:lnTo>
                    <a:pt x="6199" y="79411"/>
                  </a:lnTo>
                  <a:lnTo>
                    <a:pt x="5480" y="79905"/>
                  </a:lnTo>
                  <a:lnTo>
                    <a:pt x="4762" y="80354"/>
                  </a:lnTo>
                  <a:lnTo>
                    <a:pt x="4043" y="80803"/>
                  </a:lnTo>
                  <a:lnTo>
                    <a:pt x="3279" y="81252"/>
                  </a:lnTo>
                  <a:lnTo>
                    <a:pt x="2471" y="81656"/>
                  </a:lnTo>
                  <a:lnTo>
                    <a:pt x="1662" y="82061"/>
                  </a:lnTo>
                  <a:lnTo>
                    <a:pt x="854" y="82420"/>
                  </a:lnTo>
                  <a:lnTo>
                    <a:pt x="1" y="82779"/>
                  </a:lnTo>
                  <a:lnTo>
                    <a:pt x="2022" y="82600"/>
                  </a:lnTo>
                  <a:lnTo>
                    <a:pt x="3953" y="82375"/>
                  </a:lnTo>
                  <a:lnTo>
                    <a:pt x="5840" y="82061"/>
                  </a:lnTo>
                  <a:lnTo>
                    <a:pt x="7636" y="81611"/>
                  </a:lnTo>
                  <a:lnTo>
                    <a:pt x="9388" y="81162"/>
                  </a:lnTo>
                  <a:lnTo>
                    <a:pt x="11050" y="80578"/>
                  </a:lnTo>
                  <a:lnTo>
                    <a:pt x="12667" y="79950"/>
                  </a:lnTo>
                  <a:lnTo>
                    <a:pt x="14239" y="79186"/>
                  </a:lnTo>
                  <a:lnTo>
                    <a:pt x="15721" y="78423"/>
                  </a:lnTo>
                  <a:lnTo>
                    <a:pt x="17158" y="77524"/>
                  </a:lnTo>
                  <a:lnTo>
                    <a:pt x="18506" y="76581"/>
                  </a:lnTo>
                  <a:lnTo>
                    <a:pt x="19808" y="75503"/>
                  </a:lnTo>
                  <a:lnTo>
                    <a:pt x="21021" y="74425"/>
                  </a:lnTo>
                  <a:lnTo>
                    <a:pt x="22189" y="73212"/>
                  </a:lnTo>
                  <a:lnTo>
                    <a:pt x="23267" y="71955"/>
                  </a:lnTo>
                  <a:lnTo>
                    <a:pt x="24300" y="70562"/>
                  </a:lnTo>
                  <a:lnTo>
                    <a:pt x="24794" y="69844"/>
                  </a:lnTo>
                  <a:lnTo>
                    <a:pt x="25288" y="69080"/>
                  </a:lnTo>
                  <a:lnTo>
                    <a:pt x="26231" y="67553"/>
                  </a:lnTo>
                  <a:lnTo>
                    <a:pt x="27040" y="65936"/>
                  </a:lnTo>
                  <a:lnTo>
                    <a:pt x="27803" y="64229"/>
                  </a:lnTo>
                  <a:lnTo>
                    <a:pt x="28477" y="62523"/>
                  </a:lnTo>
                  <a:lnTo>
                    <a:pt x="29106" y="60771"/>
                  </a:lnTo>
                  <a:lnTo>
                    <a:pt x="29645" y="58974"/>
                  </a:lnTo>
                  <a:lnTo>
                    <a:pt x="30094" y="57133"/>
                  </a:lnTo>
                  <a:lnTo>
                    <a:pt x="30498" y="55246"/>
                  </a:lnTo>
                  <a:lnTo>
                    <a:pt x="30857" y="53315"/>
                  </a:lnTo>
                  <a:lnTo>
                    <a:pt x="31127" y="51384"/>
                  </a:lnTo>
                  <a:lnTo>
                    <a:pt x="31351" y="49407"/>
                  </a:lnTo>
                  <a:lnTo>
                    <a:pt x="31531" y="47431"/>
                  </a:lnTo>
                  <a:lnTo>
                    <a:pt x="31621" y="45455"/>
                  </a:lnTo>
                  <a:lnTo>
                    <a:pt x="31711" y="43479"/>
                  </a:lnTo>
                  <a:lnTo>
                    <a:pt x="31711" y="41457"/>
                  </a:lnTo>
                  <a:lnTo>
                    <a:pt x="31711" y="39796"/>
                  </a:lnTo>
                  <a:lnTo>
                    <a:pt x="31666" y="38089"/>
                  </a:lnTo>
                  <a:lnTo>
                    <a:pt x="31486" y="34765"/>
                  </a:lnTo>
                  <a:lnTo>
                    <a:pt x="31217" y="31441"/>
                  </a:lnTo>
                  <a:lnTo>
                    <a:pt x="30902" y="28163"/>
                  </a:lnTo>
                  <a:lnTo>
                    <a:pt x="30453" y="25018"/>
                  </a:lnTo>
                  <a:lnTo>
                    <a:pt x="30004" y="21919"/>
                  </a:lnTo>
                  <a:lnTo>
                    <a:pt x="29465" y="18955"/>
                  </a:lnTo>
                  <a:lnTo>
                    <a:pt x="28926" y="16080"/>
                  </a:lnTo>
                  <a:lnTo>
                    <a:pt x="28342" y="13385"/>
                  </a:lnTo>
                  <a:lnTo>
                    <a:pt x="27758" y="10870"/>
                  </a:lnTo>
                  <a:lnTo>
                    <a:pt x="27219" y="8535"/>
                  </a:lnTo>
                  <a:lnTo>
                    <a:pt x="26680" y="6424"/>
                  </a:lnTo>
                  <a:lnTo>
                    <a:pt x="25692" y="2875"/>
                  </a:lnTo>
                  <a:lnTo>
                    <a:pt x="24929" y="360"/>
                  </a:lnTo>
                  <a:lnTo>
                    <a:pt x="24839" y="1"/>
                  </a:lnTo>
                  <a:close/>
                </a:path>
              </a:pathLst>
            </a:custGeom>
            <a:solidFill>
              <a:srgbClr val="81534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58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180" y="10151"/>
                  </a:moveTo>
                  <a:lnTo>
                    <a:pt x="1" y="9971"/>
                  </a:lnTo>
                  <a:lnTo>
                    <a:pt x="1" y="9882"/>
                  </a:lnTo>
                  <a:lnTo>
                    <a:pt x="1" y="9882"/>
                  </a:lnTo>
                  <a:lnTo>
                    <a:pt x="584" y="9477"/>
                  </a:lnTo>
                  <a:lnTo>
                    <a:pt x="1123" y="8983"/>
                  </a:lnTo>
                  <a:lnTo>
                    <a:pt x="1618" y="8489"/>
                  </a:lnTo>
                  <a:lnTo>
                    <a:pt x="2112" y="7950"/>
                  </a:lnTo>
                  <a:lnTo>
                    <a:pt x="2561" y="7411"/>
                  </a:lnTo>
                  <a:lnTo>
                    <a:pt x="2965" y="6827"/>
                  </a:lnTo>
                  <a:lnTo>
                    <a:pt x="3369" y="6199"/>
                  </a:lnTo>
                  <a:lnTo>
                    <a:pt x="3729" y="5570"/>
                  </a:lnTo>
                  <a:lnTo>
                    <a:pt x="4043" y="4941"/>
                  </a:lnTo>
                  <a:lnTo>
                    <a:pt x="4312" y="4267"/>
                  </a:lnTo>
                  <a:lnTo>
                    <a:pt x="4537" y="3593"/>
                  </a:lnTo>
                  <a:lnTo>
                    <a:pt x="4762" y="2875"/>
                  </a:lnTo>
                  <a:lnTo>
                    <a:pt x="4896" y="2201"/>
                  </a:lnTo>
                  <a:lnTo>
                    <a:pt x="5031" y="1482"/>
                  </a:lnTo>
                  <a:lnTo>
                    <a:pt x="5121" y="764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211" y="0"/>
                  </a:lnTo>
                  <a:lnTo>
                    <a:pt x="5211" y="0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764"/>
                  </a:lnTo>
                  <a:lnTo>
                    <a:pt x="5121" y="1482"/>
                  </a:lnTo>
                  <a:lnTo>
                    <a:pt x="5031" y="2201"/>
                  </a:lnTo>
                  <a:lnTo>
                    <a:pt x="4851" y="2920"/>
                  </a:lnTo>
                  <a:lnTo>
                    <a:pt x="4672" y="3593"/>
                  </a:lnTo>
                  <a:lnTo>
                    <a:pt x="4402" y="4312"/>
                  </a:lnTo>
                  <a:lnTo>
                    <a:pt x="4133" y="4941"/>
                  </a:lnTo>
                  <a:lnTo>
                    <a:pt x="3818" y="5615"/>
                  </a:lnTo>
                  <a:lnTo>
                    <a:pt x="3459" y="6243"/>
                  </a:lnTo>
                  <a:lnTo>
                    <a:pt x="3055" y="6872"/>
                  </a:lnTo>
                  <a:lnTo>
                    <a:pt x="2651" y="7456"/>
                  </a:lnTo>
                  <a:lnTo>
                    <a:pt x="2201" y="7995"/>
                  </a:lnTo>
                  <a:lnTo>
                    <a:pt x="1707" y="8534"/>
                  </a:lnTo>
                  <a:lnTo>
                    <a:pt x="1168" y="9073"/>
                  </a:lnTo>
                  <a:lnTo>
                    <a:pt x="629" y="9522"/>
                  </a:lnTo>
                  <a:lnTo>
                    <a:pt x="45" y="9971"/>
                  </a:lnTo>
                  <a:lnTo>
                    <a:pt x="180" y="101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58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46" y="22009"/>
                  </a:moveTo>
                  <a:lnTo>
                    <a:pt x="1" y="22009"/>
                  </a:lnTo>
                  <a:lnTo>
                    <a:pt x="1" y="21920"/>
                  </a:lnTo>
                  <a:lnTo>
                    <a:pt x="1" y="21920"/>
                  </a:lnTo>
                  <a:lnTo>
                    <a:pt x="1393" y="21021"/>
                  </a:lnTo>
                  <a:lnTo>
                    <a:pt x="2696" y="20033"/>
                  </a:lnTo>
                  <a:lnTo>
                    <a:pt x="3998" y="18955"/>
                  </a:lnTo>
                  <a:lnTo>
                    <a:pt x="5166" y="17787"/>
                  </a:lnTo>
                  <a:lnTo>
                    <a:pt x="6289" y="16575"/>
                  </a:lnTo>
                  <a:lnTo>
                    <a:pt x="7322" y="15317"/>
                  </a:lnTo>
                  <a:lnTo>
                    <a:pt x="8310" y="13970"/>
                  </a:lnTo>
                  <a:lnTo>
                    <a:pt x="9209" y="12577"/>
                  </a:lnTo>
                  <a:lnTo>
                    <a:pt x="10017" y="11140"/>
                  </a:lnTo>
                  <a:lnTo>
                    <a:pt x="10736" y="9613"/>
                  </a:lnTo>
                  <a:lnTo>
                    <a:pt x="11365" y="8086"/>
                  </a:lnTo>
                  <a:lnTo>
                    <a:pt x="11904" y="6559"/>
                  </a:lnTo>
                  <a:lnTo>
                    <a:pt x="12353" y="4942"/>
                  </a:lnTo>
                  <a:lnTo>
                    <a:pt x="12667" y="3325"/>
                  </a:lnTo>
                  <a:lnTo>
                    <a:pt x="12937" y="1708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3116" y="1"/>
                  </a:lnTo>
                  <a:lnTo>
                    <a:pt x="13116" y="1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026" y="1708"/>
                  </a:lnTo>
                  <a:lnTo>
                    <a:pt x="12802" y="3325"/>
                  </a:lnTo>
                  <a:lnTo>
                    <a:pt x="12442" y="4987"/>
                  </a:lnTo>
                  <a:lnTo>
                    <a:pt x="11993" y="6559"/>
                  </a:lnTo>
                  <a:lnTo>
                    <a:pt x="11454" y="8131"/>
                  </a:lnTo>
                  <a:lnTo>
                    <a:pt x="10826" y="9658"/>
                  </a:lnTo>
                  <a:lnTo>
                    <a:pt x="10107" y="11185"/>
                  </a:lnTo>
                  <a:lnTo>
                    <a:pt x="9298" y="12622"/>
                  </a:lnTo>
                  <a:lnTo>
                    <a:pt x="8400" y="14014"/>
                  </a:lnTo>
                  <a:lnTo>
                    <a:pt x="7412" y="15362"/>
                  </a:lnTo>
                  <a:lnTo>
                    <a:pt x="6379" y="16664"/>
                  </a:lnTo>
                  <a:lnTo>
                    <a:pt x="5256" y="17877"/>
                  </a:lnTo>
                  <a:lnTo>
                    <a:pt x="4043" y="19045"/>
                  </a:lnTo>
                  <a:lnTo>
                    <a:pt x="2786" y="20123"/>
                  </a:lnTo>
                  <a:lnTo>
                    <a:pt x="1438" y="21111"/>
                  </a:lnTo>
                  <a:lnTo>
                    <a:pt x="46" y="220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58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675" y="3908"/>
                  </a:moveTo>
                  <a:lnTo>
                    <a:pt x="630" y="3683"/>
                  </a:lnTo>
                  <a:lnTo>
                    <a:pt x="1" y="270"/>
                  </a:lnTo>
                  <a:lnTo>
                    <a:pt x="46" y="225"/>
                  </a:lnTo>
                  <a:lnTo>
                    <a:pt x="46" y="0"/>
                  </a:lnTo>
                  <a:lnTo>
                    <a:pt x="46" y="225"/>
                  </a:lnTo>
                  <a:lnTo>
                    <a:pt x="91" y="270"/>
                  </a:lnTo>
                  <a:lnTo>
                    <a:pt x="764" y="3638"/>
                  </a:lnTo>
                  <a:lnTo>
                    <a:pt x="764" y="3638"/>
                  </a:lnTo>
                  <a:lnTo>
                    <a:pt x="719" y="3728"/>
                  </a:lnTo>
                  <a:lnTo>
                    <a:pt x="675" y="39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58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2471" y="12262"/>
                  </a:moveTo>
                  <a:lnTo>
                    <a:pt x="2471" y="12262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246" y="10645"/>
                  </a:lnTo>
                  <a:lnTo>
                    <a:pt x="2022" y="9118"/>
                  </a:lnTo>
                  <a:lnTo>
                    <a:pt x="1752" y="7591"/>
                  </a:lnTo>
                  <a:lnTo>
                    <a:pt x="1483" y="6064"/>
                  </a:lnTo>
                  <a:lnTo>
                    <a:pt x="1124" y="4536"/>
                  </a:lnTo>
                  <a:lnTo>
                    <a:pt x="809" y="3054"/>
                  </a:lnTo>
                  <a:lnTo>
                    <a:pt x="405" y="1527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0"/>
                  </a:lnTo>
                  <a:lnTo>
                    <a:pt x="1" y="0"/>
                  </a:lnTo>
                  <a:lnTo>
                    <a:pt x="46" y="0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495" y="1527"/>
                  </a:lnTo>
                  <a:lnTo>
                    <a:pt x="899" y="3009"/>
                  </a:lnTo>
                  <a:lnTo>
                    <a:pt x="1258" y="4536"/>
                  </a:lnTo>
                  <a:lnTo>
                    <a:pt x="1573" y="6064"/>
                  </a:lnTo>
                  <a:lnTo>
                    <a:pt x="1842" y="7591"/>
                  </a:lnTo>
                  <a:lnTo>
                    <a:pt x="2112" y="9118"/>
                  </a:lnTo>
                  <a:lnTo>
                    <a:pt x="2336" y="10645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516" y="12217"/>
                  </a:lnTo>
                  <a:lnTo>
                    <a:pt x="2471" y="1226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58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3728" y="25916"/>
                  </a:moveTo>
                  <a:lnTo>
                    <a:pt x="3728" y="25916"/>
                  </a:lnTo>
                  <a:lnTo>
                    <a:pt x="3728" y="25871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549" y="22637"/>
                  </a:lnTo>
                  <a:lnTo>
                    <a:pt x="3279" y="19403"/>
                  </a:lnTo>
                  <a:lnTo>
                    <a:pt x="2965" y="16170"/>
                  </a:lnTo>
                  <a:lnTo>
                    <a:pt x="2515" y="12981"/>
                  </a:lnTo>
                  <a:lnTo>
                    <a:pt x="2021" y="9747"/>
                  </a:lnTo>
                  <a:lnTo>
                    <a:pt x="1438" y="6603"/>
                  </a:lnTo>
                  <a:lnTo>
                    <a:pt x="764" y="3414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25"/>
                  </a:lnTo>
                  <a:lnTo>
                    <a:pt x="45" y="225"/>
                  </a:lnTo>
                  <a:lnTo>
                    <a:pt x="45" y="0"/>
                  </a:lnTo>
                  <a:lnTo>
                    <a:pt x="45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854" y="3414"/>
                  </a:lnTo>
                  <a:lnTo>
                    <a:pt x="1527" y="6558"/>
                  </a:lnTo>
                  <a:lnTo>
                    <a:pt x="2111" y="9747"/>
                  </a:lnTo>
                  <a:lnTo>
                    <a:pt x="2605" y="12936"/>
                  </a:lnTo>
                  <a:lnTo>
                    <a:pt x="3054" y="16170"/>
                  </a:lnTo>
                  <a:lnTo>
                    <a:pt x="3369" y="19403"/>
                  </a:lnTo>
                  <a:lnTo>
                    <a:pt x="3638" y="22592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773" y="25871"/>
                  </a:lnTo>
                  <a:lnTo>
                    <a:pt x="3728" y="259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58"/>
            <p:cNvSpPr/>
            <p:nvPr/>
          </p:nvSpPr>
          <p:spPr>
            <a:xfrm>
              <a:off x="6328600" y="1961425"/>
              <a:ext cx="792775" cy="2069500"/>
            </a:xfrm>
            <a:custGeom>
              <a:rect b="b" l="l" r="r" t="t"/>
              <a:pathLst>
                <a:path extrusionOk="0" fill="none" h="82780" w="31711">
                  <a:moveTo>
                    <a:pt x="24839" y="1"/>
                  </a:moveTo>
                  <a:lnTo>
                    <a:pt x="24569" y="315"/>
                  </a:lnTo>
                  <a:lnTo>
                    <a:pt x="24569" y="315"/>
                  </a:lnTo>
                  <a:lnTo>
                    <a:pt x="24300" y="674"/>
                  </a:lnTo>
                  <a:lnTo>
                    <a:pt x="23940" y="1034"/>
                  </a:lnTo>
                  <a:lnTo>
                    <a:pt x="23536" y="1393"/>
                  </a:lnTo>
                  <a:lnTo>
                    <a:pt x="23087" y="1708"/>
                  </a:lnTo>
                  <a:lnTo>
                    <a:pt x="22593" y="2022"/>
                  </a:lnTo>
                  <a:lnTo>
                    <a:pt x="22009" y="2336"/>
                  </a:lnTo>
                  <a:lnTo>
                    <a:pt x="21425" y="2651"/>
                  </a:lnTo>
                  <a:lnTo>
                    <a:pt x="20751" y="2920"/>
                  </a:lnTo>
                  <a:lnTo>
                    <a:pt x="19314" y="3459"/>
                  </a:lnTo>
                  <a:lnTo>
                    <a:pt x="17742" y="3953"/>
                  </a:lnTo>
                  <a:lnTo>
                    <a:pt x="15990" y="4402"/>
                  </a:lnTo>
                  <a:lnTo>
                    <a:pt x="14149" y="4852"/>
                  </a:lnTo>
                  <a:lnTo>
                    <a:pt x="14149" y="4852"/>
                  </a:lnTo>
                  <a:lnTo>
                    <a:pt x="14778" y="6334"/>
                  </a:lnTo>
                  <a:lnTo>
                    <a:pt x="15766" y="8894"/>
                  </a:lnTo>
                  <a:lnTo>
                    <a:pt x="16350" y="10511"/>
                  </a:lnTo>
                  <a:lnTo>
                    <a:pt x="17023" y="12352"/>
                  </a:lnTo>
                  <a:lnTo>
                    <a:pt x="17652" y="14329"/>
                  </a:lnTo>
                  <a:lnTo>
                    <a:pt x="18326" y="16530"/>
                  </a:lnTo>
                  <a:lnTo>
                    <a:pt x="19000" y="18820"/>
                  </a:lnTo>
                  <a:lnTo>
                    <a:pt x="19629" y="21246"/>
                  </a:lnTo>
                  <a:lnTo>
                    <a:pt x="20168" y="23761"/>
                  </a:lnTo>
                  <a:lnTo>
                    <a:pt x="20707" y="26366"/>
                  </a:lnTo>
                  <a:lnTo>
                    <a:pt x="21156" y="29016"/>
                  </a:lnTo>
                  <a:lnTo>
                    <a:pt x="21335" y="30363"/>
                  </a:lnTo>
                  <a:lnTo>
                    <a:pt x="21470" y="31711"/>
                  </a:lnTo>
                  <a:lnTo>
                    <a:pt x="21605" y="33058"/>
                  </a:lnTo>
                  <a:lnTo>
                    <a:pt x="21695" y="34406"/>
                  </a:lnTo>
                  <a:lnTo>
                    <a:pt x="21784" y="35753"/>
                  </a:lnTo>
                  <a:lnTo>
                    <a:pt x="21784" y="37101"/>
                  </a:lnTo>
                  <a:lnTo>
                    <a:pt x="21784" y="37101"/>
                  </a:lnTo>
                  <a:lnTo>
                    <a:pt x="21784" y="40020"/>
                  </a:lnTo>
                  <a:lnTo>
                    <a:pt x="21740" y="41592"/>
                  </a:lnTo>
                  <a:lnTo>
                    <a:pt x="21650" y="43164"/>
                  </a:lnTo>
                  <a:lnTo>
                    <a:pt x="21560" y="44736"/>
                  </a:lnTo>
                  <a:lnTo>
                    <a:pt x="21425" y="46353"/>
                  </a:lnTo>
                  <a:lnTo>
                    <a:pt x="21245" y="48015"/>
                  </a:lnTo>
                  <a:lnTo>
                    <a:pt x="21021" y="49677"/>
                  </a:lnTo>
                  <a:lnTo>
                    <a:pt x="20751" y="51339"/>
                  </a:lnTo>
                  <a:lnTo>
                    <a:pt x="20482" y="53001"/>
                  </a:lnTo>
                  <a:lnTo>
                    <a:pt x="20123" y="54707"/>
                  </a:lnTo>
                  <a:lnTo>
                    <a:pt x="19763" y="56369"/>
                  </a:lnTo>
                  <a:lnTo>
                    <a:pt x="19359" y="58031"/>
                  </a:lnTo>
                  <a:lnTo>
                    <a:pt x="18865" y="59693"/>
                  </a:lnTo>
                  <a:lnTo>
                    <a:pt x="18371" y="61355"/>
                  </a:lnTo>
                  <a:lnTo>
                    <a:pt x="17787" y="62972"/>
                  </a:lnTo>
                  <a:lnTo>
                    <a:pt x="17158" y="64589"/>
                  </a:lnTo>
                  <a:lnTo>
                    <a:pt x="16484" y="66161"/>
                  </a:lnTo>
                  <a:lnTo>
                    <a:pt x="15721" y="67688"/>
                  </a:lnTo>
                  <a:lnTo>
                    <a:pt x="14957" y="69215"/>
                  </a:lnTo>
                  <a:lnTo>
                    <a:pt x="14104" y="70652"/>
                  </a:lnTo>
                  <a:lnTo>
                    <a:pt x="13161" y="72089"/>
                  </a:lnTo>
                  <a:lnTo>
                    <a:pt x="12173" y="73437"/>
                  </a:lnTo>
                  <a:lnTo>
                    <a:pt x="11095" y="74784"/>
                  </a:lnTo>
                  <a:lnTo>
                    <a:pt x="9972" y="76042"/>
                  </a:lnTo>
                  <a:lnTo>
                    <a:pt x="8804" y="77210"/>
                  </a:lnTo>
                  <a:lnTo>
                    <a:pt x="7546" y="78333"/>
                  </a:lnTo>
                  <a:lnTo>
                    <a:pt x="6199" y="79411"/>
                  </a:lnTo>
                  <a:lnTo>
                    <a:pt x="5480" y="79905"/>
                  </a:lnTo>
                  <a:lnTo>
                    <a:pt x="4762" y="80354"/>
                  </a:lnTo>
                  <a:lnTo>
                    <a:pt x="4043" y="80803"/>
                  </a:lnTo>
                  <a:lnTo>
                    <a:pt x="3279" y="81252"/>
                  </a:lnTo>
                  <a:lnTo>
                    <a:pt x="2471" y="81656"/>
                  </a:lnTo>
                  <a:lnTo>
                    <a:pt x="1662" y="82061"/>
                  </a:lnTo>
                  <a:lnTo>
                    <a:pt x="854" y="82420"/>
                  </a:lnTo>
                  <a:lnTo>
                    <a:pt x="1" y="82779"/>
                  </a:lnTo>
                  <a:lnTo>
                    <a:pt x="1" y="82779"/>
                  </a:lnTo>
                  <a:lnTo>
                    <a:pt x="2022" y="82600"/>
                  </a:lnTo>
                  <a:lnTo>
                    <a:pt x="3953" y="82375"/>
                  </a:lnTo>
                  <a:lnTo>
                    <a:pt x="5840" y="82061"/>
                  </a:lnTo>
                  <a:lnTo>
                    <a:pt x="7636" y="81611"/>
                  </a:lnTo>
                  <a:lnTo>
                    <a:pt x="9388" y="81162"/>
                  </a:lnTo>
                  <a:lnTo>
                    <a:pt x="11050" y="80578"/>
                  </a:lnTo>
                  <a:lnTo>
                    <a:pt x="12667" y="79950"/>
                  </a:lnTo>
                  <a:lnTo>
                    <a:pt x="14239" y="79186"/>
                  </a:lnTo>
                  <a:lnTo>
                    <a:pt x="15721" y="78423"/>
                  </a:lnTo>
                  <a:lnTo>
                    <a:pt x="17158" y="77524"/>
                  </a:lnTo>
                  <a:lnTo>
                    <a:pt x="18506" y="76581"/>
                  </a:lnTo>
                  <a:lnTo>
                    <a:pt x="19808" y="75503"/>
                  </a:lnTo>
                  <a:lnTo>
                    <a:pt x="21021" y="74425"/>
                  </a:lnTo>
                  <a:lnTo>
                    <a:pt x="22189" y="73212"/>
                  </a:lnTo>
                  <a:lnTo>
                    <a:pt x="23267" y="71955"/>
                  </a:lnTo>
                  <a:lnTo>
                    <a:pt x="24300" y="70562"/>
                  </a:lnTo>
                  <a:lnTo>
                    <a:pt x="24300" y="70562"/>
                  </a:lnTo>
                  <a:lnTo>
                    <a:pt x="24794" y="69844"/>
                  </a:lnTo>
                  <a:lnTo>
                    <a:pt x="25288" y="69080"/>
                  </a:lnTo>
                  <a:lnTo>
                    <a:pt x="26231" y="67553"/>
                  </a:lnTo>
                  <a:lnTo>
                    <a:pt x="27040" y="65936"/>
                  </a:lnTo>
                  <a:lnTo>
                    <a:pt x="27803" y="64229"/>
                  </a:lnTo>
                  <a:lnTo>
                    <a:pt x="28477" y="62523"/>
                  </a:lnTo>
                  <a:lnTo>
                    <a:pt x="29106" y="60771"/>
                  </a:lnTo>
                  <a:lnTo>
                    <a:pt x="29645" y="58974"/>
                  </a:lnTo>
                  <a:lnTo>
                    <a:pt x="30094" y="57133"/>
                  </a:lnTo>
                  <a:lnTo>
                    <a:pt x="30498" y="55246"/>
                  </a:lnTo>
                  <a:lnTo>
                    <a:pt x="30857" y="53315"/>
                  </a:lnTo>
                  <a:lnTo>
                    <a:pt x="31127" y="51384"/>
                  </a:lnTo>
                  <a:lnTo>
                    <a:pt x="31351" y="49407"/>
                  </a:lnTo>
                  <a:lnTo>
                    <a:pt x="31531" y="47431"/>
                  </a:lnTo>
                  <a:lnTo>
                    <a:pt x="31621" y="45455"/>
                  </a:lnTo>
                  <a:lnTo>
                    <a:pt x="31711" y="43479"/>
                  </a:lnTo>
                  <a:lnTo>
                    <a:pt x="31711" y="41457"/>
                  </a:lnTo>
                  <a:lnTo>
                    <a:pt x="31711" y="41457"/>
                  </a:lnTo>
                  <a:lnTo>
                    <a:pt x="31711" y="39796"/>
                  </a:lnTo>
                  <a:lnTo>
                    <a:pt x="31666" y="38089"/>
                  </a:lnTo>
                  <a:lnTo>
                    <a:pt x="31486" y="34765"/>
                  </a:lnTo>
                  <a:lnTo>
                    <a:pt x="31217" y="31441"/>
                  </a:lnTo>
                  <a:lnTo>
                    <a:pt x="30902" y="28163"/>
                  </a:lnTo>
                  <a:lnTo>
                    <a:pt x="30453" y="25018"/>
                  </a:lnTo>
                  <a:lnTo>
                    <a:pt x="30004" y="21919"/>
                  </a:lnTo>
                  <a:lnTo>
                    <a:pt x="29465" y="18955"/>
                  </a:lnTo>
                  <a:lnTo>
                    <a:pt x="28926" y="16080"/>
                  </a:lnTo>
                  <a:lnTo>
                    <a:pt x="28342" y="13385"/>
                  </a:lnTo>
                  <a:lnTo>
                    <a:pt x="27758" y="10870"/>
                  </a:lnTo>
                  <a:lnTo>
                    <a:pt x="27219" y="8535"/>
                  </a:lnTo>
                  <a:lnTo>
                    <a:pt x="26680" y="6424"/>
                  </a:lnTo>
                  <a:lnTo>
                    <a:pt x="25692" y="2875"/>
                  </a:lnTo>
                  <a:lnTo>
                    <a:pt x="24929" y="360"/>
                  </a:lnTo>
                  <a:lnTo>
                    <a:pt x="2483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58"/>
            <p:cNvSpPr/>
            <p:nvPr/>
          </p:nvSpPr>
          <p:spPr>
            <a:xfrm>
              <a:off x="6356675" y="1889575"/>
              <a:ext cx="360475" cy="110050"/>
            </a:xfrm>
            <a:custGeom>
              <a:rect b="b" l="l" r="r" t="t"/>
              <a:pathLst>
                <a:path extrusionOk="0" h="4402" w="14419">
                  <a:moveTo>
                    <a:pt x="1393" y="0"/>
                  </a:moveTo>
                  <a:lnTo>
                    <a:pt x="674" y="45"/>
                  </a:lnTo>
                  <a:lnTo>
                    <a:pt x="360" y="90"/>
                  </a:lnTo>
                  <a:lnTo>
                    <a:pt x="90" y="180"/>
                  </a:lnTo>
                  <a:lnTo>
                    <a:pt x="1" y="315"/>
                  </a:lnTo>
                  <a:lnTo>
                    <a:pt x="45" y="449"/>
                  </a:lnTo>
                  <a:lnTo>
                    <a:pt x="135" y="539"/>
                  </a:lnTo>
                  <a:lnTo>
                    <a:pt x="315" y="674"/>
                  </a:lnTo>
                  <a:lnTo>
                    <a:pt x="584" y="719"/>
                  </a:lnTo>
                  <a:lnTo>
                    <a:pt x="854" y="809"/>
                  </a:lnTo>
                  <a:lnTo>
                    <a:pt x="1438" y="898"/>
                  </a:lnTo>
                  <a:lnTo>
                    <a:pt x="2965" y="1078"/>
                  </a:lnTo>
                  <a:lnTo>
                    <a:pt x="4492" y="1258"/>
                  </a:lnTo>
                  <a:lnTo>
                    <a:pt x="5211" y="1393"/>
                  </a:lnTo>
                  <a:lnTo>
                    <a:pt x="5884" y="1527"/>
                  </a:lnTo>
                  <a:lnTo>
                    <a:pt x="6513" y="1752"/>
                  </a:lnTo>
                  <a:lnTo>
                    <a:pt x="7007" y="1976"/>
                  </a:lnTo>
                  <a:lnTo>
                    <a:pt x="7187" y="2111"/>
                  </a:lnTo>
                  <a:lnTo>
                    <a:pt x="7322" y="2246"/>
                  </a:lnTo>
                  <a:lnTo>
                    <a:pt x="7411" y="2426"/>
                  </a:lnTo>
                  <a:lnTo>
                    <a:pt x="7411" y="2560"/>
                  </a:lnTo>
                  <a:lnTo>
                    <a:pt x="7411" y="2695"/>
                  </a:lnTo>
                  <a:lnTo>
                    <a:pt x="7322" y="2830"/>
                  </a:lnTo>
                  <a:lnTo>
                    <a:pt x="7142" y="3010"/>
                  </a:lnTo>
                  <a:lnTo>
                    <a:pt x="6917" y="3099"/>
                  </a:lnTo>
                  <a:lnTo>
                    <a:pt x="6558" y="3234"/>
                  </a:lnTo>
                  <a:lnTo>
                    <a:pt x="6199" y="3324"/>
                  </a:lnTo>
                  <a:lnTo>
                    <a:pt x="5390" y="3548"/>
                  </a:lnTo>
                  <a:lnTo>
                    <a:pt x="5031" y="3683"/>
                  </a:lnTo>
                  <a:lnTo>
                    <a:pt x="4806" y="3863"/>
                  </a:lnTo>
                  <a:lnTo>
                    <a:pt x="4762" y="3953"/>
                  </a:lnTo>
                  <a:lnTo>
                    <a:pt x="4762" y="4043"/>
                  </a:lnTo>
                  <a:lnTo>
                    <a:pt x="4851" y="4132"/>
                  </a:lnTo>
                  <a:lnTo>
                    <a:pt x="4941" y="4222"/>
                  </a:lnTo>
                  <a:lnTo>
                    <a:pt x="5211" y="4312"/>
                  </a:lnTo>
                  <a:lnTo>
                    <a:pt x="5480" y="4357"/>
                  </a:lnTo>
                  <a:lnTo>
                    <a:pt x="6154" y="4402"/>
                  </a:lnTo>
                  <a:lnTo>
                    <a:pt x="6423" y="4357"/>
                  </a:lnTo>
                  <a:lnTo>
                    <a:pt x="7636" y="4357"/>
                  </a:lnTo>
                  <a:lnTo>
                    <a:pt x="8894" y="4312"/>
                  </a:lnTo>
                  <a:lnTo>
                    <a:pt x="10106" y="4222"/>
                  </a:lnTo>
                  <a:lnTo>
                    <a:pt x="11319" y="4087"/>
                  </a:lnTo>
                  <a:lnTo>
                    <a:pt x="11858" y="3998"/>
                  </a:lnTo>
                  <a:lnTo>
                    <a:pt x="12397" y="3863"/>
                  </a:lnTo>
                  <a:lnTo>
                    <a:pt x="12891" y="3728"/>
                  </a:lnTo>
                  <a:lnTo>
                    <a:pt x="13340" y="3548"/>
                  </a:lnTo>
                  <a:lnTo>
                    <a:pt x="13745" y="3369"/>
                  </a:lnTo>
                  <a:lnTo>
                    <a:pt x="14059" y="3144"/>
                  </a:lnTo>
                  <a:lnTo>
                    <a:pt x="14284" y="2920"/>
                  </a:lnTo>
                  <a:lnTo>
                    <a:pt x="14418" y="2695"/>
                  </a:lnTo>
                  <a:lnTo>
                    <a:pt x="14418" y="2560"/>
                  </a:lnTo>
                  <a:lnTo>
                    <a:pt x="14418" y="2471"/>
                  </a:lnTo>
                  <a:lnTo>
                    <a:pt x="14373" y="2336"/>
                  </a:lnTo>
                  <a:lnTo>
                    <a:pt x="14328" y="2201"/>
                  </a:lnTo>
                  <a:lnTo>
                    <a:pt x="14104" y="1976"/>
                  </a:lnTo>
                  <a:lnTo>
                    <a:pt x="13834" y="1707"/>
                  </a:lnTo>
                  <a:lnTo>
                    <a:pt x="13430" y="1527"/>
                  </a:lnTo>
                  <a:lnTo>
                    <a:pt x="13026" y="1303"/>
                  </a:lnTo>
                  <a:lnTo>
                    <a:pt x="12487" y="1123"/>
                  </a:lnTo>
                  <a:lnTo>
                    <a:pt x="11948" y="988"/>
                  </a:lnTo>
                  <a:lnTo>
                    <a:pt x="10870" y="719"/>
                  </a:lnTo>
                  <a:lnTo>
                    <a:pt x="9612" y="539"/>
                  </a:lnTo>
                  <a:lnTo>
                    <a:pt x="8310" y="360"/>
                  </a:lnTo>
                  <a:lnTo>
                    <a:pt x="6917" y="225"/>
                  </a:lnTo>
                  <a:lnTo>
                    <a:pt x="5525" y="135"/>
                  </a:lnTo>
                  <a:lnTo>
                    <a:pt x="4178" y="90"/>
                  </a:lnTo>
                  <a:lnTo>
                    <a:pt x="1573" y="0"/>
                  </a:lnTo>
                  <a:close/>
                </a:path>
              </a:pathLst>
            </a:custGeom>
            <a:solidFill>
              <a:srgbClr val="99C462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58"/>
            <p:cNvSpPr/>
            <p:nvPr/>
          </p:nvSpPr>
          <p:spPr>
            <a:xfrm>
              <a:off x="6356675" y="1889575"/>
              <a:ext cx="360475" cy="110050"/>
            </a:xfrm>
            <a:custGeom>
              <a:rect b="b" l="l" r="r" t="t"/>
              <a:pathLst>
                <a:path extrusionOk="0" fill="none" h="4402" w="14419">
                  <a:moveTo>
                    <a:pt x="1393" y="0"/>
                  </a:moveTo>
                  <a:lnTo>
                    <a:pt x="1393" y="0"/>
                  </a:lnTo>
                  <a:lnTo>
                    <a:pt x="674" y="45"/>
                  </a:lnTo>
                  <a:lnTo>
                    <a:pt x="360" y="90"/>
                  </a:lnTo>
                  <a:lnTo>
                    <a:pt x="90" y="180"/>
                  </a:lnTo>
                  <a:lnTo>
                    <a:pt x="90" y="180"/>
                  </a:lnTo>
                  <a:lnTo>
                    <a:pt x="1" y="315"/>
                  </a:lnTo>
                  <a:lnTo>
                    <a:pt x="45" y="449"/>
                  </a:lnTo>
                  <a:lnTo>
                    <a:pt x="135" y="539"/>
                  </a:lnTo>
                  <a:lnTo>
                    <a:pt x="315" y="674"/>
                  </a:lnTo>
                  <a:lnTo>
                    <a:pt x="315" y="674"/>
                  </a:lnTo>
                  <a:lnTo>
                    <a:pt x="584" y="719"/>
                  </a:lnTo>
                  <a:lnTo>
                    <a:pt x="854" y="809"/>
                  </a:lnTo>
                  <a:lnTo>
                    <a:pt x="1438" y="898"/>
                  </a:lnTo>
                  <a:lnTo>
                    <a:pt x="1438" y="898"/>
                  </a:lnTo>
                  <a:lnTo>
                    <a:pt x="2965" y="1078"/>
                  </a:lnTo>
                  <a:lnTo>
                    <a:pt x="4492" y="1258"/>
                  </a:lnTo>
                  <a:lnTo>
                    <a:pt x="4492" y="1258"/>
                  </a:lnTo>
                  <a:lnTo>
                    <a:pt x="5211" y="1393"/>
                  </a:lnTo>
                  <a:lnTo>
                    <a:pt x="5884" y="1527"/>
                  </a:lnTo>
                  <a:lnTo>
                    <a:pt x="6513" y="1752"/>
                  </a:lnTo>
                  <a:lnTo>
                    <a:pt x="7007" y="1976"/>
                  </a:lnTo>
                  <a:lnTo>
                    <a:pt x="7007" y="1976"/>
                  </a:lnTo>
                  <a:lnTo>
                    <a:pt x="7187" y="2111"/>
                  </a:lnTo>
                  <a:lnTo>
                    <a:pt x="7322" y="2246"/>
                  </a:lnTo>
                  <a:lnTo>
                    <a:pt x="7411" y="2426"/>
                  </a:lnTo>
                  <a:lnTo>
                    <a:pt x="7411" y="2560"/>
                  </a:lnTo>
                  <a:lnTo>
                    <a:pt x="7411" y="2695"/>
                  </a:lnTo>
                  <a:lnTo>
                    <a:pt x="7322" y="2830"/>
                  </a:lnTo>
                  <a:lnTo>
                    <a:pt x="7142" y="3010"/>
                  </a:lnTo>
                  <a:lnTo>
                    <a:pt x="6917" y="3099"/>
                  </a:lnTo>
                  <a:lnTo>
                    <a:pt x="6917" y="3099"/>
                  </a:lnTo>
                  <a:lnTo>
                    <a:pt x="6558" y="3234"/>
                  </a:lnTo>
                  <a:lnTo>
                    <a:pt x="6199" y="3324"/>
                  </a:lnTo>
                  <a:lnTo>
                    <a:pt x="5390" y="3548"/>
                  </a:lnTo>
                  <a:lnTo>
                    <a:pt x="5390" y="3548"/>
                  </a:lnTo>
                  <a:lnTo>
                    <a:pt x="5031" y="3683"/>
                  </a:lnTo>
                  <a:lnTo>
                    <a:pt x="4806" y="3863"/>
                  </a:lnTo>
                  <a:lnTo>
                    <a:pt x="4762" y="3953"/>
                  </a:lnTo>
                  <a:lnTo>
                    <a:pt x="4762" y="4043"/>
                  </a:lnTo>
                  <a:lnTo>
                    <a:pt x="4851" y="4132"/>
                  </a:lnTo>
                  <a:lnTo>
                    <a:pt x="4941" y="4222"/>
                  </a:lnTo>
                  <a:lnTo>
                    <a:pt x="4941" y="4222"/>
                  </a:lnTo>
                  <a:lnTo>
                    <a:pt x="5211" y="4312"/>
                  </a:lnTo>
                  <a:lnTo>
                    <a:pt x="5480" y="4357"/>
                  </a:lnTo>
                  <a:lnTo>
                    <a:pt x="6154" y="4402"/>
                  </a:lnTo>
                  <a:lnTo>
                    <a:pt x="6154" y="4402"/>
                  </a:lnTo>
                  <a:lnTo>
                    <a:pt x="6423" y="4357"/>
                  </a:lnTo>
                  <a:lnTo>
                    <a:pt x="6423" y="4357"/>
                  </a:lnTo>
                  <a:lnTo>
                    <a:pt x="7636" y="4357"/>
                  </a:lnTo>
                  <a:lnTo>
                    <a:pt x="8894" y="4312"/>
                  </a:lnTo>
                  <a:lnTo>
                    <a:pt x="10106" y="4222"/>
                  </a:lnTo>
                  <a:lnTo>
                    <a:pt x="11319" y="4087"/>
                  </a:lnTo>
                  <a:lnTo>
                    <a:pt x="11319" y="4087"/>
                  </a:lnTo>
                  <a:lnTo>
                    <a:pt x="11858" y="3998"/>
                  </a:lnTo>
                  <a:lnTo>
                    <a:pt x="12397" y="3863"/>
                  </a:lnTo>
                  <a:lnTo>
                    <a:pt x="12891" y="3728"/>
                  </a:lnTo>
                  <a:lnTo>
                    <a:pt x="13340" y="3548"/>
                  </a:lnTo>
                  <a:lnTo>
                    <a:pt x="13745" y="3369"/>
                  </a:lnTo>
                  <a:lnTo>
                    <a:pt x="14059" y="3144"/>
                  </a:lnTo>
                  <a:lnTo>
                    <a:pt x="14284" y="2920"/>
                  </a:lnTo>
                  <a:lnTo>
                    <a:pt x="14418" y="2695"/>
                  </a:lnTo>
                  <a:lnTo>
                    <a:pt x="14418" y="2695"/>
                  </a:lnTo>
                  <a:lnTo>
                    <a:pt x="14418" y="2560"/>
                  </a:lnTo>
                  <a:lnTo>
                    <a:pt x="14418" y="2471"/>
                  </a:lnTo>
                  <a:lnTo>
                    <a:pt x="14373" y="2336"/>
                  </a:lnTo>
                  <a:lnTo>
                    <a:pt x="14328" y="2201"/>
                  </a:lnTo>
                  <a:lnTo>
                    <a:pt x="14104" y="1976"/>
                  </a:lnTo>
                  <a:lnTo>
                    <a:pt x="13834" y="1707"/>
                  </a:lnTo>
                  <a:lnTo>
                    <a:pt x="13430" y="1527"/>
                  </a:lnTo>
                  <a:lnTo>
                    <a:pt x="13026" y="1303"/>
                  </a:lnTo>
                  <a:lnTo>
                    <a:pt x="12487" y="1123"/>
                  </a:lnTo>
                  <a:lnTo>
                    <a:pt x="11948" y="988"/>
                  </a:lnTo>
                  <a:lnTo>
                    <a:pt x="11948" y="988"/>
                  </a:lnTo>
                  <a:lnTo>
                    <a:pt x="10870" y="719"/>
                  </a:lnTo>
                  <a:lnTo>
                    <a:pt x="9612" y="539"/>
                  </a:lnTo>
                  <a:lnTo>
                    <a:pt x="8310" y="360"/>
                  </a:lnTo>
                  <a:lnTo>
                    <a:pt x="6917" y="225"/>
                  </a:lnTo>
                  <a:lnTo>
                    <a:pt x="5525" y="135"/>
                  </a:lnTo>
                  <a:lnTo>
                    <a:pt x="4178" y="90"/>
                  </a:lnTo>
                  <a:lnTo>
                    <a:pt x="1573" y="0"/>
                  </a:lnTo>
                  <a:lnTo>
                    <a:pt x="1573" y="0"/>
                  </a:lnTo>
                  <a:lnTo>
                    <a:pt x="13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58"/>
            <p:cNvSpPr/>
            <p:nvPr/>
          </p:nvSpPr>
          <p:spPr>
            <a:xfrm>
              <a:off x="6379125" y="1981650"/>
              <a:ext cx="52800" cy="17975"/>
            </a:xfrm>
            <a:custGeom>
              <a:rect b="b" l="l" r="r" t="t"/>
              <a:pathLst>
                <a:path extrusionOk="0" h="719" w="2112">
                  <a:moveTo>
                    <a:pt x="630" y="0"/>
                  </a:moveTo>
                  <a:lnTo>
                    <a:pt x="315" y="90"/>
                  </a:lnTo>
                  <a:lnTo>
                    <a:pt x="91" y="225"/>
                  </a:lnTo>
                  <a:lnTo>
                    <a:pt x="1" y="270"/>
                  </a:lnTo>
                  <a:lnTo>
                    <a:pt x="1" y="360"/>
                  </a:lnTo>
                  <a:lnTo>
                    <a:pt x="1" y="449"/>
                  </a:lnTo>
                  <a:lnTo>
                    <a:pt x="91" y="494"/>
                  </a:lnTo>
                  <a:lnTo>
                    <a:pt x="315" y="629"/>
                  </a:lnTo>
                  <a:lnTo>
                    <a:pt x="630" y="719"/>
                  </a:lnTo>
                  <a:lnTo>
                    <a:pt x="1438" y="719"/>
                  </a:lnTo>
                  <a:lnTo>
                    <a:pt x="1797" y="629"/>
                  </a:lnTo>
                  <a:lnTo>
                    <a:pt x="2022" y="494"/>
                  </a:lnTo>
                  <a:lnTo>
                    <a:pt x="2067" y="449"/>
                  </a:lnTo>
                  <a:lnTo>
                    <a:pt x="2112" y="360"/>
                  </a:lnTo>
                  <a:lnTo>
                    <a:pt x="2067" y="270"/>
                  </a:lnTo>
                  <a:lnTo>
                    <a:pt x="2022" y="225"/>
                  </a:lnTo>
                  <a:lnTo>
                    <a:pt x="1797" y="90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rgbClr val="99C462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58"/>
            <p:cNvSpPr/>
            <p:nvPr/>
          </p:nvSpPr>
          <p:spPr>
            <a:xfrm>
              <a:off x="6379125" y="1981650"/>
              <a:ext cx="52800" cy="17975"/>
            </a:xfrm>
            <a:custGeom>
              <a:rect b="b" l="l" r="r" t="t"/>
              <a:pathLst>
                <a:path extrusionOk="0" fill="none" h="719" w="2112">
                  <a:moveTo>
                    <a:pt x="1034" y="0"/>
                  </a:moveTo>
                  <a:lnTo>
                    <a:pt x="1034" y="0"/>
                  </a:lnTo>
                  <a:lnTo>
                    <a:pt x="630" y="0"/>
                  </a:lnTo>
                  <a:lnTo>
                    <a:pt x="315" y="90"/>
                  </a:lnTo>
                  <a:lnTo>
                    <a:pt x="91" y="225"/>
                  </a:lnTo>
                  <a:lnTo>
                    <a:pt x="1" y="270"/>
                  </a:lnTo>
                  <a:lnTo>
                    <a:pt x="1" y="360"/>
                  </a:lnTo>
                  <a:lnTo>
                    <a:pt x="1" y="360"/>
                  </a:lnTo>
                  <a:lnTo>
                    <a:pt x="1" y="449"/>
                  </a:lnTo>
                  <a:lnTo>
                    <a:pt x="91" y="494"/>
                  </a:lnTo>
                  <a:lnTo>
                    <a:pt x="315" y="629"/>
                  </a:lnTo>
                  <a:lnTo>
                    <a:pt x="630" y="719"/>
                  </a:lnTo>
                  <a:lnTo>
                    <a:pt x="1034" y="719"/>
                  </a:lnTo>
                  <a:lnTo>
                    <a:pt x="1034" y="719"/>
                  </a:lnTo>
                  <a:lnTo>
                    <a:pt x="1438" y="719"/>
                  </a:lnTo>
                  <a:lnTo>
                    <a:pt x="1797" y="629"/>
                  </a:lnTo>
                  <a:lnTo>
                    <a:pt x="2022" y="494"/>
                  </a:lnTo>
                  <a:lnTo>
                    <a:pt x="2067" y="449"/>
                  </a:lnTo>
                  <a:lnTo>
                    <a:pt x="2112" y="360"/>
                  </a:lnTo>
                  <a:lnTo>
                    <a:pt x="2112" y="360"/>
                  </a:lnTo>
                  <a:lnTo>
                    <a:pt x="2067" y="270"/>
                  </a:lnTo>
                  <a:lnTo>
                    <a:pt x="2022" y="225"/>
                  </a:lnTo>
                  <a:lnTo>
                    <a:pt x="1797" y="90"/>
                  </a:lnTo>
                  <a:lnTo>
                    <a:pt x="1438" y="0"/>
                  </a:lnTo>
                  <a:lnTo>
                    <a:pt x="103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58"/>
            <p:cNvSpPr/>
            <p:nvPr/>
          </p:nvSpPr>
          <p:spPr>
            <a:xfrm>
              <a:off x="5522375" y="1736850"/>
              <a:ext cx="1442925" cy="394150"/>
            </a:xfrm>
            <a:custGeom>
              <a:rect b="b" l="l" r="r" t="t"/>
              <a:pathLst>
                <a:path extrusionOk="0" h="15766" w="57717">
                  <a:moveTo>
                    <a:pt x="28881" y="1348"/>
                  </a:moveTo>
                  <a:lnTo>
                    <a:pt x="31845" y="1393"/>
                  </a:lnTo>
                  <a:lnTo>
                    <a:pt x="34675" y="1528"/>
                  </a:lnTo>
                  <a:lnTo>
                    <a:pt x="37415" y="1708"/>
                  </a:lnTo>
                  <a:lnTo>
                    <a:pt x="39975" y="1932"/>
                  </a:lnTo>
                  <a:lnTo>
                    <a:pt x="42400" y="2246"/>
                  </a:lnTo>
                  <a:lnTo>
                    <a:pt x="44691" y="2606"/>
                  </a:lnTo>
                  <a:lnTo>
                    <a:pt x="46757" y="3010"/>
                  </a:lnTo>
                  <a:lnTo>
                    <a:pt x="48689" y="3459"/>
                  </a:lnTo>
                  <a:lnTo>
                    <a:pt x="50395" y="3953"/>
                  </a:lnTo>
                  <a:lnTo>
                    <a:pt x="51922" y="4447"/>
                  </a:lnTo>
                  <a:lnTo>
                    <a:pt x="53225" y="4986"/>
                  </a:lnTo>
                  <a:lnTo>
                    <a:pt x="53809" y="5301"/>
                  </a:lnTo>
                  <a:lnTo>
                    <a:pt x="54303" y="5570"/>
                  </a:lnTo>
                  <a:lnTo>
                    <a:pt x="54797" y="5840"/>
                  </a:lnTo>
                  <a:lnTo>
                    <a:pt x="55201" y="6154"/>
                  </a:lnTo>
                  <a:lnTo>
                    <a:pt x="55516" y="6424"/>
                  </a:lnTo>
                  <a:lnTo>
                    <a:pt x="55830" y="6693"/>
                  </a:lnTo>
                  <a:lnTo>
                    <a:pt x="56055" y="7007"/>
                  </a:lnTo>
                  <a:lnTo>
                    <a:pt x="56189" y="7277"/>
                  </a:lnTo>
                  <a:lnTo>
                    <a:pt x="56324" y="7591"/>
                  </a:lnTo>
                  <a:lnTo>
                    <a:pt x="56324" y="7861"/>
                  </a:lnTo>
                  <a:lnTo>
                    <a:pt x="56324" y="8175"/>
                  </a:lnTo>
                  <a:lnTo>
                    <a:pt x="56189" y="8445"/>
                  </a:lnTo>
                  <a:lnTo>
                    <a:pt x="56055" y="8759"/>
                  </a:lnTo>
                  <a:lnTo>
                    <a:pt x="55830" y="9029"/>
                  </a:lnTo>
                  <a:lnTo>
                    <a:pt x="55516" y="9343"/>
                  </a:lnTo>
                  <a:lnTo>
                    <a:pt x="55201" y="9613"/>
                  </a:lnTo>
                  <a:lnTo>
                    <a:pt x="54797" y="9927"/>
                  </a:lnTo>
                  <a:lnTo>
                    <a:pt x="54303" y="10196"/>
                  </a:lnTo>
                  <a:lnTo>
                    <a:pt x="53809" y="10466"/>
                  </a:lnTo>
                  <a:lnTo>
                    <a:pt x="53225" y="10735"/>
                  </a:lnTo>
                  <a:lnTo>
                    <a:pt x="51922" y="11274"/>
                  </a:lnTo>
                  <a:lnTo>
                    <a:pt x="50395" y="11813"/>
                  </a:lnTo>
                  <a:lnTo>
                    <a:pt x="48689" y="12307"/>
                  </a:lnTo>
                  <a:lnTo>
                    <a:pt x="46757" y="12757"/>
                  </a:lnTo>
                  <a:lnTo>
                    <a:pt x="44691" y="13161"/>
                  </a:lnTo>
                  <a:lnTo>
                    <a:pt x="42400" y="13520"/>
                  </a:lnTo>
                  <a:lnTo>
                    <a:pt x="39975" y="13790"/>
                  </a:lnTo>
                  <a:lnTo>
                    <a:pt x="37415" y="14059"/>
                  </a:lnTo>
                  <a:lnTo>
                    <a:pt x="34675" y="14239"/>
                  </a:lnTo>
                  <a:lnTo>
                    <a:pt x="31845" y="14374"/>
                  </a:lnTo>
                  <a:lnTo>
                    <a:pt x="25872" y="14374"/>
                  </a:lnTo>
                  <a:lnTo>
                    <a:pt x="23042" y="14239"/>
                  </a:lnTo>
                  <a:lnTo>
                    <a:pt x="20302" y="14059"/>
                  </a:lnTo>
                  <a:lnTo>
                    <a:pt x="17742" y="13790"/>
                  </a:lnTo>
                  <a:lnTo>
                    <a:pt x="15317" y="13520"/>
                  </a:lnTo>
                  <a:lnTo>
                    <a:pt x="13071" y="13161"/>
                  </a:lnTo>
                  <a:lnTo>
                    <a:pt x="10960" y="12757"/>
                  </a:lnTo>
                  <a:lnTo>
                    <a:pt x="9029" y="12307"/>
                  </a:lnTo>
                  <a:lnTo>
                    <a:pt x="7322" y="11813"/>
                  </a:lnTo>
                  <a:lnTo>
                    <a:pt x="5795" y="11274"/>
                  </a:lnTo>
                  <a:lnTo>
                    <a:pt x="4492" y="10735"/>
                  </a:lnTo>
                  <a:lnTo>
                    <a:pt x="3908" y="10466"/>
                  </a:lnTo>
                  <a:lnTo>
                    <a:pt x="3414" y="10196"/>
                  </a:lnTo>
                  <a:lnTo>
                    <a:pt x="2920" y="9927"/>
                  </a:lnTo>
                  <a:lnTo>
                    <a:pt x="2516" y="9613"/>
                  </a:lnTo>
                  <a:lnTo>
                    <a:pt x="2201" y="9343"/>
                  </a:lnTo>
                  <a:lnTo>
                    <a:pt x="1887" y="9029"/>
                  </a:lnTo>
                  <a:lnTo>
                    <a:pt x="1662" y="8759"/>
                  </a:lnTo>
                  <a:lnTo>
                    <a:pt x="1528" y="8445"/>
                  </a:lnTo>
                  <a:lnTo>
                    <a:pt x="1438" y="8175"/>
                  </a:lnTo>
                  <a:lnTo>
                    <a:pt x="1393" y="7861"/>
                  </a:lnTo>
                  <a:lnTo>
                    <a:pt x="1438" y="7591"/>
                  </a:lnTo>
                  <a:lnTo>
                    <a:pt x="1528" y="7277"/>
                  </a:lnTo>
                  <a:lnTo>
                    <a:pt x="1662" y="7007"/>
                  </a:lnTo>
                  <a:lnTo>
                    <a:pt x="1887" y="6693"/>
                  </a:lnTo>
                  <a:lnTo>
                    <a:pt x="2201" y="6424"/>
                  </a:lnTo>
                  <a:lnTo>
                    <a:pt x="2516" y="6154"/>
                  </a:lnTo>
                  <a:lnTo>
                    <a:pt x="2920" y="5840"/>
                  </a:lnTo>
                  <a:lnTo>
                    <a:pt x="3414" y="5570"/>
                  </a:lnTo>
                  <a:lnTo>
                    <a:pt x="3908" y="5301"/>
                  </a:lnTo>
                  <a:lnTo>
                    <a:pt x="4492" y="4986"/>
                  </a:lnTo>
                  <a:lnTo>
                    <a:pt x="5795" y="4447"/>
                  </a:lnTo>
                  <a:lnTo>
                    <a:pt x="7322" y="3953"/>
                  </a:lnTo>
                  <a:lnTo>
                    <a:pt x="9029" y="3459"/>
                  </a:lnTo>
                  <a:lnTo>
                    <a:pt x="10960" y="3010"/>
                  </a:lnTo>
                  <a:lnTo>
                    <a:pt x="13071" y="2606"/>
                  </a:lnTo>
                  <a:lnTo>
                    <a:pt x="15317" y="2246"/>
                  </a:lnTo>
                  <a:lnTo>
                    <a:pt x="17742" y="1932"/>
                  </a:lnTo>
                  <a:lnTo>
                    <a:pt x="20302" y="1708"/>
                  </a:lnTo>
                  <a:lnTo>
                    <a:pt x="23042" y="1528"/>
                  </a:lnTo>
                  <a:lnTo>
                    <a:pt x="25872" y="1393"/>
                  </a:lnTo>
                  <a:lnTo>
                    <a:pt x="28881" y="1348"/>
                  </a:lnTo>
                  <a:close/>
                  <a:moveTo>
                    <a:pt x="26231" y="1"/>
                  </a:moveTo>
                  <a:lnTo>
                    <a:pt x="23626" y="91"/>
                  </a:lnTo>
                  <a:lnTo>
                    <a:pt x="21021" y="270"/>
                  </a:lnTo>
                  <a:lnTo>
                    <a:pt x="18461" y="495"/>
                  </a:lnTo>
                  <a:lnTo>
                    <a:pt x="15990" y="764"/>
                  </a:lnTo>
                  <a:lnTo>
                    <a:pt x="13565" y="1124"/>
                  </a:lnTo>
                  <a:lnTo>
                    <a:pt x="11319" y="1528"/>
                  </a:lnTo>
                  <a:lnTo>
                    <a:pt x="9208" y="2022"/>
                  </a:lnTo>
                  <a:lnTo>
                    <a:pt x="7232" y="2516"/>
                  </a:lnTo>
                  <a:lnTo>
                    <a:pt x="6289" y="2830"/>
                  </a:lnTo>
                  <a:lnTo>
                    <a:pt x="5435" y="3145"/>
                  </a:lnTo>
                  <a:lnTo>
                    <a:pt x="4627" y="3459"/>
                  </a:lnTo>
                  <a:lnTo>
                    <a:pt x="3863" y="3774"/>
                  </a:lnTo>
                  <a:lnTo>
                    <a:pt x="3190" y="4133"/>
                  </a:lnTo>
                  <a:lnTo>
                    <a:pt x="2561" y="4492"/>
                  </a:lnTo>
                  <a:lnTo>
                    <a:pt x="1977" y="4852"/>
                  </a:lnTo>
                  <a:lnTo>
                    <a:pt x="1483" y="5256"/>
                  </a:lnTo>
                  <a:lnTo>
                    <a:pt x="1034" y="5660"/>
                  </a:lnTo>
                  <a:lnTo>
                    <a:pt x="674" y="6064"/>
                  </a:lnTo>
                  <a:lnTo>
                    <a:pt x="360" y="6513"/>
                  </a:lnTo>
                  <a:lnTo>
                    <a:pt x="180" y="6963"/>
                  </a:lnTo>
                  <a:lnTo>
                    <a:pt x="45" y="7412"/>
                  </a:lnTo>
                  <a:lnTo>
                    <a:pt x="1" y="7861"/>
                  </a:lnTo>
                  <a:lnTo>
                    <a:pt x="45" y="8355"/>
                  </a:lnTo>
                  <a:lnTo>
                    <a:pt x="180" y="8804"/>
                  </a:lnTo>
                  <a:lnTo>
                    <a:pt x="360" y="9253"/>
                  </a:lnTo>
                  <a:lnTo>
                    <a:pt x="674" y="9702"/>
                  </a:lnTo>
                  <a:lnTo>
                    <a:pt x="1034" y="10107"/>
                  </a:lnTo>
                  <a:lnTo>
                    <a:pt x="1483" y="10511"/>
                  </a:lnTo>
                  <a:lnTo>
                    <a:pt x="1977" y="10915"/>
                  </a:lnTo>
                  <a:lnTo>
                    <a:pt x="2561" y="11274"/>
                  </a:lnTo>
                  <a:lnTo>
                    <a:pt x="3190" y="11634"/>
                  </a:lnTo>
                  <a:lnTo>
                    <a:pt x="3863" y="11993"/>
                  </a:lnTo>
                  <a:lnTo>
                    <a:pt x="4627" y="12307"/>
                  </a:lnTo>
                  <a:lnTo>
                    <a:pt x="5435" y="12622"/>
                  </a:lnTo>
                  <a:lnTo>
                    <a:pt x="6289" y="12936"/>
                  </a:lnTo>
                  <a:lnTo>
                    <a:pt x="7232" y="13206"/>
                  </a:lnTo>
                  <a:lnTo>
                    <a:pt x="9208" y="13745"/>
                  </a:lnTo>
                  <a:lnTo>
                    <a:pt x="11319" y="14239"/>
                  </a:lnTo>
                  <a:lnTo>
                    <a:pt x="13565" y="14643"/>
                  </a:lnTo>
                  <a:lnTo>
                    <a:pt x="15990" y="14957"/>
                  </a:lnTo>
                  <a:lnTo>
                    <a:pt x="18461" y="15272"/>
                  </a:lnTo>
                  <a:lnTo>
                    <a:pt x="21021" y="15496"/>
                  </a:lnTo>
                  <a:lnTo>
                    <a:pt x="23626" y="15631"/>
                  </a:lnTo>
                  <a:lnTo>
                    <a:pt x="26231" y="15766"/>
                  </a:lnTo>
                  <a:lnTo>
                    <a:pt x="31486" y="15766"/>
                  </a:lnTo>
                  <a:lnTo>
                    <a:pt x="34136" y="15631"/>
                  </a:lnTo>
                  <a:lnTo>
                    <a:pt x="36741" y="15496"/>
                  </a:lnTo>
                  <a:lnTo>
                    <a:pt x="39256" y="15272"/>
                  </a:lnTo>
                  <a:lnTo>
                    <a:pt x="41772" y="14957"/>
                  </a:lnTo>
                  <a:lnTo>
                    <a:pt x="44152" y="14643"/>
                  </a:lnTo>
                  <a:lnTo>
                    <a:pt x="46398" y="14239"/>
                  </a:lnTo>
                  <a:lnTo>
                    <a:pt x="48554" y="13745"/>
                  </a:lnTo>
                  <a:lnTo>
                    <a:pt x="50485" y="13206"/>
                  </a:lnTo>
                  <a:lnTo>
                    <a:pt x="51428" y="12936"/>
                  </a:lnTo>
                  <a:lnTo>
                    <a:pt x="52282" y="12622"/>
                  </a:lnTo>
                  <a:lnTo>
                    <a:pt x="53090" y="12307"/>
                  </a:lnTo>
                  <a:lnTo>
                    <a:pt x="53854" y="11993"/>
                  </a:lnTo>
                  <a:lnTo>
                    <a:pt x="54528" y="11634"/>
                  </a:lnTo>
                  <a:lnTo>
                    <a:pt x="55156" y="11274"/>
                  </a:lnTo>
                  <a:lnTo>
                    <a:pt x="55740" y="10915"/>
                  </a:lnTo>
                  <a:lnTo>
                    <a:pt x="56234" y="10511"/>
                  </a:lnTo>
                  <a:lnTo>
                    <a:pt x="56683" y="10107"/>
                  </a:lnTo>
                  <a:lnTo>
                    <a:pt x="57043" y="9702"/>
                  </a:lnTo>
                  <a:lnTo>
                    <a:pt x="57357" y="9253"/>
                  </a:lnTo>
                  <a:lnTo>
                    <a:pt x="57537" y="8804"/>
                  </a:lnTo>
                  <a:lnTo>
                    <a:pt x="57672" y="8355"/>
                  </a:lnTo>
                  <a:lnTo>
                    <a:pt x="57717" y="7861"/>
                  </a:lnTo>
                  <a:lnTo>
                    <a:pt x="57672" y="7412"/>
                  </a:lnTo>
                  <a:lnTo>
                    <a:pt x="57537" y="6963"/>
                  </a:lnTo>
                  <a:lnTo>
                    <a:pt x="57357" y="6513"/>
                  </a:lnTo>
                  <a:lnTo>
                    <a:pt x="57043" y="6064"/>
                  </a:lnTo>
                  <a:lnTo>
                    <a:pt x="56683" y="5660"/>
                  </a:lnTo>
                  <a:lnTo>
                    <a:pt x="56234" y="5256"/>
                  </a:lnTo>
                  <a:lnTo>
                    <a:pt x="55740" y="4852"/>
                  </a:lnTo>
                  <a:lnTo>
                    <a:pt x="55156" y="4492"/>
                  </a:lnTo>
                  <a:lnTo>
                    <a:pt x="54528" y="4133"/>
                  </a:lnTo>
                  <a:lnTo>
                    <a:pt x="53854" y="3774"/>
                  </a:lnTo>
                  <a:lnTo>
                    <a:pt x="53090" y="3459"/>
                  </a:lnTo>
                  <a:lnTo>
                    <a:pt x="52282" y="3145"/>
                  </a:lnTo>
                  <a:lnTo>
                    <a:pt x="51428" y="2830"/>
                  </a:lnTo>
                  <a:lnTo>
                    <a:pt x="50485" y="2516"/>
                  </a:lnTo>
                  <a:lnTo>
                    <a:pt x="48554" y="2022"/>
                  </a:lnTo>
                  <a:lnTo>
                    <a:pt x="46398" y="1528"/>
                  </a:lnTo>
                  <a:lnTo>
                    <a:pt x="44152" y="1124"/>
                  </a:lnTo>
                  <a:lnTo>
                    <a:pt x="41772" y="764"/>
                  </a:lnTo>
                  <a:lnTo>
                    <a:pt x="39256" y="495"/>
                  </a:lnTo>
                  <a:lnTo>
                    <a:pt x="36741" y="270"/>
                  </a:lnTo>
                  <a:lnTo>
                    <a:pt x="34136" y="91"/>
                  </a:lnTo>
                  <a:lnTo>
                    <a:pt x="31486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58"/>
            <p:cNvSpPr/>
            <p:nvPr/>
          </p:nvSpPr>
          <p:spPr>
            <a:xfrm>
              <a:off x="5650375" y="1826675"/>
              <a:ext cx="1186925" cy="146000"/>
            </a:xfrm>
            <a:custGeom>
              <a:rect b="b" l="l" r="r" t="t"/>
              <a:pathLst>
                <a:path extrusionOk="0" h="5840" w="47477">
                  <a:moveTo>
                    <a:pt x="21785" y="1"/>
                  </a:moveTo>
                  <a:lnTo>
                    <a:pt x="19853" y="46"/>
                  </a:lnTo>
                  <a:lnTo>
                    <a:pt x="17877" y="136"/>
                  </a:lnTo>
                  <a:lnTo>
                    <a:pt x="15946" y="270"/>
                  </a:lnTo>
                  <a:lnTo>
                    <a:pt x="14014" y="450"/>
                  </a:lnTo>
                  <a:lnTo>
                    <a:pt x="12173" y="630"/>
                  </a:lnTo>
                  <a:lnTo>
                    <a:pt x="10376" y="899"/>
                  </a:lnTo>
                  <a:lnTo>
                    <a:pt x="8670" y="1169"/>
                  </a:lnTo>
                  <a:lnTo>
                    <a:pt x="7053" y="1483"/>
                  </a:lnTo>
                  <a:lnTo>
                    <a:pt x="5570" y="1842"/>
                  </a:lnTo>
                  <a:lnTo>
                    <a:pt x="4223" y="2247"/>
                  </a:lnTo>
                  <a:lnTo>
                    <a:pt x="3010" y="2651"/>
                  </a:lnTo>
                  <a:lnTo>
                    <a:pt x="2471" y="2920"/>
                  </a:lnTo>
                  <a:lnTo>
                    <a:pt x="1977" y="3145"/>
                  </a:lnTo>
                  <a:lnTo>
                    <a:pt x="1528" y="3414"/>
                  </a:lnTo>
                  <a:lnTo>
                    <a:pt x="1169" y="3684"/>
                  </a:lnTo>
                  <a:lnTo>
                    <a:pt x="809" y="3953"/>
                  </a:lnTo>
                  <a:lnTo>
                    <a:pt x="495" y="4223"/>
                  </a:lnTo>
                  <a:lnTo>
                    <a:pt x="270" y="4537"/>
                  </a:lnTo>
                  <a:lnTo>
                    <a:pt x="91" y="4852"/>
                  </a:lnTo>
                  <a:lnTo>
                    <a:pt x="46" y="4987"/>
                  </a:lnTo>
                  <a:lnTo>
                    <a:pt x="1" y="5076"/>
                  </a:lnTo>
                  <a:lnTo>
                    <a:pt x="46" y="5346"/>
                  </a:lnTo>
                  <a:lnTo>
                    <a:pt x="181" y="5570"/>
                  </a:lnTo>
                  <a:lnTo>
                    <a:pt x="270" y="5660"/>
                  </a:lnTo>
                  <a:lnTo>
                    <a:pt x="405" y="5750"/>
                  </a:lnTo>
                  <a:lnTo>
                    <a:pt x="540" y="5795"/>
                  </a:lnTo>
                  <a:lnTo>
                    <a:pt x="675" y="5840"/>
                  </a:lnTo>
                  <a:lnTo>
                    <a:pt x="944" y="5795"/>
                  </a:lnTo>
                  <a:lnTo>
                    <a:pt x="1169" y="5660"/>
                  </a:lnTo>
                  <a:lnTo>
                    <a:pt x="1259" y="5570"/>
                  </a:lnTo>
                  <a:lnTo>
                    <a:pt x="1348" y="5436"/>
                  </a:lnTo>
                  <a:lnTo>
                    <a:pt x="1438" y="5256"/>
                  </a:lnTo>
                  <a:lnTo>
                    <a:pt x="1618" y="5076"/>
                  </a:lnTo>
                  <a:lnTo>
                    <a:pt x="1797" y="4897"/>
                  </a:lnTo>
                  <a:lnTo>
                    <a:pt x="2067" y="4717"/>
                  </a:lnTo>
                  <a:lnTo>
                    <a:pt x="2651" y="4313"/>
                  </a:lnTo>
                  <a:lnTo>
                    <a:pt x="3459" y="3953"/>
                  </a:lnTo>
                  <a:lnTo>
                    <a:pt x="4403" y="3639"/>
                  </a:lnTo>
                  <a:lnTo>
                    <a:pt x="5525" y="3280"/>
                  </a:lnTo>
                  <a:lnTo>
                    <a:pt x="6783" y="2965"/>
                  </a:lnTo>
                  <a:lnTo>
                    <a:pt x="8175" y="2651"/>
                  </a:lnTo>
                  <a:lnTo>
                    <a:pt x="9703" y="2381"/>
                  </a:lnTo>
                  <a:lnTo>
                    <a:pt x="11364" y="2157"/>
                  </a:lnTo>
                  <a:lnTo>
                    <a:pt x="13161" y="1932"/>
                  </a:lnTo>
                  <a:lnTo>
                    <a:pt x="15047" y="1708"/>
                  </a:lnTo>
                  <a:lnTo>
                    <a:pt x="17069" y="1573"/>
                  </a:lnTo>
                  <a:lnTo>
                    <a:pt x="19180" y="1438"/>
                  </a:lnTo>
                  <a:lnTo>
                    <a:pt x="21425" y="1393"/>
                  </a:lnTo>
                  <a:lnTo>
                    <a:pt x="23761" y="1348"/>
                  </a:lnTo>
                  <a:lnTo>
                    <a:pt x="26097" y="1393"/>
                  </a:lnTo>
                  <a:lnTo>
                    <a:pt x="28297" y="1483"/>
                  </a:lnTo>
                  <a:lnTo>
                    <a:pt x="30453" y="1573"/>
                  </a:lnTo>
                  <a:lnTo>
                    <a:pt x="32475" y="1708"/>
                  </a:lnTo>
                  <a:lnTo>
                    <a:pt x="34406" y="1932"/>
                  </a:lnTo>
                  <a:lnTo>
                    <a:pt x="36158" y="2157"/>
                  </a:lnTo>
                  <a:lnTo>
                    <a:pt x="37819" y="2381"/>
                  </a:lnTo>
                  <a:lnTo>
                    <a:pt x="39391" y="2651"/>
                  </a:lnTo>
                  <a:lnTo>
                    <a:pt x="40784" y="2965"/>
                  </a:lnTo>
                  <a:lnTo>
                    <a:pt x="41997" y="3280"/>
                  </a:lnTo>
                  <a:lnTo>
                    <a:pt x="43119" y="3639"/>
                  </a:lnTo>
                  <a:lnTo>
                    <a:pt x="44063" y="3998"/>
                  </a:lnTo>
                  <a:lnTo>
                    <a:pt x="44826" y="4358"/>
                  </a:lnTo>
                  <a:lnTo>
                    <a:pt x="45455" y="4717"/>
                  </a:lnTo>
                  <a:lnTo>
                    <a:pt x="45680" y="4897"/>
                  </a:lnTo>
                  <a:lnTo>
                    <a:pt x="45904" y="5076"/>
                  </a:lnTo>
                  <a:lnTo>
                    <a:pt x="46039" y="5256"/>
                  </a:lnTo>
                  <a:lnTo>
                    <a:pt x="46174" y="5436"/>
                  </a:lnTo>
                  <a:lnTo>
                    <a:pt x="46263" y="5615"/>
                  </a:lnTo>
                  <a:lnTo>
                    <a:pt x="46398" y="5750"/>
                  </a:lnTo>
                  <a:lnTo>
                    <a:pt x="46578" y="5840"/>
                  </a:lnTo>
                  <a:lnTo>
                    <a:pt x="46937" y="5840"/>
                  </a:lnTo>
                  <a:lnTo>
                    <a:pt x="47072" y="5795"/>
                  </a:lnTo>
                  <a:lnTo>
                    <a:pt x="47207" y="5705"/>
                  </a:lnTo>
                  <a:lnTo>
                    <a:pt x="47297" y="5615"/>
                  </a:lnTo>
                  <a:lnTo>
                    <a:pt x="47431" y="5391"/>
                  </a:lnTo>
                  <a:lnTo>
                    <a:pt x="47476" y="5121"/>
                  </a:lnTo>
                  <a:lnTo>
                    <a:pt x="47476" y="4987"/>
                  </a:lnTo>
                  <a:lnTo>
                    <a:pt x="47431" y="4897"/>
                  </a:lnTo>
                  <a:lnTo>
                    <a:pt x="47252" y="4582"/>
                  </a:lnTo>
                  <a:lnTo>
                    <a:pt x="47027" y="4313"/>
                  </a:lnTo>
                  <a:lnTo>
                    <a:pt x="46758" y="3998"/>
                  </a:lnTo>
                  <a:lnTo>
                    <a:pt x="46398" y="3729"/>
                  </a:lnTo>
                  <a:lnTo>
                    <a:pt x="46039" y="3504"/>
                  </a:lnTo>
                  <a:lnTo>
                    <a:pt x="45590" y="3235"/>
                  </a:lnTo>
                  <a:lnTo>
                    <a:pt x="45096" y="3010"/>
                  </a:lnTo>
                  <a:lnTo>
                    <a:pt x="44602" y="2741"/>
                  </a:lnTo>
                  <a:lnTo>
                    <a:pt x="43434" y="2337"/>
                  </a:lnTo>
                  <a:lnTo>
                    <a:pt x="42086" y="1932"/>
                  </a:lnTo>
                  <a:lnTo>
                    <a:pt x="40604" y="1573"/>
                  </a:lnTo>
                  <a:lnTo>
                    <a:pt x="39032" y="1214"/>
                  </a:lnTo>
                  <a:lnTo>
                    <a:pt x="37325" y="944"/>
                  </a:lnTo>
                  <a:lnTo>
                    <a:pt x="35529" y="675"/>
                  </a:lnTo>
                  <a:lnTo>
                    <a:pt x="33642" y="495"/>
                  </a:lnTo>
                  <a:lnTo>
                    <a:pt x="31711" y="315"/>
                  </a:lnTo>
                  <a:lnTo>
                    <a:pt x="29735" y="181"/>
                  </a:lnTo>
                  <a:lnTo>
                    <a:pt x="27758" y="46"/>
                  </a:lnTo>
                  <a:lnTo>
                    <a:pt x="25737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58"/>
            <p:cNvSpPr/>
            <p:nvPr/>
          </p:nvSpPr>
          <p:spPr>
            <a:xfrm>
              <a:off x="5636900" y="1785150"/>
              <a:ext cx="1213875" cy="288600"/>
            </a:xfrm>
            <a:custGeom>
              <a:rect b="b" l="l" r="r" t="t"/>
              <a:pathLst>
                <a:path extrusionOk="0" h="11544" w="48555">
                  <a:moveTo>
                    <a:pt x="24300" y="1392"/>
                  </a:moveTo>
                  <a:lnTo>
                    <a:pt x="26860" y="1437"/>
                  </a:lnTo>
                  <a:lnTo>
                    <a:pt x="29330" y="1527"/>
                  </a:lnTo>
                  <a:lnTo>
                    <a:pt x="31666" y="1662"/>
                  </a:lnTo>
                  <a:lnTo>
                    <a:pt x="33867" y="1842"/>
                  </a:lnTo>
                  <a:lnTo>
                    <a:pt x="35888" y="2066"/>
                  </a:lnTo>
                  <a:lnTo>
                    <a:pt x="37775" y="2291"/>
                  </a:lnTo>
                  <a:lnTo>
                    <a:pt x="39481" y="2605"/>
                  </a:lnTo>
                  <a:lnTo>
                    <a:pt x="41053" y="2920"/>
                  </a:lnTo>
                  <a:lnTo>
                    <a:pt x="42446" y="3234"/>
                  </a:lnTo>
                  <a:lnTo>
                    <a:pt x="43658" y="3593"/>
                  </a:lnTo>
                  <a:lnTo>
                    <a:pt x="44736" y="3953"/>
                  </a:lnTo>
                  <a:lnTo>
                    <a:pt x="45590" y="4312"/>
                  </a:lnTo>
                  <a:lnTo>
                    <a:pt x="46308" y="4716"/>
                  </a:lnTo>
                  <a:lnTo>
                    <a:pt x="46578" y="4896"/>
                  </a:lnTo>
                  <a:lnTo>
                    <a:pt x="46802" y="5075"/>
                  </a:lnTo>
                  <a:lnTo>
                    <a:pt x="46937" y="5255"/>
                  </a:lnTo>
                  <a:lnTo>
                    <a:pt x="47072" y="5435"/>
                  </a:lnTo>
                  <a:lnTo>
                    <a:pt x="47162" y="5614"/>
                  </a:lnTo>
                  <a:lnTo>
                    <a:pt x="47207" y="5794"/>
                  </a:lnTo>
                  <a:lnTo>
                    <a:pt x="47162" y="5974"/>
                  </a:lnTo>
                  <a:lnTo>
                    <a:pt x="47072" y="6153"/>
                  </a:lnTo>
                  <a:lnTo>
                    <a:pt x="46937" y="6333"/>
                  </a:lnTo>
                  <a:lnTo>
                    <a:pt x="46802" y="6513"/>
                  </a:lnTo>
                  <a:lnTo>
                    <a:pt x="46578" y="6692"/>
                  </a:lnTo>
                  <a:lnTo>
                    <a:pt x="46308" y="6872"/>
                  </a:lnTo>
                  <a:lnTo>
                    <a:pt x="45590" y="7231"/>
                  </a:lnTo>
                  <a:lnTo>
                    <a:pt x="44736" y="7591"/>
                  </a:lnTo>
                  <a:lnTo>
                    <a:pt x="43658" y="7950"/>
                  </a:lnTo>
                  <a:lnTo>
                    <a:pt x="42446" y="8309"/>
                  </a:lnTo>
                  <a:lnTo>
                    <a:pt x="41053" y="8669"/>
                  </a:lnTo>
                  <a:lnTo>
                    <a:pt x="39481" y="8983"/>
                  </a:lnTo>
                  <a:lnTo>
                    <a:pt x="37775" y="9253"/>
                  </a:lnTo>
                  <a:lnTo>
                    <a:pt x="35888" y="9522"/>
                  </a:lnTo>
                  <a:lnTo>
                    <a:pt x="33867" y="9747"/>
                  </a:lnTo>
                  <a:lnTo>
                    <a:pt x="31666" y="9926"/>
                  </a:lnTo>
                  <a:lnTo>
                    <a:pt x="29330" y="10061"/>
                  </a:lnTo>
                  <a:lnTo>
                    <a:pt x="26860" y="10151"/>
                  </a:lnTo>
                  <a:lnTo>
                    <a:pt x="21695" y="10151"/>
                  </a:lnTo>
                  <a:lnTo>
                    <a:pt x="19225" y="10061"/>
                  </a:lnTo>
                  <a:lnTo>
                    <a:pt x="16889" y="9926"/>
                  </a:lnTo>
                  <a:lnTo>
                    <a:pt x="14733" y="9747"/>
                  </a:lnTo>
                  <a:lnTo>
                    <a:pt x="12667" y="9522"/>
                  </a:lnTo>
                  <a:lnTo>
                    <a:pt x="10781" y="9253"/>
                  </a:lnTo>
                  <a:lnTo>
                    <a:pt x="9074" y="8983"/>
                  </a:lnTo>
                  <a:lnTo>
                    <a:pt x="7502" y="8669"/>
                  </a:lnTo>
                  <a:lnTo>
                    <a:pt x="6109" y="8309"/>
                  </a:lnTo>
                  <a:lnTo>
                    <a:pt x="4897" y="7950"/>
                  </a:lnTo>
                  <a:lnTo>
                    <a:pt x="3819" y="7591"/>
                  </a:lnTo>
                  <a:lnTo>
                    <a:pt x="2965" y="7231"/>
                  </a:lnTo>
                  <a:lnTo>
                    <a:pt x="2292" y="6872"/>
                  </a:lnTo>
                  <a:lnTo>
                    <a:pt x="2022" y="6692"/>
                  </a:lnTo>
                  <a:lnTo>
                    <a:pt x="1798" y="6513"/>
                  </a:lnTo>
                  <a:lnTo>
                    <a:pt x="1618" y="6333"/>
                  </a:lnTo>
                  <a:lnTo>
                    <a:pt x="1483" y="6153"/>
                  </a:lnTo>
                  <a:lnTo>
                    <a:pt x="1393" y="5974"/>
                  </a:lnTo>
                  <a:lnTo>
                    <a:pt x="1393" y="5794"/>
                  </a:lnTo>
                  <a:lnTo>
                    <a:pt x="1393" y="5614"/>
                  </a:lnTo>
                  <a:lnTo>
                    <a:pt x="1483" y="5435"/>
                  </a:lnTo>
                  <a:lnTo>
                    <a:pt x="1618" y="5255"/>
                  </a:lnTo>
                  <a:lnTo>
                    <a:pt x="1798" y="5075"/>
                  </a:lnTo>
                  <a:lnTo>
                    <a:pt x="2022" y="4896"/>
                  </a:lnTo>
                  <a:lnTo>
                    <a:pt x="2292" y="4716"/>
                  </a:lnTo>
                  <a:lnTo>
                    <a:pt x="2965" y="4312"/>
                  </a:lnTo>
                  <a:lnTo>
                    <a:pt x="3819" y="3953"/>
                  </a:lnTo>
                  <a:lnTo>
                    <a:pt x="4897" y="3593"/>
                  </a:lnTo>
                  <a:lnTo>
                    <a:pt x="6109" y="3234"/>
                  </a:lnTo>
                  <a:lnTo>
                    <a:pt x="7502" y="2920"/>
                  </a:lnTo>
                  <a:lnTo>
                    <a:pt x="9074" y="2605"/>
                  </a:lnTo>
                  <a:lnTo>
                    <a:pt x="10781" y="2291"/>
                  </a:lnTo>
                  <a:lnTo>
                    <a:pt x="12667" y="2066"/>
                  </a:lnTo>
                  <a:lnTo>
                    <a:pt x="14733" y="1842"/>
                  </a:lnTo>
                  <a:lnTo>
                    <a:pt x="16889" y="1662"/>
                  </a:lnTo>
                  <a:lnTo>
                    <a:pt x="19225" y="1527"/>
                  </a:lnTo>
                  <a:lnTo>
                    <a:pt x="21695" y="1437"/>
                  </a:lnTo>
                  <a:lnTo>
                    <a:pt x="24300" y="1392"/>
                  </a:lnTo>
                  <a:close/>
                  <a:moveTo>
                    <a:pt x="24300" y="0"/>
                  </a:moveTo>
                  <a:lnTo>
                    <a:pt x="22009" y="45"/>
                  </a:lnTo>
                  <a:lnTo>
                    <a:pt x="19764" y="90"/>
                  </a:lnTo>
                  <a:lnTo>
                    <a:pt x="17563" y="225"/>
                  </a:lnTo>
                  <a:lnTo>
                    <a:pt x="15407" y="404"/>
                  </a:lnTo>
                  <a:lnTo>
                    <a:pt x="13296" y="584"/>
                  </a:lnTo>
                  <a:lnTo>
                    <a:pt x="11275" y="853"/>
                  </a:lnTo>
                  <a:lnTo>
                    <a:pt x="9388" y="1123"/>
                  </a:lnTo>
                  <a:lnTo>
                    <a:pt x="7592" y="1482"/>
                  </a:lnTo>
                  <a:lnTo>
                    <a:pt x="5975" y="1842"/>
                  </a:lnTo>
                  <a:lnTo>
                    <a:pt x="4492" y="2291"/>
                  </a:lnTo>
                  <a:lnTo>
                    <a:pt x="3190" y="2785"/>
                  </a:lnTo>
                  <a:lnTo>
                    <a:pt x="2606" y="3009"/>
                  </a:lnTo>
                  <a:lnTo>
                    <a:pt x="2112" y="3279"/>
                  </a:lnTo>
                  <a:lnTo>
                    <a:pt x="1618" y="3548"/>
                  </a:lnTo>
                  <a:lnTo>
                    <a:pt x="1214" y="3863"/>
                  </a:lnTo>
                  <a:lnTo>
                    <a:pt x="854" y="4132"/>
                  </a:lnTo>
                  <a:lnTo>
                    <a:pt x="540" y="4447"/>
                  </a:lnTo>
                  <a:lnTo>
                    <a:pt x="315" y="4761"/>
                  </a:lnTo>
                  <a:lnTo>
                    <a:pt x="136" y="5075"/>
                  </a:lnTo>
                  <a:lnTo>
                    <a:pt x="46" y="5435"/>
                  </a:lnTo>
                  <a:lnTo>
                    <a:pt x="1" y="5794"/>
                  </a:lnTo>
                  <a:lnTo>
                    <a:pt x="46" y="6109"/>
                  </a:lnTo>
                  <a:lnTo>
                    <a:pt x="136" y="6468"/>
                  </a:lnTo>
                  <a:lnTo>
                    <a:pt x="315" y="6782"/>
                  </a:lnTo>
                  <a:lnTo>
                    <a:pt x="540" y="7097"/>
                  </a:lnTo>
                  <a:lnTo>
                    <a:pt x="854" y="7411"/>
                  </a:lnTo>
                  <a:lnTo>
                    <a:pt x="1214" y="7725"/>
                  </a:lnTo>
                  <a:lnTo>
                    <a:pt x="1618" y="7995"/>
                  </a:lnTo>
                  <a:lnTo>
                    <a:pt x="2112" y="8264"/>
                  </a:lnTo>
                  <a:lnTo>
                    <a:pt x="2606" y="8534"/>
                  </a:lnTo>
                  <a:lnTo>
                    <a:pt x="3190" y="8803"/>
                  </a:lnTo>
                  <a:lnTo>
                    <a:pt x="4492" y="9253"/>
                  </a:lnTo>
                  <a:lnTo>
                    <a:pt x="5975" y="9702"/>
                  </a:lnTo>
                  <a:lnTo>
                    <a:pt x="7592" y="10061"/>
                  </a:lnTo>
                  <a:lnTo>
                    <a:pt x="9388" y="10420"/>
                  </a:lnTo>
                  <a:lnTo>
                    <a:pt x="11275" y="10735"/>
                  </a:lnTo>
                  <a:lnTo>
                    <a:pt x="13296" y="10959"/>
                  </a:lnTo>
                  <a:lnTo>
                    <a:pt x="15407" y="11184"/>
                  </a:lnTo>
                  <a:lnTo>
                    <a:pt x="17563" y="11319"/>
                  </a:lnTo>
                  <a:lnTo>
                    <a:pt x="19764" y="11453"/>
                  </a:lnTo>
                  <a:lnTo>
                    <a:pt x="22009" y="11543"/>
                  </a:lnTo>
                  <a:lnTo>
                    <a:pt x="26546" y="11543"/>
                  </a:lnTo>
                  <a:lnTo>
                    <a:pt x="28792" y="11453"/>
                  </a:lnTo>
                  <a:lnTo>
                    <a:pt x="30992" y="11319"/>
                  </a:lnTo>
                  <a:lnTo>
                    <a:pt x="33148" y="11184"/>
                  </a:lnTo>
                  <a:lnTo>
                    <a:pt x="35259" y="10959"/>
                  </a:lnTo>
                  <a:lnTo>
                    <a:pt x="37280" y="10735"/>
                  </a:lnTo>
                  <a:lnTo>
                    <a:pt x="39167" y="10420"/>
                  </a:lnTo>
                  <a:lnTo>
                    <a:pt x="40964" y="10061"/>
                  </a:lnTo>
                  <a:lnTo>
                    <a:pt x="42580" y="9702"/>
                  </a:lnTo>
                  <a:lnTo>
                    <a:pt x="44063" y="9253"/>
                  </a:lnTo>
                  <a:lnTo>
                    <a:pt x="45365" y="8803"/>
                  </a:lnTo>
                  <a:lnTo>
                    <a:pt x="45949" y="8534"/>
                  </a:lnTo>
                  <a:lnTo>
                    <a:pt x="46488" y="8264"/>
                  </a:lnTo>
                  <a:lnTo>
                    <a:pt x="46937" y="7995"/>
                  </a:lnTo>
                  <a:lnTo>
                    <a:pt x="47341" y="7725"/>
                  </a:lnTo>
                  <a:lnTo>
                    <a:pt x="47701" y="7411"/>
                  </a:lnTo>
                  <a:lnTo>
                    <a:pt x="48015" y="7097"/>
                  </a:lnTo>
                  <a:lnTo>
                    <a:pt x="48240" y="6782"/>
                  </a:lnTo>
                  <a:lnTo>
                    <a:pt x="48419" y="6468"/>
                  </a:lnTo>
                  <a:lnTo>
                    <a:pt x="48509" y="6109"/>
                  </a:lnTo>
                  <a:lnTo>
                    <a:pt x="48554" y="5794"/>
                  </a:lnTo>
                  <a:lnTo>
                    <a:pt x="48509" y="5435"/>
                  </a:lnTo>
                  <a:lnTo>
                    <a:pt x="48419" y="5075"/>
                  </a:lnTo>
                  <a:lnTo>
                    <a:pt x="48240" y="4761"/>
                  </a:lnTo>
                  <a:lnTo>
                    <a:pt x="48015" y="4447"/>
                  </a:lnTo>
                  <a:lnTo>
                    <a:pt x="47701" y="4132"/>
                  </a:lnTo>
                  <a:lnTo>
                    <a:pt x="47341" y="3863"/>
                  </a:lnTo>
                  <a:lnTo>
                    <a:pt x="46937" y="3548"/>
                  </a:lnTo>
                  <a:lnTo>
                    <a:pt x="46488" y="3279"/>
                  </a:lnTo>
                  <a:lnTo>
                    <a:pt x="45949" y="3009"/>
                  </a:lnTo>
                  <a:lnTo>
                    <a:pt x="45365" y="2785"/>
                  </a:lnTo>
                  <a:lnTo>
                    <a:pt x="44063" y="2291"/>
                  </a:lnTo>
                  <a:lnTo>
                    <a:pt x="42580" y="1842"/>
                  </a:lnTo>
                  <a:lnTo>
                    <a:pt x="40964" y="1482"/>
                  </a:lnTo>
                  <a:lnTo>
                    <a:pt x="39167" y="1123"/>
                  </a:lnTo>
                  <a:lnTo>
                    <a:pt x="37280" y="853"/>
                  </a:lnTo>
                  <a:lnTo>
                    <a:pt x="35259" y="584"/>
                  </a:lnTo>
                  <a:lnTo>
                    <a:pt x="33148" y="404"/>
                  </a:lnTo>
                  <a:lnTo>
                    <a:pt x="30992" y="225"/>
                  </a:lnTo>
                  <a:lnTo>
                    <a:pt x="28792" y="90"/>
                  </a:lnTo>
                  <a:lnTo>
                    <a:pt x="26546" y="45"/>
                  </a:lnTo>
                  <a:lnTo>
                    <a:pt x="2430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58"/>
            <p:cNvSpPr/>
            <p:nvPr/>
          </p:nvSpPr>
          <p:spPr>
            <a:xfrm>
              <a:off x="5341600" y="1916525"/>
              <a:ext cx="919650" cy="2142475"/>
            </a:xfrm>
            <a:custGeom>
              <a:rect b="b" l="l" r="r" t="t"/>
              <a:pathLst>
                <a:path extrusionOk="0" h="85699" w="36786">
                  <a:moveTo>
                    <a:pt x="7860" y="0"/>
                  </a:moveTo>
                  <a:lnTo>
                    <a:pt x="7636" y="90"/>
                  </a:lnTo>
                  <a:lnTo>
                    <a:pt x="7411" y="225"/>
                  </a:lnTo>
                  <a:lnTo>
                    <a:pt x="7321" y="359"/>
                  </a:lnTo>
                  <a:lnTo>
                    <a:pt x="7276" y="449"/>
                  </a:lnTo>
                  <a:lnTo>
                    <a:pt x="6558" y="2695"/>
                  </a:lnTo>
                  <a:lnTo>
                    <a:pt x="5839" y="5210"/>
                  </a:lnTo>
                  <a:lnTo>
                    <a:pt x="4896" y="8534"/>
                  </a:lnTo>
                  <a:lnTo>
                    <a:pt x="3908" y="12576"/>
                  </a:lnTo>
                  <a:lnTo>
                    <a:pt x="3414" y="14822"/>
                  </a:lnTo>
                  <a:lnTo>
                    <a:pt x="2875" y="17203"/>
                  </a:lnTo>
                  <a:lnTo>
                    <a:pt x="2381" y="19673"/>
                  </a:lnTo>
                  <a:lnTo>
                    <a:pt x="1932" y="22278"/>
                  </a:lnTo>
                  <a:lnTo>
                    <a:pt x="1482" y="24973"/>
                  </a:lnTo>
                  <a:lnTo>
                    <a:pt x="1078" y="27713"/>
                  </a:lnTo>
                  <a:lnTo>
                    <a:pt x="719" y="30408"/>
                  </a:lnTo>
                  <a:lnTo>
                    <a:pt x="449" y="33147"/>
                  </a:lnTo>
                  <a:lnTo>
                    <a:pt x="225" y="35977"/>
                  </a:lnTo>
                  <a:lnTo>
                    <a:pt x="45" y="38897"/>
                  </a:lnTo>
                  <a:lnTo>
                    <a:pt x="0" y="41861"/>
                  </a:lnTo>
                  <a:lnTo>
                    <a:pt x="0" y="44870"/>
                  </a:lnTo>
                  <a:lnTo>
                    <a:pt x="45" y="46397"/>
                  </a:lnTo>
                  <a:lnTo>
                    <a:pt x="90" y="47880"/>
                  </a:lnTo>
                  <a:lnTo>
                    <a:pt x="225" y="49407"/>
                  </a:lnTo>
                  <a:lnTo>
                    <a:pt x="315" y="50934"/>
                  </a:lnTo>
                  <a:lnTo>
                    <a:pt x="494" y="52416"/>
                  </a:lnTo>
                  <a:lnTo>
                    <a:pt x="674" y="53943"/>
                  </a:lnTo>
                  <a:lnTo>
                    <a:pt x="899" y="55425"/>
                  </a:lnTo>
                  <a:lnTo>
                    <a:pt x="1168" y="56908"/>
                  </a:lnTo>
                  <a:lnTo>
                    <a:pt x="1482" y="58345"/>
                  </a:lnTo>
                  <a:lnTo>
                    <a:pt x="1797" y="59782"/>
                  </a:lnTo>
                  <a:lnTo>
                    <a:pt x="2201" y="61219"/>
                  </a:lnTo>
                  <a:lnTo>
                    <a:pt x="2605" y="62657"/>
                  </a:lnTo>
                  <a:lnTo>
                    <a:pt x="3054" y="64049"/>
                  </a:lnTo>
                  <a:lnTo>
                    <a:pt x="3593" y="65397"/>
                  </a:lnTo>
                  <a:lnTo>
                    <a:pt x="4132" y="66744"/>
                  </a:lnTo>
                  <a:lnTo>
                    <a:pt x="4716" y="68047"/>
                  </a:lnTo>
                  <a:lnTo>
                    <a:pt x="5345" y="69304"/>
                  </a:lnTo>
                  <a:lnTo>
                    <a:pt x="6064" y="70562"/>
                  </a:lnTo>
                  <a:lnTo>
                    <a:pt x="6827" y="71774"/>
                  </a:lnTo>
                  <a:lnTo>
                    <a:pt x="7591" y="72942"/>
                  </a:lnTo>
                  <a:lnTo>
                    <a:pt x="8175" y="73751"/>
                  </a:lnTo>
                  <a:lnTo>
                    <a:pt x="8759" y="74469"/>
                  </a:lnTo>
                  <a:lnTo>
                    <a:pt x="9387" y="75233"/>
                  </a:lnTo>
                  <a:lnTo>
                    <a:pt x="10016" y="75907"/>
                  </a:lnTo>
                  <a:lnTo>
                    <a:pt x="10690" y="76625"/>
                  </a:lnTo>
                  <a:lnTo>
                    <a:pt x="11364" y="77254"/>
                  </a:lnTo>
                  <a:lnTo>
                    <a:pt x="12082" y="77883"/>
                  </a:lnTo>
                  <a:lnTo>
                    <a:pt x="12801" y="78512"/>
                  </a:lnTo>
                  <a:lnTo>
                    <a:pt x="13520" y="79096"/>
                  </a:lnTo>
                  <a:lnTo>
                    <a:pt x="14283" y="79635"/>
                  </a:lnTo>
                  <a:lnTo>
                    <a:pt x="15092" y="80174"/>
                  </a:lnTo>
                  <a:lnTo>
                    <a:pt x="15900" y="80713"/>
                  </a:lnTo>
                  <a:lnTo>
                    <a:pt x="16709" y="81162"/>
                  </a:lnTo>
                  <a:lnTo>
                    <a:pt x="17562" y="81656"/>
                  </a:lnTo>
                  <a:lnTo>
                    <a:pt x="18415" y="82060"/>
                  </a:lnTo>
                  <a:lnTo>
                    <a:pt x="19314" y="82509"/>
                  </a:lnTo>
                  <a:lnTo>
                    <a:pt x="20212" y="82869"/>
                  </a:lnTo>
                  <a:lnTo>
                    <a:pt x="21110" y="83228"/>
                  </a:lnTo>
                  <a:lnTo>
                    <a:pt x="22054" y="83587"/>
                  </a:lnTo>
                  <a:lnTo>
                    <a:pt x="23042" y="83902"/>
                  </a:lnTo>
                  <a:lnTo>
                    <a:pt x="23985" y="84171"/>
                  </a:lnTo>
                  <a:lnTo>
                    <a:pt x="25018" y="84441"/>
                  </a:lnTo>
                  <a:lnTo>
                    <a:pt x="26051" y="84665"/>
                  </a:lnTo>
                  <a:lnTo>
                    <a:pt x="27084" y="84890"/>
                  </a:lnTo>
                  <a:lnTo>
                    <a:pt x="28117" y="85069"/>
                  </a:lnTo>
                  <a:lnTo>
                    <a:pt x="29195" y="85249"/>
                  </a:lnTo>
                  <a:lnTo>
                    <a:pt x="30318" y="85384"/>
                  </a:lnTo>
                  <a:lnTo>
                    <a:pt x="31441" y="85474"/>
                  </a:lnTo>
                  <a:lnTo>
                    <a:pt x="33731" y="85653"/>
                  </a:lnTo>
                  <a:lnTo>
                    <a:pt x="36112" y="85698"/>
                  </a:lnTo>
                  <a:lnTo>
                    <a:pt x="36247" y="85698"/>
                  </a:lnTo>
                  <a:lnTo>
                    <a:pt x="36381" y="85653"/>
                  </a:lnTo>
                  <a:lnTo>
                    <a:pt x="36606" y="85474"/>
                  </a:lnTo>
                  <a:lnTo>
                    <a:pt x="36741" y="85249"/>
                  </a:lnTo>
                  <a:lnTo>
                    <a:pt x="36786" y="85159"/>
                  </a:lnTo>
                  <a:lnTo>
                    <a:pt x="36786" y="84980"/>
                  </a:lnTo>
                  <a:lnTo>
                    <a:pt x="36786" y="84845"/>
                  </a:lnTo>
                  <a:lnTo>
                    <a:pt x="36741" y="84710"/>
                  </a:lnTo>
                  <a:lnTo>
                    <a:pt x="36606" y="84530"/>
                  </a:lnTo>
                  <a:lnTo>
                    <a:pt x="36381" y="84351"/>
                  </a:lnTo>
                  <a:lnTo>
                    <a:pt x="36247" y="84306"/>
                  </a:lnTo>
                  <a:lnTo>
                    <a:pt x="36112" y="84306"/>
                  </a:lnTo>
                  <a:lnTo>
                    <a:pt x="33821" y="84261"/>
                  </a:lnTo>
                  <a:lnTo>
                    <a:pt x="31620" y="84126"/>
                  </a:lnTo>
                  <a:lnTo>
                    <a:pt x="29465" y="83902"/>
                  </a:lnTo>
                  <a:lnTo>
                    <a:pt x="27398" y="83542"/>
                  </a:lnTo>
                  <a:lnTo>
                    <a:pt x="26410" y="83363"/>
                  </a:lnTo>
                  <a:lnTo>
                    <a:pt x="25422" y="83093"/>
                  </a:lnTo>
                  <a:lnTo>
                    <a:pt x="24479" y="82869"/>
                  </a:lnTo>
                  <a:lnTo>
                    <a:pt x="23536" y="82599"/>
                  </a:lnTo>
                  <a:lnTo>
                    <a:pt x="22593" y="82285"/>
                  </a:lnTo>
                  <a:lnTo>
                    <a:pt x="21694" y="81970"/>
                  </a:lnTo>
                  <a:lnTo>
                    <a:pt x="20796" y="81611"/>
                  </a:lnTo>
                  <a:lnTo>
                    <a:pt x="19943" y="81252"/>
                  </a:lnTo>
                  <a:lnTo>
                    <a:pt x="19089" y="80847"/>
                  </a:lnTo>
                  <a:lnTo>
                    <a:pt x="18236" y="80443"/>
                  </a:lnTo>
                  <a:lnTo>
                    <a:pt x="17427" y="79994"/>
                  </a:lnTo>
                  <a:lnTo>
                    <a:pt x="16664" y="79545"/>
                  </a:lnTo>
                  <a:lnTo>
                    <a:pt x="15900" y="79051"/>
                  </a:lnTo>
                  <a:lnTo>
                    <a:pt x="15137" y="78557"/>
                  </a:lnTo>
                  <a:lnTo>
                    <a:pt x="14418" y="78018"/>
                  </a:lnTo>
                  <a:lnTo>
                    <a:pt x="13699" y="77434"/>
                  </a:lnTo>
                  <a:lnTo>
                    <a:pt x="13026" y="76895"/>
                  </a:lnTo>
                  <a:lnTo>
                    <a:pt x="12352" y="76266"/>
                  </a:lnTo>
                  <a:lnTo>
                    <a:pt x="11678" y="75637"/>
                  </a:lnTo>
                  <a:lnTo>
                    <a:pt x="11049" y="75008"/>
                  </a:lnTo>
                  <a:lnTo>
                    <a:pt x="10421" y="74335"/>
                  </a:lnTo>
                  <a:lnTo>
                    <a:pt x="9837" y="73616"/>
                  </a:lnTo>
                  <a:lnTo>
                    <a:pt x="9298" y="72897"/>
                  </a:lnTo>
                  <a:lnTo>
                    <a:pt x="8714" y="72134"/>
                  </a:lnTo>
                  <a:lnTo>
                    <a:pt x="7995" y="71056"/>
                  </a:lnTo>
                  <a:lnTo>
                    <a:pt x="7276" y="69933"/>
                  </a:lnTo>
                  <a:lnTo>
                    <a:pt x="6648" y="68765"/>
                  </a:lnTo>
                  <a:lnTo>
                    <a:pt x="6019" y="67597"/>
                  </a:lnTo>
                  <a:lnTo>
                    <a:pt x="5480" y="66385"/>
                  </a:lnTo>
                  <a:lnTo>
                    <a:pt x="4941" y="65127"/>
                  </a:lnTo>
                  <a:lnTo>
                    <a:pt x="4447" y="63825"/>
                  </a:lnTo>
                  <a:lnTo>
                    <a:pt x="3998" y="62522"/>
                  </a:lnTo>
                  <a:lnTo>
                    <a:pt x="3593" y="61219"/>
                  </a:lnTo>
                  <a:lnTo>
                    <a:pt x="3234" y="59872"/>
                  </a:lnTo>
                  <a:lnTo>
                    <a:pt x="2920" y="58525"/>
                  </a:lnTo>
                  <a:lnTo>
                    <a:pt x="2605" y="57132"/>
                  </a:lnTo>
                  <a:lnTo>
                    <a:pt x="2381" y="55695"/>
                  </a:lnTo>
                  <a:lnTo>
                    <a:pt x="2111" y="54303"/>
                  </a:lnTo>
                  <a:lnTo>
                    <a:pt x="1932" y="52865"/>
                  </a:lnTo>
                  <a:lnTo>
                    <a:pt x="1752" y="51428"/>
                  </a:lnTo>
                  <a:lnTo>
                    <a:pt x="1617" y="49991"/>
                  </a:lnTo>
                  <a:lnTo>
                    <a:pt x="1527" y="48508"/>
                  </a:lnTo>
                  <a:lnTo>
                    <a:pt x="1438" y="47071"/>
                  </a:lnTo>
                  <a:lnTo>
                    <a:pt x="1393" y="45589"/>
                  </a:lnTo>
                  <a:lnTo>
                    <a:pt x="1393" y="42625"/>
                  </a:lnTo>
                  <a:lnTo>
                    <a:pt x="1438" y="39660"/>
                  </a:lnTo>
                  <a:lnTo>
                    <a:pt x="1572" y="36741"/>
                  </a:lnTo>
                  <a:lnTo>
                    <a:pt x="1797" y="33821"/>
                  </a:lnTo>
                  <a:lnTo>
                    <a:pt x="2111" y="30947"/>
                  </a:lnTo>
                  <a:lnTo>
                    <a:pt x="2471" y="28117"/>
                  </a:lnTo>
                  <a:lnTo>
                    <a:pt x="2830" y="25377"/>
                  </a:lnTo>
                  <a:lnTo>
                    <a:pt x="3279" y="22682"/>
                  </a:lnTo>
                  <a:lnTo>
                    <a:pt x="3728" y="20122"/>
                  </a:lnTo>
                  <a:lnTo>
                    <a:pt x="4222" y="17652"/>
                  </a:lnTo>
                  <a:lnTo>
                    <a:pt x="4716" y="15271"/>
                  </a:lnTo>
                  <a:lnTo>
                    <a:pt x="5255" y="13026"/>
                  </a:lnTo>
                  <a:lnTo>
                    <a:pt x="6243" y="9028"/>
                  </a:lnTo>
                  <a:lnTo>
                    <a:pt x="7142" y="5704"/>
                  </a:lnTo>
                  <a:lnTo>
                    <a:pt x="7860" y="3189"/>
                  </a:lnTo>
                  <a:lnTo>
                    <a:pt x="8579" y="898"/>
                  </a:lnTo>
                  <a:lnTo>
                    <a:pt x="8624" y="764"/>
                  </a:lnTo>
                  <a:lnTo>
                    <a:pt x="8624" y="629"/>
                  </a:lnTo>
                  <a:lnTo>
                    <a:pt x="8534" y="404"/>
                  </a:lnTo>
                  <a:lnTo>
                    <a:pt x="8399" y="180"/>
                  </a:lnTo>
                  <a:lnTo>
                    <a:pt x="8265" y="90"/>
                  </a:lnTo>
                  <a:lnTo>
                    <a:pt x="8130" y="45"/>
                  </a:lnTo>
                  <a:lnTo>
                    <a:pt x="7995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58"/>
            <p:cNvSpPr/>
            <p:nvPr/>
          </p:nvSpPr>
          <p:spPr>
            <a:xfrm>
              <a:off x="5879450" y="3971375"/>
              <a:ext cx="381800" cy="158350"/>
            </a:xfrm>
            <a:custGeom>
              <a:rect b="b" l="l" r="r" t="t"/>
              <a:pathLst>
                <a:path extrusionOk="0" h="6334" w="15272">
                  <a:moveTo>
                    <a:pt x="674" y="1"/>
                  </a:moveTo>
                  <a:lnTo>
                    <a:pt x="540" y="46"/>
                  </a:lnTo>
                  <a:lnTo>
                    <a:pt x="405" y="91"/>
                  </a:lnTo>
                  <a:lnTo>
                    <a:pt x="180" y="225"/>
                  </a:lnTo>
                  <a:lnTo>
                    <a:pt x="45" y="450"/>
                  </a:lnTo>
                  <a:lnTo>
                    <a:pt x="1" y="585"/>
                  </a:lnTo>
                  <a:lnTo>
                    <a:pt x="1" y="719"/>
                  </a:lnTo>
                  <a:lnTo>
                    <a:pt x="1" y="2786"/>
                  </a:lnTo>
                  <a:lnTo>
                    <a:pt x="1" y="2965"/>
                  </a:lnTo>
                  <a:lnTo>
                    <a:pt x="90" y="3100"/>
                  </a:lnTo>
                  <a:lnTo>
                    <a:pt x="180" y="3235"/>
                  </a:lnTo>
                  <a:lnTo>
                    <a:pt x="270" y="3369"/>
                  </a:lnTo>
                  <a:lnTo>
                    <a:pt x="540" y="3549"/>
                  </a:lnTo>
                  <a:lnTo>
                    <a:pt x="1168" y="3863"/>
                  </a:lnTo>
                  <a:lnTo>
                    <a:pt x="2201" y="4358"/>
                  </a:lnTo>
                  <a:lnTo>
                    <a:pt x="2920" y="4627"/>
                  </a:lnTo>
                  <a:lnTo>
                    <a:pt x="3729" y="4897"/>
                  </a:lnTo>
                  <a:lnTo>
                    <a:pt x="4627" y="5166"/>
                  </a:lnTo>
                  <a:lnTo>
                    <a:pt x="5660" y="5391"/>
                  </a:lnTo>
                  <a:lnTo>
                    <a:pt x="6828" y="5660"/>
                  </a:lnTo>
                  <a:lnTo>
                    <a:pt x="8130" y="5885"/>
                  </a:lnTo>
                  <a:lnTo>
                    <a:pt x="9523" y="6064"/>
                  </a:lnTo>
                  <a:lnTo>
                    <a:pt x="11095" y="6199"/>
                  </a:lnTo>
                  <a:lnTo>
                    <a:pt x="12756" y="6289"/>
                  </a:lnTo>
                  <a:lnTo>
                    <a:pt x="14598" y="6334"/>
                  </a:lnTo>
                  <a:lnTo>
                    <a:pt x="14733" y="6289"/>
                  </a:lnTo>
                  <a:lnTo>
                    <a:pt x="14867" y="6244"/>
                  </a:lnTo>
                  <a:lnTo>
                    <a:pt x="15092" y="6109"/>
                  </a:lnTo>
                  <a:lnTo>
                    <a:pt x="15227" y="5885"/>
                  </a:lnTo>
                  <a:lnTo>
                    <a:pt x="15272" y="5750"/>
                  </a:lnTo>
                  <a:lnTo>
                    <a:pt x="15272" y="5615"/>
                  </a:lnTo>
                  <a:lnTo>
                    <a:pt x="15272" y="5480"/>
                  </a:lnTo>
                  <a:lnTo>
                    <a:pt x="15227" y="5346"/>
                  </a:lnTo>
                  <a:lnTo>
                    <a:pt x="15092" y="5121"/>
                  </a:lnTo>
                  <a:lnTo>
                    <a:pt x="14867" y="4986"/>
                  </a:lnTo>
                  <a:lnTo>
                    <a:pt x="14733" y="4941"/>
                  </a:lnTo>
                  <a:lnTo>
                    <a:pt x="14598" y="4941"/>
                  </a:lnTo>
                  <a:lnTo>
                    <a:pt x="13116" y="4897"/>
                  </a:lnTo>
                  <a:lnTo>
                    <a:pt x="11723" y="4852"/>
                  </a:lnTo>
                  <a:lnTo>
                    <a:pt x="10421" y="4762"/>
                  </a:lnTo>
                  <a:lnTo>
                    <a:pt x="9253" y="4627"/>
                  </a:lnTo>
                  <a:lnTo>
                    <a:pt x="8130" y="4447"/>
                  </a:lnTo>
                  <a:lnTo>
                    <a:pt x="7097" y="4313"/>
                  </a:lnTo>
                  <a:lnTo>
                    <a:pt x="6199" y="4088"/>
                  </a:lnTo>
                  <a:lnTo>
                    <a:pt x="5345" y="3908"/>
                  </a:lnTo>
                  <a:lnTo>
                    <a:pt x="3863" y="3459"/>
                  </a:lnTo>
                  <a:lnTo>
                    <a:pt x="2740" y="3055"/>
                  </a:lnTo>
                  <a:lnTo>
                    <a:pt x="1932" y="2696"/>
                  </a:lnTo>
                  <a:lnTo>
                    <a:pt x="1393" y="2426"/>
                  </a:lnTo>
                  <a:lnTo>
                    <a:pt x="1393" y="719"/>
                  </a:lnTo>
                  <a:lnTo>
                    <a:pt x="1348" y="585"/>
                  </a:lnTo>
                  <a:lnTo>
                    <a:pt x="1303" y="450"/>
                  </a:lnTo>
                  <a:lnTo>
                    <a:pt x="1168" y="225"/>
                  </a:lnTo>
                  <a:lnTo>
                    <a:pt x="944" y="91"/>
                  </a:lnTo>
                  <a:lnTo>
                    <a:pt x="809" y="46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58"/>
            <p:cNvSpPr/>
            <p:nvPr/>
          </p:nvSpPr>
          <p:spPr>
            <a:xfrm>
              <a:off x="6226425" y="1916525"/>
              <a:ext cx="920775" cy="2142475"/>
            </a:xfrm>
            <a:custGeom>
              <a:rect b="b" l="l" r="r" t="t"/>
              <a:pathLst>
                <a:path extrusionOk="0" h="85699" w="36831">
                  <a:moveTo>
                    <a:pt x="28791" y="0"/>
                  </a:moveTo>
                  <a:lnTo>
                    <a:pt x="28656" y="45"/>
                  </a:lnTo>
                  <a:lnTo>
                    <a:pt x="28521" y="90"/>
                  </a:lnTo>
                  <a:lnTo>
                    <a:pt x="28432" y="180"/>
                  </a:lnTo>
                  <a:lnTo>
                    <a:pt x="28252" y="404"/>
                  </a:lnTo>
                  <a:lnTo>
                    <a:pt x="28207" y="629"/>
                  </a:lnTo>
                  <a:lnTo>
                    <a:pt x="28207" y="764"/>
                  </a:lnTo>
                  <a:lnTo>
                    <a:pt x="28207" y="898"/>
                  </a:lnTo>
                  <a:lnTo>
                    <a:pt x="28926" y="3189"/>
                  </a:lnTo>
                  <a:lnTo>
                    <a:pt x="29689" y="5704"/>
                  </a:lnTo>
                  <a:lnTo>
                    <a:pt x="30588" y="9028"/>
                  </a:lnTo>
                  <a:lnTo>
                    <a:pt x="31576" y="13026"/>
                  </a:lnTo>
                  <a:lnTo>
                    <a:pt x="32070" y="15271"/>
                  </a:lnTo>
                  <a:lnTo>
                    <a:pt x="32564" y="17607"/>
                  </a:lnTo>
                  <a:lnTo>
                    <a:pt x="33058" y="20122"/>
                  </a:lnTo>
                  <a:lnTo>
                    <a:pt x="33507" y="22682"/>
                  </a:lnTo>
                  <a:lnTo>
                    <a:pt x="33956" y="25377"/>
                  </a:lnTo>
                  <a:lnTo>
                    <a:pt x="34360" y="28117"/>
                  </a:lnTo>
                  <a:lnTo>
                    <a:pt x="34720" y="30947"/>
                  </a:lnTo>
                  <a:lnTo>
                    <a:pt x="34989" y="33821"/>
                  </a:lnTo>
                  <a:lnTo>
                    <a:pt x="35214" y="36741"/>
                  </a:lnTo>
                  <a:lnTo>
                    <a:pt x="35349" y="39660"/>
                  </a:lnTo>
                  <a:lnTo>
                    <a:pt x="35438" y="42625"/>
                  </a:lnTo>
                  <a:lnTo>
                    <a:pt x="35393" y="45589"/>
                  </a:lnTo>
                  <a:lnTo>
                    <a:pt x="35349" y="47071"/>
                  </a:lnTo>
                  <a:lnTo>
                    <a:pt x="35259" y="48508"/>
                  </a:lnTo>
                  <a:lnTo>
                    <a:pt x="35169" y="49991"/>
                  </a:lnTo>
                  <a:lnTo>
                    <a:pt x="35034" y="51428"/>
                  </a:lnTo>
                  <a:lnTo>
                    <a:pt x="34854" y="52865"/>
                  </a:lnTo>
                  <a:lnTo>
                    <a:pt x="34675" y="54303"/>
                  </a:lnTo>
                  <a:lnTo>
                    <a:pt x="34450" y="55695"/>
                  </a:lnTo>
                  <a:lnTo>
                    <a:pt x="34181" y="57132"/>
                  </a:lnTo>
                  <a:lnTo>
                    <a:pt x="33866" y="58480"/>
                  </a:lnTo>
                  <a:lnTo>
                    <a:pt x="33552" y="59872"/>
                  </a:lnTo>
                  <a:lnTo>
                    <a:pt x="33193" y="61219"/>
                  </a:lnTo>
                  <a:lnTo>
                    <a:pt x="32788" y="62522"/>
                  </a:lnTo>
                  <a:lnTo>
                    <a:pt x="32339" y="63825"/>
                  </a:lnTo>
                  <a:lnTo>
                    <a:pt x="31845" y="65127"/>
                  </a:lnTo>
                  <a:lnTo>
                    <a:pt x="31351" y="66340"/>
                  </a:lnTo>
                  <a:lnTo>
                    <a:pt x="30767" y="67597"/>
                  </a:lnTo>
                  <a:lnTo>
                    <a:pt x="30183" y="68765"/>
                  </a:lnTo>
                  <a:lnTo>
                    <a:pt x="29510" y="69933"/>
                  </a:lnTo>
                  <a:lnTo>
                    <a:pt x="28836" y="71056"/>
                  </a:lnTo>
                  <a:lnTo>
                    <a:pt x="28072" y="72134"/>
                  </a:lnTo>
                  <a:lnTo>
                    <a:pt x="27533" y="72897"/>
                  </a:lnTo>
                  <a:lnTo>
                    <a:pt x="26949" y="73616"/>
                  </a:lnTo>
                  <a:lnTo>
                    <a:pt x="26366" y="74335"/>
                  </a:lnTo>
                  <a:lnTo>
                    <a:pt x="25737" y="75008"/>
                  </a:lnTo>
                  <a:lnTo>
                    <a:pt x="25108" y="75637"/>
                  </a:lnTo>
                  <a:lnTo>
                    <a:pt x="24479" y="76266"/>
                  </a:lnTo>
                  <a:lnTo>
                    <a:pt x="23805" y="76895"/>
                  </a:lnTo>
                  <a:lnTo>
                    <a:pt x="23087" y="77434"/>
                  </a:lnTo>
                  <a:lnTo>
                    <a:pt x="22413" y="78018"/>
                  </a:lnTo>
                  <a:lnTo>
                    <a:pt x="21649" y="78557"/>
                  </a:lnTo>
                  <a:lnTo>
                    <a:pt x="20931" y="79051"/>
                  </a:lnTo>
                  <a:lnTo>
                    <a:pt x="20122" y="79545"/>
                  </a:lnTo>
                  <a:lnTo>
                    <a:pt x="19359" y="79994"/>
                  </a:lnTo>
                  <a:lnTo>
                    <a:pt x="18550" y="80443"/>
                  </a:lnTo>
                  <a:lnTo>
                    <a:pt x="17697" y="80847"/>
                  </a:lnTo>
                  <a:lnTo>
                    <a:pt x="16888" y="81252"/>
                  </a:lnTo>
                  <a:lnTo>
                    <a:pt x="15990" y="81611"/>
                  </a:lnTo>
                  <a:lnTo>
                    <a:pt x="15137" y="81970"/>
                  </a:lnTo>
                  <a:lnTo>
                    <a:pt x="14194" y="82285"/>
                  </a:lnTo>
                  <a:lnTo>
                    <a:pt x="13295" y="82599"/>
                  </a:lnTo>
                  <a:lnTo>
                    <a:pt x="12352" y="82869"/>
                  </a:lnTo>
                  <a:lnTo>
                    <a:pt x="11364" y="83093"/>
                  </a:lnTo>
                  <a:lnTo>
                    <a:pt x="10376" y="83363"/>
                  </a:lnTo>
                  <a:lnTo>
                    <a:pt x="9388" y="83542"/>
                  </a:lnTo>
                  <a:lnTo>
                    <a:pt x="7322" y="83902"/>
                  </a:lnTo>
                  <a:lnTo>
                    <a:pt x="5211" y="84126"/>
                  </a:lnTo>
                  <a:lnTo>
                    <a:pt x="2965" y="84261"/>
                  </a:lnTo>
                  <a:lnTo>
                    <a:pt x="719" y="84306"/>
                  </a:lnTo>
                  <a:lnTo>
                    <a:pt x="539" y="84306"/>
                  </a:lnTo>
                  <a:lnTo>
                    <a:pt x="449" y="84351"/>
                  </a:lnTo>
                  <a:lnTo>
                    <a:pt x="225" y="84530"/>
                  </a:lnTo>
                  <a:lnTo>
                    <a:pt x="45" y="84710"/>
                  </a:lnTo>
                  <a:lnTo>
                    <a:pt x="45" y="84845"/>
                  </a:lnTo>
                  <a:lnTo>
                    <a:pt x="0" y="84980"/>
                  </a:lnTo>
                  <a:lnTo>
                    <a:pt x="45" y="85159"/>
                  </a:lnTo>
                  <a:lnTo>
                    <a:pt x="45" y="85249"/>
                  </a:lnTo>
                  <a:lnTo>
                    <a:pt x="225" y="85474"/>
                  </a:lnTo>
                  <a:lnTo>
                    <a:pt x="449" y="85653"/>
                  </a:lnTo>
                  <a:lnTo>
                    <a:pt x="539" y="85698"/>
                  </a:lnTo>
                  <a:lnTo>
                    <a:pt x="719" y="85698"/>
                  </a:lnTo>
                  <a:lnTo>
                    <a:pt x="3055" y="85653"/>
                  </a:lnTo>
                  <a:lnTo>
                    <a:pt x="5390" y="85474"/>
                  </a:lnTo>
                  <a:lnTo>
                    <a:pt x="6468" y="85384"/>
                  </a:lnTo>
                  <a:lnTo>
                    <a:pt x="7591" y="85249"/>
                  </a:lnTo>
                  <a:lnTo>
                    <a:pt x="8669" y="85069"/>
                  </a:lnTo>
                  <a:lnTo>
                    <a:pt x="9747" y="84890"/>
                  </a:lnTo>
                  <a:lnTo>
                    <a:pt x="10780" y="84665"/>
                  </a:lnTo>
                  <a:lnTo>
                    <a:pt x="11813" y="84441"/>
                  </a:lnTo>
                  <a:lnTo>
                    <a:pt x="12801" y="84171"/>
                  </a:lnTo>
                  <a:lnTo>
                    <a:pt x="13789" y="83902"/>
                  </a:lnTo>
                  <a:lnTo>
                    <a:pt x="14733" y="83587"/>
                  </a:lnTo>
                  <a:lnTo>
                    <a:pt x="15676" y="83228"/>
                  </a:lnTo>
                  <a:lnTo>
                    <a:pt x="16619" y="82869"/>
                  </a:lnTo>
                  <a:lnTo>
                    <a:pt x="17517" y="82509"/>
                  </a:lnTo>
                  <a:lnTo>
                    <a:pt x="18371" y="82060"/>
                  </a:lnTo>
                  <a:lnTo>
                    <a:pt x="19269" y="81656"/>
                  </a:lnTo>
                  <a:lnTo>
                    <a:pt x="20077" y="81162"/>
                  </a:lnTo>
                  <a:lnTo>
                    <a:pt x="20931" y="80713"/>
                  </a:lnTo>
                  <a:lnTo>
                    <a:pt x="21739" y="80174"/>
                  </a:lnTo>
                  <a:lnTo>
                    <a:pt x="22503" y="79635"/>
                  </a:lnTo>
                  <a:lnTo>
                    <a:pt x="23266" y="79096"/>
                  </a:lnTo>
                  <a:lnTo>
                    <a:pt x="23985" y="78512"/>
                  </a:lnTo>
                  <a:lnTo>
                    <a:pt x="24704" y="77883"/>
                  </a:lnTo>
                  <a:lnTo>
                    <a:pt x="25422" y="77254"/>
                  </a:lnTo>
                  <a:lnTo>
                    <a:pt x="26096" y="76625"/>
                  </a:lnTo>
                  <a:lnTo>
                    <a:pt x="26770" y="75907"/>
                  </a:lnTo>
                  <a:lnTo>
                    <a:pt x="27399" y="75233"/>
                  </a:lnTo>
                  <a:lnTo>
                    <a:pt x="28027" y="74469"/>
                  </a:lnTo>
                  <a:lnTo>
                    <a:pt x="28611" y="73751"/>
                  </a:lnTo>
                  <a:lnTo>
                    <a:pt x="29195" y="72942"/>
                  </a:lnTo>
                  <a:lnTo>
                    <a:pt x="30004" y="71774"/>
                  </a:lnTo>
                  <a:lnTo>
                    <a:pt x="30722" y="70562"/>
                  </a:lnTo>
                  <a:lnTo>
                    <a:pt x="31441" y="69304"/>
                  </a:lnTo>
                  <a:lnTo>
                    <a:pt x="32070" y="68047"/>
                  </a:lnTo>
                  <a:lnTo>
                    <a:pt x="32654" y="66744"/>
                  </a:lnTo>
                  <a:lnTo>
                    <a:pt x="33238" y="65397"/>
                  </a:lnTo>
                  <a:lnTo>
                    <a:pt x="33732" y="64049"/>
                  </a:lnTo>
                  <a:lnTo>
                    <a:pt x="34181" y="62657"/>
                  </a:lnTo>
                  <a:lnTo>
                    <a:pt x="34630" y="61219"/>
                  </a:lnTo>
                  <a:lnTo>
                    <a:pt x="34989" y="59782"/>
                  </a:lnTo>
                  <a:lnTo>
                    <a:pt x="35304" y="58345"/>
                  </a:lnTo>
                  <a:lnTo>
                    <a:pt x="35618" y="56908"/>
                  </a:lnTo>
                  <a:lnTo>
                    <a:pt x="35888" y="55425"/>
                  </a:lnTo>
                  <a:lnTo>
                    <a:pt x="36112" y="53943"/>
                  </a:lnTo>
                  <a:lnTo>
                    <a:pt x="36292" y="52416"/>
                  </a:lnTo>
                  <a:lnTo>
                    <a:pt x="36471" y="50934"/>
                  </a:lnTo>
                  <a:lnTo>
                    <a:pt x="36606" y="49407"/>
                  </a:lnTo>
                  <a:lnTo>
                    <a:pt x="36696" y="47880"/>
                  </a:lnTo>
                  <a:lnTo>
                    <a:pt x="36741" y="46397"/>
                  </a:lnTo>
                  <a:lnTo>
                    <a:pt x="36786" y="44870"/>
                  </a:lnTo>
                  <a:lnTo>
                    <a:pt x="36831" y="41861"/>
                  </a:lnTo>
                  <a:lnTo>
                    <a:pt x="36741" y="38897"/>
                  </a:lnTo>
                  <a:lnTo>
                    <a:pt x="36561" y="35977"/>
                  </a:lnTo>
                  <a:lnTo>
                    <a:pt x="36337" y="33147"/>
                  </a:lnTo>
                  <a:lnTo>
                    <a:pt x="36067" y="30408"/>
                  </a:lnTo>
                  <a:lnTo>
                    <a:pt x="35708" y="27713"/>
                  </a:lnTo>
                  <a:lnTo>
                    <a:pt x="35349" y="24973"/>
                  </a:lnTo>
                  <a:lnTo>
                    <a:pt x="34899" y="22278"/>
                  </a:lnTo>
                  <a:lnTo>
                    <a:pt x="34405" y="19673"/>
                  </a:lnTo>
                  <a:lnTo>
                    <a:pt x="33911" y="17203"/>
                  </a:lnTo>
                  <a:lnTo>
                    <a:pt x="33417" y="14822"/>
                  </a:lnTo>
                  <a:lnTo>
                    <a:pt x="32878" y="12576"/>
                  </a:lnTo>
                  <a:lnTo>
                    <a:pt x="31890" y="8534"/>
                  </a:lnTo>
                  <a:lnTo>
                    <a:pt x="30992" y="5210"/>
                  </a:lnTo>
                  <a:lnTo>
                    <a:pt x="30228" y="2695"/>
                  </a:lnTo>
                  <a:lnTo>
                    <a:pt x="29510" y="449"/>
                  </a:lnTo>
                  <a:lnTo>
                    <a:pt x="29465" y="359"/>
                  </a:lnTo>
                  <a:lnTo>
                    <a:pt x="29375" y="225"/>
                  </a:lnTo>
                  <a:lnTo>
                    <a:pt x="29195" y="90"/>
                  </a:lnTo>
                  <a:lnTo>
                    <a:pt x="28926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58"/>
            <p:cNvSpPr/>
            <p:nvPr/>
          </p:nvSpPr>
          <p:spPr>
            <a:xfrm>
              <a:off x="6226425" y="3971375"/>
              <a:ext cx="381800" cy="158350"/>
            </a:xfrm>
            <a:custGeom>
              <a:rect b="b" l="l" r="r" t="t"/>
              <a:pathLst>
                <a:path extrusionOk="0" h="6334" w="15272">
                  <a:moveTo>
                    <a:pt x="14598" y="1"/>
                  </a:moveTo>
                  <a:lnTo>
                    <a:pt x="14463" y="46"/>
                  </a:lnTo>
                  <a:lnTo>
                    <a:pt x="14328" y="91"/>
                  </a:lnTo>
                  <a:lnTo>
                    <a:pt x="14104" y="225"/>
                  </a:lnTo>
                  <a:lnTo>
                    <a:pt x="13969" y="450"/>
                  </a:lnTo>
                  <a:lnTo>
                    <a:pt x="13924" y="585"/>
                  </a:lnTo>
                  <a:lnTo>
                    <a:pt x="13924" y="719"/>
                  </a:lnTo>
                  <a:lnTo>
                    <a:pt x="13924" y="2426"/>
                  </a:lnTo>
                  <a:lnTo>
                    <a:pt x="13385" y="2696"/>
                  </a:lnTo>
                  <a:lnTo>
                    <a:pt x="12577" y="3055"/>
                  </a:lnTo>
                  <a:lnTo>
                    <a:pt x="11409" y="3459"/>
                  </a:lnTo>
                  <a:lnTo>
                    <a:pt x="9972" y="3908"/>
                  </a:lnTo>
                  <a:lnTo>
                    <a:pt x="9118" y="4088"/>
                  </a:lnTo>
                  <a:lnTo>
                    <a:pt x="8175" y="4313"/>
                  </a:lnTo>
                  <a:lnTo>
                    <a:pt x="7187" y="4447"/>
                  </a:lnTo>
                  <a:lnTo>
                    <a:pt x="6064" y="4627"/>
                  </a:lnTo>
                  <a:lnTo>
                    <a:pt x="4851" y="4762"/>
                  </a:lnTo>
                  <a:lnTo>
                    <a:pt x="3594" y="4852"/>
                  </a:lnTo>
                  <a:lnTo>
                    <a:pt x="2201" y="4897"/>
                  </a:lnTo>
                  <a:lnTo>
                    <a:pt x="719" y="4941"/>
                  </a:lnTo>
                  <a:lnTo>
                    <a:pt x="539" y="4941"/>
                  </a:lnTo>
                  <a:lnTo>
                    <a:pt x="449" y="4986"/>
                  </a:lnTo>
                  <a:lnTo>
                    <a:pt x="225" y="5121"/>
                  </a:lnTo>
                  <a:lnTo>
                    <a:pt x="45" y="5346"/>
                  </a:lnTo>
                  <a:lnTo>
                    <a:pt x="45" y="5480"/>
                  </a:lnTo>
                  <a:lnTo>
                    <a:pt x="0" y="5615"/>
                  </a:lnTo>
                  <a:lnTo>
                    <a:pt x="45" y="5750"/>
                  </a:lnTo>
                  <a:lnTo>
                    <a:pt x="45" y="5885"/>
                  </a:lnTo>
                  <a:lnTo>
                    <a:pt x="225" y="6109"/>
                  </a:lnTo>
                  <a:lnTo>
                    <a:pt x="449" y="6244"/>
                  </a:lnTo>
                  <a:lnTo>
                    <a:pt x="539" y="6289"/>
                  </a:lnTo>
                  <a:lnTo>
                    <a:pt x="719" y="6334"/>
                  </a:lnTo>
                  <a:lnTo>
                    <a:pt x="2516" y="6289"/>
                  </a:lnTo>
                  <a:lnTo>
                    <a:pt x="4222" y="6199"/>
                  </a:lnTo>
                  <a:lnTo>
                    <a:pt x="5749" y="6064"/>
                  </a:lnTo>
                  <a:lnTo>
                    <a:pt x="7187" y="5885"/>
                  </a:lnTo>
                  <a:lnTo>
                    <a:pt x="8444" y="5660"/>
                  </a:lnTo>
                  <a:lnTo>
                    <a:pt x="9612" y="5391"/>
                  </a:lnTo>
                  <a:lnTo>
                    <a:pt x="10645" y="5166"/>
                  </a:lnTo>
                  <a:lnTo>
                    <a:pt x="11588" y="4897"/>
                  </a:lnTo>
                  <a:lnTo>
                    <a:pt x="12352" y="4627"/>
                  </a:lnTo>
                  <a:lnTo>
                    <a:pt x="13071" y="4358"/>
                  </a:lnTo>
                  <a:lnTo>
                    <a:pt x="14104" y="3863"/>
                  </a:lnTo>
                  <a:lnTo>
                    <a:pt x="14777" y="3549"/>
                  </a:lnTo>
                  <a:lnTo>
                    <a:pt x="15002" y="3369"/>
                  </a:lnTo>
                  <a:lnTo>
                    <a:pt x="15137" y="3235"/>
                  </a:lnTo>
                  <a:lnTo>
                    <a:pt x="15227" y="3100"/>
                  </a:lnTo>
                  <a:lnTo>
                    <a:pt x="15271" y="2965"/>
                  </a:lnTo>
                  <a:lnTo>
                    <a:pt x="15271" y="2786"/>
                  </a:lnTo>
                  <a:lnTo>
                    <a:pt x="15271" y="719"/>
                  </a:lnTo>
                  <a:lnTo>
                    <a:pt x="15271" y="585"/>
                  </a:lnTo>
                  <a:lnTo>
                    <a:pt x="15227" y="450"/>
                  </a:lnTo>
                  <a:lnTo>
                    <a:pt x="15092" y="225"/>
                  </a:lnTo>
                  <a:lnTo>
                    <a:pt x="14867" y="91"/>
                  </a:lnTo>
                  <a:lnTo>
                    <a:pt x="14733" y="46"/>
                  </a:lnTo>
                  <a:lnTo>
                    <a:pt x="14598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58"/>
            <p:cNvSpPr/>
            <p:nvPr/>
          </p:nvSpPr>
          <p:spPr>
            <a:xfrm>
              <a:off x="5465100" y="2904650"/>
              <a:ext cx="467150" cy="996025"/>
            </a:xfrm>
            <a:custGeom>
              <a:rect b="b" l="l" r="r" t="t"/>
              <a:pathLst>
                <a:path extrusionOk="0" h="39841" w="18686">
                  <a:moveTo>
                    <a:pt x="1124" y="0"/>
                  </a:moveTo>
                  <a:lnTo>
                    <a:pt x="989" y="45"/>
                  </a:lnTo>
                  <a:lnTo>
                    <a:pt x="899" y="135"/>
                  </a:lnTo>
                  <a:lnTo>
                    <a:pt x="854" y="270"/>
                  </a:lnTo>
                  <a:lnTo>
                    <a:pt x="585" y="1797"/>
                  </a:lnTo>
                  <a:lnTo>
                    <a:pt x="360" y="3279"/>
                  </a:lnTo>
                  <a:lnTo>
                    <a:pt x="181" y="4806"/>
                  </a:lnTo>
                  <a:lnTo>
                    <a:pt x="46" y="6289"/>
                  </a:lnTo>
                  <a:lnTo>
                    <a:pt x="1" y="7771"/>
                  </a:lnTo>
                  <a:lnTo>
                    <a:pt x="1" y="9253"/>
                  </a:lnTo>
                  <a:lnTo>
                    <a:pt x="1" y="10690"/>
                  </a:lnTo>
                  <a:lnTo>
                    <a:pt x="91" y="12172"/>
                  </a:lnTo>
                  <a:lnTo>
                    <a:pt x="270" y="13610"/>
                  </a:lnTo>
                  <a:lnTo>
                    <a:pt x="450" y="15002"/>
                  </a:lnTo>
                  <a:lnTo>
                    <a:pt x="675" y="16439"/>
                  </a:lnTo>
                  <a:lnTo>
                    <a:pt x="989" y="17787"/>
                  </a:lnTo>
                  <a:lnTo>
                    <a:pt x="1348" y="19179"/>
                  </a:lnTo>
                  <a:lnTo>
                    <a:pt x="1708" y="20527"/>
                  </a:lnTo>
                  <a:lnTo>
                    <a:pt x="2157" y="21829"/>
                  </a:lnTo>
                  <a:lnTo>
                    <a:pt x="2651" y="23132"/>
                  </a:lnTo>
                  <a:lnTo>
                    <a:pt x="3280" y="24524"/>
                  </a:lnTo>
                  <a:lnTo>
                    <a:pt x="3953" y="25916"/>
                  </a:lnTo>
                  <a:lnTo>
                    <a:pt x="4627" y="27219"/>
                  </a:lnTo>
                  <a:lnTo>
                    <a:pt x="5436" y="28477"/>
                  </a:lnTo>
                  <a:lnTo>
                    <a:pt x="6244" y="29734"/>
                  </a:lnTo>
                  <a:lnTo>
                    <a:pt x="7142" y="30902"/>
                  </a:lnTo>
                  <a:lnTo>
                    <a:pt x="8041" y="32070"/>
                  </a:lnTo>
                  <a:lnTo>
                    <a:pt x="9029" y="33148"/>
                  </a:lnTo>
                  <a:lnTo>
                    <a:pt x="10017" y="34181"/>
                  </a:lnTo>
                  <a:lnTo>
                    <a:pt x="11095" y="35169"/>
                  </a:lnTo>
                  <a:lnTo>
                    <a:pt x="12173" y="36112"/>
                  </a:lnTo>
                  <a:lnTo>
                    <a:pt x="13341" y="36966"/>
                  </a:lnTo>
                  <a:lnTo>
                    <a:pt x="14508" y="37774"/>
                  </a:lnTo>
                  <a:lnTo>
                    <a:pt x="15721" y="38538"/>
                  </a:lnTo>
                  <a:lnTo>
                    <a:pt x="16934" y="39211"/>
                  </a:lnTo>
                  <a:lnTo>
                    <a:pt x="18192" y="39840"/>
                  </a:lnTo>
                  <a:lnTo>
                    <a:pt x="18461" y="39840"/>
                  </a:lnTo>
                  <a:lnTo>
                    <a:pt x="18551" y="39795"/>
                  </a:lnTo>
                  <a:lnTo>
                    <a:pt x="18596" y="39750"/>
                  </a:lnTo>
                  <a:lnTo>
                    <a:pt x="18686" y="39660"/>
                  </a:lnTo>
                  <a:lnTo>
                    <a:pt x="18686" y="39526"/>
                  </a:lnTo>
                  <a:lnTo>
                    <a:pt x="18686" y="39391"/>
                  </a:lnTo>
                  <a:lnTo>
                    <a:pt x="18596" y="39301"/>
                  </a:lnTo>
                  <a:lnTo>
                    <a:pt x="18506" y="39211"/>
                  </a:lnTo>
                  <a:lnTo>
                    <a:pt x="17248" y="38583"/>
                  </a:lnTo>
                  <a:lnTo>
                    <a:pt x="16036" y="37954"/>
                  </a:lnTo>
                  <a:lnTo>
                    <a:pt x="14868" y="37190"/>
                  </a:lnTo>
                  <a:lnTo>
                    <a:pt x="13745" y="36427"/>
                  </a:lnTo>
                  <a:lnTo>
                    <a:pt x="12622" y="35573"/>
                  </a:lnTo>
                  <a:lnTo>
                    <a:pt x="11544" y="34630"/>
                  </a:lnTo>
                  <a:lnTo>
                    <a:pt x="10511" y="33687"/>
                  </a:lnTo>
                  <a:lnTo>
                    <a:pt x="9523" y="32654"/>
                  </a:lnTo>
                  <a:lnTo>
                    <a:pt x="8580" y="31621"/>
                  </a:lnTo>
                  <a:lnTo>
                    <a:pt x="7681" y="30498"/>
                  </a:lnTo>
                  <a:lnTo>
                    <a:pt x="6828" y="29330"/>
                  </a:lnTo>
                  <a:lnTo>
                    <a:pt x="6020" y="28117"/>
                  </a:lnTo>
                  <a:lnTo>
                    <a:pt x="5256" y="26860"/>
                  </a:lnTo>
                  <a:lnTo>
                    <a:pt x="4537" y="25557"/>
                  </a:lnTo>
                  <a:lnTo>
                    <a:pt x="3909" y="24255"/>
                  </a:lnTo>
                  <a:lnTo>
                    <a:pt x="3325" y="22907"/>
                  </a:lnTo>
                  <a:lnTo>
                    <a:pt x="2831" y="21605"/>
                  </a:lnTo>
                  <a:lnTo>
                    <a:pt x="2381" y="20302"/>
                  </a:lnTo>
                  <a:lnTo>
                    <a:pt x="1977" y="19000"/>
                  </a:lnTo>
                  <a:lnTo>
                    <a:pt x="1663" y="17652"/>
                  </a:lnTo>
                  <a:lnTo>
                    <a:pt x="1348" y="16260"/>
                  </a:lnTo>
                  <a:lnTo>
                    <a:pt x="1124" y="14912"/>
                  </a:lnTo>
                  <a:lnTo>
                    <a:pt x="944" y="13520"/>
                  </a:lnTo>
                  <a:lnTo>
                    <a:pt x="809" y="12083"/>
                  </a:lnTo>
                  <a:lnTo>
                    <a:pt x="720" y="10645"/>
                  </a:lnTo>
                  <a:lnTo>
                    <a:pt x="675" y="9208"/>
                  </a:lnTo>
                  <a:lnTo>
                    <a:pt x="675" y="7771"/>
                  </a:lnTo>
                  <a:lnTo>
                    <a:pt x="764" y="6333"/>
                  </a:lnTo>
                  <a:lnTo>
                    <a:pt x="854" y="4851"/>
                  </a:lnTo>
                  <a:lnTo>
                    <a:pt x="1034" y="3369"/>
                  </a:lnTo>
                  <a:lnTo>
                    <a:pt x="1259" y="1887"/>
                  </a:lnTo>
                  <a:lnTo>
                    <a:pt x="1528" y="405"/>
                  </a:lnTo>
                  <a:lnTo>
                    <a:pt x="1528" y="270"/>
                  </a:lnTo>
                  <a:lnTo>
                    <a:pt x="1483" y="135"/>
                  </a:lnTo>
                  <a:lnTo>
                    <a:pt x="1348" y="45"/>
                  </a:lnTo>
                  <a:lnTo>
                    <a:pt x="1259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58"/>
            <p:cNvSpPr/>
            <p:nvPr/>
          </p:nvSpPr>
          <p:spPr>
            <a:xfrm>
              <a:off x="5563925" y="3070825"/>
              <a:ext cx="296475" cy="674875"/>
            </a:xfrm>
            <a:custGeom>
              <a:rect b="b" l="l" r="r" t="t"/>
              <a:pathLst>
                <a:path extrusionOk="0" h="26995" w="11859">
                  <a:moveTo>
                    <a:pt x="764" y="1"/>
                  </a:moveTo>
                  <a:lnTo>
                    <a:pt x="674" y="46"/>
                  </a:lnTo>
                  <a:lnTo>
                    <a:pt x="584" y="181"/>
                  </a:lnTo>
                  <a:lnTo>
                    <a:pt x="494" y="270"/>
                  </a:lnTo>
                  <a:lnTo>
                    <a:pt x="315" y="1214"/>
                  </a:lnTo>
                  <a:lnTo>
                    <a:pt x="180" y="2157"/>
                  </a:lnTo>
                  <a:lnTo>
                    <a:pt x="90" y="3100"/>
                  </a:lnTo>
                  <a:lnTo>
                    <a:pt x="45" y="4043"/>
                  </a:lnTo>
                  <a:lnTo>
                    <a:pt x="0" y="5031"/>
                  </a:lnTo>
                  <a:lnTo>
                    <a:pt x="0" y="5975"/>
                  </a:lnTo>
                  <a:lnTo>
                    <a:pt x="45" y="6918"/>
                  </a:lnTo>
                  <a:lnTo>
                    <a:pt x="135" y="7861"/>
                  </a:lnTo>
                  <a:lnTo>
                    <a:pt x="225" y="8804"/>
                  </a:lnTo>
                  <a:lnTo>
                    <a:pt x="405" y="9747"/>
                  </a:lnTo>
                  <a:lnTo>
                    <a:pt x="584" y="10691"/>
                  </a:lnTo>
                  <a:lnTo>
                    <a:pt x="764" y="11589"/>
                  </a:lnTo>
                  <a:lnTo>
                    <a:pt x="1033" y="12532"/>
                  </a:lnTo>
                  <a:lnTo>
                    <a:pt x="1303" y="13430"/>
                  </a:lnTo>
                  <a:lnTo>
                    <a:pt x="1617" y="14329"/>
                  </a:lnTo>
                  <a:lnTo>
                    <a:pt x="1977" y="15227"/>
                  </a:lnTo>
                  <a:lnTo>
                    <a:pt x="2336" y="16080"/>
                  </a:lnTo>
                  <a:lnTo>
                    <a:pt x="2740" y="16934"/>
                  </a:lnTo>
                  <a:lnTo>
                    <a:pt x="3189" y="17787"/>
                  </a:lnTo>
                  <a:lnTo>
                    <a:pt x="3639" y="18641"/>
                  </a:lnTo>
                  <a:lnTo>
                    <a:pt x="4133" y="19449"/>
                  </a:lnTo>
                  <a:lnTo>
                    <a:pt x="4672" y="20258"/>
                  </a:lnTo>
                  <a:lnTo>
                    <a:pt x="5211" y="21021"/>
                  </a:lnTo>
                  <a:lnTo>
                    <a:pt x="5794" y="21785"/>
                  </a:lnTo>
                  <a:lnTo>
                    <a:pt x="6378" y="22503"/>
                  </a:lnTo>
                  <a:lnTo>
                    <a:pt x="7007" y="23222"/>
                  </a:lnTo>
                  <a:lnTo>
                    <a:pt x="7681" y="23896"/>
                  </a:lnTo>
                  <a:lnTo>
                    <a:pt x="8355" y="24569"/>
                  </a:lnTo>
                  <a:lnTo>
                    <a:pt x="9073" y="25198"/>
                  </a:lnTo>
                  <a:lnTo>
                    <a:pt x="9792" y="25782"/>
                  </a:lnTo>
                  <a:lnTo>
                    <a:pt x="10555" y="26366"/>
                  </a:lnTo>
                  <a:lnTo>
                    <a:pt x="11319" y="26950"/>
                  </a:lnTo>
                  <a:lnTo>
                    <a:pt x="11409" y="26995"/>
                  </a:lnTo>
                  <a:lnTo>
                    <a:pt x="11544" y="26995"/>
                  </a:lnTo>
                  <a:lnTo>
                    <a:pt x="11678" y="26950"/>
                  </a:lnTo>
                  <a:lnTo>
                    <a:pt x="11813" y="26860"/>
                  </a:lnTo>
                  <a:lnTo>
                    <a:pt x="11858" y="26725"/>
                  </a:lnTo>
                  <a:lnTo>
                    <a:pt x="11858" y="26591"/>
                  </a:lnTo>
                  <a:lnTo>
                    <a:pt x="11813" y="26456"/>
                  </a:lnTo>
                  <a:lnTo>
                    <a:pt x="11723" y="26366"/>
                  </a:lnTo>
                  <a:lnTo>
                    <a:pt x="10960" y="25827"/>
                  </a:lnTo>
                  <a:lnTo>
                    <a:pt x="10196" y="25243"/>
                  </a:lnTo>
                  <a:lnTo>
                    <a:pt x="9522" y="24659"/>
                  </a:lnTo>
                  <a:lnTo>
                    <a:pt x="8804" y="24030"/>
                  </a:lnTo>
                  <a:lnTo>
                    <a:pt x="8130" y="23402"/>
                  </a:lnTo>
                  <a:lnTo>
                    <a:pt x="7501" y="22728"/>
                  </a:lnTo>
                  <a:lnTo>
                    <a:pt x="6917" y="22054"/>
                  </a:lnTo>
                  <a:lnTo>
                    <a:pt x="6289" y="21336"/>
                  </a:lnTo>
                  <a:lnTo>
                    <a:pt x="5750" y="20617"/>
                  </a:lnTo>
                  <a:lnTo>
                    <a:pt x="5211" y="19853"/>
                  </a:lnTo>
                  <a:lnTo>
                    <a:pt x="4717" y="19090"/>
                  </a:lnTo>
                  <a:lnTo>
                    <a:pt x="4222" y="18281"/>
                  </a:lnTo>
                  <a:lnTo>
                    <a:pt x="3773" y="17473"/>
                  </a:lnTo>
                  <a:lnTo>
                    <a:pt x="3369" y="16664"/>
                  </a:lnTo>
                  <a:lnTo>
                    <a:pt x="2965" y="15811"/>
                  </a:lnTo>
                  <a:lnTo>
                    <a:pt x="2606" y="14958"/>
                  </a:lnTo>
                  <a:lnTo>
                    <a:pt x="2246" y="14104"/>
                  </a:lnTo>
                  <a:lnTo>
                    <a:pt x="1977" y="13206"/>
                  </a:lnTo>
                  <a:lnTo>
                    <a:pt x="1707" y="12353"/>
                  </a:lnTo>
                  <a:lnTo>
                    <a:pt x="1438" y="11454"/>
                  </a:lnTo>
                  <a:lnTo>
                    <a:pt x="1258" y="10556"/>
                  </a:lnTo>
                  <a:lnTo>
                    <a:pt x="1078" y="9613"/>
                  </a:lnTo>
                  <a:lnTo>
                    <a:pt x="944" y="8714"/>
                  </a:lnTo>
                  <a:lnTo>
                    <a:pt x="809" y="7816"/>
                  </a:lnTo>
                  <a:lnTo>
                    <a:pt x="719" y="6873"/>
                  </a:lnTo>
                  <a:lnTo>
                    <a:pt x="719" y="5975"/>
                  </a:lnTo>
                  <a:lnTo>
                    <a:pt x="674" y="5031"/>
                  </a:lnTo>
                  <a:lnTo>
                    <a:pt x="719" y="4088"/>
                  </a:lnTo>
                  <a:lnTo>
                    <a:pt x="764" y="3190"/>
                  </a:lnTo>
                  <a:lnTo>
                    <a:pt x="899" y="2247"/>
                  </a:lnTo>
                  <a:lnTo>
                    <a:pt x="1033" y="1348"/>
                  </a:lnTo>
                  <a:lnTo>
                    <a:pt x="1168" y="405"/>
                  </a:lnTo>
                  <a:lnTo>
                    <a:pt x="1168" y="270"/>
                  </a:lnTo>
                  <a:lnTo>
                    <a:pt x="1123" y="181"/>
                  </a:lnTo>
                  <a:lnTo>
                    <a:pt x="1033" y="91"/>
                  </a:lnTo>
                  <a:lnTo>
                    <a:pt x="94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58"/>
            <p:cNvSpPr/>
            <p:nvPr/>
          </p:nvSpPr>
          <p:spPr>
            <a:xfrm>
              <a:off x="5664975" y="3232525"/>
              <a:ext cx="123550" cy="321175"/>
            </a:xfrm>
            <a:custGeom>
              <a:rect b="b" l="l" r="r" t="t"/>
              <a:pathLst>
                <a:path extrusionOk="0" h="12847" w="4942">
                  <a:moveTo>
                    <a:pt x="270" y="1"/>
                  </a:moveTo>
                  <a:lnTo>
                    <a:pt x="136" y="90"/>
                  </a:lnTo>
                  <a:lnTo>
                    <a:pt x="91" y="180"/>
                  </a:lnTo>
                  <a:lnTo>
                    <a:pt x="46" y="315"/>
                  </a:lnTo>
                  <a:lnTo>
                    <a:pt x="1" y="1168"/>
                  </a:lnTo>
                  <a:lnTo>
                    <a:pt x="1" y="1977"/>
                  </a:lnTo>
                  <a:lnTo>
                    <a:pt x="46" y="2830"/>
                  </a:lnTo>
                  <a:lnTo>
                    <a:pt x="180" y="3684"/>
                  </a:lnTo>
                  <a:lnTo>
                    <a:pt x="315" y="4492"/>
                  </a:lnTo>
                  <a:lnTo>
                    <a:pt x="495" y="5346"/>
                  </a:lnTo>
                  <a:lnTo>
                    <a:pt x="719" y="6154"/>
                  </a:lnTo>
                  <a:lnTo>
                    <a:pt x="944" y="6962"/>
                  </a:lnTo>
                  <a:lnTo>
                    <a:pt x="1258" y="7726"/>
                  </a:lnTo>
                  <a:lnTo>
                    <a:pt x="1573" y="8535"/>
                  </a:lnTo>
                  <a:lnTo>
                    <a:pt x="1977" y="9253"/>
                  </a:lnTo>
                  <a:lnTo>
                    <a:pt x="2381" y="10017"/>
                  </a:lnTo>
                  <a:lnTo>
                    <a:pt x="2830" y="10735"/>
                  </a:lnTo>
                  <a:lnTo>
                    <a:pt x="3280" y="11409"/>
                  </a:lnTo>
                  <a:lnTo>
                    <a:pt x="3819" y="12083"/>
                  </a:lnTo>
                  <a:lnTo>
                    <a:pt x="4358" y="12712"/>
                  </a:lnTo>
                  <a:lnTo>
                    <a:pt x="4492" y="12801"/>
                  </a:lnTo>
                  <a:lnTo>
                    <a:pt x="4627" y="12846"/>
                  </a:lnTo>
                  <a:lnTo>
                    <a:pt x="4717" y="12801"/>
                  </a:lnTo>
                  <a:lnTo>
                    <a:pt x="4852" y="12757"/>
                  </a:lnTo>
                  <a:lnTo>
                    <a:pt x="4941" y="12622"/>
                  </a:lnTo>
                  <a:lnTo>
                    <a:pt x="4941" y="12487"/>
                  </a:lnTo>
                  <a:lnTo>
                    <a:pt x="4941" y="12352"/>
                  </a:lnTo>
                  <a:lnTo>
                    <a:pt x="4852" y="12262"/>
                  </a:lnTo>
                  <a:lnTo>
                    <a:pt x="4358" y="11634"/>
                  </a:lnTo>
                  <a:lnTo>
                    <a:pt x="3863" y="11005"/>
                  </a:lnTo>
                  <a:lnTo>
                    <a:pt x="3414" y="10331"/>
                  </a:lnTo>
                  <a:lnTo>
                    <a:pt x="2965" y="9657"/>
                  </a:lnTo>
                  <a:lnTo>
                    <a:pt x="2561" y="8939"/>
                  </a:lnTo>
                  <a:lnTo>
                    <a:pt x="2202" y="8220"/>
                  </a:lnTo>
                  <a:lnTo>
                    <a:pt x="1887" y="7501"/>
                  </a:lnTo>
                  <a:lnTo>
                    <a:pt x="1618" y="6738"/>
                  </a:lnTo>
                  <a:lnTo>
                    <a:pt x="1348" y="5929"/>
                  </a:lnTo>
                  <a:lnTo>
                    <a:pt x="1169" y="5166"/>
                  </a:lnTo>
                  <a:lnTo>
                    <a:pt x="989" y="4357"/>
                  </a:lnTo>
                  <a:lnTo>
                    <a:pt x="854" y="3594"/>
                  </a:lnTo>
                  <a:lnTo>
                    <a:pt x="764" y="2785"/>
                  </a:lnTo>
                  <a:lnTo>
                    <a:pt x="719" y="1977"/>
                  </a:lnTo>
                  <a:lnTo>
                    <a:pt x="675" y="1168"/>
                  </a:lnTo>
                  <a:lnTo>
                    <a:pt x="719" y="360"/>
                  </a:lnTo>
                  <a:lnTo>
                    <a:pt x="719" y="225"/>
                  </a:lnTo>
                  <a:lnTo>
                    <a:pt x="630" y="90"/>
                  </a:lnTo>
                  <a:lnTo>
                    <a:pt x="540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58"/>
            <p:cNvSpPr/>
            <p:nvPr/>
          </p:nvSpPr>
          <p:spPr>
            <a:xfrm>
              <a:off x="5543700" y="2118625"/>
              <a:ext cx="50575" cy="248200"/>
            </a:xfrm>
            <a:custGeom>
              <a:rect b="b" l="l" r="r" t="t"/>
              <a:pathLst>
                <a:path extrusionOk="0" h="9928" w="2023">
                  <a:moveTo>
                    <a:pt x="1618" y="1"/>
                  </a:moveTo>
                  <a:lnTo>
                    <a:pt x="1483" y="46"/>
                  </a:lnTo>
                  <a:lnTo>
                    <a:pt x="1393" y="136"/>
                  </a:lnTo>
                  <a:lnTo>
                    <a:pt x="1348" y="270"/>
                  </a:lnTo>
                  <a:lnTo>
                    <a:pt x="1" y="9523"/>
                  </a:lnTo>
                  <a:lnTo>
                    <a:pt x="1" y="9658"/>
                  </a:lnTo>
                  <a:lnTo>
                    <a:pt x="46" y="9747"/>
                  </a:lnTo>
                  <a:lnTo>
                    <a:pt x="181" y="9837"/>
                  </a:lnTo>
                  <a:lnTo>
                    <a:pt x="270" y="9882"/>
                  </a:lnTo>
                  <a:lnTo>
                    <a:pt x="360" y="9927"/>
                  </a:lnTo>
                  <a:lnTo>
                    <a:pt x="450" y="9882"/>
                  </a:lnTo>
                  <a:lnTo>
                    <a:pt x="585" y="9837"/>
                  </a:lnTo>
                  <a:lnTo>
                    <a:pt x="630" y="9747"/>
                  </a:lnTo>
                  <a:lnTo>
                    <a:pt x="675" y="9613"/>
                  </a:lnTo>
                  <a:lnTo>
                    <a:pt x="2022" y="360"/>
                  </a:lnTo>
                  <a:lnTo>
                    <a:pt x="2022" y="225"/>
                  </a:lnTo>
                  <a:lnTo>
                    <a:pt x="1977" y="136"/>
                  </a:lnTo>
                  <a:lnTo>
                    <a:pt x="1842" y="46"/>
                  </a:lnTo>
                  <a:lnTo>
                    <a:pt x="1753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58"/>
            <p:cNvSpPr/>
            <p:nvPr/>
          </p:nvSpPr>
          <p:spPr>
            <a:xfrm>
              <a:off x="5642525" y="2138850"/>
              <a:ext cx="29225" cy="102200"/>
            </a:xfrm>
            <a:custGeom>
              <a:rect b="b" l="l" r="r" t="t"/>
              <a:pathLst>
                <a:path extrusionOk="0" h="4088" w="1169">
                  <a:moveTo>
                    <a:pt x="719" y="0"/>
                  </a:moveTo>
                  <a:lnTo>
                    <a:pt x="584" y="45"/>
                  </a:lnTo>
                  <a:lnTo>
                    <a:pt x="495" y="135"/>
                  </a:lnTo>
                  <a:lnTo>
                    <a:pt x="450" y="270"/>
                  </a:lnTo>
                  <a:lnTo>
                    <a:pt x="0" y="3683"/>
                  </a:lnTo>
                  <a:lnTo>
                    <a:pt x="0" y="3818"/>
                  </a:lnTo>
                  <a:lnTo>
                    <a:pt x="45" y="3953"/>
                  </a:lnTo>
                  <a:lnTo>
                    <a:pt x="135" y="4043"/>
                  </a:lnTo>
                  <a:lnTo>
                    <a:pt x="270" y="4088"/>
                  </a:lnTo>
                  <a:lnTo>
                    <a:pt x="315" y="4088"/>
                  </a:lnTo>
                  <a:lnTo>
                    <a:pt x="450" y="4043"/>
                  </a:lnTo>
                  <a:lnTo>
                    <a:pt x="539" y="3998"/>
                  </a:lnTo>
                  <a:lnTo>
                    <a:pt x="629" y="3908"/>
                  </a:lnTo>
                  <a:lnTo>
                    <a:pt x="674" y="3773"/>
                  </a:lnTo>
                  <a:lnTo>
                    <a:pt x="1168" y="360"/>
                  </a:lnTo>
                  <a:lnTo>
                    <a:pt x="1123" y="225"/>
                  </a:lnTo>
                  <a:lnTo>
                    <a:pt x="1078" y="135"/>
                  </a:lnTo>
                  <a:lnTo>
                    <a:pt x="989" y="45"/>
                  </a:lnTo>
                  <a:lnTo>
                    <a:pt x="854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58"/>
            <p:cNvSpPr/>
            <p:nvPr/>
          </p:nvSpPr>
          <p:spPr>
            <a:xfrm>
              <a:off x="6909125" y="2086075"/>
              <a:ext cx="108950" cy="656900"/>
            </a:xfrm>
            <a:custGeom>
              <a:rect b="b" l="l" r="r" t="t"/>
              <a:pathLst>
                <a:path extrusionOk="0" h="26276" w="4358">
                  <a:moveTo>
                    <a:pt x="225" y="0"/>
                  </a:moveTo>
                  <a:lnTo>
                    <a:pt x="135" y="90"/>
                  </a:lnTo>
                  <a:lnTo>
                    <a:pt x="46" y="180"/>
                  </a:lnTo>
                  <a:lnTo>
                    <a:pt x="1" y="315"/>
                  </a:lnTo>
                  <a:lnTo>
                    <a:pt x="1" y="449"/>
                  </a:lnTo>
                  <a:lnTo>
                    <a:pt x="764" y="3594"/>
                  </a:lnTo>
                  <a:lnTo>
                    <a:pt x="1393" y="6738"/>
                  </a:lnTo>
                  <a:lnTo>
                    <a:pt x="2022" y="9927"/>
                  </a:lnTo>
                  <a:lnTo>
                    <a:pt x="2516" y="13116"/>
                  </a:lnTo>
                  <a:lnTo>
                    <a:pt x="2920" y="16305"/>
                  </a:lnTo>
                  <a:lnTo>
                    <a:pt x="3280" y="19493"/>
                  </a:lnTo>
                  <a:lnTo>
                    <a:pt x="3504" y="22727"/>
                  </a:lnTo>
                  <a:lnTo>
                    <a:pt x="3684" y="25961"/>
                  </a:lnTo>
                  <a:lnTo>
                    <a:pt x="3684" y="26096"/>
                  </a:lnTo>
                  <a:lnTo>
                    <a:pt x="3774" y="26186"/>
                  </a:lnTo>
                  <a:lnTo>
                    <a:pt x="3908" y="26276"/>
                  </a:lnTo>
                  <a:lnTo>
                    <a:pt x="4043" y="26276"/>
                  </a:lnTo>
                  <a:lnTo>
                    <a:pt x="4178" y="26231"/>
                  </a:lnTo>
                  <a:lnTo>
                    <a:pt x="4268" y="26186"/>
                  </a:lnTo>
                  <a:lnTo>
                    <a:pt x="4358" y="26051"/>
                  </a:lnTo>
                  <a:lnTo>
                    <a:pt x="4358" y="25916"/>
                  </a:lnTo>
                  <a:lnTo>
                    <a:pt x="4178" y="22682"/>
                  </a:lnTo>
                  <a:lnTo>
                    <a:pt x="3953" y="19449"/>
                  </a:lnTo>
                  <a:lnTo>
                    <a:pt x="3594" y="16215"/>
                  </a:lnTo>
                  <a:lnTo>
                    <a:pt x="3190" y="12981"/>
                  </a:lnTo>
                  <a:lnTo>
                    <a:pt x="2696" y="9792"/>
                  </a:lnTo>
                  <a:lnTo>
                    <a:pt x="2112" y="6603"/>
                  </a:lnTo>
                  <a:lnTo>
                    <a:pt x="1438" y="3414"/>
                  </a:lnTo>
                  <a:lnTo>
                    <a:pt x="674" y="270"/>
                  </a:lnTo>
                  <a:lnTo>
                    <a:pt x="585" y="135"/>
                  </a:lnTo>
                  <a:lnTo>
                    <a:pt x="495" y="45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58"/>
            <p:cNvSpPr/>
            <p:nvPr/>
          </p:nvSpPr>
          <p:spPr>
            <a:xfrm>
              <a:off x="6849625" y="2122000"/>
              <a:ext cx="78625" cy="321175"/>
            </a:xfrm>
            <a:custGeom>
              <a:rect b="b" l="l" r="r" t="t"/>
              <a:pathLst>
                <a:path extrusionOk="0" h="12847" w="3145">
                  <a:moveTo>
                    <a:pt x="270" y="1"/>
                  </a:moveTo>
                  <a:lnTo>
                    <a:pt x="135" y="90"/>
                  </a:lnTo>
                  <a:lnTo>
                    <a:pt x="45" y="180"/>
                  </a:lnTo>
                  <a:lnTo>
                    <a:pt x="0" y="315"/>
                  </a:lnTo>
                  <a:lnTo>
                    <a:pt x="0" y="450"/>
                  </a:lnTo>
                  <a:lnTo>
                    <a:pt x="449" y="1932"/>
                  </a:lnTo>
                  <a:lnTo>
                    <a:pt x="809" y="3414"/>
                  </a:lnTo>
                  <a:lnTo>
                    <a:pt x="1168" y="4941"/>
                  </a:lnTo>
                  <a:lnTo>
                    <a:pt x="1482" y="6423"/>
                  </a:lnTo>
                  <a:lnTo>
                    <a:pt x="1752" y="7951"/>
                  </a:lnTo>
                  <a:lnTo>
                    <a:pt x="2021" y="9478"/>
                  </a:lnTo>
                  <a:lnTo>
                    <a:pt x="2246" y="11005"/>
                  </a:lnTo>
                  <a:lnTo>
                    <a:pt x="2426" y="12532"/>
                  </a:lnTo>
                  <a:lnTo>
                    <a:pt x="2471" y="12667"/>
                  </a:lnTo>
                  <a:lnTo>
                    <a:pt x="2560" y="12757"/>
                  </a:lnTo>
                  <a:lnTo>
                    <a:pt x="2650" y="12846"/>
                  </a:lnTo>
                  <a:lnTo>
                    <a:pt x="2830" y="12846"/>
                  </a:lnTo>
                  <a:lnTo>
                    <a:pt x="2965" y="12801"/>
                  </a:lnTo>
                  <a:lnTo>
                    <a:pt x="3054" y="12712"/>
                  </a:lnTo>
                  <a:lnTo>
                    <a:pt x="3099" y="12622"/>
                  </a:lnTo>
                  <a:lnTo>
                    <a:pt x="3144" y="12487"/>
                  </a:lnTo>
                  <a:lnTo>
                    <a:pt x="2920" y="10915"/>
                  </a:lnTo>
                  <a:lnTo>
                    <a:pt x="2695" y="9388"/>
                  </a:lnTo>
                  <a:lnTo>
                    <a:pt x="2471" y="7861"/>
                  </a:lnTo>
                  <a:lnTo>
                    <a:pt x="2156" y="6289"/>
                  </a:lnTo>
                  <a:lnTo>
                    <a:pt x="1842" y="4762"/>
                  </a:lnTo>
                  <a:lnTo>
                    <a:pt x="1482" y="3279"/>
                  </a:lnTo>
                  <a:lnTo>
                    <a:pt x="1078" y="1752"/>
                  </a:lnTo>
                  <a:lnTo>
                    <a:pt x="674" y="270"/>
                  </a:lnTo>
                  <a:lnTo>
                    <a:pt x="629" y="135"/>
                  </a:lnTo>
                  <a:lnTo>
                    <a:pt x="494" y="46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58"/>
            <p:cNvSpPr/>
            <p:nvPr/>
          </p:nvSpPr>
          <p:spPr>
            <a:xfrm>
              <a:off x="6767650" y="2166925"/>
              <a:ext cx="33700" cy="102200"/>
            </a:xfrm>
            <a:custGeom>
              <a:rect b="b" l="l" r="r" t="t"/>
              <a:pathLst>
                <a:path extrusionOk="0" h="4088" w="1348">
                  <a:moveTo>
                    <a:pt x="315" y="0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4"/>
                  </a:lnTo>
                  <a:lnTo>
                    <a:pt x="674" y="3818"/>
                  </a:lnTo>
                  <a:lnTo>
                    <a:pt x="719" y="3908"/>
                  </a:lnTo>
                  <a:lnTo>
                    <a:pt x="809" y="3998"/>
                  </a:lnTo>
                  <a:lnTo>
                    <a:pt x="899" y="4087"/>
                  </a:lnTo>
                  <a:lnTo>
                    <a:pt x="1078" y="4087"/>
                  </a:lnTo>
                  <a:lnTo>
                    <a:pt x="1213" y="4043"/>
                  </a:lnTo>
                  <a:lnTo>
                    <a:pt x="1303" y="3953"/>
                  </a:lnTo>
                  <a:lnTo>
                    <a:pt x="1348" y="3818"/>
                  </a:lnTo>
                  <a:lnTo>
                    <a:pt x="1348" y="3683"/>
                  </a:lnTo>
                  <a:lnTo>
                    <a:pt x="719" y="270"/>
                  </a:lnTo>
                  <a:lnTo>
                    <a:pt x="629" y="135"/>
                  </a:lnTo>
                  <a:lnTo>
                    <a:pt x="539" y="45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58"/>
            <p:cNvSpPr/>
            <p:nvPr/>
          </p:nvSpPr>
          <p:spPr>
            <a:xfrm>
              <a:off x="6659850" y="3313375"/>
              <a:ext cx="344750" cy="565950"/>
            </a:xfrm>
            <a:custGeom>
              <a:rect b="b" l="l" r="r" t="t"/>
              <a:pathLst>
                <a:path extrusionOk="0" h="22638" w="13790">
                  <a:moveTo>
                    <a:pt x="13340" y="1"/>
                  </a:moveTo>
                  <a:lnTo>
                    <a:pt x="13206" y="90"/>
                  </a:lnTo>
                  <a:lnTo>
                    <a:pt x="13116" y="180"/>
                  </a:lnTo>
                  <a:lnTo>
                    <a:pt x="13116" y="315"/>
                  </a:lnTo>
                  <a:lnTo>
                    <a:pt x="12936" y="1977"/>
                  </a:lnTo>
                  <a:lnTo>
                    <a:pt x="12712" y="3594"/>
                  </a:lnTo>
                  <a:lnTo>
                    <a:pt x="12352" y="5211"/>
                  </a:lnTo>
                  <a:lnTo>
                    <a:pt x="11903" y="6783"/>
                  </a:lnTo>
                  <a:lnTo>
                    <a:pt x="11409" y="8310"/>
                  </a:lnTo>
                  <a:lnTo>
                    <a:pt x="10780" y="9837"/>
                  </a:lnTo>
                  <a:lnTo>
                    <a:pt x="10062" y="11319"/>
                  </a:lnTo>
                  <a:lnTo>
                    <a:pt x="9253" y="12712"/>
                  </a:lnTo>
                  <a:lnTo>
                    <a:pt x="8355" y="14104"/>
                  </a:lnTo>
                  <a:lnTo>
                    <a:pt x="7412" y="15451"/>
                  </a:lnTo>
                  <a:lnTo>
                    <a:pt x="6379" y="16709"/>
                  </a:lnTo>
                  <a:lnTo>
                    <a:pt x="5256" y="17922"/>
                  </a:lnTo>
                  <a:lnTo>
                    <a:pt x="4088" y="19045"/>
                  </a:lnTo>
                  <a:lnTo>
                    <a:pt x="2830" y="20122"/>
                  </a:lnTo>
                  <a:lnTo>
                    <a:pt x="1528" y="21111"/>
                  </a:lnTo>
                  <a:lnTo>
                    <a:pt x="180" y="22009"/>
                  </a:lnTo>
                  <a:lnTo>
                    <a:pt x="46" y="22099"/>
                  </a:lnTo>
                  <a:lnTo>
                    <a:pt x="1" y="22189"/>
                  </a:lnTo>
                  <a:lnTo>
                    <a:pt x="1" y="22323"/>
                  </a:lnTo>
                  <a:lnTo>
                    <a:pt x="46" y="22458"/>
                  </a:lnTo>
                  <a:lnTo>
                    <a:pt x="180" y="22593"/>
                  </a:lnTo>
                  <a:lnTo>
                    <a:pt x="360" y="22638"/>
                  </a:lnTo>
                  <a:lnTo>
                    <a:pt x="450" y="22638"/>
                  </a:lnTo>
                  <a:lnTo>
                    <a:pt x="540" y="22593"/>
                  </a:lnTo>
                  <a:lnTo>
                    <a:pt x="1932" y="21650"/>
                  </a:lnTo>
                  <a:lnTo>
                    <a:pt x="3279" y="20661"/>
                  </a:lnTo>
                  <a:lnTo>
                    <a:pt x="4537" y="19539"/>
                  </a:lnTo>
                  <a:lnTo>
                    <a:pt x="5750" y="18371"/>
                  </a:lnTo>
                  <a:lnTo>
                    <a:pt x="6918" y="17158"/>
                  </a:lnTo>
                  <a:lnTo>
                    <a:pt x="7951" y="15856"/>
                  </a:lnTo>
                  <a:lnTo>
                    <a:pt x="8939" y="14508"/>
                  </a:lnTo>
                  <a:lnTo>
                    <a:pt x="9837" y="13071"/>
                  </a:lnTo>
                  <a:lnTo>
                    <a:pt x="10645" y="11634"/>
                  </a:lnTo>
                  <a:lnTo>
                    <a:pt x="11409" y="10106"/>
                  </a:lnTo>
                  <a:lnTo>
                    <a:pt x="12038" y="8534"/>
                  </a:lnTo>
                  <a:lnTo>
                    <a:pt x="12577" y="6962"/>
                  </a:lnTo>
                  <a:lnTo>
                    <a:pt x="13026" y="5345"/>
                  </a:lnTo>
                  <a:lnTo>
                    <a:pt x="13385" y="3728"/>
                  </a:lnTo>
                  <a:lnTo>
                    <a:pt x="13655" y="2067"/>
                  </a:lnTo>
                  <a:lnTo>
                    <a:pt x="13790" y="360"/>
                  </a:lnTo>
                  <a:lnTo>
                    <a:pt x="13745" y="225"/>
                  </a:lnTo>
                  <a:lnTo>
                    <a:pt x="13700" y="135"/>
                  </a:lnTo>
                  <a:lnTo>
                    <a:pt x="13610" y="45"/>
                  </a:lnTo>
                  <a:lnTo>
                    <a:pt x="1347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58"/>
            <p:cNvSpPr/>
            <p:nvPr/>
          </p:nvSpPr>
          <p:spPr>
            <a:xfrm>
              <a:off x="6731725" y="3454850"/>
              <a:ext cx="146000" cy="265025"/>
            </a:xfrm>
            <a:custGeom>
              <a:rect b="b" l="l" r="r" t="t"/>
              <a:pathLst>
                <a:path extrusionOk="0" h="10601" w="5840">
                  <a:moveTo>
                    <a:pt x="5525" y="1"/>
                  </a:moveTo>
                  <a:lnTo>
                    <a:pt x="5390" y="46"/>
                  </a:lnTo>
                  <a:lnTo>
                    <a:pt x="5255" y="136"/>
                  </a:lnTo>
                  <a:lnTo>
                    <a:pt x="5210" y="225"/>
                  </a:lnTo>
                  <a:lnTo>
                    <a:pt x="5165" y="360"/>
                  </a:lnTo>
                  <a:lnTo>
                    <a:pt x="5120" y="1034"/>
                  </a:lnTo>
                  <a:lnTo>
                    <a:pt x="5076" y="1753"/>
                  </a:lnTo>
                  <a:lnTo>
                    <a:pt x="4941" y="2426"/>
                  </a:lnTo>
                  <a:lnTo>
                    <a:pt x="4806" y="3145"/>
                  </a:lnTo>
                  <a:lnTo>
                    <a:pt x="4582" y="3819"/>
                  </a:lnTo>
                  <a:lnTo>
                    <a:pt x="4357" y="4447"/>
                  </a:lnTo>
                  <a:lnTo>
                    <a:pt x="4087" y="5121"/>
                  </a:lnTo>
                  <a:lnTo>
                    <a:pt x="3773" y="5750"/>
                  </a:lnTo>
                  <a:lnTo>
                    <a:pt x="3414" y="6379"/>
                  </a:lnTo>
                  <a:lnTo>
                    <a:pt x="3054" y="6963"/>
                  </a:lnTo>
                  <a:lnTo>
                    <a:pt x="2650" y="7502"/>
                  </a:lnTo>
                  <a:lnTo>
                    <a:pt x="2201" y="8086"/>
                  </a:lnTo>
                  <a:lnTo>
                    <a:pt x="1752" y="8580"/>
                  </a:lnTo>
                  <a:lnTo>
                    <a:pt x="1213" y="9074"/>
                  </a:lnTo>
                  <a:lnTo>
                    <a:pt x="719" y="9523"/>
                  </a:lnTo>
                  <a:lnTo>
                    <a:pt x="135" y="9972"/>
                  </a:lnTo>
                  <a:lnTo>
                    <a:pt x="45" y="10062"/>
                  </a:lnTo>
                  <a:lnTo>
                    <a:pt x="0" y="10197"/>
                  </a:lnTo>
                  <a:lnTo>
                    <a:pt x="0" y="10331"/>
                  </a:lnTo>
                  <a:lnTo>
                    <a:pt x="90" y="10466"/>
                  </a:lnTo>
                  <a:lnTo>
                    <a:pt x="180" y="10556"/>
                  </a:lnTo>
                  <a:lnTo>
                    <a:pt x="359" y="10601"/>
                  </a:lnTo>
                  <a:lnTo>
                    <a:pt x="449" y="10601"/>
                  </a:lnTo>
                  <a:lnTo>
                    <a:pt x="539" y="10511"/>
                  </a:lnTo>
                  <a:lnTo>
                    <a:pt x="1123" y="10062"/>
                  </a:lnTo>
                  <a:lnTo>
                    <a:pt x="1707" y="9613"/>
                  </a:lnTo>
                  <a:lnTo>
                    <a:pt x="2246" y="9074"/>
                  </a:lnTo>
                  <a:lnTo>
                    <a:pt x="2740" y="8535"/>
                  </a:lnTo>
                  <a:lnTo>
                    <a:pt x="3189" y="7951"/>
                  </a:lnTo>
                  <a:lnTo>
                    <a:pt x="3638" y="7322"/>
                  </a:lnTo>
                  <a:lnTo>
                    <a:pt x="4043" y="6693"/>
                  </a:lnTo>
                  <a:lnTo>
                    <a:pt x="4402" y="6064"/>
                  </a:lnTo>
                  <a:lnTo>
                    <a:pt x="4716" y="5391"/>
                  </a:lnTo>
                  <a:lnTo>
                    <a:pt x="4986" y="4717"/>
                  </a:lnTo>
                  <a:lnTo>
                    <a:pt x="5255" y="3998"/>
                  </a:lnTo>
                  <a:lnTo>
                    <a:pt x="5435" y="3280"/>
                  </a:lnTo>
                  <a:lnTo>
                    <a:pt x="5615" y="2561"/>
                  </a:lnTo>
                  <a:lnTo>
                    <a:pt x="5749" y="1842"/>
                  </a:lnTo>
                  <a:lnTo>
                    <a:pt x="5839" y="1124"/>
                  </a:lnTo>
                  <a:lnTo>
                    <a:pt x="5839" y="360"/>
                  </a:lnTo>
                  <a:lnTo>
                    <a:pt x="5839" y="225"/>
                  </a:lnTo>
                  <a:lnTo>
                    <a:pt x="5749" y="136"/>
                  </a:lnTo>
                  <a:lnTo>
                    <a:pt x="5659" y="46"/>
                  </a:lnTo>
                  <a:lnTo>
                    <a:pt x="552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58"/>
            <p:cNvSpPr/>
            <p:nvPr/>
          </p:nvSpPr>
          <p:spPr>
            <a:xfrm>
              <a:off x="6124250" y="2244400"/>
              <a:ext cx="16850" cy="85350"/>
            </a:xfrm>
            <a:custGeom>
              <a:rect b="b" l="l" r="r" t="t"/>
              <a:pathLst>
                <a:path extrusionOk="0" h="3414" w="674">
                  <a:moveTo>
                    <a:pt x="180" y="0"/>
                  </a:moveTo>
                  <a:lnTo>
                    <a:pt x="90" y="90"/>
                  </a:lnTo>
                  <a:lnTo>
                    <a:pt x="0" y="180"/>
                  </a:lnTo>
                  <a:lnTo>
                    <a:pt x="0" y="315"/>
                  </a:lnTo>
                  <a:lnTo>
                    <a:pt x="0" y="3100"/>
                  </a:lnTo>
                  <a:lnTo>
                    <a:pt x="0" y="3234"/>
                  </a:lnTo>
                  <a:lnTo>
                    <a:pt x="90" y="3324"/>
                  </a:lnTo>
                  <a:lnTo>
                    <a:pt x="180" y="3414"/>
                  </a:lnTo>
                  <a:lnTo>
                    <a:pt x="449" y="3414"/>
                  </a:lnTo>
                  <a:lnTo>
                    <a:pt x="584" y="3324"/>
                  </a:lnTo>
                  <a:lnTo>
                    <a:pt x="674" y="3234"/>
                  </a:lnTo>
                  <a:lnTo>
                    <a:pt x="674" y="3100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58"/>
            <p:cNvSpPr/>
            <p:nvPr/>
          </p:nvSpPr>
          <p:spPr>
            <a:xfrm>
              <a:off x="6220800" y="2207350"/>
              <a:ext cx="18000" cy="220100"/>
            </a:xfrm>
            <a:custGeom>
              <a:rect b="b" l="l" r="r" t="t"/>
              <a:pathLst>
                <a:path extrusionOk="0" h="8804" w="720">
                  <a:moveTo>
                    <a:pt x="360" y="0"/>
                  </a:moveTo>
                  <a:lnTo>
                    <a:pt x="225" y="45"/>
                  </a:lnTo>
                  <a:lnTo>
                    <a:pt x="136" y="90"/>
                  </a:lnTo>
                  <a:lnTo>
                    <a:pt x="46" y="225"/>
                  </a:lnTo>
                  <a:lnTo>
                    <a:pt x="1" y="359"/>
                  </a:lnTo>
                  <a:lnTo>
                    <a:pt x="1" y="8444"/>
                  </a:lnTo>
                  <a:lnTo>
                    <a:pt x="46" y="8579"/>
                  </a:lnTo>
                  <a:lnTo>
                    <a:pt x="136" y="8714"/>
                  </a:lnTo>
                  <a:lnTo>
                    <a:pt x="225" y="8759"/>
                  </a:lnTo>
                  <a:lnTo>
                    <a:pt x="360" y="8804"/>
                  </a:lnTo>
                  <a:lnTo>
                    <a:pt x="495" y="8759"/>
                  </a:lnTo>
                  <a:lnTo>
                    <a:pt x="630" y="8714"/>
                  </a:lnTo>
                  <a:lnTo>
                    <a:pt x="674" y="8579"/>
                  </a:lnTo>
                  <a:lnTo>
                    <a:pt x="719" y="8444"/>
                  </a:lnTo>
                  <a:lnTo>
                    <a:pt x="719" y="359"/>
                  </a:lnTo>
                  <a:lnTo>
                    <a:pt x="674" y="225"/>
                  </a:lnTo>
                  <a:lnTo>
                    <a:pt x="630" y="90"/>
                  </a:lnTo>
                  <a:lnTo>
                    <a:pt x="495" y="45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58"/>
            <p:cNvSpPr/>
            <p:nvPr/>
          </p:nvSpPr>
          <p:spPr>
            <a:xfrm>
              <a:off x="6358925" y="2252250"/>
              <a:ext cx="16875" cy="57300"/>
            </a:xfrm>
            <a:custGeom>
              <a:rect b="b" l="l" r="r" t="t"/>
              <a:pathLst>
                <a:path extrusionOk="0" h="2292" w="675">
                  <a:moveTo>
                    <a:pt x="225" y="1"/>
                  </a:moveTo>
                  <a:lnTo>
                    <a:pt x="90" y="91"/>
                  </a:lnTo>
                  <a:lnTo>
                    <a:pt x="45" y="180"/>
                  </a:lnTo>
                  <a:lnTo>
                    <a:pt x="0" y="315"/>
                  </a:lnTo>
                  <a:lnTo>
                    <a:pt x="0" y="1932"/>
                  </a:lnTo>
                  <a:lnTo>
                    <a:pt x="45" y="2067"/>
                  </a:lnTo>
                  <a:lnTo>
                    <a:pt x="90" y="2202"/>
                  </a:lnTo>
                  <a:lnTo>
                    <a:pt x="225" y="2291"/>
                  </a:lnTo>
                  <a:lnTo>
                    <a:pt x="494" y="2291"/>
                  </a:lnTo>
                  <a:lnTo>
                    <a:pt x="584" y="2202"/>
                  </a:lnTo>
                  <a:lnTo>
                    <a:pt x="674" y="2067"/>
                  </a:lnTo>
                  <a:lnTo>
                    <a:pt x="674" y="1932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1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58"/>
            <p:cNvSpPr/>
            <p:nvPr/>
          </p:nvSpPr>
          <p:spPr>
            <a:xfrm>
              <a:off x="6575625" y="3630025"/>
              <a:ext cx="780425" cy="370575"/>
            </a:xfrm>
            <a:custGeom>
              <a:rect b="b" l="l" r="r" t="t"/>
              <a:pathLst>
                <a:path extrusionOk="0" h="14823" w="31217">
                  <a:moveTo>
                    <a:pt x="23087" y="1528"/>
                  </a:moveTo>
                  <a:lnTo>
                    <a:pt x="23087" y="1618"/>
                  </a:lnTo>
                  <a:lnTo>
                    <a:pt x="21381" y="2920"/>
                  </a:lnTo>
                  <a:lnTo>
                    <a:pt x="21336" y="2920"/>
                  </a:lnTo>
                  <a:lnTo>
                    <a:pt x="21156" y="3055"/>
                  </a:lnTo>
                  <a:lnTo>
                    <a:pt x="21336" y="2875"/>
                  </a:lnTo>
                  <a:lnTo>
                    <a:pt x="22998" y="1528"/>
                  </a:lnTo>
                  <a:close/>
                  <a:moveTo>
                    <a:pt x="18281" y="3414"/>
                  </a:moveTo>
                  <a:lnTo>
                    <a:pt x="18371" y="3459"/>
                  </a:lnTo>
                  <a:lnTo>
                    <a:pt x="18326" y="3504"/>
                  </a:lnTo>
                  <a:lnTo>
                    <a:pt x="16530" y="4896"/>
                  </a:lnTo>
                  <a:lnTo>
                    <a:pt x="16485" y="4896"/>
                  </a:lnTo>
                  <a:lnTo>
                    <a:pt x="16305" y="5031"/>
                  </a:lnTo>
                  <a:lnTo>
                    <a:pt x="16305" y="5031"/>
                  </a:lnTo>
                  <a:lnTo>
                    <a:pt x="16485" y="4807"/>
                  </a:lnTo>
                  <a:lnTo>
                    <a:pt x="18281" y="3414"/>
                  </a:lnTo>
                  <a:close/>
                  <a:moveTo>
                    <a:pt x="15227" y="4717"/>
                  </a:moveTo>
                  <a:lnTo>
                    <a:pt x="15182" y="4807"/>
                  </a:lnTo>
                  <a:lnTo>
                    <a:pt x="14643" y="5390"/>
                  </a:lnTo>
                  <a:lnTo>
                    <a:pt x="14598" y="5390"/>
                  </a:lnTo>
                  <a:lnTo>
                    <a:pt x="14598" y="5345"/>
                  </a:lnTo>
                  <a:lnTo>
                    <a:pt x="15137" y="4717"/>
                  </a:lnTo>
                  <a:close/>
                  <a:moveTo>
                    <a:pt x="12667" y="4312"/>
                  </a:moveTo>
                  <a:lnTo>
                    <a:pt x="12667" y="4357"/>
                  </a:lnTo>
                  <a:lnTo>
                    <a:pt x="11140" y="6693"/>
                  </a:lnTo>
                  <a:lnTo>
                    <a:pt x="11050" y="6693"/>
                  </a:lnTo>
                  <a:lnTo>
                    <a:pt x="10960" y="6873"/>
                  </a:lnTo>
                  <a:lnTo>
                    <a:pt x="11050" y="6648"/>
                  </a:lnTo>
                  <a:lnTo>
                    <a:pt x="12577" y="4312"/>
                  </a:lnTo>
                  <a:close/>
                  <a:moveTo>
                    <a:pt x="11230" y="3684"/>
                  </a:moveTo>
                  <a:lnTo>
                    <a:pt x="11230" y="3729"/>
                  </a:lnTo>
                  <a:lnTo>
                    <a:pt x="11230" y="3773"/>
                  </a:lnTo>
                  <a:lnTo>
                    <a:pt x="10152" y="4851"/>
                  </a:lnTo>
                  <a:lnTo>
                    <a:pt x="9164" y="6019"/>
                  </a:lnTo>
                  <a:lnTo>
                    <a:pt x="8220" y="7232"/>
                  </a:lnTo>
                  <a:lnTo>
                    <a:pt x="7412" y="8490"/>
                  </a:lnTo>
                  <a:lnTo>
                    <a:pt x="7322" y="8490"/>
                  </a:lnTo>
                  <a:lnTo>
                    <a:pt x="7232" y="8669"/>
                  </a:lnTo>
                  <a:lnTo>
                    <a:pt x="7322" y="8445"/>
                  </a:lnTo>
                  <a:lnTo>
                    <a:pt x="8176" y="7142"/>
                  </a:lnTo>
                  <a:lnTo>
                    <a:pt x="9074" y="5929"/>
                  </a:lnTo>
                  <a:lnTo>
                    <a:pt x="10107" y="4762"/>
                  </a:lnTo>
                  <a:lnTo>
                    <a:pt x="11185" y="3684"/>
                  </a:lnTo>
                  <a:close/>
                  <a:moveTo>
                    <a:pt x="5570" y="7277"/>
                  </a:moveTo>
                  <a:lnTo>
                    <a:pt x="5570" y="7322"/>
                  </a:lnTo>
                  <a:lnTo>
                    <a:pt x="3998" y="10556"/>
                  </a:lnTo>
                  <a:lnTo>
                    <a:pt x="3953" y="10601"/>
                  </a:lnTo>
                  <a:lnTo>
                    <a:pt x="3864" y="10780"/>
                  </a:lnTo>
                  <a:lnTo>
                    <a:pt x="3909" y="10556"/>
                  </a:lnTo>
                  <a:lnTo>
                    <a:pt x="5481" y="7277"/>
                  </a:lnTo>
                  <a:close/>
                  <a:moveTo>
                    <a:pt x="12532" y="1"/>
                  </a:moveTo>
                  <a:lnTo>
                    <a:pt x="11724" y="90"/>
                  </a:lnTo>
                  <a:lnTo>
                    <a:pt x="10915" y="315"/>
                  </a:lnTo>
                  <a:lnTo>
                    <a:pt x="10556" y="450"/>
                  </a:lnTo>
                  <a:lnTo>
                    <a:pt x="10152" y="584"/>
                  </a:lnTo>
                  <a:lnTo>
                    <a:pt x="9792" y="764"/>
                  </a:lnTo>
                  <a:lnTo>
                    <a:pt x="9433" y="989"/>
                  </a:lnTo>
                  <a:lnTo>
                    <a:pt x="9074" y="1258"/>
                  </a:lnTo>
                  <a:lnTo>
                    <a:pt x="8714" y="1528"/>
                  </a:lnTo>
                  <a:lnTo>
                    <a:pt x="8400" y="1842"/>
                  </a:lnTo>
                  <a:lnTo>
                    <a:pt x="8086" y="2201"/>
                  </a:lnTo>
                  <a:lnTo>
                    <a:pt x="7996" y="2291"/>
                  </a:lnTo>
                  <a:lnTo>
                    <a:pt x="7861" y="2336"/>
                  </a:lnTo>
                  <a:lnTo>
                    <a:pt x="7187" y="2471"/>
                  </a:lnTo>
                  <a:lnTo>
                    <a:pt x="6514" y="2651"/>
                  </a:lnTo>
                  <a:lnTo>
                    <a:pt x="5705" y="2965"/>
                  </a:lnTo>
                  <a:lnTo>
                    <a:pt x="5256" y="3190"/>
                  </a:lnTo>
                  <a:lnTo>
                    <a:pt x="4762" y="3414"/>
                  </a:lnTo>
                  <a:lnTo>
                    <a:pt x="4268" y="3729"/>
                  </a:lnTo>
                  <a:lnTo>
                    <a:pt x="3819" y="4043"/>
                  </a:lnTo>
                  <a:lnTo>
                    <a:pt x="3325" y="4402"/>
                  </a:lnTo>
                  <a:lnTo>
                    <a:pt x="2831" y="4851"/>
                  </a:lnTo>
                  <a:lnTo>
                    <a:pt x="2381" y="5301"/>
                  </a:lnTo>
                  <a:lnTo>
                    <a:pt x="1932" y="5840"/>
                  </a:lnTo>
                  <a:lnTo>
                    <a:pt x="1663" y="6244"/>
                  </a:lnTo>
                  <a:lnTo>
                    <a:pt x="1348" y="6693"/>
                  </a:lnTo>
                  <a:lnTo>
                    <a:pt x="1124" y="7142"/>
                  </a:lnTo>
                  <a:lnTo>
                    <a:pt x="899" y="7591"/>
                  </a:lnTo>
                  <a:lnTo>
                    <a:pt x="720" y="8085"/>
                  </a:lnTo>
                  <a:lnTo>
                    <a:pt x="540" y="8579"/>
                  </a:lnTo>
                  <a:lnTo>
                    <a:pt x="405" y="9118"/>
                  </a:lnTo>
                  <a:lnTo>
                    <a:pt x="270" y="9657"/>
                  </a:lnTo>
                  <a:lnTo>
                    <a:pt x="181" y="10196"/>
                  </a:lnTo>
                  <a:lnTo>
                    <a:pt x="91" y="10780"/>
                  </a:lnTo>
                  <a:lnTo>
                    <a:pt x="1" y="11948"/>
                  </a:lnTo>
                  <a:lnTo>
                    <a:pt x="46" y="13206"/>
                  </a:lnTo>
                  <a:lnTo>
                    <a:pt x="181" y="14508"/>
                  </a:lnTo>
                  <a:lnTo>
                    <a:pt x="226" y="14823"/>
                  </a:lnTo>
                  <a:lnTo>
                    <a:pt x="450" y="14688"/>
                  </a:lnTo>
                  <a:lnTo>
                    <a:pt x="2247" y="13700"/>
                  </a:lnTo>
                  <a:lnTo>
                    <a:pt x="4043" y="12712"/>
                  </a:lnTo>
                  <a:lnTo>
                    <a:pt x="5885" y="11813"/>
                  </a:lnTo>
                  <a:lnTo>
                    <a:pt x="7681" y="10870"/>
                  </a:lnTo>
                  <a:lnTo>
                    <a:pt x="9523" y="10017"/>
                  </a:lnTo>
                  <a:lnTo>
                    <a:pt x="11364" y="9163"/>
                  </a:lnTo>
                  <a:lnTo>
                    <a:pt x="13251" y="8355"/>
                  </a:lnTo>
                  <a:lnTo>
                    <a:pt x="15137" y="7546"/>
                  </a:lnTo>
                  <a:lnTo>
                    <a:pt x="17024" y="6828"/>
                  </a:lnTo>
                  <a:lnTo>
                    <a:pt x="18910" y="6064"/>
                  </a:lnTo>
                  <a:lnTo>
                    <a:pt x="20842" y="5390"/>
                  </a:lnTo>
                  <a:lnTo>
                    <a:pt x="22773" y="4717"/>
                  </a:lnTo>
                  <a:lnTo>
                    <a:pt x="24704" y="4088"/>
                  </a:lnTo>
                  <a:lnTo>
                    <a:pt x="26636" y="3459"/>
                  </a:lnTo>
                  <a:lnTo>
                    <a:pt x="28612" y="2875"/>
                  </a:lnTo>
                  <a:lnTo>
                    <a:pt x="30588" y="2336"/>
                  </a:lnTo>
                  <a:lnTo>
                    <a:pt x="31217" y="2157"/>
                  </a:lnTo>
                  <a:lnTo>
                    <a:pt x="30588" y="1977"/>
                  </a:lnTo>
                  <a:lnTo>
                    <a:pt x="29555" y="1618"/>
                  </a:lnTo>
                  <a:lnTo>
                    <a:pt x="28253" y="1258"/>
                  </a:lnTo>
                  <a:lnTo>
                    <a:pt x="26770" y="854"/>
                  </a:lnTo>
                  <a:lnTo>
                    <a:pt x="25962" y="719"/>
                  </a:lnTo>
                  <a:lnTo>
                    <a:pt x="25109" y="584"/>
                  </a:lnTo>
                  <a:lnTo>
                    <a:pt x="24210" y="450"/>
                  </a:lnTo>
                  <a:lnTo>
                    <a:pt x="23357" y="360"/>
                  </a:lnTo>
                  <a:lnTo>
                    <a:pt x="22459" y="315"/>
                  </a:lnTo>
                  <a:lnTo>
                    <a:pt x="21515" y="315"/>
                  </a:lnTo>
                  <a:lnTo>
                    <a:pt x="20662" y="405"/>
                  </a:lnTo>
                  <a:lnTo>
                    <a:pt x="19764" y="495"/>
                  </a:lnTo>
                  <a:lnTo>
                    <a:pt x="18910" y="674"/>
                  </a:lnTo>
                  <a:lnTo>
                    <a:pt x="18057" y="944"/>
                  </a:lnTo>
                  <a:lnTo>
                    <a:pt x="17832" y="944"/>
                  </a:lnTo>
                  <a:lnTo>
                    <a:pt x="17473" y="764"/>
                  </a:lnTo>
                  <a:lnTo>
                    <a:pt x="16664" y="495"/>
                  </a:lnTo>
                  <a:lnTo>
                    <a:pt x="16081" y="360"/>
                  </a:lnTo>
                  <a:lnTo>
                    <a:pt x="15497" y="225"/>
                  </a:lnTo>
                  <a:lnTo>
                    <a:pt x="14823" y="90"/>
                  </a:lnTo>
                  <a:lnTo>
                    <a:pt x="14059" y="1"/>
                  </a:lnTo>
                  <a:close/>
                </a:path>
              </a:pathLst>
            </a:custGeom>
            <a:solidFill>
              <a:srgbClr val="9AC45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58"/>
            <p:cNvSpPr/>
            <p:nvPr/>
          </p:nvSpPr>
          <p:spPr>
            <a:xfrm>
              <a:off x="6583500" y="3687300"/>
              <a:ext cx="769200" cy="441300"/>
            </a:xfrm>
            <a:custGeom>
              <a:rect b="b" l="l" r="r" t="t"/>
              <a:pathLst>
                <a:path extrusionOk="0" h="17652" w="30768">
                  <a:moveTo>
                    <a:pt x="24479" y="4716"/>
                  </a:moveTo>
                  <a:lnTo>
                    <a:pt x="24434" y="4806"/>
                  </a:lnTo>
                  <a:lnTo>
                    <a:pt x="22997" y="5121"/>
                  </a:lnTo>
                  <a:lnTo>
                    <a:pt x="23042" y="5300"/>
                  </a:lnTo>
                  <a:lnTo>
                    <a:pt x="22952" y="5076"/>
                  </a:lnTo>
                  <a:lnTo>
                    <a:pt x="22952" y="5031"/>
                  </a:lnTo>
                  <a:lnTo>
                    <a:pt x="24434" y="4716"/>
                  </a:lnTo>
                  <a:close/>
                  <a:moveTo>
                    <a:pt x="20347" y="6333"/>
                  </a:moveTo>
                  <a:lnTo>
                    <a:pt x="20437" y="6378"/>
                  </a:lnTo>
                  <a:lnTo>
                    <a:pt x="20392" y="6423"/>
                  </a:lnTo>
                  <a:lnTo>
                    <a:pt x="19179" y="6648"/>
                  </a:lnTo>
                  <a:lnTo>
                    <a:pt x="19179" y="6872"/>
                  </a:lnTo>
                  <a:lnTo>
                    <a:pt x="19089" y="6648"/>
                  </a:lnTo>
                  <a:lnTo>
                    <a:pt x="19089" y="6603"/>
                  </a:lnTo>
                  <a:lnTo>
                    <a:pt x="19134" y="6558"/>
                  </a:lnTo>
                  <a:lnTo>
                    <a:pt x="20347" y="6333"/>
                  </a:lnTo>
                  <a:close/>
                  <a:moveTo>
                    <a:pt x="17607" y="8534"/>
                  </a:moveTo>
                  <a:lnTo>
                    <a:pt x="17652" y="8579"/>
                  </a:lnTo>
                  <a:lnTo>
                    <a:pt x="17607" y="8579"/>
                  </a:lnTo>
                  <a:lnTo>
                    <a:pt x="17562" y="8624"/>
                  </a:lnTo>
                  <a:lnTo>
                    <a:pt x="16170" y="8669"/>
                  </a:lnTo>
                  <a:lnTo>
                    <a:pt x="16170" y="8893"/>
                  </a:lnTo>
                  <a:lnTo>
                    <a:pt x="16125" y="8624"/>
                  </a:lnTo>
                  <a:lnTo>
                    <a:pt x="16125" y="8579"/>
                  </a:lnTo>
                  <a:lnTo>
                    <a:pt x="16170" y="8579"/>
                  </a:lnTo>
                  <a:lnTo>
                    <a:pt x="17562" y="8534"/>
                  </a:lnTo>
                  <a:close/>
                  <a:moveTo>
                    <a:pt x="12442" y="10061"/>
                  </a:moveTo>
                  <a:lnTo>
                    <a:pt x="14912" y="10421"/>
                  </a:lnTo>
                  <a:lnTo>
                    <a:pt x="14957" y="10421"/>
                  </a:lnTo>
                  <a:lnTo>
                    <a:pt x="14957" y="10465"/>
                  </a:lnTo>
                  <a:lnTo>
                    <a:pt x="14912" y="10510"/>
                  </a:lnTo>
                  <a:lnTo>
                    <a:pt x="12442" y="10151"/>
                  </a:lnTo>
                  <a:lnTo>
                    <a:pt x="12397" y="10106"/>
                  </a:lnTo>
                  <a:lnTo>
                    <a:pt x="12442" y="10061"/>
                  </a:lnTo>
                  <a:close/>
                  <a:moveTo>
                    <a:pt x="7950" y="11903"/>
                  </a:moveTo>
                  <a:lnTo>
                    <a:pt x="8220" y="12172"/>
                  </a:lnTo>
                  <a:lnTo>
                    <a:pt x="8534" y="12352"/>
                  </a:lnTo>
                  <a:lnTo>
                    <a:pt x="8849" y="12532"/>
                  </a:lnTo>
                  <a:lnTo>
                    <a:pt x="9163" y="12711"/>
                  </a:lnTo>
                  <a:lnTo>
                    <a:pt x="9522" y="12801"/>
                  </a:lnTo>
                  <a:lnTo>
                    <a:pt x="9882" y="12891"/>
                  </a:lnTo>
                  <a:lnTo>
                    <a:pt x="10241" y="12936"/>
                  </a:lnTo>
                  <a:lnTo>
                    <a:pt x="10645" y="12936"/>
                  </a:lnTo>
                  <a:lnTo>
                    <a:pt x="10645" y="12981"/>
                  </a:lnTo>
                  <a:lnTo>
                    <a:pt x="10600" y="13026"/>
                  </a:lnTo>
                  <a:lnTo>
                    <a:pt x="10196" y="13026"/>
                  </a:lnTo>
                  <a:lnTo>
                    <a:pt x="9837" y="12981"/>
                  </a:lnTo>
                  <a:lnTo>
                    <a:pt x="9477" y="12891"/>
                  </a:lnTo>
                  <a:lnTo>
                    <a:pt x="9118" y="12801"/>
                  </a:lnTo>
                  <a:lnTo>
                    <a:pt x="8804" y="12621"/>
                  </a:lnTo>
                  <a:lnTo>
                    <a:pt x="8489" y="12442"/>
                  </a:lnTo>
                  <a:lnTo>
                    <a:pt x="8175" y="12262"/>
                  </a:lnTo>
                  <a:lnTo>
                    <a:pt x="7905" y="11993"/>
                  </a:lnTo>
                  <a:lnTo>
                    <a:pt x="7771" y="12127"/>
                  </a:lnTo>
                  <a:lnTo>
                    <a:pt x="7905" y="11903"/>
                  </a:lnTo>
                  <a:close/>
                  <a:moveTo>
                    <a:pt x="4088" y="12846"/>
                  </a:moveTo>
                  <a:lnTo>
                    <a:pt x="4851" y="13385"/>
                  </a:lnTo>
                  <a:lnTo>
                    <a:pt x="5615" y="13834"/>
                  </a:lnTo>
                  <a:lnTo>
                    <a:pt x="6423" y="14238"/>
                  </a:lnTo>
                  <a:lnTo>
                    <a:pt x="7277" y="14553"/>
                  </a:lnTo>
                  <a:lnTo>
                    <a:pt x="8130" y="14777"/>
                  </a:lnTo>
                  <a:lnTo>
                    <a:pt x="9028" y="14957"/>
                  </a:lnTo>
                  <a:lnTo>
                    <a:pt x="9882" y="15047"/>
                  </a:lnTo>
                  <a:lnTo>
                    <a:pt x="10780" y="15047"/>
                  </a:lnTo>
                  <a:lnTo>
                    <a:pt x="10825" y="15092"/>
                  </a:lnTo>
                  <a:lnTo>
                    <a:pt x="10780" y="15137"/>
                  </a:lnTo>
                  <a:lnTo>
                    <a:pt x="9882" y="15137"/>
                  </a:lnTo>
                  <a:lnTo>
                    <a:pt x="8983" y="15047"/>
                  </a:lnTo>
                  <a:lnTo>
                    <a:pt x="8085" y="14867"/>
                  </a:lnTo>
                  <a:lnTo>
                    <a:pt x="7232" y="14643"/>
                  </a:lnTo>
                  <a:lnTo>
                    <a:pt x="6378" y="14328"/>
                  </a:lnTo>
                  <a:lnTo>
                    <a:pt x="5570" y="13924"/>
                  </a:lnTo>
                  <a:lnTo>
                    <a:pt x="4761" y="13475"/>
                  </a:lnTo>
                  <a:lnTo>
                    <a:pt x="4043" y="12936"/>
                  </a:lnTo>
                  <a:lnTo>
                    <a:pt x="4043" y="12846"/>
                  </a:lnTo>
                  <a:close/>
                  <a:moveTo>
                    <a:pt x="30767" y="0"/>
                  </a:moveTo>
                  <a:lnTo>
                    <a:pt x="30318" y="135"/>
                  </a:lnTo>
                  <a:lnTo>
                    <a:pt x="28387" y="674"/>
                  </a:lnTo>
                  <a:lnTo>
                    <a:pt x="26410" y="1258"/>
                  </a:lnTo>
                  <a:lnTo>
                    <a:pt x="24479" y="1887"/>
                  </a:lnTo>
                  <a:lnTo>
                    <a:pt x="22548" y="2516"/>
                  </a:lnTo>
                  <a:lnTo>
                    <a:pt x="20616" y="3189"/>
                  </a:lnTo>
                  <a:lnTo>
                    <a:pt x="18685" y="3863"/>
                  </a:lnTo>
                  <a:lnTo>
                    <a:pt x="16799" y="4582"/>
                  </a:lnTo>
                  <a:lnTo>
                    <a:pt x="14867" y="5345"/>
                  </a:lnTo>
                  <a:lnTo>
                    <a:pt x="12981" y="6154"/>
                  </a:lnTo>
                  <a:lnTo>
                    <a:pt x="11139" y="6962"/>
                  </a:lnTo>
                  <a:lnTo>
                    <a:pt x="9298" y="7815"/>
                  </a:lnTo>
                  <a:lnTo>
                    <a:pt x="7456" y="8669"/>
                  </a:lnTo>
                  <a:lnTo>
                    <a:pt x="5615" y="9567"/>
                  </a:lnTo>
                  <a:lnTo>
                    <a:pt x="3773" y="10510"/>
                  </a:lnTo>
                  <a:lnTo>
                    <a:pt x="1977" y="11499"/>
                  </a:lnTo>
                  <a:lnTo>
                    <a:pt x="225" y="12487"/>
                  </a:lnTo>
                  <a:lnTo>
                    <a:pt x="0" y="12576"/>
                  </a:lnTo>
                  <a:lnTo>
                    <a:pt x="135" y="12756"/>
                  </a:lnTo>
                  <a:lnTo>
                    <a:pt x="944" y="13789"/>
                  </a:lnTo>
                  <a:lnTo>
                    <a:pt x="1797" y="14643"/>
                  </a:lnTo>
                  <a:lnTo>
                    <a:pt x="2650" y="15406"/>
                  </a:lnTo>
                  <a:lnTo>
                    <a:pt x="3549" y="16080"/>
                  </a:lnTo>
                  <a:lnTo>
                    <a:pt x="3998" y="16349"/>
                  </a:lnTo>
                  <a:lnTo>
                    <a:pt x="4447" y="16619"/>
                  </a:lnTo>
                  <a:lnTo>
                    <a:pt x="4941" y="16843"/>
                  </a:lnTo>
                  <a:lnTo>
                    <a:pt x="5390" y="17068"/>
                  </a:lnTo>
                  <a:lnTo>
                    <a:pt x="5884" y="17248"/>
                  </a:lnTo>
                  <a:lnTo>
                    <a:pt x="6333" y="17382"/>
                  </a:lnTo>
                  <a:lnTo>
                    <a:pt x="6827" y="17472"/>
                  </a:lnTo>
                  <a:lnTo>
                    <a:pt x="7322" y="17562"/>
                  </a:lnTo>
                  <a:lnTo>
                    <a:pt x="8040" y="17652"/>
                  </a:lnTo>
                  <a:lnTo>
                    <a:pt x="9343" y="17652"/>
                  </a:lnTo>
                  <a:lnTo>
                    <a:pt x="9972" y="17562"/>
                  </a:lnTo>
                  <a:lnTo>
                    <a:pt x="10555" y="17472"/>
                  </a:lnTo>
                  <a:lnTo>
                    <a:pt x="11094" y="17337"/>
                  </a:lnTo>
                  <a:lnTo>
                    <a:pt x="11588" y="17158"/>
                  </a:lnTo>
                  <a:lnTo>
                    <a:pt x="12083" y="16978"/>
                  </a:lnTo>
                  <a:lnTo>
                    <a:pt x="12891" y="16619"/>
                  </a:lnTo>
                  <a:lnTo>
                    <a:pt x="13520" y="16304"/>
                  </a:lnTo>
                  <a:lnTo>
                    <a:pt x="14014" y="15945"/>
                  </a:lnTo>
                  <a:lnTo>
                    <a:pt x="14149" y="15900"/>
                  </a:lnTo>
                  <a:lnTo>
                    <a:pt x="14238" y="15900"/>
                  </a:lnTo>
                  <a:lnTo>
                    <a:pt x="14733" y="15945"/>
                  </a:lnTo>
                  <a:lnTo>
                    <a:pt x="15182" y="15945"/>
                  </a:lnTo>
                  <a:lnTo>
                    <a:pt x="15631" y="15900"/>
                  </a:lnTo>
                  <a:lnTo>
                    <a:pt x="16035" y="15855"/>
                  </a:lnTo>
                  <a:lnTo>
                    <a:pt x="16484" y="15721"/>
                  </a:lnTo>
                  <a:lnTo>
                    <a:pt x="16888" y="15631"/>
                  </a:lnTo>
                  <a:lnTo>
                    <a:pt x="17248" y="15451"/>
                  </a:lnTo>
                  <a:lnTo>
                    <a:pt x="17607" y="15271"/>
                  </a:lnTo>
                  <a:lnTo>
                    <a:pt x="18326" y="14867"/>
                  </a:lnTo>
                  <a:lnTo>
                    <a:pt x="18955" y="14373"/>
                  </a:lnTo>
                  <a:lnTo>
                    <a:pt x="19538" y="13879"/>
                  </a:lnTo>
                  <a:lnTo>
                    <a:pt x="20077" y="13295"/>
                  </a:lnTo>
                  <a:lnTo>
                    <a:pt x="20527" y="12756"/>
                  </a:lnTo>
                  <a:lnTo>
                    <a:pt x="20931" y="12172"/>
                  </a:lnTo>
                  <a:lnTo>
                    <a:pt x="21290" y="11633"/>
                  </a:lnTo>
                  <a:lnTo>
                    <a:pt x="21560" y="11139"/>
                  </a:lnTo>
                  <a:lnTo>
                    <a:pt x="21964" y="10376"/>
                  </a:lnTo>
                  <a:lnTo>
                    <a:pt x="22144" y="10016"/>
                  </a:lnTo>
                  <a:lnTo>
                    <a:pt x="22188" y="9926"/>
                  </a:lnTo>
                  <a:lnTo>
                    <a:pt x="22278" y="9882"/>
                  </a:lnTo>
                  <a:lnTo>
                    <a:pt x="23042" y="9477"/>
                  </a:lnTo>
                  <a:lnTo>
                    <a:pt x="23805" y="8983"/>
                  </a:lnTo>
                  <a:lnTo>
                    <a:pt x="24524" y="8444"/>
                  </a:lnTo>
                  <a:lnTo>
                    <a:pt x="25198" y="7860"/>
                  </a:lnTo>
                  <a:lnTo>
                    <a:pt x="25871" y="7277"/>
                  </a:lnTo>
                  <a:lnTo>
                    <a:pt x="26455" y="6603"/>
                  </a:lnTo>
                  <a:lnTo>
                    <a:pt x="27039" y="5929"/>
                  </a:lnTo>
                  <a:lnTo>
                    <a:pt x="27623" y="5255"/>
                  </a:lnTo>
                  <a:lnTo>
                    <a:pt x="28117" y="4537"/>
                  </a:lnTo>
                  <a:lnTo>
                    <a:pt x="28566" y="3863"/>
                  </a:lnTo>
                  <a:lnTo>
                    <a:pt x="29420" y="2560"/>
                  </a:lnTo>
                  <a:lnTo>
                    <a:pt x="30093" y="1393"/>
                  </a:lnTo>
                  <a:lnTo>
                    <a:pt x="30588" y="404"/>
                  </a:lnTo>
                  <a:lnTo>
                    <a:pt x="30767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58"/>
            <p:cNvSpPr/>
            <p:nvPr/>
          </p:nvSpPr>
          <p:spPr>
            <a:xfrm>
              <a:off x="6550925" y="3604200"/>
              <a:ext cx="830950" cy="414375"/>
            </a:xfrm>
            <a:custGeom>
              <a:rect b="b" l="l" r="r" t="t"/>
              <a:pathLst>
                <a:path extrusionOk="0" h="16575" w="33238">
                  <a:moveTo>
                    <a:pt x="13745" y="1"/>
                  </a:moveTo>
                  <a:lnTo>
                    <a:pt x="12936" y="90"/>
                  </a:lnTo>
                  <a:lnTo>
                    <a:pt x="12173" y="225"/>
                  </a:lnTo>
                  <a:lnTo>
                    <a:pt x="11364" y="450"/>
                  </a:lnTo>
                  <a:lnTo>
                    <a:pt x="10601" y="764"/>
                  </a:lnTo>
                  <a:lnTo>
                    <a:pt x="10241" y="989"/>
                  </a:lnTo>
                  <a:lnTo>
                    <a:pt x="9837" y="1213"/>
                  </a:lnTo>
                  <a:lnTo>
                    <a:pt x="9478" y="1438"/>
                  </a:lnTo>
                  <a:lnTo>
                    <a:pt x="9119" y="1752"/>
                  </a:lnTo>
                  <a:lnTo>
                    <a:pt x="8804" y="2067"/>
                  </a:lnTo>
                  <a:lnTo>
                    <a:pt x="8490" y="2426"/>
                  </a:lnTo>
                  <a:lnTo>
                    <a:pt x="7996" y="2516"/>
                  </a:lnTo>
                  <a:lnTo>
                    <a:pt x="7367" y="2695"/>
                  </a:lnTo>
                  <a:lnTo>
                    <a:pt x="6648" y="2965"/>
                  </a:lnTo>
                  <a:lnTo>
                    <a:pt x="5750" y="3324"/>
                  </a:lnTo>
                  <a:lnTo>
                    <a:pt x="4852" y="3818"/>
                  </a:lnTo>
                  <a:lnTo>
                    <a:pt x="4403" y="4133"/>
                  </a:lnTo>
                  <a:lnTo>
                    <a:pt x="3908" y="4447"/>
                  </a:lnTo>
                  <a:lnTo>
                    <a:pt x="3459" y="4851"/>
                  </a:lnTo>
                  <a:lnTo>
                    <a:pt x="3010" y="5256"/>
                  </a:lnTo>
                  <a:lnTo>
                    <a:pt x="2561" y="5750"/>
                  </a:lnTo>
                  <a:lnTo>
                    <a:pt x="2157" y="6244"/>
                  </a:lnTo>
                  <a:lnTo>
                    <a:pt x="1797" y="6738"/>
                  </a:lnTo>
                  <a:lnTo>
                    <a:pt x="1483" y="7187"/>
                  </a:lnTo>
                  <a:lnTo>
                    <a:pt x="1214" y="7726"/>
                  </a:lnTo>
                  <a:lnTo>
                    <a:pt x="989" y="8220"/>
                  </a:lnTo>
                  <a:lnTo>
                    <a:pt x="764" y="8804"/>
                  </a:lnTo>
                  <a:lnTo>
                    <a:pt x="540" y="9343"/>
                  </a:lnTo>
                  <a:lnTo>
                    <a:pt x="405" y="9927"/>
                  </a:lnTo>
                  <a:lnTo>
                    <a:pt x="270" y="10511"/>
                  </a:lnTo>
                  <a:lnTo>
                    <a:pt x="136" y="11139"/>
                  </a:lnTo>
                  <a:lnTo>
                    <a:pt x="91" y="11768"/>
                  </a:lnTo>
                  <a:lnTo>
                    <a:pt x="1" y="12442"/>
                  </a:lnTo>
                  <a:lnTo>
                    <a:pt x="1" y="13116"/>
                  </a:lnTo>
                  <a:lnTo>
                    <a:pt x="1" y="13789"/>
                  </a:lnTo>
                  <a:lnTo>
                    <a:pt x="46" y="14508"/>
                  </a:lnTo>
                  <a:lnTo>
                    <a:pt x="180" y="15945"/>
                  </a:lnTo>
                  <a:lnTo>
                    <a:pt x="270" y="16215"/>
                  </a:lnTo>
                  <a:lnTo>
                    <a:pt x="450" y="16395"/>
                  </a:lnTo>
                  <a:lnTo>
                    <a:pt x="630" y="16529"/>
                  </a:lnTo>
                  <a:lnTo>
                    <a:pt x="899" y="16574"/>
                  </a:lnTo>
                  <a:lnTo>
                    <a:pt x="989" y="16529"/>
                  </a:lnTo>
                  <a:lnTo>
                    <a:pt x="1124" y="16529"/>
                  </a:lnTo>
                  <a:lnTo>
                    <a:pt x="1258" y="16439"/>
                  </a:lnTo>
                  <a:lnTo>
                    <a:pt x="1438" y="16260"/>
                  </a:lnTo>
                  <a:lnTo>
                    <a:pt x="1573" y="16035"/>
                  </a:lnTo>
                  <a:lnTo>
                    <a:pt x="1573" y="15900"/>
                  </a:lnTo>
                  <a:lnTo>
                    <a:pt x="1573" y="15766"/>
                  </a:lnTo>
                  <a:lnTo>
                    <a:pt x="1438" y="14463"/>
                  </a:lnTo>
                  <a:lnTo>
                    <a:pt x="1393" y="13206"/>
                  </a:lnTo>
                  <a:lnTo>
                    <a:pt x="1438" y="11993"/>
                  </a:lnTo>
                  <a:lnTo>
                    <a:pt x="1483" y="11454"/>
                  </a:lnTo>
                  <a:lnTo>
                    <a:pt x="1618" y="10870"/>
                  </a:lnTo>
                  <a:lnTo>
                    <a:pt x="1708" y="10331"/>
                  </a:lnTo>
                  <a:lnTo>
                    <a:pt x="1842" y="9837"/>
                  </a:lnTo>
                  <a:lnTo>
                    <a:pt x="2022" y="9343"/>
                  </a:lnTo>
                  <a:lnTo>
                    <a:pt x="2202" y="8849"/>
                  </a:lnTo>
                  <a:lnTo>
                    <a:pt x="2426" y="8400"/>
                  </a:lnTo>
                  <a:lnTo>
                    <a:pt x="2651" y="7951"/>
                  </a:lnTo>
                  <a:lnTo>
                    <a:pt x="2920" y="7501"/>
                  </a:lnTo>
                  <a:lnTo>
                    <a:pt x="3235" y="7097"/>
                  </a:lnTo>
                  <a:lnTo>
                    <a:pt x="3639" y="6603"/>
                  </a:lnTo>
                  <a:lnTo>
                    <a:pt x="4088" y="6154"/>
                  </a:lnTo>
                  <a:lnTo>
                    <a:pt x="4582" y="5705"/>
                  </a:lnTo>
                  <a:lnTo>
                    <a:pt x="5031" y="5345"/>
                  </a:lnTo>
                  <a:lnTo>
                    <a:pt x="5525" y="5031"/>
                  </a:lnTo>
                  <a:lnTo>
                    <a:pt x="5975" y="4762"/>
                  </a:lnTo>
                  <a:lnTo>
                    <a:pt x="6873" y="4357"/>
                  </a:lnTo>
                  <a:lnTo>
                    <a:pt x="7681" y="4043"/>
                  </a:lnTo>
                  <a:lnTo>
                    <a:pt x="8310" y="3863"/>
                  </a:lnTo>
                  <a:lnTo>
                    <a:pt x="8939" y="3728"/>
                  </a:lnTo>
                  <a:lnTo>
                    <a:pt x="9164" y="3639"/>
                  </a:lnTo>
                  <a:lnTo>
                    <a:pt x="9388" y="3504"/>
                  </a:lnTo>
                  <a:lnTo>
                    <a:pt x="9658" y="3145"/>
                  </a:lnTo>
                  <a:lnTo>
                    <a:pt x="9972" y="2830"/>
                  </a:lnTo>
                  <a:lnTo>
                    <a:pt x="10331" y="2561"/>
                  </a:lnTo>
                  <a:lnTo>
                    <a:pt x="10646" y="2336"/>
                  </a:lnTo>
                  <a:lnTo>
                    <a:pt x="11005" y="2112"/>
                  </a:lnTo>
                  <a:lnTo>
                    <a:pt x="11364" y="1932"/>
                  </a:lnTo>
                  <a:lnTo>
                    <a:pt x="11724" y="1797"/>
                  </a:lnTo>
                  <a:lnTo>
                    <a:pt x="12128" y="1662"/>
                  </a:lnTo>
                  <a:lnTo>
                    <a:pt x="12891" y="1528"/>
                  </a:lnTo>
                  <a:lnTo>
                    <a:pt x="13655" y="1438"/>
                  </a:lnTo>
                  <a:lnTo>
                    <a:pt x="14419" y="1393"/>
                  </a:lnTo>
                  <a:lnTo>
                    <a:pt x="15137" y="1438"/>
                  </a:lnTo>
                  <a:lnTo>
                    <a:pt x="15856" y="1528"/>
                  </a:lnTo>
                  <a:lnTo>
                    <a:pt x="16530" y="1662"/>
                  </a:lnTo>
                  <a:lnTo>
                    <a:pt x="17113" y="1797"/>
                  </a:lnTo>
                  <a:lnTo>
                    <a:pt x="17608" y="1932"/>
                  </a:lnTo>
                  <a:lnTo>
                    <a:pt x="18371" y="2201"/>
                  </a:lnTo>
                  <a:lnTo>
                    <a:pt x="18641" y="2336"/>
                  </a:lnTo>
                  <a:lnTo>
                    <a:pt x="18910" y="2381"/>
                  </a:lnTo>
                  <a:lnTo>
                    <a:pt x="19180" y="2336"/>
                  </a:lnTo>
                  <a:lnTo>
                    <a:pt x="19674" y="2156"/>
                  </a:lnTo>
                  <a:lnTo>
                    <a:pt x="20213" y="2022"/>
                  </a:lnTo>
                  <a:lnTo>
                    <a:pt x="21246" y="1842"/>
                  </a:lnTo>
                  <a:lnTo>
                    <a:pt x="22369" y="1752"/>
                  </a:lnTo>
                  <a:lnTo>
                    <a:pt x="23447" y="1752"/>
                  </a:lnTo>
                  <a:lnTo>
                    <a:pt x="24569" y="1797"/>
                  </a:lnTo>
                  <a:lnTo>
                    <a:pt x="25647" y="1932"/>
                  </a:lnTo>
                  <a:lnTo>
                    <a:pt x="26680" y="2112"/>
                  </a:lnTo>
                  <a:lnTo>
                    <a:pt x="27713" y="2291"/>
                  </a:lnTo>
                  <a:lnTo>
                    <a:pt x="28657" y="2516"/>
                  </a:lnTo>
                  <a:lnTo>
                    <a:pt x="29510" y="2740"/>
                  </a:lnTo>
                  <a:lnTo>
                    <a:pt x="30947" y="3190"/>
                  </a:lnTo>
                  <a:lnTo>
                    <a:pt x="31935" y="3504"/>
                  </a:lnTo>
                  <a:lnTo>
                    <a:pt x="32295" y="3684"/>
                  </a:lnTo>
                  <a:lnTo>
                    <a:pt x="32430" y="3728"/>
                  </a:lnTo>
                  <a:lnTo>
                    <a:pt x="32564" y="3728"/>
                  </a:lnTo>
                  <a:lnTo>
                    <a:pt x="32789" y="3684"/>
                  </a:lnTo>
                  <a:lnTo>
                    <a:pt x="33013" y="3504"/>
                  </a:lnTo>
                  <a:lnTo>
                    <a:pt x="33103" y="3414"/>
                  </a:lnTo>
                  <a:lnTo>
                    <a:pt x="33193" y="3279"/>
                  </a:lnTo>
                  <a:lnTo>
                    <a:pt x="33238" y="3145"/>
                  </a:lnTo>
                  <a:lnTo>
                    <a:pt x="33238" y="3010"/>
                  </a:lnTo>
                  <a:lnTo>
                    <a:pt x="33193" y="2785"/>
                  </a:lnTo>
                  <a:lnTo>
                    <a:pt x="33058" y="2561"/>
                  </a:lnTo>
                  <a:lnTo>
                    <a:pt x="32924" y="2471"/>
                  </a:lnTo>
                  <a:lnTo>
                    <a:pt x="32834" y="2381"/>
                  </a:lnTo>
                  <a:lnTo>
                    <a:pt x="32385" y="2201"/>
                  </a:lnTo>
                  <a:lnTo>
                    <a:pt x="31307" y="1842"/>
                  </a:lnTo>
                  <a:lnTo>
                    <a:pt x="29824" y="1393"/>
                  </a:lnTo>
                  <a:lnTo>
                    <a:pt x="28926" y="1123"/>
                  </a:lnTo>
                  <a:lnTo>
                    <a:pt x="27938" y="899"/>
                  </a:lnTo>
                  <a:lnTo>
                    <a:pt x="26905" y="719"/>
                  </a:lnTo>
                  <a:lnTo>
                    <a:pt x="25827" y="540"/>
                  </a:lnTo>
                  <a:lnTo>
                    <a:pt x="24704" y="450"/>
                  </a:lnTo>
                  <a:lnTo>
                    <a:pt x="23536" y="360"/>
                  </a:lnTo>
                  <a:lnTo>
                    <a:pt x="22369" y="360"/>
                  </a:lnTo>
                  <a:lnTo>
                    <a:pt x="21201" y="450"/>
                  </a:lnTo>
                  <a:lnTo>
                    <a:pt x="20078" y="674"/>
                  </a:lnTo>
                  <a:lnTo>
                    <a:pt x="19494" y="764"/>
                  </a:lnTo>
                  <a:lnTo>
                    <a:pt x="18955" y="944"/>
                  </a:lnTo>
                  <a:lnTo>
                    <a:pt x="18281" y="719"/>
                  </a:lnTo>
                  <a:lnTo>
                    <a:pt x="17248" y="405"/>
                  </a:lnTo>
                  <a:lnTo>
                    <a:pt x="16664" y="270"/>
                  </a:lnTo>
                  <a:lnTo>
                    <a:pt x="15991" y="135"/>
                  </a:lnTo>
                  <a:lnTo>
                    <a:pt x="15272" y="45"/>
                  </a:lnTo>
                  <a:lnTo>
                    <a:pt x="14508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58"/>
            <p:cNvSpPr/>
            <p:nvPr/>
          </p:nvSpPr>
          <p:spPr>
            <a:xfrm>
              <a:off x="6555425" y="3662600"/>
              <a:ext cx="826450" cy="491825"/>
            </a:xfrm>
            <a:custGeom>
              <a:rect b="b" l="l" r="r" t="t"/>
              <a:pathLst>
                <a:path extrusionOk="0" h="19673" w="33058">
                  <a:moveTo>
                    <a:pt x="32384" y="0"/>
                  </a:moveTo>
                  <a:lnTo>
                    <a:pt x="32115" y="45"/>
                  </a:lnTo>
                  <a:lnTo>
                    <a:pt x="31890" y="180"/>
                  </a:lnTo>
                  <a:lnTo>
                    <a:pt x="31800" y="315"/>
                  </a:lnTo>
                  <a:lnTo>
                    <a:pt x="31711" y="404"/>
                  </a:lnTo>
                  <a:lnTo>
                    <a:pt x="31576" y="764"/>
                  </a:lnTo>
                  <a:lnTo>
                    <a:pt x="31127" y="1707"/>
                  </a:lnTo>
                  <a:lnTo>
                    <a:pt x="30408" y="3009"/>
                  </a:lnTo>
                  <a:lnTo>
                    <a:pt x="29914" y="3773"/>
                  </a:lnTo>
                  <a:lnTo>
                    <a:pt x="29420" y="4581"/>
                  </a:lnTo>
                  <a:lnTo>
                    <a:pt x="28836" y="5435"/>
                  </a:lnTo>
                  <a:lnTo>
                    <a:pt x="28162" y="6288"/>
                  </a:lnTo>
                  <a:lnTo>
                    <a:pt x="27489" y="7142"/>
                  </a:lnTo>
                  <a:lnTo>
                    <a:pt x="26725" y="7950"/>
                  </a:lnTo>
                  <a:lnTo>
                    <a:pt x="25917" y="8714"/>
                  </a:lnTo>
                  <a:lnTo>
                    <a:pt x="25063" y="9387"/>
                  </a:lnTo>
                  <a:lnTo>
                    <a:pt x="24210" y="10016"/>
                  </a:lnTo>
                  <a:lnTo>
                    <a:pt x="23716" y="10286"/>
                  </a:lnTo>
                  <a:lnTo>
                    <a:pt x="23267" y="10510"/>
                  </a:lnTo>
                  <a:lnTo>
                    <a:pt x="23042" y="10645"/>
                  </a:lnTo>
                  <a:lnTo>
                    <a:pt x="22907" y="10870"/>
                  </a:lnTo>
                  <a:lnTo>
                    <a:pt x="22772" y="11184"/>
                  </a:lnTo>
                  <a:lnTo>
                    <a:pt x="22413" y="11858"/>
                  </a:lnTo>
                  <a:lnTo>
                    <a:pt x="22144" y="12352"/>
                  </a:lnTo>
                  <a:lnTo>
                    <a:pt x="21829" y="12846"/>
                  </a:lnTo>
                  <a:lnTo>
                    <a:pt x="21425" y="13385"/>
                  </a:lnTo>
                  <a:lnTo>
                    <a:pt x="20976" y="13924"/>
                  </a:lnTo>
                  <a:lnTo>
                    <a:pt x="20482" y="14508"/>
                  </a:lnTo>
                  <a:lnTo>
                    <a:pt x="19943" y="15002"/>
                  </a:lnTo>
                  <a:lnTo>
                    <a:pt x="19314" y="15496"/>
                  </a:lnTo>
                  <a:lnTo>
                    <a:pt x="18640" y="15900"/>
                  </a:lnTo>
                  <a:lnTo>
                    <a:pt x="18281" y="16080"/>
                  </a:lnTo>
                  <a:lnTo>
                    <a:pt x="17922" y="16214"/>
                  </a:lnTo>
                  <a:lnTo>
                    <a:pt x="17562" y="16349"/>
                  </a:lnTo>
                  <a:lnTo>
                    <a:pt x="17158" y="16439"/>
                  </a:lnTo>
                  <a:lnTo>
                    <a:pt x="16754" y="16529"/>
                  </a:lnTo>
                  <a:lnTo>
                    <a:pt x="15856" y="16529"/>
                  </a:lnTo>
                  <a:lnTo>
                    <a:pt x="15406" y="16484"/>
                  </a:lnTo>
                  <a:lnTo>
                    <a:pt x="15137" y="16529"/>
                  </a:lnTo>
                  <a:lnTo>
                    <a:pt x="14912" y="16619"/>
                  </a:lnTo>
                  <a:lnTo>
                    <a:pt x="14418" y="16978"/>
                  </a:lnTo>
                  <a:lnTo>
                    <a:pt x="13834" y="17292"/>
                  </a:lnTo>
                  <a:lnTo>
                    <a:pt x="13071" y="17607"/>
                  </a:lnTo>
                  <a:lnTo>
                    <a:pt x="12622" y="17787"/>
                  </a:lnTo>
                  <a:lnTo>
                    <a:pt x="12128" y="17921"/>
                  </a:lnTo>
                  <a:lnTo>
                    <a:pt x="11589" y="18056"/>
                  </a:lnTo>
                  <a:lnTo>
                    <a:pt x="11005" y="18191"/>
                  </a:lnTo>
                  <a:lnTo>
                    <a:pt x="10421" y="18236"/>
                  </a:lnTo>
                  <a:lnTo>
                    <a:pt x="9792" y="18281"/>
                  </a:lnTo>
                  <a:lnTo>
                    <a:pt x="9163" y="18236"/>
                  </a:lnTo>
                  <a:lnTo>
                    <a:pt x="8489" y="18191"/>
                  </a:lnTo>
                  <a:lnTo>
                    <a:pt x="7995" y="18101"/>
                  </a:lnTo>
                  <a:lnTo>
                    <a:pt x="7501" y="17966"/>
                  </a:lnTo>
                  <a:lnTo>
                    <a:pt x="7052" y="17831"/>
                  </a:lnTo>
                  <a:lnTo>
                    <a:pt x="6558" y="17652"/>
                  </a:lnTo>
                  <a:lnTo>
                    <a:pt x="6064" y="17427"/>
                  </a:lnTo>
                  <a:lnTo>
                    <a:pt x="5615" y="17203"/>
                  </a:lnTo>
                  <a:lnTo>
                    <a:pt x="5166" y="16933"/>
                  </a:lnTo>
                  <a:lnTo>
                    <a:pt x="4717" y="16619"/>
                  </a:lnTo>
                  <a:lnTo>
                    <a:pt x="4223" y="16304"/>
                  </a:lnTo>
                  <a:lnTo>
                    <a:pt x="3818" y="15945"/>
                  </a:lnTo>
                  <a:lnTo>
                    <a:pt x="2920" y="15092"/>
                  </a:lnTo>
                  <a:lnTo>
                    <a:pt x="2067" y="14193"/>
                  </a:lnTo>
                  <a:lnTo>
                    <a:pt x="1258" y="13115"/>
                  </a:lnTo>
                  <a:lnTo>
                    <a:pt x="1168" y="13026"/>
                  </a:lnTo>
                  <a:lnTo>
                    <a:pt x="1078" y="12936"/>
                  </a:lnTo>
                  <a:lnTo>
                    <a:pt x="809" y="12846"/>
                  </a:lnTo>
                  <a:lnTo>
                    <a:pt x="539" y="12846"/>
                  </a:lnTo>
                  <a:lnTo>
                    <a:pt x="405" y="12891"/>
                  </a:lnTo>
                  <a:lnTo>
                    <a:pt x="315" y="12981"/>
                  </a:lnTo>
                  <a:lnTo>
                    <a:pt x="180" y="13070"/>
                  </a:lnTo>
                  <a:lnTo>
                    <a:pt x="135" y="13160"/>
                  </a:lnTo>
                  <a:lnTo>
                    <a:pt x="0" y="13430"/>
                  </a:lnTo>
                  <a:lnTo>
                    <a:pt x="45" y="13699"/>
                  </a:lnTo>
                  <a:lnTo>
                    <a:pt x="90" y="13834"/>
                  </a:lnTo>
                  <a:lnTo>
                    <a:pt x="135" y="13924"/>
                  </a:lnTo>
                  <a:lnTo>
                    <a:pt x="1034" y="15092"/>
                  </a:lnTo>
                  <a:lnTo>
                    <a:pt x="1528" y="15631"/>
                  </a:lnTo>
                  <a:lnTo>
                    <a:pt x="1977" y="16125"/>
                  </a:lnTo>
                  <a:lnTo>
                    <a:pt x="2471" y="16619"/>
                  </a:lnTo>
                  <a:lnTo>
                    <a:pt x="2965" y="17023"/>
                  </a:lnTo>
                  <a:lnTo>
                    <a:pt x="3459" y="17427"/>
                  </a:lnTo>
                  <a:lnTo>
                    <a:pt x="3998" y="17787"/>
                  </a:lnTo>
                  <a:lnTo>
                    <a:pt x="4492" y="18146"/>
                  </a:lnTo>
                  <a:lnTo>
                    <a:pt x="5031" y="18415"/>
                  </a:lnTo>
                  <a:lnTo>
                    <a:pt x="5525" y="18685"/>
                  </a:lnTo>
                  <a:lnTo>
                    <a:pt x="6064" y="18954"/>
                  </a:lnTo>
                  <a:lnTo>
                    <a:pt x="6603" y="19134"/>
                  </a:lnTo>
                  <a:lnTo>
                    <a:pt x="7187" y="19314"/>
                  </a:lnTo>
                  <a:lnTo>
                    <a:pt x="7726" y="19448"/>
                  </a:lnTo>
                  <a:lnTo>
                    <a:pt x="8310" y="19538"/>
                  </a:lnTo>
                  <a:lnTo>
                    <a:pt x="9028" y="19628"/>
                  </a:lnTo>
                  <a:lnTo>
                    <a:pt x="9747" y="19673"/>
                  </a:lnTo>
                  <a:lnTo>
                    <a:pt x="10241" y="19628"/>
                  </a:lnTo>
                  <a:lnTo>
                    <a:pt x="10780" y="19583"/>
                  </a:lnTo>
                  <a:lnTo>
                    <a:pt x="11768" y="19448"/>
                  </a:lnTo>
                  <a:lnTo>
                    <a:pt x="12667" y="19224"/>
                  </a:lnTo>
                  <a:lnTo>
                    <a:pt x="13430" y="18954"/>
                  </a:lnTo>
                  <a:lnTo>
                    <a:pt x="14149" y="18685"/>
                  </a:lnTo>
                  <a:lnTo>
                    <a:pt x="14733" y="18370"/>
                  </a:lnTo>
                  <a:lnTo>
                    <a:pt x="15182" y="18101"/>
                  </a:lnTo>
                  <a:lnTo>
                    <a:pt x="15541" y="17921"/>
                  </a:lnTo>
                  <a:lnTo>
                    <a:pt x="16484" y="17921"/>
                  </a:lnTo>
                  <a:lnTo>
                    <a:pt x="16933" y="17876"/>
                  </a:lnTo>
                  <a:lnTo>
                    <a:pt x="17383" y="17831"/>
                  </a:lnTo>
                  <a:lnTo>
                    <a:pt x="17787" y="17742"/>
                  </a:lnTo>
                  <a:lnTo>
                    <a:pt x="18191" y="17607"/>
                  </a:lnTo>
                  <a:lnTo>
                    <a:pt x="19000" y="17292"/>
                  </a:lnTo>
                  <a:lnTo>
                    <a:pt x="19718" y="16933"/>
                  </a:lnTo>
                  <a:lnTo>
                    <a:pt x="20347" y="16439"/>
                  </a:lnTo>
                  <a:lnTo>
                    <a:pt x="20976" y="15945"/>
                  </a:lnTo>
                  <a:lnTo>
                    <a:pt x="21515" y="15406"/>
                  </a:lnTo>
                  <a:lnTo>
                    <a:pt x="22054" y="14867"/>
                  </a:lnTo>
                  <a:lnTo>
                    <a:pt x="22503" y="14283"/>
                  </a:lnTo>
                  <a:lnTo>
                    <a:pt x="22862" y="13744"/>
                  </a:lnTo>
                  <a:lnTo>
                    <a:pt x="23222" y="13205"/>
                  </a:lnTo>
                  <a:lnTo>
                    <a:pt x="23761" y="12307"/>
                  </a:lnTo>
                  <a:lnTo>
                    <a:pt x="24075" y="11633"/>
                  </a:lnTo>
                  <a:lnTo>
                    <a:pt x="24569" y="11364"/>
                  </a:lnTo>
                  <a:lnTo>
                    <a:pt x="25063" y="11094"/>
                  </a:lnTo>
                  <a:lnTo>
                    <a:pt x="26006" y="10420"/>
                  </a:lnTo>
                  <a:lnTo>
                    <a:pt x="26905" y="9702"/>
                  </a:lnTo>
                  <a:lnTo>
                    <a:pt x="27758" y="8893"/>
                  </a:lnTo>
                  <a:lnTo>
                    <a:pt x="28522" y="8040"/>
                  </a:lnTo>
                  <a:lnTo>
                    <a:pt x="29285" y="7142"/>
                  </a:lnTo>
                  <a:lnTo>
                    <a:pt x="29914" y="6288"/>
                  </a:lnTo>
                  <a:lnTo>
                    <a:pt x="30543" y="5390"/>
                  </a:lnTo>
                  <a:lnTo>
                    <a:pt x="31082" y="4581"/>
                  </a:lnTo>
                  <a:lnTo>
                    <a:pt x="31576" y="3773"/>
                  </a:lnTo>
                  <a:lnTo>
                    <a:pt x="32339" y="2381"/>
                  </a:lnTo>
                  <a:lnTo>
                    <a:pt x="32789" y="1392"/>
                  </a:lnTo>
                  <a:lnTo>
                    <a:pt x="33013" y="943"/>
                  </a:lnTo>
                  <a:lnTo>
                    <a:pt x="33058" y="809"/>
                  </a:lnTo>
                  <a:lnTo>
                    <a:pt x="33058" y="674"/>
                  </a:lnTo>
                  <a:lnTo>
                    <a:pt x="33013" y="449"/>
                  </a:lnTo>
                  <a:lnTo>
                    <a:pt x="32878" y="225"/>
                  </a:lnTo>
                  <a:lnTo>
                    <a:pt x="32744" y="135"/>
                  </a:lnTo>
                  <a:lnTo>
                    <a:pt x="32654" y="45"/>
                  </a:lnTo>
                  <a:lnTo>
                    <a:pt x="3251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58"/>
            <p:cNvSpPr/>
            <p:nvPr/>
          </p:nvSpPr>
          <p:spPr>
            <a:xfrm>
              <a:off x="6565525" y="3676075"/>
              <a:ext cx="801775" cy="338000"/>
            </a:xfrm>
            <a:custGeom>
              <a:rect b="b" l="l" r="r" t="t"/>
              <a:pathLst>
                <a:path extrusionOk="0" h="13520" w="32071">
                  <a:moveTo>
                    <a:pt x="31621" y="0"/>
                  </a:moveTo>
                  <a:lnTo>
                    <a:pt x="29600" y="584"/>
                  </a:lnTo>
                  <a:lnTo>
                    <a:pt x="27534" y="1168"/>
                  </a:lnTo>
                  <a:lnTo>
                    <a:pt x="25513" y="1797"/>
                  </a:lnTo>
                  <a:lnTo>
                    <a:pt x="23491" y="2470"/>
                  </a:lnTo>
                  <a:lnTo>
                    <a:pt x="21470" y="3144"/>
                  </a:lnTo>
                  <a:lnTo>
                    <a:pt x="19449" y="3863"/>
                  </a:lnTo>
                  <a:lnTo>
                    <a:pt x="17473" y="4626"/>
                  </a:lnTo>
                  <a:lnTo>
                    <a:pt x="15496" y="5435"/>
                  </a:lnTo>
                  <a:lnTo>
                    <a:pt x="13520" y="6243"/>
                  </a:lnTo>
                  <a:lnTo>
                    <a:pt x="11589" y="7097"/>
                  </a:lnTo>
                  <a:lnTo>
                    <a:pt x="9613" y="7995"/>
                  </a:lnTo>
                  <a:lnTo>
                    <a:pt x="7726" y="8893"/>
                  </a:lnTo>
                  <a:lnTo>
                    <a:pt x="5795" y="9837"/>
                  </a:lnTo>
                  <a:lnTo>
                    <a:pt x="3908" y="10825"/>
                  </a:lnTo>
                  <a:lnTo>
                    <a:pt x="2022" y="11858"/>
                  </a:lnTo>
                  <a:lnTo>
                    <a:pt x="180" y="12891"/>
                  </a:lnTo>
                  <a:lnTo>
                    <a:pt x="46" y="12981"/>
                  </a:lnTo>
                  <a:lnTo>
                    <a:pt x="1" y="13115"/>
                  </a:lnTo>
                  <a:lnTo>
                    <a:pt x="1" y="13250"/>
                  </a:lnTo>
                  <a:lnTo>
                    <a:pt x="46" y="13340"/>
                  </a:lnTo>
                  <a:lnTo>
                    <a:pt x="180" y="13475"/>
                  </a:lnTo>
                  <a:lnTo>
                    <a:pt x="360" y="13520"/>
                  </a:lnTo>
                  <a:lnTo>
                    <a:pt x="495" y="13475"/>
                  </a:lnTo>
                  <a:lnTo>
                    <a:pt x="2381" y="12442"/>
                  </a:lnTo>
                  <a:lnTo>
                    <a:pt x="4223" y="11453"/>
                  </a:lnTo>
                  <a:lnTo>
                    <a:pt x="6109" y="10465"/>
                  </a:lnTo>
                  <a:lnTo>
                    <a:pt x="7996" y="9522"/>
                  </a:lnTo>
                  <a:lnTo>
                    <a:pt x="9927" y="8624"/>
                  </a:lnTo>
                  <a:lnTo>
                    <a:pt x="11858" y="7726"/>
                  </a:lnTo>
                  <a:lnTo>
                    <a:pt x="13790" y="6872"/>
                  </a:lnTo>
                  <a:lnTo>
                    <a:pt x="15766" y="6064"/>
                  </a:lnTo>
                  <a:lnTo>
                    <a:pt x="17697" y="5255"/>
                  </a:lnTo>
                  <a:lnTo>
                    <a:pt x="19674" y="4537"/>
                  </a:lnTo>
                  <a:lnTo>
                    <a:pt x="21695" y="3773"/>
                  </a:lnTo>
                  <a:lnTo>
                    <a:pt x="23671" y="3099"/>
                  </a:lnTo>
                  <a:lnTo>
                    <a:pt x="25692" y="2426"/>
                  </a:lnTo>
                  <a:lnTo>
                    <a:pt x="27713" y="1842"/>
                  </a:lnTo>
                  <a:lnTo>
                    <a:pt x="29779" y="1213"/>
                  </a:lnTo>
                  <a:lnTo>
                    <a:pt x="31801" y="674"/>
                  </a:lnTo>
                  <a:lnTo>
                    <a:pt x="31935" y="629"/>
                  </a:lnTo>
                  <a:lnTo>
                    <a:pt x="32025" y="494"/>
                  </a:lnTo>
                  <a:lnTo>
                    <a:pt x="32070" y="404"/>
                  </a:lnTo>
                  <a:lnTo>
                    <a:pt x="32070" y="270"/>
                  </a:lnTo>
                  <a:lnTo>
                    <a:pt x="32025" y="135"/>
                  </a:lnTo>
                  <a:lnTo>
                    <a:pt x="31890" y="45"/>
                  </a:lnTo>
                  <a:lnTo>
                    <a:pt x="31801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58"/>
            <p:cNvSpPr/>
            <p:nvPr/>
          </p:nvSpPr>
          <p:spPr>
            <a:xfrm>
              <a:off x="6665475" y="3804075"/>
              <a:ext cx="57275" cy="98825"/>
            </a:xfrm>
            <a:custGeom>
              <a:rect b="b" l="l" r="r" t="t"/>
              <a:pathLst>
                <a:path extrusionOk="0" h="3953" w="2291">
                  <a:moveTo>
                    <a:pt x="1842" y="0"/>
                  </a:moveTo>
                  <a:lnTo>
                    <a:pt x="1707" y="90"/>
                  </a:lnTo>
                  <a:lnTo>
                    <a:pt x="1617" y="180"/>
                  </a:lnTo>
                  <a:lnTo>
                    <a:pt x="45" y="3459"/>
                  </a:lnTo>
                  <a:lnTo>
                    <a:pt x="0" y="3594"/>
                  </a:lnTo>
                  <a:lnTo>
                    <a:pt x="45" y="3728"/>
                  </a:lnTo>
                  <a:lnTo>
                    <a:pt x="90" y="3818"/>
                  </a:lnTo>
                  <a:lnTo>
                    <a:pt x="225" y="3908"/>
                  </a:lnTo>
                  <a:lnTo>
                    <a:pt x="359" y="3953"/>
                  </a:lnTo>
                  <a:lnTo>
                    <a:pt x="539" y="3908"/>
                  </a:lnTo>
                  <a:lnTo>
                    <a:pt x="629" y="3818"/>
                  </a:lnTo>
                  <a:lnTo>
                    <a:pt x="674" y="3728"/>
                  </a:lnTo>
                  <a:lnTo>
                    <a:pt x="2246" y="494"/>
                  </a:lnTo>
                  <a:lnTo>
                    <a:pt x="2291" y="360"/>
                  </a:lnTo>
                  <a:lnTo>
                    <a:pt x="2291" y="225"/>
                  </a:lnTo>
                  <a:lnTo>
                    <a:pt x="2201" y="135"/>
                  </a:lnTo>
                  <a:lnTo>
                    <a:pt x="2111" y="45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58"/>
            <p:cNvSpPr/>
            <p:nvPr/>
          </p:nvSpPr>
          <p:spPr>
            <a:xfrm>
              <a:off x="6750800" y="3714250"/>
              <a:ext cx="113450" cy="135875"/>
            </a:xfrm>
            <a:custGeom>
              <a:rect b="b" l="l" r="r" t="t"/>
              <a:pathLst>
                <a:path extrusionOk="0" h="5435" w="4538">
                  <a:moveTo>
                    <a:pt x="4223" y="0"/>
                  </a:moveTo>
                  <a:lnTo>
                    <a:pt x="4088" y="45"/>
                  </a:lnTo>
                  <a:lnTo>
                    <a:pt x="3953" y="90"/>
                  </a:lnTo>
                  <a:lnTo>
                    <a:pt x="2875" y="1213"/>
                  </a:lnTo>
                  <a:lnTo>
                    <a:pt x="1842" y="2381"/>
                  </a:lnTo>
                  <a:lnTo>
                    <a:pt x="899" y="3593"/>
                  </a:lnTo>
                  <a:lnTo>
                    <a:pt x="46" y="4896"/>
                  </a:lnTo>
                  <a:lnTo>
                    <a:pt x="1" y="5031"/>
                  </a:lnTo>
                  <a:lnTo>
                    <a:pt x="1" y="5165"/>
                  </a:lnTo>
                  <a:lnTo>
                    <a:pt x="46" y="5300"/>
                  </a:lnTo>
                  <a:lnTo>
                    <a:pt x="135" y="5390"/>
                  </a:lnTo>
                  <a:lnTo>
                    <a:pt x="225" y="5435"/>
                  </a:lnTo>
                  <a:lnTo>
                    <a:pt x="360" y="5435"/>
                  </a:lnTo>
                  <a:lnTo>
                    <a:pt x="495" y="5390"/>
                  </a:lnTo>
                  <a:lnTo>
                    <a:pt x="630" y="5255"/>
                  </a:lnTo>
                  <a:lnTo>
                    <a:pt x="1483" y="3998"/>
                  </a:lnTo>
                  <a:lnTo>
                    <a:pt x="2381" y="2830"/>
                  </a:lnTo>
                  <a:lnTo>
                    <a:pt x="3369" y="1662"/>
                  </a:lnTo>
                  <a:lnTo>
                    <a:pt x="4447" y="629"/>
                  </a:lnTo>
                  <a:lnTo>
                    <a:pt x="4492" y="494"/>
                  </a:lnTo>
                  <a:lnTo>
                    <a:pt x="4537" y="360"/>
                  </a:lnTo>
                  <a:lnTo>
                    <a:pt x="4537" y="225"/>
                  </a:lnTo>
                  <a:lnTo>
                    <a:pt x="4447" y="135"/>
                  </a:lnTo>
                  <a:lnTo>
                    <a:pt x="4313" y="45"/>
                  </a:lnTo>
                  <a:lnTo>
                    <a:pt x="422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58"/>
            <p:cNvSpPr/>
            <p:nvPr/>
          </p:nvSpPr>
          <p:spPr>
            <a:xfrm>
              <a:off x="6844000" y="3729975"/>
              <a:ext cx="56175" cy="75250"/>
            </a:xfrm>
            <a:custGeom>
              <a:rect b="b" l="l" r="r" t="t"/>
              <a:pathLst>
                <a:path extrusionOk="0" h="3010" w="2247">
                  <a:moveTo>
                    <a:pt x="1842" y="0"/>
                  </a:moveTo>
                  <a:lnTo>
                    <a:pt x="1707" y="45"/>
                  </a:lnTo>
                  <a:lnTo>
                    <a:pt x="1618" y="135"/>
                  </a:lnTo>
                  <a:lnTo>
                    <a:pt x="46" y="2470"/>
                  </a:lnTo>
                  <a:lnTo>
                    <a:pt x="1" y="2605"/>
                  </a:lnTo>
                  <a:lnTo>
                    <a:pt x="1" y="2740"/>
                  </a:lnTo>
                  <a:lnTo>
                    <a:pt x="46" y="2875"/>
                  </a:lnTo>
                  <a:lnTo>
                    <a:pt x="135" y="2964"/>
                  </a:lnTo>
                  <a:lnTo>
                    <a:pt x="270" y="3009"/>
                  </a:lnTo>
                  <a:lnTo>
                    <a:pt x="360" y="3009"/>
                  </a:lnTo>
                  <a:lnTo>
                    <a:pt x="495" y="2964"/>
                  </a:lnTo>
                  <a:lnTo>
                    <a:pt x="629" y="2875"/>
                  </a:lnTo>
                  <a:lnTo>
                    <a:pt x="2202" y="539"/>
                  </a:lnTo>
                  <a:lnTo>
                    <a:pt x="2246" y="404"/>
                  </a:lnTo>
                  <a:lnTo>
                    <a:pt x="2246" y="270"/>
                  </a:lnTo>
                  <a:lnTo>
                    <a:pt x="2202" y="135"/>
                  </a:lnTo>
                  <a:lnTo>
                    <a:pt x="2067" y="45"/>
                  </a:lnTo>
                  <a:lnTo>
                    <a:pt x="1977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58"/>
            <p:cNvSpPr/>
            <p:nvPr/>
          </p:nvSpPr>
          <p:spPr>
            <a:xfrm>
              <a:off x="6932700" y="3740075"/>
              <a:ext cx="30350" cy="32575"/>
            </a:xfrm>
            <a:custGeom>
              <a:rect b="b" l="l" r="r" t="t"/>
              <a:pathLst>
                <a:path extrusionOk="0" h="1303" w="1214">
                  <a:moveTo>
                    <a:pt x="854" y="0"/>
                  </a:moveTo>
                  <a:lnTo>
                    <a:pt x="720" y="45"/>
                  </a:lnTo>
                  <a:lnTo>
                    <a:pt x="630" y="135"/>
                  </a:lnTo>
                  <a:lnTo>
                    <a:pt x="91" y="719"/>
                  </a:lnTo>
                  <a:lnTo>
                    <a:pt x="1" y="854"/>
                  </a:lnTo>
                  <a:lnTo>
                    <a:pt x="1" y="988"/>
                  </a:lnTo>
                  <a:lnTo>
                    <a:pt x="46" y="1123"/>
                  </a:lnTo>
                  <a:lnTo>
                    <a:pt x="91" y="1213"/>
                  </a:lnTo>
                  <a:lnTo>
                    <a:pt x="226" y="1303"/>
                  </a:lnTo>
                  <a:lnTo>
                    <a:pt x="315" y="1303"/>
                  </a:lnTo>
                  <a:lnTo>
                    <a:pt x="495" y="1258"/>
                  </a:lnTo>
                  <a:lnTo>
                    <a:pt x="585" y="1213"/>
                  </a:lnTo>
                  <a:lnTo>
                    <a:pt x="1124" y="584"/>
                  </a:lnTo>
                  <a:lnTo>
                    <a:pt x="1214" y="449"/>
                  </a:lnTo>
                  <a:lnTo>
                    <a:pt x="1214" y="315"/>
                  </a:lnTo>
                  <a:lnTo>
                    <a:pt x="1169" y="225"/>
                  </a:lnTo>
                  <a:lnTo>
                    <a:pt x="1124" y="90"/>
                  </a:lnTo>
                  <a:lnTo>
                    <a:pt x="989" y="45"/>
                  </a:lnTo>
                  <a:lnTo>
                    <a:pt x="854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58"/>
            <p:cNvSpPr/>
            <p:nvPr/>
          </p:nvSpPr>
          <p:spPr>
            <a:xfrm>
              <a:off x="6979875" y="3708625"/>
              <a:ext cx="61775" cy="51675"/>
            </a:xfrm>
            <a:custGeom>
              <a:rect b="b" l="l" r="r" t="t"/>
              <a:pathLst>
                <a:path extrusionOk="0" h="2067" w="2471">
                  <a:moveTo>
                    <a:pt x="2066" y="1"/>
                  </a:moveTo>
                  <a:lnTo>
                    <a:pt x="1932" y="46"/>
                  </a:lnTo>
                  <a:lnTo>
                    <a:pt x="135" y="1438"/>
                  </a:lnTo>
                  <a:lnTo>
                    <a:pt x="45" y="1528"/>
                  </a:lnTo>
                  <a:lnTo>
                    <a:pt x="0" y="1663"/>
                  </a:lnTo>
                  <a:lnTo>
                    <a:pt x="0" y="1797"/>
                  </a:lnTo>
                  <a:lnTo>
                    <a:pt x="90" y="1932"/>
                  </a:lnTo>
                  <a:lnTo>
                    <a:pt x="180" y="2022"/>
                  </a:lnTo>
                  <a:lnTo>
                    <a:pt x="360" y="2067"/>
                  </a:lnTo>
                  <a:lnTo>
                    <a:pt x="450" y="2067"/>
                  </a:lnTo>
                  <a:lnTo>
                    <a:pt x="539" y="1977"/>
                  </a:lnTo>
                  <a:lnTo>
                    <a:pt x="2336" y="585"/>
                  </a:lnTo>
                  <a:lnTo>
                    <a:pt x="2426" y="495"/>
                  </a:lnTo>
                  <a:lnTo>
                    <a:pt x="2471" y="360"/>
                  </a:lnTo>
                  <a:lnTo>
                    <a:pt x="2471" y="225"/>
                  </a:lnTo>
                  <a:lnTo>
                    <a:pt x="2426" y="135"/>
                  </a:lnTo>
                  <a:lnTo>
                    <a:pt x="2336" y="46"/>
                  </a:lnTo>
                  <a:lnTo>
                    <a:pt x="2201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58"/>
            <p:cNvSpPr/>
            <p:nvPr/>
          </p:nvSpPr>
          <p:spPr>
            <a:xfrm>
              <a:off x="7101150" y="3660350"/>
              <a:ext cx="59525" cy="50550"/>
            </a:xfrm>
            <a:custGeom>
              <a:rect b="b" l="l" r="r" t="t"/>
              <a:pathLst>
                <a:path extrusionOk="0" h="2022" w="2381">
                  <a:moveTo>
                    <a:pt x="1932" y="0"/>
                  </a:moveTo>
                  <a:lnTo>
                    <a:pt x="1797" y="90"/>
                  </a:lnTo>
                  <a:lnTo>
                    <a:pt x="135" y="1393"/>
                  </a:lnTo>
                  <a:lnTo>
                    <a:pt x="45" y="1527"/>
                  </a:lnTo>
                  <a:lnTo>
                    <a:pt x="0" y="1662"/>
                  </a:lnTo>
                  <a:lnTo>
                    <a:pt x="0" y="1797"/>
                  </a:lnTo>
                  <a:lnTo>
                    <a:pt x="45" y="1887"/>
                  </a:lnTo>
                  <a:lnTo>
                    <a:pt x="180" y="1977"/>
                  </a:lnTo>
                  <a:lnTo>
                    <a:pt x="315" y="2021"/>
                  </a:lnTo>
                  <a:lnTo>
                    <a:pt x="449" y="2021"/>
                  </a:lnTo>
                  <a:lnTo>
                    <a:pt x="539" y="1977"/>
                  </a:lnTo>
                  <a:lnTo>
                    <a:pt x="2246" y="629"/>
                  </a:lnTo>
                  <a:lnTo>
                    <a:pt x="2336" y="494"/>
                  </a:lnTo>
                  <a:lnTo>
                    <a:pt x="2381" y="405"/>
                  </a:lnTo>
                  <a:lnTo>
                    <a:pt x="2336" y="270"/>
                  </a:lnTo>
                  <a:lnTo>
                    <a:pt x="2291" y="135"/>
                  </a:lnTo>
                  <a:lnTo>
                    <a:pt x="2201" y="45"/>
                  </a:lnTo>
                  <a:lnTo>
                    <a:pt x="206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58"/>
            <p:cNvSpPr/>
            <p:nvPr/>
          </p:nvSpPr>
          <p:spPr>
            <a:xfrm>
              <a:off x="6676700" y="4000575"/>
              <a:ext cx="185300" cy="73025"/>
            </a:xfrm>
            <a:custGeom>
              <a:rect b="b" l="l" r="r" t="t"/>
              <a:pathLst>
                <a:path extrusionOk="0" h="2921" w="7412">
                  <a:moveTo>
                    <a:pt x="315" y="1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135" y="629"/>
                  </a:lnTo>
                  <a:lnTo>
                    <a:pt x="854" y="1168"/>
                  </a:lnTo>
                  <a:lnTo>
                    <a:pt x="1617" y="1618"/>
                  </a:lnTo>
                  <a:lnTo>
                    <a:pt x="2426" y="1977"/>
                  </a:lnTo>
                  <a:lnTo>
                    <a:pt x="3234" y="2336"/>
                  </a:lnTo>
                  <a:lnTo>
                    <a:pt x="4088" y="2561"/>
                  </a:lnTo>
                  <a:lnTo>
                    <a:pt x="4986" y="2785"/>
                  </a:lnTo>
                  <a:lnTo>
                    <a:pt x="5839" y="2875"/>
                  </a:lnTo>
                  <a:lnTo>
                    <a:pt x="6738" y="2920"/>
                  </a:lnTo>
                  <a:lnTo>
                    <a:pt x="7097" y="2920"/>
                  </a:lnTo>
                  <a:lnTo>
                    <a:pt x="7232" y="2875"/>
                  </a:lnTo>
                  <a:lnTo>
                    <a:pt x="7321" y="2785"/>
                  </a:lnTo>
                  <a:lnTo>
                    <a:pt x="7411" y="2695"/>
                  </a:lnTo>
                  <a:lnTo>
                    <a:pt x="7411" y="2561"/>
                  </a:lnTo>
                  <a:lnTo>
                    <a:pt x="7366" y="2426"/>
                  </a:lnTo>
                  <a:lnTo>
                    <a:pt x="7321" y="2336"/>
                  </a:lnTo>
                  <a:lnTo>
                    <a:pt x="7187" y="2246"/>
                  </a:lnTo>
                  <a:lnTo>
                    <a:pt x="7052" y="2246"/>
                  </a:lnTo>
                  <a:lnTo>
                    <a:pt x="6199" y="2201"/>
                  </a:lnTo>
                  <a:lnTo>
                    <a:pt x="5300" y="2112"/>
                  </a:lnTo>
                  <a:lnTo>
                    <a:pt x="4447" y="1977"/>
                  </a:lnTo>
                  <a:lnTo>
                    <a:pt x="3638" y="1707"/>
                  </a:lnTo>
                  <a:lnTo>
                    <a:pt x="2785" y="1438"/>
                  </a:lnTo>
                  <a:lnTo>
                    <a:pt x="2022" y="1034"/>
                  </a:lnTo>
                  <a:lnTo>
                    <a:pt x="1258" y="584"/>
                  </a:lnTo>
                  <a:lnTo>
                    <a:pt x="539" y="90"/>
                  </a:lnTo>
                  <a:lnTo>
                    <a:pt x="449" y="45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58"/>
            <p:cNvSpPr/>
            <p:nvPr/>
          </p:nvSpPr>
          <p:spPr>
            <a:xfrm>
              <a:off x="6773275" y="3978125"/>
              <a:ext cx="83100" cy="42700"/>
            </a:xfrm>
            <a:custGeom>
              <a:rect b="b" l="l" r="r" t="t"/>
              <a:pathLst>
                <a:path extrusionOk="0" h="1708" w="3324">
                  <a:moveTo>
                    <a:pt x="225" y="0"/>
                  </a:moveTo>
                  <a:lnTo>
                    <a:pt x="90" y="90"/>
                  </a:lnTo>
                  <a:lnTo>
                    <a:pt x="0" y="180"/>
                  </a:lnTo>
                  <a:lnTo>
                    <a:pt x="0" y="315"/>
                  </a:lnTo>
                  <a:lnTo>
                    <a:pt x="0" y="449"/>
                  </a:lnTo>
                  <a:lnTo>
                    <a:pt x="90" y="584"/>
                  </a:lnTo>
                  <a:lnTo>
                    <a:pt x="359" y="809"/>
                  </a:lnTo>
                  <a:lnTo>
                    <a:pt x="674" y="1033"/>
                  </a:lnTo>
                  <a:lnTo>
                    <a:pt x="988" y="1258"/>
                  </a:lnTo>
                  <a:lnTo>
                    <a:pt x="1347" y="1393"/>
                  </a:lnTo>
                  <a:lnTo>
                    <a:pt x="1707" y="1527"/>
                  </a:lnTo>
                  <a:lnTo>
                    <a:pt x="2066" y="1617"/>
                  </a:lnTo>
                  <a:lnTo>
                    <a:pt x="2425" y="1662"/>
                  </a:lnTo>
                  <a:lnTo>
                    <a:pt x="2830" y="1707"/>
                  </a:lnTo>
                  <a:lnTo>
                    <a:pt x="3009" y="1662"/>
                  </a:lnTo>
                  <a:lnTo>
                    <a:pt x="3144" y="1662"/>
                  </a:lnTo>
                  <a:lnTo>
                    <a:pt x="3234" y="1572"/>
                  </a:lnTo>
                  <a:lnTo>
                    <a:pt x="3324" y="1438"/>
                  </a:lnTo>
                  <a:lnTo>
                    <a:pt x="3324" y="1303"/>
                  </a:lnTo>
                  <a:lnTo>
                    <a:pt x="3324" y="1168"/>
                  </a:lnTo>
                  <a:lnTo>
                    <a:pt x="3234" y="1078"/>
                  </a:lnTo>
                  <a:lnTo>
                    <a:pt x="3099" y="988"/>
                  </a:lnTo>
                  <a:lnTo>
                    <a:pt x="2650" y="988"/>
                  </a:lnTo>
                  <a:lnTo>
                    <a:pt x="2336" y="943"/>
                  </a:lnTo>
                  <a:lnTo>
                    <a:pt x="1976" y="899"/>
                  </a:lnTo>
                  <a:lnTo>
                    <a:pt x="1662" y="764"/>
                  </a:lnTo>
                  <a:lnTo>
                    <a:pt x="1392" y="629"/>
                  </a:lnTo>
                  <a:lnTo>
                    <a:pt x="1078" y="494"/>
                  </a:lnTo>
                  <a:lnTo>
                    <a:pt x="808" y="315"/>
                  </a:lnTo>
                  <a:lnTo>
                    <a:pt x="584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58"/>
            <p:cNvSpPr/>
            <p:nvPr/>
          </p:nvSpPr>
          <p:spPr>
            <a:xfrm>
              <a:off x="6885550" y="3932075"/>
              <a:ext cx="79750" cy="24725"/>
            </a:xfrm>
            <a:custGeom>
              <a:rect b="b" l="l" r="r" t="t"/>
              <a:pathLst>
                <a:path extrusionOk="0" h="989" w="3190">
                  <a:moveTo>
                    <a:pt x="270" y="1"/>
                  </a:moveTo>
                  <a:lnTo>
                    <a:pt x="135" y="46"/>
                  </a:lnTo>
                  <a:lnTo>
                    <a:pt x="45" y="135"/>
                  </a:lnTo>
                  <a:lnTo>
                    <a:pt x="1" y="270"/>
                  </a:lnTo>
                  <a:lnTo>
                    <a:pt x="45" y="405"/>
                  </a:lnTo>
                  <a:lnTo>
                    <a:pt x="90" y="540"/>
                  </a:lnTo>
                  <a:lnTo>
                    <a:pt x="180" y="630"/>
                  </a:lnTo>
                  <a:lnTo>
                    <a:pt x="315" y="674"/>
                  </a:lnTo>
                  <a:lnTo>
                    <a:pt x="2785" y="989"/>
                  </a:lnTo>
                  <a:lnTo>
                    <a:pt x="2965" y="989"/>
                  </a:lnTo>
                  <a:lnTo>
                    <a:pt x="3055" y="899"/>
                  </a:lnTo>
                  <a:lnTo>
                    <a:pt x="3145" y="809"/>
                  </a:lnTo>
                  <a:lnTo>
                    <a:pt x="3190" y="719"/>
                  </a:lnTo>
                  <a:lnTo>
                    <a:pt x="3190" y="585"/>
                  </a:lnTo>
                  <a:lnTo>
                    <a:pt x="3100" y="450"/>
                  </a:lnTo>
                  <a:lnTo>
                    <a:pt x="3010" y="360"/>
                  </a:lnTo>
                  <a:lnTo>
                    <a:pt x="2875" y="31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58"/>
            <p:cNvSpPr/>
            <p:nvPr/>
          </p:nvSpPr>
          <p:spPr>
            <a:xfrm>
              <a:off x="6978750" y="3892775"/>
              <a:ext cx="52800" cy="19125"/>
            </a:xfrm>
            <a:custGeom>
              <a:rect b="b" l="l" r="r" t="t"/>
              <a:pathLst>
                <a:path extrusionOk="0" h="765" w="2112">
                  <a:moveTo>
                    <a:pt x="1752" y="1"/>
                  </a:moveTo>
                  <a:lnTo>
                    <a:pt x="315" y="46"/>
                  </a:lnTo>
                  <a:lnTo>
                    <a:pt x="225" y="91"/>
                  </a:lnTo>
                  <a:lnTo>
                    <a:pt x="90" y="180"/>
                  </a:lnTo>
                  <a:lnTo>
                    <a:pt x="45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90" y="630"/>
                  </a:lnTo>
                  <a:lnTo>
                    <a:pt x="225" y="719"/>
                  </a:lnTo>
                  <a:lnTo>
                    <a:pt x="360" y="764"/>
                  </a:lnTo>
                  <a:lnTo>
                    <a:pt x="1797" y="674"/>
                  </a:lnTo>
                  <a:lnTo>
                    <a:pt x="1932" y="674"/>
                  </a:lnTo>
                  <a:lnTo>
                    <a:pt x="2022" y="585"/>
                  </a:lnTo>
                  <a:lnTo>
                    <a:pt x="2111" y="450"/>
                  </a:lnTo>
                  <a:lnTo>
                    <a:pt x="2111" y="315"/>
                  </a:lnTo>
                  <a:lnTo>
                    <a:pt x="2067" y="225"/>
                  </a:lnTo>
                  <a:lnTo>
                    <a:pt x="2022" y="91"/>
                  </a:lnTo>
                  <a:lnTo>
                    <a:pt x="1887" y="46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58"/>
            <p:cNvSpPr/>
            <p:nvPr/>
          </p:nvSpPr>
          <p:spPr>
            <a:xfrm>
              <a:off x="7053975" y="3838875"/>
              <a:ext cx="47200" cy="22500"/>
            </a:xfrm>
            <a:custGeom>
              <a:rect b="b" l="l" r="r" t="t"/>
              <a:pathLst>
                <a:path extrusionOk="0" h="900" w="1888">
                  <a:moveTo>
                    <a:pt x="1483" y="1"/>
                  </a:moveTo>
                  <a:lnTo>
                    <a:pt x="270" y="225"/>
                  </a:lnTo>
                  <a:lnTo>
                    <a:pt x="136" y="270"/>
                  </a:lnTo>
                  <a:lnTo>
                    <a:pt x="46" y="360"/>
                  </a:lnTo>
                  <a:lnTo>
                    <a:pt x="1" y="495"/>
                  </a:lnTo>
                  <a:lnTo>
                    <a:pt x="1" y="630"/>
                  </a:lnTo>
                  <a:lnTo>
                    <a:pt x="46" y="719"/>
                  </a:lnTo>
                  <a:lnTo>
                    <a:pt x="136" y="809"/>
                  </a:lnTo>
                  <a:lnTo>
                    <a:pt x="225" y="899"/>
                  </a:lnTo>
                  <a:lnTo>
                    <a:pt x="405" y="899"/>
                  </a:lnTo>
                  <a:lnTo>
                    <a:pt x="1618" y="675"/>
                  </a:lnTo>
                  <a:lnTo>
                    <a:pt x="1752" y="630"/>
                  </a:lnTo>
                  <a:lnTo>
                    <a:pt x="1842" y="540"/>
                  </a:lnTo>
                  <a:lnTo>
                    <a:pt x="1887" y="405"/>
                  </a:lnTo>
                  <a:lnTo>
                    <a:pt x="1887" y="270"/>
                  </a:lnTo>
                  <a:lnTo>
                    <a:pt x="1842" y="136"/>
                  </a:lnTo>
                  <a:lnTo>
                    <a:pt x="1752" y="46"/>
                  </a:lnTo>
                  <a:lnTo>
                    <a:pt x="1618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58"/>
            <p:cNvSpPr/>
            <p:nvPr/>
          </p:nvSpPr>
          <p:spPr>
            <a:xfrm>
              <a:off x="7149425" y="3797325"/>
              <a:ext cx="52800" cy="24750"/>
            </a:xfrm>
            <a:custGeom>
              <a:rect b="b" l="l" r="r" t="t"/>
              <a:pathLst>
                <a:path extrusionOk="0" h="990" w="2112">
                  <a:moveTo>
                    <a:pt x="1707" y="1"/>
                  </a:moveTo>
                  <a:lnTo>
                    <a:pt x="270" y="315"/>
                  </a:lnTo>
                  <a:lnTo>
                    <a:pt x="135" y="405"/>
                  </a:lnTo>
                  <a:lnTo>
                    <a:pt x="46" y="495"/>
                  </a:lnTo>
                  <a:lnTo>
                    <a:pt x="1" y="585"/>
                  </a:lnTo>
                  <a:lnTo>
                    <a:pt x="1" y="720"/>
                  </a:lnTo>
                  <a:lnTo>
                    <a:pt x="46" y="854"/>
                  </a:lnTo>
                  <a:lnTo>
                    <a:pt x="135" y="944"/>
                  </a:lnTo>
                  <a:lnTo>
                    <a:pt x="225" y="989"/>
                  </a:lnTo>
                  <a:lnTo>
                    <a:pt x="405" y="989"/>
                  </a:lnTo>
                  <a:lnTo>
                    <a:pt x="1842" y="675"/>
                  </a:lnTo>
                  <a:lnTo>
                    <a:pt x="1977" y="630"/>
                  </a:lnTo>
                  <a:lnTo>
                    <a:pt x="2067" y="540"/>
                  </a:lnTo>
                  <a:lnTo>
                    <a:pt x="2112" y="405"/>
                  </a:lnTo>
                  <a:lnTo>
                    <a:pt x="2112" y="270"/>
                  </a:lnTo>
                  <a:lnTo>
                    <a:pt x="2067" y="136"/>
                  </a:lnTo>
                  <a:lnTo>
                    <a:pt x="1977" y="46"/>
                  </a:lnTo>
                  <a:lnTo>
                    <a:pt x="1842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58"/>
            <p:cNvSpPr/>
            <p:nvPr/>
          </p:nvSpPr>
          <p:spPr>
            <a:xfrm>
              <a:off x="6394850" y="2986625"/>
              <a:ext cx="463775" cy="1002750"/>
            </a:xfrm>
            <a:custGeom>
              <a:rect b="b" l="l" r="r" t="t"/>
              <a:pathLst>
                <a:path extrusionOk="0" h="40110" w="18551">
                  <a:moveTo>
                    <a:pt x="13385" y="7636"/>
                  </a:moveTo>
                  <a:lnTo>
                    <a:pt x="13430" y="7681"/>
                  </a:lnTo>
                  <a:lnTo>
                    <a:pt x="13655" y="10421"/>
                  </a:lnTo>
                  <a:lnTo>
                    <a:pt x="13655" y="10465"/>
                  </a:lnTo>
                  <a:lnTo>
                    <a:pt x="13610" y="10465"/>
                  </a:lnTo>
                  <a:lnTo>
                    <a:pt x="13610" y="10690"/>
                  </a:lnTo>
                  <a:lnTo>
                    <a:pt x="13565" y="10421"/>
                  </a:lnTo>
                  <a:lnTo>
                    <a:pt x="13296" y="7681"/>
                  </a:lnTo>
                  <a:lnTo>
                    <a:pt x="13340" y="7636"/>
                  </a:lnTo>
                  <a:close/>
                  <a:moveTo>
                    <a:pt x="11095" y="12711"/>
                  </a:moveTo>
                  <a:lnTo>
                    <a:pt x="12038" y="17113"/>
                  </a:lnTo>
                  <a:lnTo>
                    <a:pt x="11993" y="17158"/>
                  </a:lnTo>
                  <a:lnTo>
                    <a:pt x="11948" y="17158"/>
                  </a:lnTo>
                  <a:lnTo>
                    <a:pt x="10960" y="12756"/>
                  </a:lnTo>
                  <a:lnTo>
                    <a:pt x="11005" y="12711"/>
                  </a:lnTo>
                  <a:close/>
                  <a:moveTo>
                    <a:pt x="6154" y="13744"/>
                  </a:moveTo>
                  <a:lnTo>
                    <a:pt x="6199" y="13789"/>
                  </a:lnTo>
                  <a:lnTo>
                    <a:pt x="6289" y="15271"/>
                  </a:lnTo>
                  <a:lnTo>
                    <a:pt x="6513" y="16754"/>
                  </a:lnTo>
                  <a:lnTo>
                    <a:pt x="6873" y="18191"/>
                  </a:lnTo>
                  <a:lnTo>
                    <a:pt x="7277" y="19628"/>
                  </a:lnTo>
                  <a:lnTo>
                    <a:pt x="7816" y="21021"/>
                  </a:lnTo>
                  <a:lnTo>
                    <a:pt x="8400" y="22368"/>
                  </a:lnTo>
                  <a:lnTo>
                    <a:pt x="9118" y="23670"/>
                  </a:lnTo>
                  <a:lnTo>
                    <a:pt x="9882" y="24928"/>
                  </a:lnTo>
                  <a:lnTo>
                    <a:pt x="9882" y="25018"/>
                  </a:lnTo>
                  <a:lnTo>
                    <a:pt x="9792" y="24973"/>
                  </a:lnTo>
                  <a:lnTo>
                    <a:pt x="9029" y="23715"/>
                  </a:lnTo>
                  <a:lnTo>
                    <a:pt x="8310" y="22413"/>
                  </a:lnTo>
                  <a:lnTo>
                    <a:pt x="7726" y="21065"/>
                  </a:lnTo>
                  <a:lnTo>
                    <a:pt x="7187" y="19628"/>
                  </a:lnTo>
                  <a:lnTo>
                    <a:pt x="6783" y="18236"/>
                  </a:lnTo>
                  <a:lnTo>
                    <a:pt x="6423" y="16754"/>
                  </a:lnTo>
                  <a:lnTo>
                    <a:pt x="6199" y="15271"/>
                  </a:lnTo>
                  <a:lnTo>
                    <a:pt x="6064" y="13789"/>
                  </a:lnTo>
                  <a:lnTo>
                    <a:pt x="6109" y="13744"/>
                  </a:lnTo>
                  <a:close/>
                  <a:moveTo>
                    <a:pt x="6468" y="23356"/>
                  </a:moveTo>
                  <a:lnTo>
                    <a:pt x="8579" y="26725"/>
                  </a:lnTo>
                  <a:lnTo>
                    <a:pt x="8579" y="26770"/>
                  </a:lnTo>
                  <a:lnTo>
                    <a:pt x="8534" y="26815"/>
                  </a:lnTo>
                  <a:lnTo>
                    <a:pt x="8669" y="26994"/>
                  </a:lnTo>
                  <a:lnTo>
                    <a:pt x="8490" y="26815"/>
                  </a:lnTo>
                  <a:lnTo>
                    <a:pt x="6379" y="23446"/>
                  </a:lnTo>
                  <a:lnTo>
                    <a:pt x="6379" y="23401"/>
                  </a:lnTo>
                  <a:lnTo>
                    <a:pt x="6423" y="23356"/>
                  </a:lnTo>
                  <a:close/>
                  <a:moveTo>
                    <a:pt x="7322" y="28701"/>
                  </a:moveTo>
                  <a:lnTo>
                    <a:pt x="7322" y="28746"/>
                  </a:lnTo>
                  <a:lnTo>
                    <a:pt x="7996" y="29689"/>
                  </a:lnTo>
                  <a:lnTo>
                    <a:pt x="7996" y="29734"/>
                  </a:lnTo>
                  <a:lnTo>
                    <a:pt x="8085" y="29914"/>
                  </a:lnTo>
                  <a:lnTo>
                    <a:pt x="7906" y="29734"/>
                  </a:lnTo>
                  <a:lnTo>
                    <a:pt x="7232" y="28791"/>
                  </a:lnTo>
                  <a:lnTo>
                    <a:pt x="7232" y="28746"/>
                  </a:lnTo>
                  <a:lnTo>
                    <a:pt x="7277" y="28746"/>
                  </a:lnTo>
                  <a:lnTo>
                    <a:pt x="7322" y="28701"/>
                  </a:lnTo>
                  <a:close/>
                  <a:moveTo>
                    <a:pt x="2830" y="26410"/>
                  </a:moveTo>
                  <a:lnTo>
                    <a:pt x="2875" y="26455"/>
                  </a:lnTo>
                  <a:lnTo>
                    <a:pt x="3235" y="27578"/>
                  </a:lnTo>
                  <a:lnTo>
                    <a:pt x="3639" y="28701"/>
                  </a:lnTo>
                  <a:lnTo>
                    <a:pt x="4133" y="29824"/>
                  </a:lnTo>
                  <a:lnTo>
                    <a:pt x="4672" y="30902"/>
                  </a:lnTo>
                  <a:lnTo>
                    <a:pt x="5256" y="31980"/>
                  </a:lnTo>
                  <a:lnTo>
                    <a:pt x="5884" y="32968"/>
                  </a:lnTo>
                  <a:lnTo>
                    <a:pt x="6558" y="33956"/>
                  </a:lnTo>
                  <a:lnTo>
                    <a:pt x="7322" y="34899"/>
                  </a:lnTo>
                  <a:lnTo>
                    <a:pt x="7322" y="34944"/>
                  </a:lnTo>
                  <a:lnTo>
                    <a:pt x="7277" y="34989"/>
                  </a:lnTo>
                  <a:lnTo>
                    <a:pt x="7412" y="35124"/>
                  </a:lnTo>
                  <a:lnTo>
                    <a:pt x="7232" y="34989"/>
                  </a:lnTo>
                  <a:lnTo>
                    <a:pt x="6468" y="34046"/>
                  </a:lnTo>
                  <a:lnTo>
                    <a:pt x="5795" y="33058"/>
                  </a:lnTo>
                  <a:lnTo>
                    <a:pt x="5166" y="32025"/>
                  </a:lnTo>
                  <a:lnTo>
                    <a:pt x="4582" y="30947"/>
                  </a:lnTo>
                  <a:lnTo>
                    <a:pt x="4043" y="29869"/>
                  </a:lnTo>
                  <a:lnTo>
                    <a:pt x="3549" y="28746"/>
                  </a:lnTo>
                  <a:lnTo>
                    <a:pt x="3145" y="27623"/>
                  </a:lnTo>
                  <a:lnTo>
                    <a:pt x="2785" y="26455"/>
                  </a:lnTo>
                  <a:lnTo>
                    <a:pt x="2561" y="26545"/>
                  </a:lnTo>
                  <a:lnTo>
                    <a:pt x="2785" y="26410"/>
                  </a:lnTo>
                  <a:close/>
                  <a:moveTo>
                    <a:pt x="4807" y="35169"/>
                  </a:moveTo>
                  <a:lnTo>
                    <a:pt x="4851" y="35214"/>
                  </a:lnTo>
                  <a:lnTo>
                    <a:pt x="5076" y="35618"/>
                  </a:lnTo>
                  <a:lnTo>
                    <a:pt x="5346" y="35977"/>
                  </a:lnTo>
                  <a:lnTo>
                    <a:pt x="5660" y="36292"/>
                  </a:lnTo>
                  <a:lnTo>
                    <a:pt x="6019" y="36606"/>
                  </a:lnTo>
                  <a:lnTo>
                    <a:pt x="6019" y="36696"/>
                  </a:lnTo>
                  <a:lnTo>
                    <a:pt x="6199" y="36831"/>
                  </a:lnTo>
                  <a:lnTo>
                    <a:pt x="6199" y="36831"/>
                  </a:lnTo>
                  <a:lnTo>
                    <a:pt x="5974" y="36696"/>
                  </a:lnTo>
                  <a:lnTo>
                    <a:pt x="5615" y="36381"/>
                  </a:lnTo>
                  <a:lnTo>
                    <a:pt x="5301" y="36022"/>
                  </a:lnTo>
                  <a:lnTo>
                    <a:pt x="4986" y="35663"/>
                  </a:lnTo>
                  <a:lnTo>
                    <a:pt x="4762" y="35259"/>
                  </a:lnTo>
                  <a:lnTo>
                    <a:pt x="4762" y="35169"/>
                  </a:lnTo>
                  <a:close/>
                  <a:moveTo>
                    <a:pt x="18551" y="0"/>
                  </a:moveTo>
                  <a:lnTo>
                    <a:pt x="18236" y="225"/>
                  </a:lnTo>
                  <a:lnTo>
                    <a:pt x="17203" y="899"/>
                  </a:lnTo>
                  <a:lnTo>
                    <a:pt x="16215" y="1662"/>
                  </a:lnTo>
                  <a:lnTo>
                    <a:pt x="15227" y="2471"/>
                  </a:lnTo>
                  <a:lnTo>
                    <a:pt x="14239" y="3279"/>
                  </a:lnTo>
                  <a:lnTo>
                    <a:pt x="13251" y="4132"/>
                  </a:lnTo>
                  <a:lnTo>
                    <a:pt x="12352" y="4986"/>
                  </a:lnTo>
                  <a:lnTo>
                    <a:pt x="10601" y="6693"/>
                  </a:lnTo>
                  <a:lnTo>
                    <a:pt x="9118" y="8220"/>
                  </a:lnTo>
                  <a:lnTo>
                    <a:pt x="7861" y="9567"/>
                  </a:lnTo>
                  <a:lnTo>
                    <a:pt x="6513" y="11049"/>
                  </a:lnTo>
                  <a:lnTo>
                    <a:pt x="6289" y="11274"/>
                  </a:lnTo>
                  <a:lnTo>
                    <a:pt x="6019" y="11364"/>
                  </a:lnTo>
                  <a:lnTo>
                    <a:pt x="5795" y="11409"/>
                  </a:lnTo>
                  <a:lnTo>
                    <a:pt x="5570" y="11364"/>
                  </a:lnTo>
                  <a:lnTo>
                    <a:pt x="5435" y="11364"/>
                  </a:lnTo>
                  <a:lnTo>
                    <a:pt x="5390" y="11454"/>
                  </a:lnTo>
                  <a:lnTo>
                    <a:pt x="4537" y="12532"/>
                  </a:lnTo>
                  <a:lnTo>
                    <a:pt x="3773" y="13610"/>
                  </a:lnTo>
                  <a:lnTo>
                    <a:pt x="3145" y="14687"/>
                  </a:lnTo>
                  <a:lnTo>
                    <a:pt x="2651" y="15721"/>
                  </a:lnTo>
                  <a:lnTo>
                    <a:pt x="2201" y="16754"/>
                  </a:lnTo>
                  <a:lnTo>
                    <a:pt x="1842" y="17787"/>
                  </a:lnTo>
                  <a:lnTo>
                    <a:pt x="1528" y="18775"/>
                  </a:lnTo>
                  <a:lnTo>
                    <a:pt x="1348" y="19718"/>
                  </a:lnTo>
                  <a:lnTo>
                    <a:pt x="1168" y="20616"/>
                  </a:lnTo>
                  <a:lnTo>
                    <a:pt x="1079" y="21470"/>
                  </a:lnTo>
                  <a:lnTo>
                    <a:pt x="989" y="22323"/>
                  </a:lnTo>
                  <a:lnTo>
                    <a:pt x="944" y="23042"/>
                  </a:lnTo>
                  <a:lnTo>
                    <a:pt x="989" y="24344"/>
                  </a:lnTo>
                  <a:lnTo>
                    <a:pt x="1034" y="25377"/>
                  </a:lnTo>
                  <a:lnTo>
                    <a:pt x="1034" y="26096"/>
                  </a:lnTo>
                  <a:lnTo>
                    <a:pt x="1034" y="26320"/>
                  </a:lnTo>
                  <a:lnTo>
                    <a:pt x="944" y="26500"/>
                  </a:lnTo>
                  <a:lnTo>
                    <a:pt x="809" y="26680"/>
                  </a:lnTo>
                  <a:lnTo>
                    <a:pt x="585" y="26859"/>
                  </a:lnTo>
                  <a:lnTo>
                    <a:pt x="405" y="26949"/>
                  </a:lnTo>
                  <a:lnTo>
                    <a:pt x="225" y="26994"/>
                  </a:lnTo>
                  <a:lnTo>
                    <a:pt x="90" y="27039"/>
                  </a:lnTo>
                  <a:lnTo>
                    <a:pt x="90" y="27174"/>
                  </a:lnTo>
                  <a:lnTo>
                    <a:pt x="46" y="27848"/>
                  </a:lnTo>
                  <a:lnTo>
                    <a:pt x="1" y="28521"/>
                  </a:lnTo>
                  <a:lnTo>
                    <a:pt x="46" y="29195"/>
                  </a:lnTo>
                  <a:lnTo>
                    <a:pt x="90" y="29824"/>
                  </a:lnTo>
                  <a:lnTo>
                    <a:pt x="180" y="30453"/>
                  </a:lnTo>
                  <a:lnTo>
                    <a:pt x="315" y="31037"/>
                  </a:lnTo>
                  <a:lnTo>
                    <a:pt x="450" y="31620"/>
                  </a:lnTo>
                  <a:lnTo>
                    <a:pt x="629" y="32204"/>
                  </a:lnTo>
                  <a:lnTo>
                    <a:pt x="809" y="32743"/>
                  </a:lnTo>
                  <a:lnTo>
                    <a:pt x="1034" y="33282"/>
                  </a:lnTo>
                  <a:lnTo>
                    <a:pt x="1573" y="34270"/>
                  </a:lnTo>
                  <a:lnTo>
                    <a:pt x="2112" y="35214"/>
                  </a:lnTo>
                  <a:lnTo>
                    <a:pt x="2740" y="36067"/>
                  </a:lnTo>
                  <a:lnTo>
                    <a:pt x="3369" y="36831"/>
                  </a:lnTo>
                  <a:lnTo>
                    <a:pt x="3998" y="37504"/>
                  </a:lnTo>
                  <a:lnTo>
                    <a:pt x="4627" y="38133"/>
                  </a:lnTo>
                  <a:lnTo>
                    <a:pt x="5256" y="38672"/>
                  </a:lnTo>
                  <a:lnTo>
                    <a:pt x="5795" y="39121"/>
                  </a:lnTo>
                  <a:lnTo>
                    <a:pt x="6289" y="39481"/>
                  </a:lnTo>
                  <a:lnTo>
                    <a:pt x="7007" y="39975"/>
                  </a:lnTo>
                  <a:lnTo>
                    <a:pt x="7232" y="40109"/>
                  </a:lnTo>
                  <a:lnTo>
                    <a:pt x="7277" y="39840"/>
                  </a:lnTo>
                  <a:lnTo>
                    <a:pt x="9118" y="34585"/>
                  </a:lnTo>
                  <a:lnTo>
                    <a:pt x="10870" y="29330"/>
                  </a:lnTo>
                  <a:lnTo>
                    <a:pt x="12622" y="24075"/>
                  </a:lnTo>
                  <a:lnTo>
                    <a:pt x="14329" y="18865"/>
                  </a:lnTo>
                  <a:lnTo>
                    <a:pt x="15676" y="14687"/>
                  </a:lnTo>
                  <a:lnTo>
                    <a:pt x="16350" y="12442"/>
                  </a:lnTo>
                  <a:lnTo>
                    <a:pt x="16979" y="10106"/>
                  </a:lnTo>
                  <a:lnTo>
                    <a:pt x="17518" y="7726"/>
                  </a:lnTo>
                  <a:lnTo>
                    <a:pt x="17742" y="6558"/>
                  </a:lnTo>
                  <a:lnTo>
                    <a:pt x="17967" y="5300"/>
                  </a:lnTo>
                  <a:lnTo>
                    <a:pt x="18191" y="4088"/>
                  </a:lnTo>
                  <a:lnTo>
                    <a:pt x="18326" y="2875"/>
                  </a:lnTo>
                  <a:lnTo>
                    <a:pt x="18461" y="1617"/>
                  </a:lnTo>
                  <a:lnTo>
                    <a:pt x="18551" y="404"/>
                  </a:lnTo>
                  <a:lnTo>
                    <a:pt x="18551" y="0"/>
                  </a:lnTo>
                  <a:close/>
                </a:path>
              </a:pathLst>
            </a:custGeom>
            <a:solidFill>
              <a:srgbClr val="9AC45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58"/>
            <p:cNvSpPr/>
            <p:nvPr/>
          </p:nvSpPr>
          <p:spPr>
            <a:xfrm>
              <a:off x="6577875" y="3000100"/>
              <a:ext cx="413250" cy="988150"/>
            </a:xfrm>
            <a:custGeom>
              <a:rect b="b" l="l" r="r" t="t"/>
              <a:pathLst>
                <a:path extrusionOk="0" h="39526" w="16530">
                  <a:moveTo>
                    <a:pt x="11858" y="6917"/>
                  </a:moveTo>
                  <a:lnTo>
                    <a:pt x="11858" y="6962"/>
                  </a:lnTo>
                  <a:lnTo>
                    <a:pt x="11858" y="7007"/>
                  </a:lnTo>
                  <a:lnTo>
                    <a:pt x="11634" y="7860"/>
                  </a:lnTo>
                  <a:lnTo>
                    <a:pt x="11589" y="7905"/>
                  </a:lnTo>
                  <a:lnTo>
                    <a:pt x="11544" y="7860"/>
                  </a:lnTo>
                  <a:lnTo>
                    <a:pt x="11544" y="7815"/>
                  </a:lnTo>
                  <a:lnTo>
                    <a:pt x="11769" y="6962"/>
                  </a:lnTo>
                  <a:lnTo>
                    <a:pt x="11813" y="6962"/>
                  </a:lnTo>
                  <a:lnTo>
                    <a:pt x="11858" y="6917"/>
                  </a:lnTo>
                  <a:close/>
                  <a:moveTo>
                    <a:pt x="11858" y="10241"/>
                  </a:moveTo>
                  <a:lnTo>
                    <a:pt x="11903" y="10286"/>
                  </a:lnTo>
                  <a:lnTo>
                    <a:pt x="11230" y="11768"/>
                  </a:lnTo>
                  <a:lnTo>
                    <a:pt x="11409" y="11858"/>
                  </a:lnTo>
                  <a:lnTo>
                    <a:pt x="11140" y="11813"/>
                  </a:lnTo>
                  <a:lnTo>
                    <a:pt x="11140" y="11768"/>
                  </a:lnTo>
                  <a:lnTo>
                    <a:pt x="11813" y="10241"/>
                  </a:lnTo>
                  <a:close/>
                  <a:moveTo>
                    <a:pt x="12308" y="13789"/>
                  </a:moveTo>
                  <a:lnTo>
                    <a:pt x="12308" y="13879"/>
                  </a:lnTo>
                  <a:lnTo>
                    <a:pt x="9882" y="17248"/>
                  </a:lnTo>
                  <a:lnTo>
                    <a:pt x="10017" y="17337"/>
                  </a:lnTo>
                  <a:lnTo>
                    <a:pt x="9792" y="17248"/>
                  </a:lnTo>
                  <a:lnTo>
                    <a:pt x="9747" y="17203"/>
                  </a:lnTo>
                  <a:lnTo>
                    <a:pt x="9792" y="17158"/>
                  </a:lnTo>
                  <a:lnTo>
                    <a:pt x="12218" y="13834"/>
                  </a:lnTo>
                  <a:lnTo>
                    <a:pt x="12308" y="13789"/>
                  </a:lnTo>
                  <a:close/>
                  <a:moveTo>
                    <a:pt x="14149" y="17113"/>
                  </a:moveTo>
                  <a:lnTo>
                    <a:pt x="14149" y="17158"/>
                  </a:lnTo>
                  <a:lnTo>
                    <a:pt x="13385" y="18281"/>
                  </a:lnTo>
                  <a:lnTo>
                    <a:pt x="12577" y="19404"/>
                  </a:lnTo>
                  <a:lnTo>
                    <a:pt x="11724" y="20437"/>
                  </a:lnTo>
                  <a:lnTo>
                    <a:pt x="10825" y="21470"/>
                  </a:lnTo>
                  <a:lnTo>
                    <a:pt x="9837" y="22413"/>
                  </a:lnTo>
                  <a:lnTo>
                    <a:pt x="8849" y="23356"/>
                  </a:lnTo>
                  <a:lnTo>
                    <a:pt x="7816" y="24209"/>
                  </a:lnTo>
                  <a:lnTo>
                    <a:pt x="6738" y="25063"/>
                  </a:lnTo>
                  <a:lnTo>
                    <a:pt x="6873" y="25198"/>
                  </a:lnTo>
                  <a:lnTo>
                    <a:pt x="6648" y="25018"/>
                  </a:lnTo>
                  <a:lnTo>
                    <a:pt x="6693" y="24973"/>
                  </a:lnTo>
                  <a:lnTo>
                    <a:pt x="7771" y="24120"/>
                  </a:lnTo>
                  <a:lnTo>
                    <a:pt x="8804" y="23266"/>
                  </a:lnTo>
                  <a:lnTo>
                    <a:pt x="9792" y="22368"/>
                  </a:lnTo>
                  <a:lnTo>
                    <a:pt x="10736" y="21380"/>
                  </a:lnTo>
                  <a:lnTo>
                    <a:pt x="11634" y="20392"/>
                  </a:lnTo>
                  <a:lnTo>
                    <a:pt x="12487" y="19314"/>
                  </a:lnTo>
                  <a:lnTo>
                    <a:pt x="13296" y="18236"/>
                  </a:lnTo>
                  <a:lnTo>
                    <a:pt x="14059" y="17113"/>
                  </a:lnTo>
                  <a:close/>
                  <a:moveTo>
                    <a:pt x="8445" y="26186"/>
                  </a:moveTo>
                  <a:lnTo>
                    <a:pt x="8490" y="26231"/>
                  </a:lnTo>
                  <a:lnTo>
                    <a:pt x="8445" y="26276"/>
                  </a:lnTo>
                  <a:lnTo>
                    <a:pt x="6783" y="27219"/>
                  </a:lnTo>
                  <a:lnTo>
                    <a:pt x="6873" y="27398"/>
                  </a:lnTo>
                  <a:lnTo>
                    <a:pt x="6873" y="27398"/>
                  </a:lnTo>
                  <a:lnTo>
                    <a:pt x="6693" y="27219"/>
                  </a:lnTo>
                  <a:lnTo>
                    <a:pt x="6693" y="27174"/>
                  </a:lnTo>
                  <a:lnTo>
                    <a:pt x="6693" y="27129"/>
                  </a:lnTo>
                  <a:lnTo>
                    <a:pt x="8400" y="26186"/>
                  </a:lnTo>
                  <a:close/>
                  <a:moveTo>
                    <a:pt x="6783" y="30183"/>
                  </a:moveTo>
                  <a:lnTo>
                    <a:pt x="6783" y="30228"/>
                  </a:lnTo>
                  <a:lnTo>
                    <a:pt x="6738" y="30273"/>
                  </a:lnTo>
                  <a:lnTo>
                    <a:pt x="6064" y="30632"/>
                  </a:lnTo>
                  <a:lnTo>
                    <a:pt x="5975" y="30632"/>
                  </a:lnTo>
                  <a:lnTo>
                    <a:pt x="5975" y="30587"/>
                  </a:lnTo>
                  <a:lnTo>
                    <a:pt x="6019" y="30542"/>
                  </a:lnTo>
                  <a:lnTo>
                    <a:pt x="6693" y="30183"/>
                  </a:lnTo>
                  <a:close/>
                  <a:moveTo>
                    <a:pt x="10017" y="30812"/>
                  </a:moveTo>
                  <a:lnTo>
                    <a:pt x="10017" y="30857"/>
                  </a:lnTo>
                  <a:lnTo>
                    <a:pt x="10017" y="30902"/>
                  </a:lnTo>
                  <a:lnTo>
                    <a:pt x="9298" y="31576"/>
                  </a:lnTo>
                  <a:lnTo>
                    <a:pt x="8535" y="32159"/>
                  </a:lnTo>
                  <a:lnTo>
                    <a:pt x="7771" y="32743"/>
                  </a:lnTo>
                  <a:lnTo>
                    <a:pt x="6963" y="33282"/>
                  </a:lnTo>
                  <a:lnTo>
                    <a:pt x="6109" y="33731"/>
                  </a:lnTo>
                  <a:lnTo>
                    <a:pt x="5256" y="34181"/>
                  </a:lnTo>
                  <a:lnTo>
                    <a:pt x="4358" y="34585"/>
                  </a:lnTo>
                  <a:lnTo>
                    <a:pt x="3414" y="34899"/>
                  </a:lnTo>
                  <a:lnTo>
                    <a:pt x="3504" y="35079"/>
                  </a:lnTo>
                  <a:lnTo>
                    <a:pt x="3369" y="34854"/>
                  </a:lnTo>
                  <a:lnTo>
                    <a:pt x="3414" y="34809"/>
                  </a:lnTo>
                  <a:lnTo>
                    <a:pt x="4313" y="34450"/>
                  </a:lnTo>
                  <a:lnTo>
                    <a:pt x="5211" y="34091"/>
                  </a:lnTo>
                  <a:lnTo>
                    <a:pt x="6064" y="33642"/>
                  </a:lnTo>
                  <a:lnTo>
                    <a:pt x="6918" y="33192"/>
                  </a:lnTo>
                  <a:lnTo>
                    <a:pt x="7726" y="32653"/>
                  </a:lnTo>
                  <a:lnTo>
                    <a:pt x="8490" y="32115"/>
                  </a:lnTo>
                  <a:lnTo>
                    <a:pt x="9253" y="31486"/>
                  </a:lnTo>
                  <a:lnTo>
                    <a:pt x="9972" y="30857"/>
                  </a:lnTo>
                  <a:lnTo>
                    <a:pt x="10017" y="30812"/>
                  </a:lnTo>
                  <a:close/>
                  <a:moveTo>
                    <a:pt x="5121" y="36292"/>
                  </a:moveTo>
                  <a:lnTo>
                    <a:pt x="4941" y="36471"/>
                  </a:lnTo>
                  <a:lnTo>
                    <a:pt x="4492" y="36741"/>
                  </a:lnTo>
                  <a:lnTo>
                    <a:pt x="3998" y="36965"/>
                  </a:lnTo>
                  <a:lnTo>
                    <a:pt x="3549" y="37145"/>
                  </a:lnTo>
                  <a:lnTo>
                    <a:pt x="3010" y="37235"/>
                  </a:lnTo>
                  <a:lnTo>
                    <a:pt x="2965" y="37190"/>
                  </a:lnTo>
                  <a:lnTo>
                    <a:pt x="3010" y="37100"/>
                  </a:lnTo>
                  <a:lnTo>
                    <a:pt x="3504" y="37010"/>
                  </a:lnTo>
                  <a:lnTo>
                    <a:pt x="3998" y="36876"/>
                  </a:lnTo>
                  <a:lnTo>
                    <a:pt x="4447" y="36651"/>
                  </a:lnTo>
                  <a:lnTo>
                    <a:pt x="4852" y="36381"/>
                  </a:lnTo>
                  <a:lnTo>
                    <a:pt x="4897" y="36381"/>
                  </a:lnTo>
                  <a:lnTo>
                    <a:pt x="4941" y="36426"/>
                  </a:lnTo>
                  <a:lnTo>
                    <a:pt x="5121" y="36292"/>
                  </a:lnTo>
                  <a:close/>
                  <a:moveTo>
                    <a:pt x="11319" y="0"/>
                  </a:moveTo>
                  <a:lnTo>
                    <a:pt x="11274" y="809"/>
                  </a:lnTo>
                  <a:lnTo>
                    <a:pt x="11140" y="1976"/>
                  </a:lnTo>
                  <a:lnTo>
                    <a:pt x="11005" y="3144"/>
                  </a:lnTo>
                  <a:lnTo>
                    <a:pt x="10825" y="4357"/>
                  </a:lnTo>
                  <a:lnTo>
                    <a:pt x="10646" y="5480"/>
                  </a:lnTo>
                  <a:lnTo>
                    <a:pt x="10152" y="7815"/>
                  </a:lnTo>
                  <a:lnTo>
                    <a:pt x="9613" y="10061"/>
                  </a:lnTo>
                  <a:lnTo>
                    <a:pt x="9029" y="12262"/>
                  </a:lnTo>
                  <a:lnTo>
                    <a:pt x="8400" y="14373"/>
                  </a:lnTo>
                  <a:lnTo>
                    <a:pt x="7142" y="18370"/>
                  </a:lnTo>
                  <a:lnTo>
                    <a:pt x="5436" y="23581"/>
                  </a:lnTo>
                  <a:lnTo>
                    <a:pt x="3684" y="28791"/>
                  </a:lnTo>
                  <a:lnTo>
                    <a:pt x="1887" y="34046"/>
                  </a:lnTo>
                  <a:lnTo>
                    <a:pt x="91" y="39256"/>
                  </a:lnTo>
                  <a:lnTo>
                    <a:pt x="1" y="39526"/>
                  </a:lnTo>
                  <a:lnTo>
                    <a:pt x="315" y="39526"/>
                  </a:lnTo>
                  <a:lnTo>
                    <a:pt x="1303" y="39481"/>
                  </a:lnTo>
                  <a:lnTo>
                    <a:pt x="1977" y="39391"/>
                  </a:lnTo>
                  <a:lnTo>
                    <a:pt x="2696" y="39256"/>
                  </a:lnTo>
                  <a:lnTo>
                    <a:pt x="3504" y="39121"/>
                  </a:lnTo>
                  <a:lnTo>
                    <a:pt x="4358" y="38897"/>
                  </a:lnTo>
                  <a:lnTo>
                    <a:pt x="5256" y="38627"/>
                  </a:lnTo>
                  <a:lnTo>
                    <a:pt x="6154" y="38268"/>
                  </a:lnTo>
                  <a:lnTo>
                    <a:pt x="7052" y="37864"/>
                  </a:lnTo>
                  <a:lnTo>
                    <a:pt x="7996" y="37370"/>
                  </a:lnTo>
                  <a:lnTo>
                    <a:pt x="8894" y="36786"/>
                  </a:lnTo>
                  <a:lnTo>
                    <a:pt x="9747" y="36067"/>
                  </a:lnTo>
                  <a:lnTo>
                    <a:pt x="10152" y="35708"/>
                  </a:lnTo>
                  <a:lnTo>
                    <a:pt x="10556" y="35303"/>
                  </a:lnTo>
                  <a:lnTo>
                    <a:pt x="10960" y="34854"/>
                  </a:lnTo>
                  <a:lnTo>
                    <a:pt x="11319" y="34405"/>
                  </a:lnTo>
                  <a:lnTo>
                    <a:pt x="11679" y="33911"/>
                  </a:lnTo>
                  <a:lnTo>
                    <a:pt x="12038" y="33372"/>
                  </a:lnTo>
                  <a:lnTo>
                    <a:pt x="12352" y="32788"/>
                  </a:lnTo>
                  <a:lnTo>
                    <a:pt x="12622" y="32204"/>
                  </a:lnTo>
                  <a:lnTo>
                    <a:pt x="12712" y="32070"/>
                  </a:lnTo>
                  <a:lnTo>
                    <a:pt x="12577" y="31980"/>
                  </a:lnTo>
                  <a:lnTo>
                    <a:pt x="12487" y="31845"/>
                  </a:lnTo>
                  <a:lnTo>
                    <a:pt x="12352" y="31665"/>
                  </a:lnTo>
                  <a:lnTo>
                    <a:pt x="12263" y="31441"/>
                  </a:lnTo>
                  <a:lnTo>
                    <a:pt x="12263" y="31171"/>
                  </a:lnTo>
                  <a:lnTo>
                    <a:pt x="12263" y="30992"/>
                  </a:lnTo>
                  <a:lnTo>
                    <a:pt x="12352" y="30812"/>
                  </a:lnTo>
                  <a:lnTo>
                    <a:pt x="12802" y="30183"/>
                  </a:lnTo>
                  <a:lnTo>
                    <a:pt x="13341" y="29330"/>
                  </a:lnTo>
                  <a:lnTo>
                    <a:pt x="14059" y="28252"/>
                  </a:lnTo>
                  <a:lnTo>
                    <a:pt x="14419" y="27578"/>
                  </a:lnTo>
                  <a:lnTo>
                    <a:pt x="14778" y="26859"/>
                  </a:lnTo>
                  <a:lnTo>
                    <a:pt x="15137" y="26051"/>
                  </a:lnTo>
                  <a:lnTo>
                    <a:pt x="15452" y="25198"/>
                  </a:lnTo>
                  <a:lnTo>
                    <a:pt x="15766" y="24299"/>
                  </a:lnTo>
                  <a:lnTo>
                    <a:pt x="16035" y="23311"/>
                  </a:lnTo>
                  <a:lnTo>
                    <a:pt x="16260" y="22233"/>
                  </a:lnTo>
                  <a:lnTo>
                    <a:pt x="16440" y="21110"/>
                  </a:lnTo>
                  <a:lnTo>
                    <a:pt x="16530" y="19943"/>
                  </a:lnTo>
                  <a:lnTo>
                    <a:pt x="16530" y="18685"/>
                  </a:lnTo>
                  <a:lnTo>
                    <a:pt x="16485" y="17382"/>
                  </a:lnTo>
                  <a:lnTo>
                    <a:pt x="16305" y="16035"/>
                  </a:lnTo>
                  <a:lnTo>
                    <a:pt x="16305" y="15900"/>
                  </a:lnTo>
                  <a:lnTo>
                    <a:pt x="16170" y="15855"/>
                  </a:lnTo>
                  <a:lnTo>
                    <a:pt x="15991" y="15765"/>
                  </a:lnTo>
                  <a:lnTo>
                    <a:pt x="15811" y="15631"/>
                  </a:lnTo>
                  <a:lnTo>
                    <a:pt x="15631" y="15406"/>
                  </a:lnTo>
                  <a:lnTo>
                    <a:pt x="15541" y="15137"/>
                  </a:lnTo>
                  <a:lnTo>
                    <a:pt x="15182" y="13071"/>
                  </a:lnTo>
                  <a:lnTo>
                    <a:pt x="14823" y="11409"/>
                  </a:lnTo>
                  <a:lnTo>
                    <a:pt x="14374" y="9477"/>
                  </a:lnTo>
                  <a:lnTo>
                    <a:pt x="13835" y="7366"/>
                  </a:lnTo>
                  <a:lnTo>
                    <a:pt x="13206" y="5121"/>
                  </a:lnTo>
                  <a:lnTo>
                    <a:pt x="12847" y="3998"/>
                  </a:lnTo>
                  <a:lnTo>
                    <a:pt x="12487" y="2920"/>
                  </a:lnTo>
                  <a:lnTo>
                    <a:pt x="12083" y="1797"/>
                  </a:lnTo>
                  <a:lnTo>
                    <a:pt x="11634" y="764"/>
                  </a:lnTo>
                  <a:lnTo>
                    <a:pt x="11319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58"/>
            <p:cNvSpPr/>
            <p:nvPr/>
          </p:nvSpPr>
          <p:spPr>
            <a:xfrm>
              <a:off x="6370150" y="2960800"/>
              <a:ext cx="505325" cy="1053275"/>
            </a:xfrm>
            <a:custGeom>
              <a:rect b="b" l="l" r="r" t="t"/>
              <a:pathLst>
                <a:path extrusionOk="0" h="42131" w="20213">
                  <a:moveTo>
                    <a:pt x="19404" y="0"/>
                  </a:moveTo>
                  <a:lnTo>
                    <a:pt x="19314" y="45"/>
                  </a:lnTo>
                  <a:lnTo>
                    <a:pt x="19179" y="90"/>
                  </a:lnTo>
                  <a:lnTo>
                    <a:pt x="18146" y="764"/>
                  </a:lnTo>
                  <a:lnTo>
                    <a:pt x="17113" y="1482"/>
                  </a:lnTo>
                  <a:lnTo>
                    <a:pt x="16080" y="2291"/>
                  </a:lnTo>
                  <a:lnTo>
                    <a:pt x="15092" y="3144"/>
                  </a:lnTo>
                  <a:lnTo>
                    <a:pt x="14104" y="3998"/>
                  </a:lnTo>
                  <a:lnTo>
                    <a:pt x="13116" y="4851"/>
                  </a:lnTo>
                  <a:lnTo>
                    <a:pt x="11319" y="6558"/>
                  </a:lnTo>
                  <a:lnTo>
                    <a:pt x="9747" y="8175"/>
                  </a:lnTo>
                  <a:lnTo>
                    <a:pt x="8400" y="9612"/>
                  </a:lnTo>
                  <a:lnTo>
                    <a:pt x="6738" y="11409"/>
                  </a:lnTo>
                  <a:lnTo>
                    <a:pt x="6513" y="11319"/>
                  </a:lnTo>
                  <a:lnTo>
                    <a:pt x="6289" y="11319"/>
                  </a:lnTo>
                  <a:lnTo>
                    <a:pt x="6064" y="11409"/>
                  </a:lnTo>
                  <a:lnTo>
                    <a:pt x="5839" y="11543"/>
                  </a:lnTo>
                  <a:lnTo>
                    <a:pt x="4896" y="12711"/>
                  </a:lnTo>
                  <a:lnTo>
                    <a:pt x="4088" y="13834"/>
                  </a:lnTo>
                  <a:lnTo>
                    <a:pt x="3414" y="15002"/>
                  </a:lnTo>
                  <a:lnTo>
                    <a:pt x="2830" y="16125"/>
                  </a:lnTo>
                  <a:lnTo>
                    <a:pt x="2336" y="17248"/>
                  </a:lnTo>
                  <a:lnTo>
                    <a:pt x="1932" y="18326"/>
                  </a:lnTo>
                  <a:lnTo>
                    <a:pt x="1617" y="19404"/>
                  </a:lnTo>
                  <a:lnTo>
                    <a:pt x="1348" y="20392"/>
                  </a:lnTo>
                  <a:lnTo>
                    <a:pt x="1168" y="21380"/>
                  </a:lnTo>
                  <a:lnTo>
                    <a:pt x="1078" y="22323"/>
                  </a:lnTo>
                  <a:lnTo>
                    <a:pt x="989" y="23176"/>
                  </a:lnTo>
                  <a:lnTo>
                    <a:pt x="944" y="23985"/>
                  </a:lnTo>
                  <a:lnTo>
                    <a:pt x="944" y="25377"/>
                  </a:lnTo>
                  <a:lnTo>
                    <a:pt x="1034" y="26455"/>
                  </a:lnTo>
                  <a:lnTo>
                    <a:pt x="1034" y="27039"/>
                  </a:lnTo>
                  <a:lnTo>
                    <a:pt x="944" y="27084"/>
                  </a:lnTo>
                  <a:lnTo>
                    <a:pt x="674" y="27084"/>
                  </a:lnTo>
                  <a:lnTo>
                    <a:pt x="405" y="27219"/>
                  </a:lnTo>
                  <a:lnTo>
                    <a:pt x="225" y="27398"/>
                  </a:lnTo>
                  <a:lnTo>
                    <a:pt x="180" y="27533"/>
                  </a:lnTo>
                  <a:lnTo>
                    <a:pt x="135" y="27668"/>
                  </a:lnTo>
                  <a:lnTo>
                    <a:pt x="45" y="28521"/>
                  </a:lnTo>
                  <a:lnTo>
                    <a:pt x="0" y="29330"/>
                  </a:lnTo>
                  <a:lnTo>
                    <a:pt x="0" y="30138"/>
                  </a:lnTo>
                  <a:lnTo>
                    <a:pt x="90" y="30902"/>
                  </a:lnTo>
                  <a:lnTo>
                    <a:pt x="180" y="31665"/>
                  </a:lnTo>
                  <a:lnTo>
                    <a:pt x="360" y="32384"/>
                  </a:lnTo>
                  <a:lnTo>
                    <a:pt x="539" y="33103"/>
                  </a:lnTo>
                  <a:lnTo>
                    <a:pt x="764" y="33776"/>
                  </a:lnTo>
                  <a:lnTo>
                    <a:pt x="989" y="34405"/>
                  </a:lnTo>
                  <a:lnTo>
                    <a:pt x="1303" y="35034"/>
                  </a:lnTo>
                  <a:lnTo>
                    <a:pt x="1617" y="35663"/>
                  </a:lnTo>
                  <a:lnTo>
                    <a:pt x="1932" y="36247"/>
                  </a:lnTo>
                  <a:lnTo>
                    <a:pt x="2291" y="36786"/>
                  </a:lnTo>
                  <a:lnTo>
                    <a:pt x="2650" y="37280"/>
                  </a:lnTo>
                  <a:lnTo>
                    <a:pt x="3414" y="38268"/>
                  </a:lnTo>
                  <a:lnTo>
                    <a:pt x="4178" y="39121"/>
                  </a:lnTo>
                  <a:lnTo>
                    <a:pt x="4941" y="39885"/>
                  </a:lnTo>
                  <a:lnTo>
                    <a:pt x="5660" y="40514"/>
                  </a:lnTo>
                  <a:lnTo>
                    <a:pt x="6334" y="41053"/>
                  </a:lnTo>
                  <a:lnTo>
                    <a:pt x="6872" y="41457"/>
                  </a:lnTo>
                  <a:lnTo>
                    <a:pt x="7322" y="41771"/>
                  </a:lnTo>
                  <a:lnTo>
                    <a:pt x="7726" y="42041"/>
                  </a:lnTo>
                  <a:lnTo>
                    <a:pt x="7906" y="42086"/>
                  </a:lnTo>
                  <a:lnTo>
                    <a:pt x="8085" y="42131"/>
                  </a:lnTo>
                  <a:lnTo>
                    <a:pt x="8265" y="42086"/>
                  </a:lnTo>
                  <a:lnTo>
                    <a:pt x="8445" y="41996"/>
                  </a:lnTo>
                  <a:lnTo>
                    <a:pt x="8579" y="41906"/>
                  </a:lnTo>
                  <a:lnTo>
                    <a:pt x="8669" y="41771"/>
                  </a:lnTo>
                  <a:lnTo>
                    <a:pt x="8759" y="41636"/>
                  </a:lnTo>
                  <a:lnTo>
                    <a:pt x="8759" y="41502"/>
                  </a:lnTo>
                  <a:lnTo>
                    <a:pt x="8759" y="41232"/>
                  </a:lnTo>
                  <a:lnTo>
                    <a:pt x="8624" y="41008"/>
                  </a:lnTo>
                  <a:lnTo>
                    <a:pt x="8534" y="40918"/>
                  </a:lnTo>
                  <a:lnTo>
                    <a:pt x="8445" y="40828"/>
                  </a:lnTo>
                  <a:lnTo>
                    <a:pt x="8085" y="40603"/>
                  </a:lnTo>
                  <a:lnTo>
                    <a:pt x="7187" y="39975"/>
                  </a:lnTo>
                  <a:lnTo>
                    <a:pt x="6603" y="39525"/>
                  </a:lnTo>
                  <a:lnTo>
                    <a:pt x="5974" y="38942"/>
                  </a:lnTo>
                  <a:lnTo>
                    <a:pt x="5300" y="38313"/>
                  </a:lnTo>
                  <a:lnTo>
                    <a:pt x="4582" y="37549"/>
                  </a:lnTo>
                  <a:lnTo>
                    <a:pt x="3908" y="36696"/>
                  </a:lnTo>
                  <a:lnTo>
                    <a:pt x="3279" y="35798"/>
                  </a:lnTo>
                  <a:lnTo>
                    <a:pt x="2965" y="35303"/>
                  </a:lnTo>
                  <a:lnTo>
                    <a:pt x="2695" y="34764"/>
                  </a:lnTo>
                  <a:lnTo>
                    <a:pt x="2426" y="34225"/>
                  </a:lnTo>
                  <a:lnTo>
                    <a:pt x="2201" y="33642"/>
                  </a:lnTo>
                  <a:lnTo>
                    <a:pt x="1977" y="33058"/>
                  </a:lnTo>
                  <a:lnTo>
                    <a:pt x="1797" y="32474"/>
                  </a:lnTo>
                  <a:lnTo>
                    <a:pt x="1617" y="31845"/>
                  </a:lnTo>
                  <a:lnTo>
                    <a:pt x="1528" y="31171"/>
                  </a:lnTo>
                  <a:lnTo>
                    <a:pt x="1438" y="30498"/>
                  </a:lnTo>
                  <a:lnTo>
                    <a:pt x="1393" y="29824"/>
                  </a:lnTo>
                  <a:lnTo>
                    <a:pt x="1393" y="29105"/>
                  </a:lnTo>
                  <a:lnTo>
                    <a:pt x="1438" y="28387"/>
                  </a:lnTo>
                  <a:lnTo>
                    <a:pt x="1662" y="28297"/>
                  </a:lnTo>
                  <a:lnTo>
                    <a:pt x="1887" y="28162"/>
                  </a:lnTo>
                  <a:lnTo>
                    <a:pt x="2111" y="27982"/>
                  </a:lnTo>
                  <a:lnTo>
                    <a:pt x="2291" y="27713"/>
                  </a:lnTo>
                  <a:lnTo>
                    <a:pt x="2381" y="27488"/>
                  </a:lnTo>
                  <a:lnTo>
                    <a:pt x="2426" y="27219"/>
                  </a:lnTo>
                  <a:lnTo>
                    <a:pt x="2426" y="26859"/>
                  </a:lnTo>
                  <a:lnTo>
                    <a:pt x="2381" y="26365"/>
                  </a:lnTo>
                  <a:lnTo>
                    <a:pt x="2336" y="25377"/>
                  </a:lnTo>
                  <a:lnTo>
                    <a:pt x="2336" y="24120"/>
                  </a:lnTo>
                  <a:lnTo>
                    <a:pt x="2381" y="23356"/>
                  </a:lnTo>
                  <a:lnTo>
                    <a:pt x="2426" y="22592"/>
                  </a:lnTo>
                  <a:lnTo>
                    <a:pt x="2516" y="21739"/>
                  </a:lnTo>
                  <a:lnTo>
                    <a:pt x="2695" y="20886"/>
                  </a:lnTo>
                  <a:lnTo>
                    <a:pt x="2920" y="19942"/>
                  </a:lnTo>
                  <a:lnTo>
                    <a:pt x="3189" y="18999"/>
                  </a:lnTo>
                  <a:lnTo>
                    <a:pt x="3504" y="18011"/>
                  </a:lnTo>
                  <a:lnTo>
                    <a:pt x="3953" y="16978"/>
                  </a:lnTo>
                  <a:lnTo>
                    <a:pt x="4447" y="15945"/>
                  </a:lnTo>
                  <a:lnTo>
                    <a:pt x="5076" y="14912"/>
                  </a:lnTo>
                  <a:lnTo>
                    <a:pt x="5795" y="13834"/>
                  </a:lnTo>
                  <a:lnTo>
                    <a:pt x="6603" y="12801"/>
                  </a:lnTo>
                  <a:lnTo>
                    <a:pt x="6917" y="12801"/>
                  </a:lnTo>
                  <a:lnTo>
                    <a:pt x="7232" y="12756"/>
                  </a:lnTo>
                  <a:lnTo>
                    <a:pt x="7501" y="12621"/>
                  </a:lnTo>
                  <a:lnTo>
                    <a:pt x="7681" y="12487"/>
                  </a:lnTo>
                  <a:lnTo>
                    <a:pt x="7816" y="12352"/>
                  </a:lnTo>
                  <a:lnTo>
                    <a:pt x="9208" y="10780"/>
                  </a:lnTo>
                  <a:lnTo>
                    <a:pt x="10511" y="9387"/>
                  </a:lnTo>
                  <a:lnTo>
                    <a:pt x="12083" y="7771"/>
                  </a:lnTo>
                  <a:lnTo>
                    <a:pt x="13879" y="6064"/>
                  </a:lnTo>
                  <a:lnTo>
                    <a:pt x="14822" y="5165"/>
                  </a:lnTo>
                  <a:lnTo>
                    <a:pt x="15811" y="4312"/>
                  </a:lnTo>
                  <a:lnTo>
                    <a:pt x="16844" y="3459"/>
                  </a:lnTo>
                  <a:lnTo>
                    <a:pt x="17877" y="2695"/>
                  </a:lnTo>
                  <a:lnTo>
                    <a:pt x="18865" y="1932"/>
                  </a:lnTo>
                  <a:lnTo>
                    <a:pt x="19898" y="1258"/>
                  </a:lnTo>
                  <a:lnTo>
                    <a:pt x="20033" y="1168"/>
                  </a:lnTo>
                  <a:lnTo>
                    <a:pt x="20078" y="1078"/>
                  </a:lnTo>
                  <a:lnTo>
                    <a:pt x="20212" y="809"/>
                  </a:lnTo>
                  <a:lnTo>
                    <a:pt x="20212" y="539"/>
                  </a:lnTo>
                  <a:lnTo>
                    <a:pt x="20167" y="449"/>
                  </a:lnTo>
                  <a:lnTo>
                    <a:pt x="20122" y="315"/>
                  </a:lnTo>
                  <a:lnTo>
                    <a:pt x="20033" y="180"/>
                  </a:lnTo>
                  <a:lnTo>
                    <a:pt x="19943" y="90"/>
                  </a:lnTo>
                  <a:lnTo>
                    <a:pt x="1967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58"/>
            <p:cNvSpPr/>
            <p:nvPr/>
          </p:nvSpPr>
          <p:spPr>
            <a:xfrm>
              <a:off x="6555425" y="2960800"/>
              <a:ext cx="460400" cy="1053275"/>
            </a:xfrm>
            <a:custGeom>
              <a:rect b="b" l="l" r="r" t="t"/>
              <a:pathLst>
                <a:path extrusionOk="0" h="42131" w="18416">
                  <a:moveTo>
                    <a:pt x="11948" y="0"/>
                  </a:moveTo>
                  <a:lnTo>
                    <a:pt x="11813" y="45"/>
                  </a:lnTo>
                  <a:lnTo>
                    <a:pt x="11678" y="135"/>
                  </a:lnTo>
                  <a:lnTo>
                    <a:pt x="11589" y="225"/>
                  </a:lnTo>
                  <a:lnTo>
                    <a:pt x="11454" y="449"/>
                  </a:lnTo>
                  <a:lnTo>
                    <a:pt x="11454" y="719"/>
                  </a:lnTo>
                  <a:lnTo>
                    <a:pt x="11454" y="854"/>
                  </a:lnTo>
                  <a:lnTo>
                    <a:pt x="11499" y="988"/>
                  </a:lnTo>
                  <a:lnTo>
                    <a:pt x="11993" y="2066"/>
                  </a:lnTo>
                  <a:lnTo>
                    <a:pt x="12487" y="3189"/>
                  </a:lnTo>
                  <a:lnTo>
                    <a:pt x="12936" y="4357"/>
                  </a:lnTo>
                  <a:lnTo>
                    <a:pt x="13340" y="5525"/>
                  </a:lnTo>
                  <a:lnTo>
                    <a:pt x="13745" y="6737"/>
                  </a:lnTo>
                  <a:lnTo>
                    <a:pt x="14104" y="7950"/>
                  </a:lnTo>
                  <a:lnTo>
                    <a:pt x="14733" y="10331"/>
                  </a:lnTo>
                  <a:lnTo>
                    <a:pt x="15227" y="12487"/>
                  </a:lnTo>
                  <a:lnTo>
                    <a:pt x="15631" y="14373"/>
                  </a:lnTo>
                  <a:lnTo>
                    <a:pt x="16035" y="16754"/>
                  </a:lnTo>
                  <a:lnTo>
                    <a:pt x="16080" y="16933"/>
                  </a:lnTo>
                  <a:lnTo>
                    <a:pt x="16170" y="17113"/>
                  </a:lnTo>
                  <a:lnTo>
                    <a:pt x="16350" y="17382"/>
                  </a:lnTo>
                  <a:lnTo>
                    <a:pt x="16574" y="17607"/>
                  </a:lnTo>
                  <a:lnTo>
                    <a:pt x="16844" y="17787"/>
                  </a:lnTo>
                  <a:lnTo>
                    <a:pt x="17023" y="19089"/>
                  </a:lnTo>
                  <a:lnTo>
                    <a:pt x="17068" y="20347"/>
                  </a:lnTo>
                  <a:lnTo>
                    <a:pt x="17023" y="21559"/>
                  </a:lnTo>
                  <a:lnTo>
                    <a:pt x="16933" y="22727"/>
                  </a:lnTo>
                  <a:lnTo>
                    <a:pt x="16754" y="23805"/>
                  </a:lnTo>
                  <a:lnTo>
                    <a:pt x="16529" y="24838"/>
                  </a:lnTo>
                  <a:lnTo>
                    <a:pt x="16305" y="25781"/>
                  </a:lnTo>
                  <a:lnTo>
                    <a:pt x="15990" y="26680"/>
                  </a:lnTo>
                  <a:lnTo>
                    <a:pt x="15631" y="27533"/>
                  </a:lnTo>
                  <a:lnTo>
                    <a:pt x="15317" y="28297"/>
                  </a:lnTo>
                  <a:lnTo>
                    <a:pt x="14957" y="29015"/>
                  </a:lnTo>
                  <a:lnTo>
                    <a:pt x="14598" y="29644"/>
                  </a:lnTo>
                  <a:lnTo>
                    <a:pt x="13924" y="30722"/>
                  </a:lnTo>
                  <a:lnTo>
                    <a:pt x="13385" y="31531"/>
                  </a:lnTo>
                  <a:lnTo>
                    <a:pt x="13071" y="31935"/>
                  </a:lnTo>
                  <a:lnTo>
                    <a:pt x="12891" y="32249"/>
                  </a:lnTo>
                  <a:lnTo>
                    <a:pt x="12801" y="32519"/>
                  </a:lnTo>
                  <a:lnTo>
                    <a:pt x="12756" y="32743"/>
                  </a:lnTo>
                  <a:lnTo>
                    <a:pt x="12801" y="33058"/>
                  </a:lnTo>
                  <a:lnTo>
                    <a:pt x="12891" y="33327"/>
                  </a:lnTo>
                  <a:lnTo>
                    <a:pt x="12981" y="33552"/>
                  </a:lnTo>
                  <a:lnTo>
                    <a:pt x="13116" y="33731"/>
                  </a:lnTo>
                  <a:lnTo>
                    <a:pt x="12801" y="34405"/>
                  </a:lnTo>
                  <a:lnTo>
                    <a:pt x="12442" y="34989"/>
                  </a:lnTo>
                  <a:lnTo>
                    <a:pt x="12038" y="35573"/>
                  </a:lnTo>
                  <a:lnTo>
                    <a:pt x="11634" y="36112"/>
                  </a:lnTo>
                  <a:lnTo>
                    <a:pt x="11184" y="36606"/>
                  </a:lnTo>
                  <a:lnTo>
                    <a:pt x="10735" y="37055"/>
                  </a:lnTo>
                  <a:lnTo>
                    <a:pt x="10241" y="37459"/>
                  </a:lnTo>
                  <a:lnTo>
                    <a:pt x="9747" y="37864"/>
                  </a:lnTo>
                  <a:lnTo>
                    <a:pt x="9253" y="38223"/>
                  </a:lnTo>
                  <a:lnTo>
                    <a:pt x="8759" y="38537"/>
                  </a:lnTo>
                  <a:lnTo>
                    <a:pt x="8220" y="38852"/>
                  </a:lnTo>
                  <a:lnTo>
                    <a:pt x="7726" y="39121"/>
                  </a:lnTo>
                  <a:lnTo>
                    <a:pt x="6693" y="39570"/>
                  </a:lnTo>
                  <a:lnTo>
                    <a:pt x="5660" y="39930"/>
                  </a:lnTo>
                  <a:lnTo>
                    <a:pt x="4672" y="40199"/>
                  </a:lnTo>
                  <a:lnTo>
                    <a:pt x="3773" y="40424"/>
                  </a:lnTo>
                  <a:lnTo>
                    <a:pt x="2920" y="40559"/>
                  </a:lnTo>
                  <a:lnTo>
                    <a:pt x="2201" y="40648"/>
                  </a:lnTo>
                  <a:lnTo>
                    <a:pt x="1123" y="40738"/>
                  </a:lnTo>
                  <a:lnTo>
                    <a:pt x="674" y="40738"/>
                  </a:lnTo>
                  <a:lnTo>
                    <a:pt x="405" y="40783"/>
                  </a:lnTo>
                  <a:lnTo>
                    <a:pt x="180" y="40918"/>
                  </a:lnTo>
                  <a:lnTo>
                    <a:pt x="45" y="41142"/>
                  </a:lnTo>
                  <a:lnTo>
                    <a:pt x="0" y="41277"/>
                  </a:lnTo>
                  <a:lnTo>
                    <a:pt x="0" y="41412"/>
                  </a:lnTo>
                  <a:lnTo>
                    <a:pt x="0" y="41547"/>
                  </a:lnTo>
                  <a:lnTo>
                    <a:pt x="45" y="41681"/>
                  </a:lnTo>
                  <a:lnTo>
                    <a:pt x="180" y="41906"/>
                  </a:lnTo>
                  <a:lnTo>
                    <a:pt x="405" y="42041"/>
                  </a:lnTo>
                  <a:lnTo>
                    <a:pt x="495" y="42086"/>
                  </a:lnTo>
                  <a:lnTo>
                    <a:pt x="629" y="42131"/>
                  </a:lnTo>
                  <a:lnTo>
                    <a:pt x="764" y="42131"/>
                  </a:lnTo>
                  <a:lnTo>
                    <a:pt x="1573" y="42086"/>
                  </a:lnTo>
                  <a:lnTo>
                    <a:pt x="2201" y="42041"/>
                  </a:lnTo>
                  <a:lnTo>
                    <a:pt x="2920" y="41951"/>
                  </a:lnTo>
                  <a:lnTo>
                    <a:pt x="3818" y="41816"/>
                  </a:lnTo>
                  <a:lnTo>
                    <a:pt x="4761" y="41592"/>
                  </a:lnTo>
                  <a:lnTo>
                    <a:pt x="5795" y="41322"/>
                  </a:lnTo>
                  <a:lnTo>
                    <a:pt x="6828" y="40963"/>
                  </a:lnTo>
                  <a:lnTo>
                    <a:pt x="7950" y="40514"/>
                  </a:lnTo>
                  <a:lnTo>
                    <a:pt x="9028" y="39975"/>
                  </a:lnTo>
                  <a:lnTo>
                    <a:pt x="9567" y="39660"/>
                  </a:lnTo>
                  <a:lnTo>
                    <a:pt x="10106" y="39301"/>
                  </a:lnTo>
                  <a:lnTo>
                    <a:pt x="10645" y="38897"/>
                  </a:lnTo>
                  <a:lnTo>
                    <a:pt x="11184" y="38492"/>
                  </a:lnTo>
                  <a:lnTo>
                    <a:pt x="11678" y="38043"/>
                  </a:lnTo>
                  <a:lnTo>
                    <a:pt x="12172" y="37549"/>
                  </a:lnTo>
                  <a:lnTo>
                    <a:pt x="12622" y="37055"/>
                  </a:lnTo>
                  <a:lnTo>
                    <a:pt x="13071" y="36471"/>
                  </a:lnTo>
                  <a:lnTo>
                    <a:pt x="13520" y="35887"/>
                  </a:lnTo>
                  <a:lnTo>
                    <a:pt x="13924" y="35214"/>
                  </a:lnTo>
                  <a:lnTo>
                    <a:pt x="14283" y="34540"/>
                  </a:lnTo>
                  <a:lnTo>
                    <a:pt x="14598" y="33821"/>
                  </a:lnTo>
                  <a:lnTo>
                    <a:pt x="14643" y="33687"/>
                  </a:lnTo>
                  <a:lnTo>
                    <a:pt x="14688" y="33552"/>
                  </a:lnTo>
                  <a:lnTo>
                    <a:pt x="14598" y="33282"/>
                  </a:lnTo>
                  <a:lnTo>
                    <a:pt x="14463" y="33058"/>
                  </a:lnTo>
                  <a:lnTo>
                    <a:pt x="14373" y="32968"/>
                  </a:lnTo>
                  <a:lnTo>
                    <a:pt x="14239" y="32923"/>
                  </a:lnTo>
                  <a:lnTo>
                    <a:pt x="14239" y="32878"/>
                  </a:lnTo>
                  <a:lnTo>
                    <a:pt x="14149" y="32833"/>
                  </a:lnTo>
                  <a:lnTo>
                    <a:pt x="14508" y="32294"/>
                  </a:lnTo>
                  <a:lnTo>
                    <a:pt x="15092" y="31441"/>
                  </a:lnTo>
                  <a:lnTo>
                    <a:pt x="15856" y="30228"/>
                  </a:lnTo>
                  <a:lnTo>
                    <a:pt x="16215" y="29554"/>
                  </a:lnTo>
                  <a:lnTo>
                    <a:pt x="16619" y="28746"/>
                  </a:lnTo>
                  <a:lnTo>
                    <a:pt x="16978" y="27892"/>
                  </a:lnTo>
                  <a:lnTo>
                    <a:pt x="17338" y="26994"/>
                  </a:lnTo>
                  <a:lnTo>
                    <a:pt x="17652" y="26006"/>
                  </a:lnTo>
                  <a:lnTo>
                    <a:pt x="17967" y="24928"/>
                  </a:lnTo>
                  <a:lnTo>
                    <a:pt x="18191" y="23805"/>
                  </a:lnTo>
                  <a:lnTo>
                    <a:pt x="18326" y="22592"/>
                  </a:lnTo>
                  <a:lnTo>
                    <a:pt x="18416" y="21290"/>
                  </a:lnTo>
                  <a:lnTo>
                    <a:pt x="18416" y="19987"/>
                  </a:lnTo>
                  <a:lnTo>
                    <a:pt x="18326" y="18550"/>
                  </a:lnTo>
                  <a:lnTo>
                    <a:pt x="18146" y="17068"/>
                  </a:lnTo>
                  <a:lnTo>
                    <a:pt x="18056" y="16843"/>
                  </a:lnTo>
                  <a:lnTo>
                    <a:pt x="17877" y="16664"/>
                  </a:lnTo>
                  <a:lnTo>
                    <a:pt x="17697" y="16529"/>
                  </a:lnTo>
                  <a:lnTo>
                    <a:pt x="17428" y="16484"/>
                  </a:lnTo>
                  <a:lnTo>
                    <a:pt x="16978" y="14059"/>
                  </a:lnTo>
                  <a:lnTo>
                    <a:pt x="16574" y="12172"/>
                  </a:lnTo>
                  <a:lnTo>
                    <a:pt x="16035" y="9926"/>
                  </a:lnTo>
                  <a:lnTo>
                    <a:pt x="15406" y="7546"/>
                  </a:lnTo>
                  <a:lnTo>
                    <a:pt x="15047" y="6288"/>
                  </a:lnTo>
                  <a:lnTo>
                    <a:pt x="14643" y="5076"/>
                  </a:lnTo>
                  <a:lnTo>
                    <a:pt x="14194" y="3818"/>
                  </a:lnTo>
                  <a:lnTo>
                    <a:pt x="13745" y="2605"/>
                  </a:lnTo>
                  <a:lnTo>
                    <a:pt x="13250" y="1482"/>
                  </a:lnTo>
                  <a:lnTo>
                    <a:pt x="12756" y="360"/>
                  </a:lnTo>
                  <a:lnTo>
                    <a:pt x="12667" y="225"/>
                  </a:lnTo>
                  <a:lnTo>
                    <a:pt x="12577" y="135"/>
                  </a:lnTo>
                  <a:lnTo>
                    <a:pt x="12352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58"/>
            <p:cNvSpPr/>
            <p:nvPr/>
          </p:nvSpPr>
          <p:spPr>
            <a:xfrm>
              <a:off x="6563275" y="2974275"/>
              <a:ext cx="305450" cy="1035300"/>
            </a:xfrm>
            <a:custGeom>
              <a:rect b="b" l="l" r="r" t="t"/>
              <a:pathLst>
                <a:path extrusionOk="0" h="41412" w="12218">
                  <a:moveTo>
                    <a:pt x="11769" y="0"/>
                  </a:moveTo>
                  <a:lnTo>
                    <a:pt x="11634" y="90"/>
                  </a:lnTo>
                  <a:lnTo>
                    <a:pt x="11544" y="180"/>
                  </a:lnTo>
                  <a:lnTo>
                    <a:pt x="11544" y="315"/>
                  </a:lnTo>
                  <a:lnTo>
                    <a:pt x="11454" y="1572"/>
                  </a:lnTo>
                  <a:lnTo>
                    <a:pt x="11364" y="2830"/>
                  </a:lnTo>
                  <a:lnTo>
                    <a:pt x="11185" y="4087"/>
                  </a:lnTo>
                  <a:lnTo>
                    <a:pt x="11005" y="5345"/>
                  </a:lnTo>
                  <a:lnTo>
                    <a:pt x="10825" y="6603"/>
                  </a:lnTo>
                  <a:lnTo>
                    <a:pt x="10556" y="7860"/>
                  </a:lnTo>
                  <a:lnTo>
                    <a:pt x="10017" y="10286"/>
                  </a:lnTo>
                  <a:lnTo>
                    <a:pt x="9388" y="12666"/>
                  </a:lnTo>
                  <a:lnTo>
                    <a:pt x="8714" y="14957"/>
                  </a:lnTo>
                  <a:lnTo>
                    <a:pt x="7996" y="17203"/>
                  </a:lnTo>
                  <a:lnTo>
                    <a:pt x="7322" y="19269"/>
                  </a:lnTo>
                  <a:lnTo>
                    <a:pt x="5525" y="24703"/>
                  </a:lnTo>
                  <a:lnTo>
                    <a:pt x="3729" y="30183"/>
                  </a:lnTo>
                  <a:lnTo>
                    <a:pt x="1887" y="35573"/>
                  </a:lnTo>
                  <a:lnTo>
                    <a:pt x="46" y="40963"/>
                  </a:lnTo>
                  <a:lnTo>
                    <a:pt x="1" y="41097"/>
                  </a:lnTo>
                  <a:lnTo>
                    <a:pt x="46" y="41232"/>
                  </a:lnTo>
                  <a:lnTo>
                    <a:pt x="136" y="41322"/>
                  </a:lnTo>
                  <a:lnTo>
                    <a:pt x="270" y="41412"/>
                  </a:lnTo>
                  <a:lnTo>
                    <a:pt x="450" y="41412"/>
                  </a:lnTo>
                  <a:lnTo>
                    <a:pt x="540" y="41367"/>
                  </a:lnTo>
                  <a:lnTo>
                    <a:pt x="630" y="41277"/>
                  </a:lnTo>
                  <a:lnTo>
                    <a:pt x="675" y="41187"/>
                  </a:lnTo>
                  <a:lnTo>
                    <a:pt x="2561" y="35798"/>
                  </a:lnTo>
                  <a:lnTo>
                    <a:pt x="4403" y="30363"/>
                  </a:lnTo>
                  <a:lnTo>
                    <a:pt x="6199" y="24928"/>
                  </a:lnTo>
                  <a:lnTo>
                    <a:pt x="7996" y="19493"/>
                  </a:lnTo>
                  <a:lnTo>
                    <a:pt x="8670" y="17382"/>
                  </a:lnTo>
                  <a:lnTo>
                    <a:pt x="9388" y="15137"/>
                  </a:lnTo>
                  <a:lnTo>
                    <a:pt x="10062" y="12846"/>
                  </a:lnTo>
                  <a:lnTo>
                    <a:pt x="10691" y="10420"/>
                  </a:lnTo>
                  <a:lnTo>
                    <a:pt x="11230" y="7950"/>
                  </a:lnTo>
                  <a:lnTo>
                    <a:pt x="11499" y="6693"/>
                  </a:lnTo>
                  <a:lnTo>
                    <a:pt x="11724" y="5435"/>
                  </a:lnTo>
                  <a:lnTo>
                    <a:pt x="11903" y="4177"/>
                  </a:lnTo>
                  <a:lnTo>
                    <a:pt x="12038" y="2920"/>
                  </a:lnTo>
                  <a:lnTo>
                    <a:pt x="12173" y="1617"/>
                  </a:lnTo>
                  <a:lnTo>
                    <a:pt x="12218" y="359"/>
                  </a:lnTo>
                  <a:lnTo>
                    <a:pt x="12173" y="225"/>
                  </a:lnTo>
                  <a:lnTo>
                    <a:pt x="12128" y="90"/>
                  </a:lnTo>
                  <a:lnTo>
                    <a:pt x="12038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58"/>
            <p:cNvSpPr/>
            <p:nvPr/>
          </p:nvSpPr>
          <p:spPr>
            <a:xfrm>
              <a:off x="6456600" y="3639000"/>
              <a:ext cx="128050" cy="230225"/>
            </a:xfrm>
            <a:custGeom>
              <a:rect b="b" l="l" r="r" t="t"/>
              <a:pathLst>
                <a:path extrusionOk="0" h="9209" w="5122">
                  <a:moveTo>
                    <a:pt x="405" y="1"/>
                  </a:moveTo>
                  <a:lnTo>
                    <a:pt x="270" y="46"/>
                  </a:lnTo>
                  <a:lnTo>
                    <a:pt x="136" y="91"/>
                  </a:lnTo>
                  <a:lnTo>
                    <a:pt x="46" y="181"/>
                  </a:lnTo>
                  <a:lnTo>
                    <a:pt x="1" y="315"/>
                  </a:lnTo>
                  <a:lnTo>
                    <a:pt x="1" y="450"/>
                  </a:lnTo>
                  <a:lnTo>
                    <a:pt x="405" y="1618"/>
                  </a:lnTo>
                  <a:lnTo>
                    <a:pt x="809" y="2786"/>
                  </a:lnTo>
                  <a:lnTo>
                    <a:pt x="1303" y="3909"/>
                  </a:lnTo>
                  <a:lnTo>
                    <a:pt x="1842" y="4986"/>
                  </a:lnTo>
                  <a:lnTo>
                    <a:pt x="2426" y="6064"/>
                  </a:lnTo>
                  <a:lnTo>
                    <a:pt x="3055" y="7097"/>
                  </a:lnTo>
                  <a:lnTo>
                    <a:pt x="3774" y="8131"/>
                  </a:lnTo>
                  <a:lnTo>
                    <a:pt x="4537" y="9074"/>
                  </a:lnTo>
                  <a:lnTo>
                    <a:pt x="4627" y="9164"/>
                  </a:lnTo>
                  <a:lnTo>
                    <a:pt x="4807" y="9209"/>
                  </a:lnTo>
                  <a:lnTo>
                    <a:pt x="4897" y="9164"/>
                  </a:lnTo>
                  <a:lnTo>
                    <a:pt x="5031" y="9119"/>
                  </a:lnTo>
                  <a:lnTo>
                    <a:pt x="5076" y="9029"/>
                  </a:lnTo>
                  <a:lnTo>
                    <a:pt x="5121" y="8894"/>
                  </a:lnTo>
                  <a:lnTo>
                    <a:pt x="5121" y="8759"/>
                  </a:lnTo>
                  <a:lnTo>
                    <a:pt x="5076" y="8625"/>
                  </a:lnTo>
                  <a:lnTo>
                    <a:pt x="4313" y="7681"/>
                  </a:lnTo>
                  <a:lnTo>
                    <a:pt x="3639" y="6738"/>
                  </a:lnTo>
                  <a:lnTo>
                    <a:pt x="3010" y="5705"/>
                  </a:lnTo>
                  <a:lnTo>
                    <a:pt x="2426" y="4672"/>
                  </a:lnTo>
                  <a:lnTo>
                    <a:pt x="1932" y="3594"/>
                  </a:lnTo>
                  <a:lnTo>
                    <a:pt x="1438" y="2516"/>
                  </a:lnTo>
                  <a:lnTo>
                    <a:pt x="1034" y="1393"/>
                  </a:lnTo>
                  <a:lnTo>
                    <a:pt x="675" y="270"/>
                  </a:lnTo>
                  <a:lnTo>
                    <a:pt x="630" y="136"/>
                  </a:lnTo>
                  <a:lnTo>
                    <a:pt x="540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58"/>
            <p:cNvSpPr/>
            <p:nvPr/>
          </p:nvSpPr>
          <p:spPr>
            <a:xfrm>
              <a:off x="6539700" y="3322350"/>
              <a:ext cx="110075" cy="297600"/>
            </a:xfrm>
            <a:custGeom>
              <a:rect b="b" l="l" r="r" t="t"/>
              <a:pathLst>
                <a:path extrusionOk="0" h="11904" w="4403">
                  <a:moveTo>
                    <a:pt x="315" y="1"/>
                  </a:moveTo>
                  <a:lnTo>
                    <a:pt x="180" y="46"/>
                  </a:lnTo>
                  <a:lnTo>
                    <a:pt x="90" y="136"/>
                  </a:lnTo>
                  <a:lnTo>
                    <a:pt x="1" y="225"/>
                  </a:lnTo>
                  <a:lnTo>
                    <a:pt x="1" y="360"/>
                  </a:lnTo>
                  <a:lnTo>
                    <a:pt x="135" y="1887"/>
                  </a:lnTo>
                  <a:lnTo>
                    <a:pt x="360" y="3369"/>
                  </a:lnTo>
                  <a:lnTo>
                    <a:pt x="674" y="4852"/>
                  </a:lnTo>
                  <a:lnTo>
                    <a:pt x="1124" y="6334"/>
                  </a:lnTo>
                  <a:lnTo>
                    <a:pt x="1618" y="7726"/>
                  </a:lnTo>
                  <a:lnTo>
                    <a:pt x="2246" y="9119"/>
                  </a:lnTo>
                  <a:lnTo>
                    <a:pt x="2965" y="10421"/>
                  </a:lnTo>
                  <a:lnTo>
                    <a:pt x="3774" y="11724"/>
                  </a:lnTo>
                  <a:lnTo>
                    <a:pt x="3908" y="11858"/>
                  </a:lnTo>
                  <a:lnTo>
                    <a:pt x="4043" y="11903"/>
                  </a:lnTo>
                  <a:lnTo>
                    <a:pt x="4178" y="11858"/>
                  </a:lnTo>
                  <a:lnTo>
                    <a:pt x="4268" y="11814"/>
                  </a:lnTo>
                  <a:lnTo>
                    <a:pt x="4357" y="11724"/>
                  </a:lnTo>
                  <a:lnTo>
                    <a:pt x="4402" y="11589"/>
                  </a:lnTo>
                  <a:lnTo>
                    <a:pt x="4402" y="11454"/>
                  </a:lnTo>
                  <a:lnTo>
                    <a:pt x="4357" y="11364"/>
                  </a:lnTo>
                  <a:lnTo>
                    <a:pt x="3549" y="10107"/>
                  </a:lnTo>
                  <a:lnTo>
                    <a:pt x="2875" y="8804"/>
                  </a:lnTo>
                  <a:lnTo>
                    <a:pt x="2291" y="7457"/>
                  </a:lnTo>
                  <a:lnTo>
                    <a:pt x="1752" y="6109"/>
                  </a:lnTo>
                  <a:lnTo>
                    <a:pt x="1348" y="4672"/>
                  </a:lnTo>
                  <a:lnTo>
                    <a:pt x="1034" y="3280"/>
                  </a:lnTo>
                  <a:lnTo>
                    <a:pt x="809" y="1797"/>
                  </a:lnTo>
                  <a:lnTo>
                    <a:pt x="674" y="360"/>
                  </a:lnTo>
                  <a:lnTo>
                    <a:pt x="629" y="225"/>
                  </a:lnTo>
                  <a:lnTo>
                    <a:pt x="585" y="91"/>
                  </a:lnTo>
                  <a:lnTo>
                    <a:pt x="450" y="46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58"/>
            <p:cNvSpPr/>
            <p:nvPr/>
          </p:nvSpPr>
          <p:spPr>
            <a:xfrm>
              <a:off x="6662100" y="3296525"/>
              <a:ext cx="40450" cy="126925"/>
            </a:xfrm>
            <a:custGeom>
              <a:rect b="b" l="l" r="r" t="t"/>
              <a:pathLst>
                <a:path extrusionOk="0" h="5077" w="1618">
                  <a:moveTo>
                    <a:pt x="270" y="1"/>
                  </a:moveTo>
                  <a:lnTo>
                    <a:pt x="135" y="46"/>
                  </a:lnTo>
                  <a:lnTo>
                    <a:pt x="45" y="136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944" y="4807"/>
                  </a:lnTo>
                  <a:lnTo>
                    <a:pt x="989" y="4897"/>
                  </a:lnTo>
                  <a:lnTo>
                    <a:pt x="1078" y="4986"/>
                  </a:lnTo>
                  <a:lnTo>
                    <a:pt x="1168" y="5076"/>
                  </a:lnTo>
                  <a:lnTo>
                    <a:pt x="1348" y="5076"/>
                  </a:lnTo>
                  <a:lnTo>
                    <a:pt x="1483" y="5031"/>
                  </a:lnTo>
                  <a:lnTo>
                    <a:pt x="1572" y="4941"/>
                  </a:lnTo>
                  <a:lnTo>
                    <a:pt x="1617" y="4807"/>
                  </a:lnTo>
                  <a:lnTo>
                    <a:pt x="1617" y="4672"/>
                  </a:lnTo>
                  <a:lnTo>
                    <a:pt x="674" y="270"/>
                  </a:lnTo>
                  <a:lnTo>
                    <a:pt x="629" y="136"/>
                  </a:lnTo>
                  <a:lnTo>
                    <a:pt x="539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58"/>
            <p:cNvSpPr/>
            <p:nvPr/>
          </p:nvSpPr>
          <p:spPr>
            <a:xfrm>
              <a:off x="6720500" y="3169650"/>
              <a:ext cx="23600" cy="86475"/>
            </a:xfrm>
            <a:custGeom>
              <a:rect b="b" l="l" r="r" t="t"/>
              <a:pathLst>
                <a:path extrusionOk="0" h="3459" w="944">
                  <a:moveTo>
                    <a:pt x="314" y="0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225" y="3144"/>
                  </a:lnTo>
                  <a:lnTo>
                    <a:pt x="270" y="3279"/>
                  </a:lnTo>
                  <a:lnTo>
                    <a:pt x="359" y="3369"/>
                  </a:lnTo>
                  <a:lnTo>
                    <a:pt x="449" y="3414"/>
                  </a:lnTo>
                  <a:lnTo>
                    <a:pt x="584" y="3459"/>
                  </a:lnTo>
                  <a:lnTo>
                    <a:pt x="629" y="3459"/>
                  </a:lnTo>
                  <a:lnTo>
                    <a:pt x="719" y="3414"/>
                  </a:lnTo>
                  <a:lnTo>
                    <a:pt x="853" y="3324"/>
                  </a:lnTo>
                  <a:lnTo>
                    <a:pt x="898" y="3234"/>
                  </a:lnTo>
                  <a:lnTo>
                    <a:pt x="943" y="3100"/>
                  </a:lnTo>
                  <a:lnTo>
                    <a:pt x="674" y="315"/>
                  </a:lnTo>
                  <a:lnTo>
                    <a:pt x="629" y="180"/>
                  </a:lnTo>
                  <a:lnTo>
                    <a:pt x="539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58"/>
            <p:cNvSpPr/>
            <p:nvPr/>
          </p:nvSpPr>
          <p:spPr>
            <a:xfrm>
              <a:off x="6773275" y="3125850"/>
              <a:ext cx="17975" cy="35950"/>
            </a:xfrm>
            <a:custGeom>
              <a:rect b="b" l="l" r="r" t="t"/>
              <a:pathLst>
                <a:path extrusionOk="0" h="1438" w="719">
                  <a:moveTo>
                    <a:pt x="314" y="1"/>
                  </a:moveTo>
                  <a:lnTo>
                    <a:pt x="180" y="46"/>
                  </a:lnTo>
                  <a:lnTo>
                    <a:pt x="90" y="91"/>
                  </a:lnTo>
                  <a:lnTo>
                    <a:pt x="0" y="225"/>
                  </a:lnTo>
                  <a:lnTo>
                    <a:pt x="0" y="360"/>
                  </a:lnTo>
                  <a:lnTo>
                    <a:pt x="45" y="1124"/>
                  </a:lnTo>
                  <a:lnTo>
                    <a:pt x="45" y="1258"/>
                  </a:lnTo>
                  <a:lnTo>
                    <a:pt x="135" y="1348"/>
                  </a:lnTo>
                  <a:lnTo>
                    <a:pt x="270" y="1438"/>
                  </a:lnTo>
                  <a:lnTo>
                    <a:pt x="539" y="1438"/>
                  </a:lnTo>
                  <a:lnTo>
                    <a:pt x="629" y="1348"/>
                  </a:lnTo>
                  <a:lnTo>
                    <a:pt x="719" y="1213"/>
                  </a:lnTo>
                  <a:lnTo>
                    <a:pt x="719" y="1079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58"/>
            <p:cNvSpPr/>
            <p:nvPr/>
          </p:nvSpPr>
          <p:spPr>
            <a:xfrm>
              <a:off x="6547575" y="3562650"/>
              <a:ext cx="68500" cy="102200"/>
            </a:xfrm>
            <a:custGeom>
              <a:rect b="b" l="l" r="r" t="t"/>
              <a:pathLst>
                <a:path extrusionOk="0" h="4088" w="2740">
                  <a:moveTo>
                    <a:pt x="270" y="1"/>
                  </a:moveTo>
                  <a:lnTo>
                    <a:pt x="135" y="91"/>
                  </a:lnTo>
                  <a:lnTo>
                    <a:pt x="45" y="180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2111" y="3908"/>
                  </a:lnTo>
                  <a:lnTo>
                    <a:pt x="2246" y="4043"/>
                  </a:lnTo>
                  <a:lnTo>
                    <a:pt x="2425" y="4088"/>
                  </a:lnTo>
                  <a:lnTo>
                    <a:pt x="2605" y="3998"/>
                  </a:lnTo>
                  <a:lnTo>
                    <a:pt x="2695" y="3908"/>
                  </a:lnTo>
                  <a:lnTo>
                    <a:pt x="2740" y="3818"/>
                  </a:lnTo>
                  <a:lnTo>
                    <a:pt x="2740" y="3684"/>
                  </a:lnTo>
                  <a:lnTo>
                    <a:pt x="2695" y="3549"/>
                  </a:lnTo>
                  <a:lnTo>
                    <a:pt x="629" y="180"/>
                  </a:lnTo>
                  <a:lnTo>
                    <a:pt x="539" y="91"/>
                  </a:lnTo>
                  <a:lnTo>
                    <a:pt x="404" y="46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58"/>
            <p:cNvSpPr/>
            <p:nvPr/>
          </p:nvSpPr>
          <p:spPr>
            <a:xfrm>
              <a:off x="6568900" y="3697400"/>
              <a:ext cx="33700" cy="40450"/>
            </a:xfrm>
            <a:custGeom>
              <a:rect b="b" l="l" r="r" t="t"/>
              <a:pathLst>
                <a:path extrusionOk="0" h="1618" w="1348">
                  <a:moveTo>
                    <a:pt x="270" y="0"/>
                  </a:moveTo>
                  <a:lnTo>
                    <a:pt x="135" y="45"/>
                  </a:lnTo>
                  <a:lnTo>
                    <a:pt x="45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39"/>
                  </a:lnTo>
                  <a:lnTo>
                    <a:pt x="719" y="1483"/>
                  </a:lnTo>
                  <a:lnTo>
                    <a:pt x="809" y="1573"/>
                  </a:lnTo>
                  <a:lnTo>
                    <a:pt x="989" y="1617"/>
                  </a:lnTo>
                  <a:lnTo>
                    <a:pt x="1078" y="1617"/>
                  </a:lnTo>
                  <a:lnTo>
                    <a:pt x="1168" y="1573"/>
                  </a:lnTo>
                  <a:lnTo>
                    <a:pt x="1258" y="1483"/>
                  </a:lnTo>
                  <a:lnTo>
                    <a:pt x="1348" y="1348"/>
                  </a:lnTo>
                  <a:lnTo>
                    <a:pt x="1303" y="1213"/>
                  </a:lnTo>
                  <a:lnTo>
                    <a:pt x="1258" y="1078"/>
                  </a:lnTo>
                  <a:lnTo>
                    <a:pt x="629" y="135"/>
                  </a:lnTo>
                  <a:lnTo>
                    <a:pt x="495" y="45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58"/>
            <p:cNvSpPr/>
            <p:nvPr/>
          </p:nvSpPr>
          <p:spPr>
            <a:xfrm>
              <a:off x="6506025" y="3859100"/>
              <a:ext cx="47175" cy="52800"/>
            </a:xfrm>
            <a:custGeom>
              <a:rect b="b" l="l" r="r" t="t"/>
              <a:pathLst>
                <a:path extrusionOk="0" h="2112" w="1887">
                  <a:moveTo>
                    <a:pt x="180" y="0"/>
                  </a:moveTo>
                  <a:lnTo>
                    <a:pt x="90" y="90"/>
                  </a:lnTo>
                  <a:lnTo>
                    <a:pt x="45" y="225"/>
                  </a:lnTo>
                  <a:lnTo>
                    <a:pt x="0" y="360"/>
                  </a:lnTo>
                  <a:lnTo>
                    <a:pt x="45" y="494"/>
                  </a:lnTo>
                  <a:lnTo>
                    <a:pt x="315" y="899"/>
                  </a:lnTo>
                  <a:lnTo>
                    <a:pt x="584" y="1348"/>
                  </a:lnTo>
                  <a:lnTo>
                    <a:pt x="943" y="1707"/>
                  </a:lnTo>
                  <a:lnTo>
                    <a:pt x="1348" y="2021"/>
                  </a:lnTo>
                  <a:lnTo>
                    <a:pt x="1437" y="2066"/>
                  </a:lnTo>
                  <a:lnTo>
                    <a:pt x="1572" y="2111"/>
                  </a:lnTo>
                  <a:lnTo>
                    <a:pt x="1707" y="2066"/>
                  </a:lnTo>
                  <a:lnTo>
                    <a:pt x="1842" y="1977"/>
                  </a:lnTo>
                  <a:lnTo>
                    <a:pt x="1887" y="1842"/>
                  </a:lnTo>
                  <a:lnTo>
                    <a:pt x="1887" y="1707"/>
                  </a:lnTo>
                  <a:lnTo>
                    <a:pt x="1842" y="1572"/>
                  </a:lnTo>
                  <a:lnTo>
                    <a:pt x="1752" y="1482"/>
                  </a:lnTo>
                  <a:lnTo>
                    <a:pt x="1437" y="1213"/>
                  </a:lnTo>
                  <a:lnTo>
                    <a:pt x="1123" y="899"/>
                  </a:lnTo>
                  <a:lnTo>
                    <a:pt x="899" y="539"/>
                  </a:lnTo>
                  <a:lnTo>
                    <a:pt x="674" y="180"/>
                  </a:lnTo>
                  <a:lnTo>
                    <a:pt x="584" y="45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58"/>
            <p:cNvSpPr/>
            <p:nvPr/>
          </p:nvSpPr>
          <p:spPr>
            <a:xfrm>
              <a:off x="6654250" y="3763650"/>
              <a:ext cx="181925" cy="116800"/>
            </a:xfrm>
            <a:custGeom>
              <a:rect b="b" l="l" r="r" t="t"/>
              <a:pathLst>
                <a:path extrusionOk="0" h="4672" w="7277">
                  <a:moveTo>
                    <a:pt x="6827" y="0"/>
                  </a:moveTo>
                  <a:lnTo>
                    <a:pt x="6692" y="90"/>
                  </a:lnTo>
                  <a:lnTo>
                    <a:pt x="6019" y="719"/>
                  </a:lnTo>
                  <a:lnTo>
                    <a:pt x="5255" y="1303"/>
                  </a:lnTo>
                  <a:lnTo>
                    <a:pt x="4492" y="1887"/>
                  </a:lnTo>
                  <a:lnTo>
                    <a:pt x="3683" y="2381"/>
                  </a:lnTo>
                  <a:lnTo>
                    <a:pt x="2875" y="2875"/>
                  </a:lnTo>
                  <a:lnTo>
                    <a:pt x="2021" y="3279"/>
                  </a:lnTo>
                  <a:lnTo>
                    <a:pt x="1123" y="3639"/>
                  </a:lnTo>
                  <a:lnTo>
                    <a:pt x="270" y="3998"/>
                  </a:lnTo>
                  <a:lnTo>
                    <a:pt x="135" y="4043"/>
                  </a:lnTo>
                  <a:lnTo>
                    <a:pt x="45" y="4178"/>
                  </a:lnTo>
                  <a:lnTo>
                    <a:pt x="0" y="4267"/>
                  </a:lnTo>
                  <a:lnTo>
                    <a:pt x="45" y="4402"/>
                  </a:lnTo>
                  <a:lnTo>
                    <a:pt x="90" y="4537"/>
                  </a:lnTo>
                  <a:lnTo>
                    <a:pt x="180" y="4582"/>
                  </a:lnTo>
                  <a:lnTo>
                    <a:pt x="270" y="4627"/>
                  </a:lnTo>
                  <a:lnTo>
                    <a:pt x="359" y="4672"/>
                  </a:lnTo>
                  <a:lnTo>
                    <a:pt x="494" y="4627"/>
                  </a:lnTo>
                  <a:lnTo>
                    <a:pt x="1392" y="4312"/>
                  </a:lnTo>
                  <a:lnTo>
                    <a:pt x="2291" y="3908"/>
                  </a:lnTo>
                  <a:lnTo>
                    <a:pt x="3189" y="3459"/>
                  </a:lnTo>
                  <a:lnTo>
                    <a:pt x="4042" y="2965"/>
                  </a:lnTo>
                  <a:lnTo>
                    <a:pt x="4896" y="2426"/>
                  </a:lnTo>
                  <a:lnTo>
                    <a:pt x="5659" y="1887"/>
                  </a:lnTo>
                  <a:lnTo>
                    <a:pt x="6468" y="1258"/>
                  </a:lnTo>
                  <a:lnTo>
                    <a:pt x="7186" y="584"/>
                  </a:lnTo>
                  <a:lnTo>
                    <a:pt x="7276" y="495"/>
                  </a:lnTo>
                  <a:lnTo>
                    <a:pt x="7276" y="360"/>
                  </a:lnTo>
                  <a:lnTo>
                    <a:pt x="7276" y="225"/>
                  </a:lnTo>
                  <a:lnTo>
                    <a:pt x="7186" y="90"/>
                  </a:lnTo>
                  <a:lnTo>
                    <a:pt x="7097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58"/>
            <p:cNvSpPr/>
            <p:nvPr/>
          </p:nvSpPr>
          <p:spPr>
            <a:xfrm>
              <a:off x="6737325" y="3420050"/>
              <a:ext cx="202150" cy="213375"/>
            </a:xfrm>
            <a:custGeom>
              <a:rect b="b" l="l" r="r" t="t"/>
              <a:pathLst>
                <a:path extrusionOk="0" h="8535" w="8086">
                  <a:moveTo>
                    <a:pt x="7681" y="0"/>
                  </a:moveTo>
                  <a:lnTo>
                    <a:pt x="7546" y="45"/>
                  </a:lnTo>
                  <a:lnTo>
                    <a:pt x="7457" y="180"/>
                  </a:lnTo>
                  <a:lnTo>
                    <a:pt x="6693" y="1258"/>
                  </a:lnTo>
                  <a:lnTo>
                    <a:pt x="5885" y="2336"/>
                  </a:lnTo>
                  <a:lnTo>
                    <a:pt x="5031" y="3369"/>
                  </a:lnTo>
                  <a:lnTo>
                    <a:pt x="4133" y="4402"/>
                  </a:lnTo>
                  <a:lnTo>
                    <a:pt x="3190" y="5345"/>
                  </a:lnTo>
                  <a:lnTo>
                    <a:pt x="2202" y="6244"/>
                  </a:lnTo>
                  <a:lnTo>
                    <a:pt x="1213" y="7097"/>
                  </a:lnTo>
                  <a:lnTo>
                    <a:pt x="135" y="7950"/>
                  </a:lnTo>
                  <a:lnTo>
                    <a:pt x="46" y="8040"/>
                  </a:lnTo>
                  <a:lnTo>
                    <a:pt x="1" y="8175"/>
                  </a:lnTo>
                  <a:lnTo>
                    <a:pt x="1" y="8310"/>
                  </a:lnTo>
                  <a:lnTo>
                    <a:pt x="46" y="8400"/>
                  </a:lnTo>
                  <a:lnTo>
                    <a:pt x="180" y="8534"/>
                  </a:lnTo>
                  <a:lnTo>
                    <a:pt x="450" y="8534"/>
                  </a:lnTo>
                  <a:lnTo>
                    <a:pt x="540" y="8489"/>
                  </a:lnTo>
                  <a:lnTo>
                    <a:pt x="1618" y="7636"/>
                  </a:lnTo>
                  <a:lnTo>
                    <a:pt x="2696" y="6783"/>
                  </a:lnTo>
                  <a:lnTo>
                    <a:pt x="3684" y="5839"/>
                  </a:lnTo>
                  <a:lnTo>
                    <a:pt x="4627" y="4851"/>
                  </a:lnTo>
                  <a:lnTo>
                    <a:pt x="5570" y="3818"/>
                  </a:lnTo>
                  <a:lnTo>
                    <a:pt x="6424" y="2785"/>
                  </a:lnTo>
                  <a:lnTo>
                    <a:pt x="7277" y="1662"/>
                  </a:lnTo>
                  <a:lnTo>
                    <a:pt x="8041" y="539"/>
                  </a:lnTo>
                  <a:lnTo>
                    <a:pt x="8085" y="405"/>
                  </a:lnTo>
                  <a:lnTo>
                    <a:pt x="8085" y="270"/>
                  </a:lnTo>
                  <a:lnTo>
                    <a:pt x="8041" y="135"/>
                  </a:lnTo>
                  <a:lnTo>
                    <a:pt x="7906" y="45"/>
                  </a:lnTo>
                  <a:lnTo>
                    <a:pt x="781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58"/>
            <p:cNvSpPr/>
            <p:nvPr/>
          </p:nvSpPr>
          <p:spPr>
            <a:xfrm>
              <a:off x="6814800" y="3338075"/>
              <a:ext cx="78625" cy="101100"/>
            </a:xfrm>
            <a:custGeom>
              <a:rect b="b" l="l" r="r" t="t"/>
              <a:pathLst>
                <a:path extrusionOk="0" h="4044" w="3145">
                  <a:moveTo>
                    <a:pt x="2741" y="1"/>
                  </a:moveTo>
                  <a:lnTo>
                    <a:pt x="2606" y="46"/>
                  </a:lnTo>
                  <a:lnTo>
                    <a:pt x="2516" y="135"/>
                  </a:lnTo>
                  <a:lnTo>
                    <a:pt x="46" y="3459"/>
                  </a:lnTo>
                  <a:lnTo>
                    <a:pt x="1" y="3594"/>
                  </a:lnTo>
                  <a:lnTo>
                    <a:pt x="1" y="3729"/>
                  </a:lnTo>
                  <a:lnTo>
                    <a:pt x="46" y="3863"/>
                  </a:lnTo>
                  <a:lnTo>
                    <a:pt x="136" y="3953"/>
                  </a:lnTo>
                  <a:lnTo>
                    <a:pt x="225" y="3998"/>
                  </a:lnTo>
                  <a:lnTo>
                    <a:pt x="360" y="4043"/>
                  </a:lnTo>
                  <a:lnTo>
                    <a:pt x="495" y="3998"/>
                  </a:lnTo>
                  <a:lnTo>
                    <a:pt x="630" y="3908"/>
                  </a:lnTo>
                  <a:lnTo>
                    <a:pt x="3055" y="540"/>
                  </a:lnTo>
                  <a:lnTo>
                    <a:pt x="3145" y="405"/>
                  </a:lnTo>
                  <a:lnTo>
                    <a:pt x="3145" y="270"/>
                  </a:lnTo>
                  <a:lnTo>
                    <a:pt x="3100" y="135"/>
                  </a:lnTo>
                  <a:lnTo>
                    <a:pt x="3010" y="46"/>
                  </a:lnTo>
                  <a:lnTo>
                    <a:pt x="287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58"/>
            <p:cNvSpPr/>
            <p:nvPr/>
          </p:nvSpPr>
          <p:spPr>
            <a:xfrm>
              <a:off x="6848500" y="3248250"/>
              <a:ext cx="33700" cy="55050"/>
            </a:xfrm>
            <a:custGeom>
              <a:rect b="b" l="l" r="r" t="t"/>
              <a:pathLst>
                <a:path extrusionOk="0" h="2202" w="1348">
                  <a:moveTo>
                    <a:pt x="1033" y="0"/>
                  </a:moveTo>
                  <a:lnTo>
                    <a:pt x="899" y="45"/>
                  </a:lnTo>
                  <a:lnTo>
                    <a:pt x="809" y="90"/>
                  </a:lnTo>
                  <a:lnTo>
                    <a:pt x="719" y="225"/>
                  </a:lnTo>
                  <a:lnTo>
                    <a:pt x="45" y="1707"/>
                  </a:lnTo>
                  <a:lnTo>
                    <a:pt x="0" y="1842"/>
                  </a:lnTo>
                  <a:lnTo>
                    <a:pt x="0" y="1977"/>
                  </a:lnTo>
                  <a:lnTo>
                    <a:pt x="90" y="2067"/>
                  </a:lnTo>
                  <a:lnTo>
                    <a:pt x="180" y="2156"/>
                  </a:lnTo>
                  <a:lnTo>
                    <a:pt x="360" y="2201"/>
                  </a:lnTo>
                  <a:lnTo>
                    <a:pt x="449" y="2156"/>
                  </a:lnTo>
                  <a:lnTo>
                    <a:pt x="539" y="2111"/>
                  </a:lnTo>
                  <a:lnTo>
                    <a:pt x="584" y="2067"/>
                  </a:lnTo>
                  <a:lnTo>
                    <a:pt x="674" y="1977"/>
                  </a:lnTo>
                  <a:lnTo>
                    <a:pt x="1348" y="495"/>
                  </a:lnTo>
                  <a:lnTo>
                    <a:pt x="1348" y="360"/>
                  </a:lnTo>
                  <a:lnTo>
                    <a:pt x="1348" y="225"/>
                  </a:lnTo>
                  <a:lnTo>
                    <a:pt x="1258" y="135"/>
                  </a:lnTo>
                  <a:lnTo>
                    <a:pt x="1168" y="45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58"/>
            <p:cNvSpPr/>
            <p:nvPr/>
          </p:nvSpPr>
          <p:spPr>
            <a:xfrm>
              <a:off x="6858600" y="3166275"/>
              <a:ext cx="23600" cy="38200"/>
            </a:xfrm>
            <a:custGeom>
              <a:rect b="b" l="l" r="r" t="t"/>
              <a:pathLst>
                <a:path extrusionOk="0" h="1528" w="944">
                  <a:moveTo>
                    <a:pt x="540" y="1"/>
                  </a:moveTo>
                  <a:lnTo>
                    <a:pt x="450" y="46"/>
                  </a:lnTo>
                  <a:lnTo>
                    <a:pt x="315" y="135"/>
                  </a:lnTo>
                  <a:lnTo>
                    <a:pt x="270" y="225"/>
                  </a:lnTo>
                  <a:lnTo>
                    <a:pt x="45" y="1124"/>
                  </a:lnTo>
                  <a:lnTo>
                    <a:pt x="1" y="1258"/>
                  </a:lnTo>
                  <a:lnTo>
                    <a:pt x="45" y="1348"/>
                  </a:lnTo>
                  <a:lnTo>
                    <a:pt x="135" y="1483"/>
                  </a:lnTo>
                  <a:lnTo>
                    <a:pt x="270" y="1528"/>
                  </a:lnTo>
                  <a:lnTo>
                    <a:pt x="450" y="1528"/>
                  </a:lnTo>
                  <a:lnTo>
                    <a:pt x="584" y="1483"/>
                  </a:lnTo>
                  <a:lnTo>
                    <a:pt x="629" y="1393"/>
                  </a:lnTo>
                  <a:lnTo>
                    <a:pt x="674" y="1303"/>
                  </a:lnTo>
                  <a:lnTo>
                    <a:pt x="944" y="450"/>
                  </a:lnTo>
                  <a:lnTo>
                    <a:pt x="944" y="315"/>
                  </a:lnTo>
                  <a:lnTo>
                    <a:pt x="899" y="180"/>
                  </a:lnTo>
                  <a:lnTo>
                    <a:pt x="809" y="90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58"/>
            <p:cNvSpPr/>
            <p:nvPr/>
          </p:nvSpPr>
          <p:spPr>
            <a:xfrm>
              <a:off x="6737325" y="3646875"/>
              <a:ext cx="60675" cy="41575"/>
            </a:xfrm>
            <a:custGeom>
              <a:rect b="b" l="l" r="r" t="t"/>
              <a:pathLst>
                <a:path extrusionOk="0" h="1663" w="2427">
                  <a:moveTo>
                    <a:pt x="2022" y="0"/>
                  </a:moveTo>
                  <a:lnTo>
                    <a:pt x="1887" y="45"/>
                  </a:lnTo>
                  <a:lnTo>
                    <a:pt x="180" y="1033"/>
                  </a:lnTo>
                  <a:lnTo>
                    <a:pt x="91" y="1123"/>
                  </a:lnTo>
                  <a:lnTo>
                    <a:pt x="46" y="1213"/>
                  </a:lnTo>
                  <a:lnTo>
                    <a:pt x="1" y="1348"/>
                  </a:lnTo>
                  <a:lnTo>
                    <a:pt x="46" y="1483"/>
                  </a:lnTo>
                  <a:lnTo>
                    <a:pt x="180" y="1617"/>
                  </a:lnTo>
                  <a:lnTo>
                    <a:pt x="360" y="1662"/>
                  </a:lnTo>
                  <a:lnTo>
                    <a:pt x="540" y="1617"/>
                  </a:lnTo>
                  <a:lnTo>
                    <a:pt x="2246" y="674"/>
                  </a:lnTo>
                  <a:lnTo>
                    <a:pt x="2336" y="584"/>
                  </a:lnTo>
                  <a:lnTo>
                    <a:pt x="2381" y="449"/>
                  </a:lnTo>
                  <a:lnTo>
                    <a:pt x="2426" y="315"/>
                  </a:lnTo>
                  <a:lnTo>
                    <a:pt x="2381" y="180"/>
                  </a:lnTo>
                  <a:lnTo>
                    <a:pt x="2291" y="90"/>
                  </a:lnTo>
                  <a:lnTo>
                    <a:pt x="2157" y="45"/>
                  </a:lnTo>
                  <a:lnTo>
                    <a:pt x="2022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58"/>
            <p:cNvSpPr/>
            <p:nvPr/>
          </p:nvSpPr>
          <p:spPr>
            <a:xfrm>
              <a:off x="6720500" y="3746800"/>
              <a:ext cx="33700" cy="26975"/>
            </a:xfrm>
            <a:custGeom>
              <a:rect b="b" l="l" r="r" t="t"/>
              <a:pathLst>
                <a:path extrusionOk="0" h="1079" w="1348">
                  <a:moveTo>
                    <a:pt x="988" y="1"/>
                  </a:moveTo>
                  <a:lnTo>
                    <a:pt x="853" y="46"/>
                  </a:lnTo>
                  <a:lnTo>
                    <a:pt x="135" y="450"/>
                  </a:lnTo>
                  <a:lnTo>
                    <a:pt x="45" y="540"/>
                  </a:lnTo>
                  <a:lnTo>
                    <a:pt x="0" y="630"/>
                  </a:lnTo>
                  <a:lnTo>
                    <a:pt x="0" y="764"/>
                  </a:lnTo>
                  <a:lnTo>
                    <a:pt x="45" y="899"/>
                  </a:lnTo>
                  <a:lnTo>
                    <a:pt x="135" y="1034"/>
                  </a:lnTo>
                  <a:lnTo>
                    <a:pt x="314" y="1079"/>
                  </a:lnTo>
                  <a:lnTo>
                    <a:pt x="494" y="1034"/>
                  </a:lnTo>
                  <a:lnTo>
                    <a:pt x="1213" y="630"/>
                  </a:lnTo>
                  <a:lnTo>
                    <a:pt x="1303" y="540"/>
                  </a:lnTo>
                  <a:lnTo>
                    <a:pt x="1347" y="450"/>
                  </a:lnTo>
                  <a:lnTo>
                    <a:pt x="1347" y="315"/>
                  </a:lnTo>
                  <a:lnTo>
                    <a:pt x="1347" y="180"/>
                  </a:lnTo>
                  <a:lnTo>
                    <a:pt x="1258" y="91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58"/>
            <p:cNvSpPr/>
            <p:nvPr/>
          </p:nvSpPr>
          <p:spPr>
            <a:xfrm>
              <a:off x="6644125" y="3902875"/>
              <a:ext cx="65150" cy="34850"/>
            </a:xfrm>
            <a:custGeom>
              <a:rect b="b" l="l" r="r" t="t"/>
              <a:pathLst>
                <a:path extrusionOk="0" h="1394" w="2606">
                  <a:moveTo>
                    <a:pt x="2157" y="1"/>
                  </a:moveTo>
                  <a:lnTo>
                    <a:pt x="2067" y="46"/>
                  </a:lnTo>
                  <a:lnTo>
                    <a:pt x="1663" y="270"/>
                  </a:lnTo>
                  <a:lnTo>
                    <a:pt x="1213" y="495"/>
                  </a:lnTo>
                  <a:lnTo>
                    <a:pt x="764" y="630"/>
                  </a:lnTo>
                  <a:lnTo>
                    <a:pt x="315" y="720"/>
                  </a:lnTo>
                  <a:lnTo>
                    <a:pt x="180" y="765"/>
                  </a:lnTo>
                  <a:lnTo>
                    <a:pt x="91" y="854"/>
                  </a:lnTo>
                  <a:lnTo>
                    <a:pt x="46" y="944"/>
                  </a:lnTo>
                  <a:lnTo>
                    <a:pt x="1" y="1079"/>
                  </a:lnTo>
                  <a:lnTo>
                    <a:pt x="46" y="1214"/>
                  </a:lnTo>
                  <a:lnTo>
                    <a:pt x="136" y="1303"/>
                  </a:lnTo>
                  <a:lnTo>
                    <a:pt x="225" y="1393"/>
                  </a:lnTo>
                  <a:lnTo>
                    <a:pt x="405" y="1393"/>
                  </a:lnTo>
                  <a:lnTo>
                    <a:pt x="944" y="1303"/>
                  </a:lnTo>
                  <a:lnTo>
                    <a:pt x="1483" y="1124"/>
                  </a:lnTo>
                  <a:lnTo>
                    <a:pt x="1977" y="899"/>
                  </a:lnTo>
                  <a:lnTo>
                    <a:pt x="2471" y="585"/>
                  </a:lnTo>
                  <a:lnTo>
                    <a:pt x="2561" y="495"/>
                  </a:lnTo>
                  <a:lnTo>
                    <a:pt x="2606" y="360"/>
                  </a:lnTo>
                  <a:lnTo>
                    <a:pt x="2606" y="226"/>
                  </a:lnTo>
                  <a:lnTo>
                    <a:pt x="2516" y="136"/>
                  </a:lnTo>
                  <a:lnTo>
                    <a:pt x="2426" y="46"/>
                  </a:lnTo>
                  <a:lnTo>
                    <a:pt x="2291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59"/>
          <p:cNvSpPr txBox="1"/>
          <p:nvPr/>
        </p:nvSpPr>
        <p:spPr>
          <a:xfrm>
            <a:off x="770400" y="1926650"/>
            <a:ext cx="77496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Reliability, Maintainability and </a:t>
            </a:r>
            <a:r>
              <a:rPr b="1"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Queueing</a:t>
            </a:r>
            <a:endParaRPr sz="3000">
              <a:solidFill>
                <a:srgbClr val="38761D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p60"/>
          <p:cNvSpPr txBox="1"/>
          <p:nvPr>
            <p:ph type="title"/>
          </p:nvPr>
        </p:nvSpPr>
        <p:spPr>
          <a:xfrm>
            <a:off x="828125" y="254951"/>
            <a:ext cx="6357600" cy="30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Reliability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38" name="Google Shape;2138;p60"/>
          <p:cNvSpPr txBox="1"/>
          <p:nvPr/>
        </p:nvSpPr>
        <p:spPr>
          <a:xfrm>
            <a:off x="4323550" y="50147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A8408"/>
                </a:solidFill>
                <a:latin typeface="Outfit"/>
                <a:ea typeface="Outfit"/>
                <a:cs typeface="Outfit"/>
                <a:sym typeface="Outfit"/>
              </a:rPr>
              <a:t>Our</a:t>
            </a:r>
            <a:r>
              <a:rPr lang="en" sz="1000">
                <a:solidFill>
                  <a:srgbClr val="5A8408"/>
                </a:solidFill>
                <a:latin typeface="Outfit"/>
                <a:ea typeface="Outfit"/>
                <a:cs typeface="Outfit"/>
                <a:sym typeface="Outfit"/>
              </a:rPr>
              <a:t> mission is making one cup of matcha</a:t>
            </a:r>
            <a:endParaRPr sz="1000">
              <a:solidFill>
                <a:srgbClr val="5A840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39" name="Google Shape;2139;p60"/>
          <p:cNvSpPr txBox="1"/>
          <p:nvPr/>
        </p:nvSpPr>
        <p:spPr>
          <a:xfrm>
            <a:off x="0" y="633500"/>
            <a:ext cx="6183000" cy="27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Calculation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R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an 31 labelled robot trials with different recipes.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3 out of 31 cups were lumpy, so the probability of a good cup is: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R(old)=(31−3)/31≈0.90. 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</a:pPr>
            <a:r>
              <a:t/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So the baseline reliability of the system is about 90% per cup.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Robust recipe region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Best recipe region (30 ml water, 2 tsp matcha), we got: 5 perfect cups out of 5 runs.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In that region, the observed reliability is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Rnew≈1.0(no failures in our data).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Lock the best 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recipe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, we move from ~90% to almost 100% reliability.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140" name="Google Shape;2140;p60" title="Screenshot 2025-12-04 at 2.04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6825" y="2274200"/>
            <a:ext cx="2961300" cy="2044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41" name="Google Shape;2141;p60"/>
          <p:cNvSpPr/>
          <p:nvPr/>
        </p:nvSpPr>
        <p:spPr>
          <a:xfrm>
            <a:off x="56750" y="3769775"/>
            <a:ext cx="1246800" cy="42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Matcha Quantity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42" name="Google Shape;2142;p60"/>
          <p:cNvSpPr/>
          <p:nvPr/>
        </p:nvSpPr>
        <p:spPr>
          <a:xfrm>
            <a:off x="1686425" y="3756125"/>
            <a:ext cx="1246800" cy="45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Water Quantity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43" name="Google Shape;2143;p60"/>
          <p:cNvSpPr/>
          <p:nvPr/>
        </p:nvSpPr>
        <p:spPr>
          <a:xfrm>
            <a:off x="3266475" y="3732425"/>
            <a:ext cx="1246800" cy="50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UR10e Whisking Action</a:t>
            </a:r>
            <a:endParaRPr sz="11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44" name="Google Shape;2144;p60"/>
          <p:cNvSpPr/>
          <p:nvPr/>
        </p:nvSpPr>
        <p:spPr>
          <a:xfrm>
            <a:off x="4896200" y="3756125"/>
            <a:ext cx="1246800" cy="45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Cup Output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145" name="Google Shape;2145;p60"/>
          <p:cNvCxnSpPr>
            <a:stCxn id="2141" idx="3"/>
            <a:endCxn id="2142" idx="1"/>
          </p:cNvCxnSpPr>
          <p:nvPr/>
        </p:nvCxnSpPr>
        <p:spPr>
          <a:xfrm>
            <a:off x="1303550" y="3983225"/>
            <a:ext cx="38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6" name="Google Shape;2146;p60"/>
          <p:cNvCxnSpPr>
            <a:stCxn id="2142" idx="3"/>
            <a:endCxn id="2143" idx="1"/>
          </p:cNvCxnSpPr>
          <p:nvPr/>
        </p:nvCxnSpPr>
        <p:spPr>
          <a:xfrm>
            <a:off x="2933225" y="3983225"/>
            <a:ext cx="33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7" name="Google Shape;2147;p60"/>
          <p:cNvCxnSpPr>
            <a:stCxn id="2143" idx="3"/>
            <a:endCxn id="2144" idx="1"/>
          </p:cNvCxnSpPr>
          <p:nvPr/>
        </p:nvCxnSpPr>
        <p:spPr>
          <a:xfrm>
            <a:off x="4513275" y="3983225"/>
            <a:ext cx="38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61"/>
          <p:cNvSpPr txBox="1"/>
          <p:nvPr>
            <p:ph type="title"/>
          </p:nvPr>
        </p:nvSpPr>
        <p:spPr>
          <a:xfrm>
            <a:off x="640950" y="546400"/>
            <a:ext cx="7862100" cy="5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Maintainability</a:t>
            </a:r>
            <a:r>
              <a:rPr lang="en" sz="3000">
                <a:latin typeface="Outfit"/>
                <a:ea typeface="Outfit"/>
                <a:cs typeface="Outfit"/>
                <a:sym typeface="Outfit"/>
              </a:rPr>
              <a:t> </a:t>
            </a:r>
            <a:endParaRPr sz="3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utfit"/>
                <a:ea typeface="Outfit"/>
                <a:cs typeface="Outfit"/>
                <a:sym typeface="Outfit"/>
              </a:rPr>
              <a:t> </a:t>
            </a:r>
            <a:endParaRPr sz="21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53" name="Google Shape;2153;p61"/>
          <p:cNvSpPr txBox="1"/>
          <p:nvPr/>
        </p:nvSpPr>
        <p:spPr>
          <a:xfrm>
            <a:off x="4509075" y="546400"/>
            <a:ext cx="49605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A8408"/>
                </a:solidFill>
                <a:latin typeface="Outfit"/>
                <a:ea typeface="Outfit"/>
                <a:cs typeface="Outfit"/>
                <a:sym typeface="Outfit"/>
              </a:rPr>
              <a:t>How quickly can we recover?</a:t>
            </a:r>
            <a:endParaRPr sz="1000">
              <a:solidFill>
                <a:srgbClr val="5A8408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sp>
        <p:nvSpPr>
          <p:cNvPr id="2154" name="Google Shape;2154;p61"/>
          <p:cNvSpPr txBox="1"/>
          <p:nvPr/>
        </p:nvSpPr>
        <p:spPr>
          <a:xfrm>
            <a:off x="280450" y="914125"/>
            <a:ext cx="47640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Treat each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lumpy cup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as a failure that triggers corrective maintenance (clean + remake).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55" name="Google Shape;2155;p61"/>
          <p:cNvSpPr txBox="1"/>
          <p:nvPr/>
        </p:nvSpPr>
        <p:spPr>
          <a:xfrm>
            <a:off x="280450" y="1411013"/>
            <a:ext cx="44184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Failures =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3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, total labeled cups =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3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MTBF (in cups)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≈ 31 / 3 ≈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10.3 cups per failure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Mean service time ≈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1.65 min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→ assume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MTTR ≈ 1.65 min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Use: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A ≈ MTBF / (MTBF + MTTR)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Here: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A ≈ 10.3 / (10.3 + 1.65) ≈ 0.86</a:t>
            </a:r>
            <a:br>
              <a:rPr b="1"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So availability of the robot barista is about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86%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in our current mixed-recipe mode.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56" name="Google Shape;2156;p61"/>
          <p:cNvSpPr txBox="1"/>
          <p:nvPr/>
        </p:nvSpPr>
        <p:spPr>
          <a:xfrm>
            <a:off x="4827525" y="1340300"/>
            <a:ext cx="43236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How We Improve MTBF &amp; Availability?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Ban high-risk recipe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→ remove 20 ml, 3 tsp combo from allowed settings.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Design for easy cleaning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of whisk/bowl → reduces MTTR for each failure.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Add controller guardrails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against bad parameter combinations.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2157" name="Google Shape;2157;p61"/>
          <p:cNvGraphicFramePr/>
          <p:nvPr/>
        </p:nvGraphicFramePr>
        <p:xfrm>
          <a:off x="1691150" y="333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{028A516D-68E9-41D4-B891-90AD83227573}</a:tableStyleId>
              </a:tblPr>
              <a:tblGrid>
                <a:gridCol w="1577650"/>
                <a:gridCol w="1577650"/>
                <a:gridCol w="1577650"/>
                <a:gridCol w="1577650"/>
              </a:tblGrid>
              <a:tr h="30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Scenario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MTBF (cups)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MTTR (min)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Availability A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38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Current (all recipes mixed)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10.3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1.65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0.86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722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After recipe guardrail (20,3 off)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&gt;10.3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1.65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≈1.0 (conceptual)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2158" name="Google Shape;2158;p61"/>
          <p:cNvGrpSpPr/>
          <p:nvPr/>
        </p:nvGrpSpPr>
        <p:grpSpPr>
          <a:xfrm>
            <a:off x="7737661" y="4292020"/>
            <a:ext cx="634406" cy="713193"/>
            <a:chOff x="5157450" y="1736850"/>
            <a:chExt cx="2224425" cy="2500675"/>
          </a:xfrm>
        </p:grpSpPr>
        <p:sp>
          <p:nvSpPr>
            <p:cNvPr id="2159" name="Google Shape;2159;p61"/>
            <p:cNvSpPr/>
            <p:nvPr/>
          </p:nvSpPr>
          <p:spPr>
            <a:xfrm>
              <a:off x="5157450" y="3893900"/>
              <a:ext cx="2172775" cy="343625"/>
            </a:xfrm>
            <a:custGeom>
              <a:rect b="b" l="l" r="r" t="t"/>
              <a:pathLst>
                <a:path extrusionOk="0" h="13745" w="86911">
                  <a:moveTo>
                    <a:pt x="57042" y="4223"/>
                  </a:moveTo>
                  <a:lnTo>
                    <a:pt x="57042" y="5750"/>
                  </a:lnTo>
                  <a:lnTo>
                    <a:pt x="56953" y="5795"/>
                  </a:lnTo>
                  <a:lnTo>
                    <a:pt x="56503" y="6064"/>
                  </a:lnTo>
                  <a:lnTo>
                    <a:pt x="55830" y="6379"/>
                  </a:lnTo>
                  <a:lnTo>
                    <a:pt x="54931" y="6738"/>
                  </a:lnTo>
                  <a:lnTo>
                    <a:pt x="53764" y="7097"/>
                  </a:lnTo>
                  <a:lnTo>
                    <a:pt x="52326" y="7501"/>
                  </a:lnTo>
                  <a:lnTo>
                    <a:pt x="50664" y="7816"/>
                  </a:lnTo>
                  <a:lnTo>
                    <a:pt x="49721" y="7996"/>
                  </a:lnTo>
                  <a:lnTo>
                    <a:pt x="48733" y="8130"/>
                  </a:lnTo>
                  <a:lnTo>
                    <a:pt x="47610" y="8220"/>
                  </a:lnTo>
                  <a:lnTo>
                    <a:pt x="46487" y="8310"/>
                  </a:lnTo>
                  <a:lnTo>
                    <a:pt x="45005" y="8400"/>
                  </a:lnTo>
                  <a:lnTo>
                    <a:pt x="41726" y="8400"/>
                  </a:lnTo>
                  <a:lnTo>
                    <a:pt x="40109" y="8310"/>
                  </a:lnTo>
                  <a:lnTo>
                    <a:pt x="39031" y="8220"/>
                  </a:lnTo>
                  <a:lnTo>
                    <a:pt x="37953" y="8085"/>
                  </a:lnTo>
                  <a:lnTo>
                    <a:pt x="36965" y="7951"/>
                  </a:lnTo>
                  <a:lnTo>
                    <a:pt x="36067" y="7816"/>
                  </a:lnTo>
                  <a:lnTo>
                    <a:pt x="34450" y="7457"/>
                  </a:lnTo>
                  <a:lnTo>
                    <a:pt x="33103" y="7097"/>
                  </a:lnTo>
                  <a:lnTo>
                    <a:pt x="31935" y="6693"/>
                  </a:lnTo>
                  <a:lnTo>
                    <a:pt x="31081" y="6334"/>
                  </a:lnTo>
                  <a:lnTo>
                    <a:pt x="30408" y="6064"/>
                  </a:lnTo>
                  <a:lnTo>
                    <a:pt x="29959" y="5795"/>
                  </a:lnTo>
                  <a:lnTo>
                    <a:pt x="29869" y="5750"/>
                  </a:lnTo>
                  <a:lnTo>
                    <a:pt x="29869" y="4223"/>
                  </a:lnTo>
                  <a:lnTo>
                    <a:pt x="30138" y="4312"/>
                  </a:lnTo>
                  <a:lnTo>
                    <a:pt x="31351" y="4672"/>
                  </a:lnTo>
                  <a:lnTo>
                    <a:pt x="32564" y="4986"/>
                  </a:lnTo>
                  <a:lnTo>
                    <a:pt x="33821" y="5256"/>
                  </a:lnTo>
                  <a:lnTo>
                    <a:pt x="35124" y="5525"/>
                  </a:lnTo>
                  <a:lnTo>
                    <a:pt x="36426" y="5705"/>
                  </a:lnTo>
                  <a:lnTo>
                    <a:pt x="37774" y="5885"/>
                  </a:lnTo>
                  <a:lnTo>
                    <a:pt x="39166" y="6019"/>
                  </a:lnTo>
                  <a:lnTo>
                    <a:pt x="40559" y="6109"/>
                  </a:lnTo>
                  <a:lnTo>
                    <a:pt x="41996" y="6199"/>
                  </a:lnTo>
                  <a:lnTo>
                    <a:pt x="44736" y="6199"/>
                  </a:lnTo>
                  <a:lnTo>
                    <a:pt x="46038" y="6154"/>
                  </a:lnTo>
                  <a:lnTo>
                    <a:pt x="47475" y="6064"/>
                  </a:lnTo>
                  <a:lnTo>
                    <a:pt x="48913" y="5929"/>
                  </a:lnTo>
                  <a:lnTo>
                    <a:pt x="50305" y="5750"/>
                  </a:lnTo>
                  <a:lnTo>
                    <a:pt x="51653" y="5525"/>
                  </a:lnTo>
                  <a:lnTo>
                    <a:pt x="53000" y="5301"/>
                  </a:lnTo>
                  <a:lnTo>
                    <a:pt x="54303" y="4986"/>
                  </a:lnTo>
                  <a:lnTo>
                    <a:pt x="55560" y="4672"/>
                  </a:lnTo>
                  <a:lnTo>
                    <a:pt x="56773" y="4312"/>
                  </a:lnTo>
                  <a:lnTo>
                    <a:pt x="57042" y="4223"/>
                  </a:lnTo>
                  <a:close/>
                  <a:moveTo>
                    <a:pt x="22637" y="1"/>
                  </a:moveTo>
                  <a:lnTo>
                    <a:pt x="20167" y="270"/>
                  </a:lnTo>
                  <a:lnTo>
                    <a:pt x="17787" y="540"/>
                  </a:lnTo>
                  <a:lnTo>
                    <a:pt x="15541" y="809"/>
                  </a:lnTo>
                  <a:lnTo>
                    <a:pt x="13430" y="1124"/>
                  </a:lnTo>
                  <a:lnTo>
                    <a:pt x="11409" y="1483"/>
                  </a:lnTo>
                  <a:lnTo>
                    <a:pt x="9567" y="1842"/>
                  </a:lnTo>
                  <a:lnTo>
                    <a:pt x="7860" y="2246"/>
                  </a:lnTo>
                  <a:lnTo>
                    <a:pt x="6288" y="2651"/>
                  </a:lnTo>
                  <a:lnTo>
                    <a:pt x="4851" y="3055"/>
                  </a:lnTo>
                  <a:lnTo>
                    <a:pt x="3638" y="3504"/>
                  </a:lnTo>
                  <a:lnTo>
                    <a:pt x="2560" y="3953"/>
                  </a:lnTo>
                  <a:lnTo>
                    <a:pt x="1662" y="4447"/>
                  </a:lnTo>
                  <a:lnTo>
                    <a:pt x="1303" y="4672"/>
                  </a:lnTo>
                  <a:lnTo>
                    <a:pt x="943" y="4896"/>
                  </a:lnTo>
                  <a:lnTo>
                    <a:pt x="674" y="5166"/>
                  </a:lnTo>
                  <a:lnTo>
                    <a:pt x="449" y="5390"/>
                  </a:lnTo>
                  <a:lnTo>
                    <a:pt x="270" y="5660"/>
                  </a:lnTo>
                  <a:lnTo>
                    <a:pt x="135" y="5929"/>
                  </a:lnTo>
                  <a:lnTo>
                    <a:pt x="45" y="6154"/>
                  </a:lnTo>
                  <a:lnTo>
                    <a:pt x="0" y="6423"/>
                  </a:lnTo>
                  <a:lnTo>
                    <a:pt x="45" y="6603"/>
                  </a:lnTo>
                  <a:lnTo>
                    <a:pt x="90" y="6828"/>
                  </a:lnTo>
                  <a:lnTo>
                    <a:pt x="225" y="7187"/>
                  </a:lnTo>
                  <a:lnTo>
                    <a:pt x="539" y="7546"/>
                  </a:lnTo>
                  <a:lnTo>
                    <a:pt x="898" y="7906"/>
                  </a:lnTo>
                  <a:lnTo>
                    <a:pt x="1393" y="8265"/>
                  </a:lnTo>
                  <a:lnTo>
                    <a:pt x="1976" y="8624"/>
                  </a:lnTo>
                  <a:lnTo>
                    <a:pt x="2650" y="8939"/>
                  </a:lnTo>
                  <a:lnTo>
                    <a:pt x="3459" y="9298"/>
                  </a:lnTo>
                  <a:lnTo>
                    <a:pt x="4312" y="9612"/>
                  </a:lnTo>
                  <a:lnTo>
                    <a:pt x="5255" y="9927"/>
                  </a:lnTo>
                  <a:lnTo>
                    <a:pt x="6333" y="10241"/>
                  </a:lnTo>
                  <a:lnTo>
                    <a:pt x="7456" y="10511"/>
                  </a:lnTo>
                  <a:lnTo>
                    <a:pt x="8669" y="10825"/>
                  </a:lnTo>
                  <a:lnTo>
                    <a:pt x="9926" y="11095"/>
                  </a:lnTo>
                  <a:lnTo>
                    <a:pt x="12756" y="11589"/>
                  </a:lnTo>
                  <a:lnTo>
                    <a:pt x="15810" y="12083"/>
                  </a:lnTo>
                  <a:lnTo>
                    <a:pt x="19179" y="12487"/>
                  </a:lnTo>
                  <a:lnTo>
                    <a:pt x="22772" y="12846"/>
                  </a:lnTo>
                  <a:lnTo>
                    <a:pt x="26545" y="13161"/>
                  </a:lnTo>
                  <a:lnTo>
                    <a:pt x="30542" y="13430"/>
                  </a:lnTo>
                  <a:lnTo>
                    <a:pt x="34720" y="13610"/>
                  </a:lnTo>
                  <a:lnTo>
                    <a:pt x="39031" y="13700"/>
                  </a:lnTo>
                  <a:lnTo>
                    <a:pt x="43478" y="13745"/>
                  </a:lnTo>
                  <a:lnTo>
                    <a:pt x="47925" y="13700"/>
                  </a:lnTo>
                  <a:lnTo>
                    <a:pt x="52236" y="13610"/>
                  </a:lnTo>
                  <a:lnTo>
                    <a:pt x="56369" y="13430"/>
                  </a:lnTo>
                  <a:lnTo>
                    <a:pt x="60366" y="13161"/>
                  </a:lnTo>
                  <a:lnTo>
                    <a:pt x="64184" y="12846"/>
                  </a:lnTo>
                  <a:lnTo>
                    <a:pt x="67777" y="12487"/>
                  </a:lnTo>
                  <a:lnTo>
                    <a:pt x="71101" y="12083"/>
                  </a:lnTo>
                  <a:lnTo>
                    <a:pt x="74200" y="11589"/>
                  </a:lnTo>
                  <a:lnTo>
                    <a:pt x="76985" y="11095"/>
                  </a:lnTo>
                  <a:lnTo>
                    <a:pt x="78287" y="10825"/>
                  </a:lnTo>
                  <a:lnTo>
                    <a:pt x="79500" y="10511"/>
                  </a:lnTo>
                  <a:lnTo>
                    <a:pt x="80623" y="10241"/>
                  </a:lnTo>
                  <a:lnTo>
                    <a:pt x="81656" y="9927"/>
                  </a:lnTo>
                  <a:lnTo>
                    <a:pt x="82644" y="9612"/>
                  </a:lnTo>
                  <a:lnTo>
                    <a:pt x="83497" y="9298"/>
                  </a:lnTo>
                  <a:lnTo>
                    <a:pt x="84261" y="8939"/>
                  </a:lnTo>
                  <a:lnTo>
                    <a:pt x="84935" y="8624"/>
                  </a:lnTo>
                  <a:lnTo>
                    <a:pt x="85563" y="8265"/>
                  </a:lnTo>
                  <a:lnTo>
                    <a:pt x="86013" y="7906"/>
                  </a:lnTo>
                  <a:lnTo>
                    <a:pt x="86417" y="7546"/>
                  </a:lnTo>
                  <a:lnTo>
                    <a:pt x="86686" y="7187"/>
                  </a:lnTo>
                  <a:lnTo>
                    <a:pt x="86866" y="6828"/>
                  </a:lnTo>
                  <a:lnTo>
                    <a:pt x="86911" y="6603"/>
                  </a:lnTo>
                  <a:lnTo>
                    <a:pt x="86911" y="6423"/>
                  </a:lnTo>
                  <a:lnTo>
                    <a:pt x="86866" y="6154"/>
                  </a:lnTo>
                  <a:lnTo>
                    <a:pt x="86821" y="5929"/>
                  </a:lnTo>
                  <a:lnTo>
                    <a:pt x="86686" y="5660"/>
                  </a:lnTo>
                  <a:lnTo>
                    <a:pt x="86507" y="5390"/>
                  </a:lnTo>
                  <a:lnTo>
                    <a:pt x="86237" y="5166"/>
                  </a:lnTo>
                  <a:lnTo>
                    <a:pt x="85968" y="4896"/>
                  </a:lnTo>
                  <a:lnTo>
                    <a:pt x="85653" y="4672"/>
                  </a:lnTo>
                  <a:lnTo>
                    <a:pt x="85249" y="4447"/>
                  </a:lnTo>
                  <a:lnTo>
                    <a:pt x="84396" y="3953"/>
                  </a:lnTo>
                  <a:lnTo>
                    <a:pt x="83318" y="3504"/>
                  </a:lnTo>
                  <a:lnTo>
                    <a:pt x="82060" y="3055"/>
                  </a:lnTo>
                  <a:lnTo>
                    <a:pt x="80668" y="2651"/>
                  </a:lnTo>
                  <a:lnTo>
                    <a:pt x="79096" y="2246"/>
                  </a:lnTo>
                  <a:lnTo>
                    <a:pt x="77389" y="1842"/>
                  </a:lnTo>
                  <a:lnTo>
                    <a:pt x="75502" y="1483"/>
                  </a:lnTo>
                  <a:lnTo>
                    <a:pt x="73526" y="1124"/>
                  </a:lnTo>
                  <a:lnTo>
                    <a:pt x="71370" y="809"/>
                  </a:lnTo>
                  <a:lnTo>
                    <a:pt x="69125" y="540"/>
                  </a:lnTo>
                  <a:lnTo>
                    <a:pt x="66789" y="270"/>
                  </a:lnTo>
                  <a:lnTo>
                    <a:pt x="64319" y="1"/>
                  </a:lnTo>
                  <a:lnTo>
                    <a:pt x="63420" y="585"/>
                  </a:lnTo>
                  <a:lnTo>
                    <a:pt x="62477" y="1124"/>
                  </a:lnTo>
                  <a:lnTo>
                    <a:pt x="61534" y="1662"/>
                  </a:lnTo>
                  <a:lnTo>
                    <a:pt x="60591" y="2157"/>
                  </a:lnTo>
                  <a:lnTo>
                    <a:pt x="59558" y="2606"/>
                  </a:lnTo>
                  <a:lnTo>
                    <a:pt x="58569" y="3055"/>
                  </a:lnTo>
                  <a:lnTo>
                    <a:pt x="57492" y="3414"/>
                  </a:lnTo>
                  <a:lnTo>
                    <a:pt x="56414" y="3774"/>
                  </a:lnTo>
                  <a:lnTo>
                    <a:pt x="55336" y="4133"/>
                  </a:lnTo>
                  <a:lnTo>
                    <a:pt x="54168" y="4402"/>
                  </a:lnTo>
                  <a:lnTo>
                    <a:pt x="53045" y="4672"/>
                  </a:lnTo>
                  <a:lnTo>
                    <a:pt x="51832" y="4896"/>
                  </a:lnTo>
                  <a:lnTo>
                    <a:pt x="50664" y="5076"/>
                  </a:lnTo>
                  <a:lnTo>
                    <a:pt x="49407" y="5256"/>
                  </a:lnTo>
                  <a:lnTo>
                    <a:pt x="48149" y="5390"/>
                  </a:lnTo>
                  <a:lnTo>
                    <a:pt x="46847" y="5480"/>
                  </a:lnTo>
                  <a:lnTo>
                    <a:pt x="45185" y="5570"/>
                  </a:lnTo>
                  <a:lnTo>
                    <a:pt x="43478" y="5615"/>
                  </a:lnTo>
                  <a:lnTo>
                    <a:pt x="41547" y="5570"/>
                  </a:lnTo>
                  <a:lnTo>
                    <a:pt x="39660" y="5480"/>
                  </a:lnTo>
                  <a:lnTo>
                    <a:pt x="38403" y="5346"/>
                  </a:lnTo>
                  <a:lnTo>
                    <a:pt x="37190" y="5211"/>
                  </a:lnTo>
                  <a:lnTo>
                    <a:pt x="35977" y="5031"/>
                  </a:lnTo>
                  <a:lnTo>
                    <a:pt x="34809" y="4851"/>
                  </a:lnTo>
                  <a:lnTo>
                    <a:pt x="33642" y="4627"/>
                  </a:lnTo>
                  <a:lnTo>
                    <a:pt x="32519" y="4357"/>
                  </a:lnTo>
                  <a:lnTo>
                    <a:pt x="31441" y="4043"/>
                  </a:lnTo>
                  <a:lnTo>
                    <a:pt x="30363" y="3729"/>
                  </a:lnTo>
                  <a:lnTo>
                    <a:pt x="29285" y="3369"/>
                  </a:lnTo>
                  <a:lnTo>
                    <a:pt x="28252" y="2965"/>
                  </a:lnTo>
                  <a:lnTo>
                    <a:pt x="27264" y="2561"/>
                  </a:lnTo>
                  <a:lnTo>
                    <a:pt x="26275" y="2112"/>
                  </a:lnTo>
                  <a:lnTo>
                    <a:pt x="25332" y="1618"/>
                  </a:lnTo>
                  <a:lnTo>
                    <a:pt x="24389" y="1124"/>
                  </a:lnTo>
                  <a:lnTo>
                    <a:pt x="23491" y="585"/>
                  </a:lnTo>
                  <a:lnTo>
                    <a:pt x="22637" y="1"/>
                  </a:lnTo>
                  <a:close/>
                </a:path>
              </a:pathLst>
            </a:custGeom>
            <a:solidFill>
              <a:srgbClr val="E9E7E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61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fill="none" h="4178" w="27175">
                  <a:moveTo>
                    <a:pt x="16170" y="1932"/>
                  </a:moveTo>
                  <a:lnTo>
                    <a:pt x="16170" y="1932"/>
                  </a:lnTo>
                  <a:lnTo>
                    <a:pt x="16170" y="1932"/>
                  </a:lnTo>
                  <a:lnTo>
                    <a:pt x="17607" y="1842"/>
                  </a:lnTo>
                  <a:lnTo>
                    <a:pt x="19045" y="1707"/>
                  </a:lnTo>
                  <a:lnTo>
                    <a:pt x="20437" y="1528"/>
                  </a:lnTo>
                  <a:lnTo>
                    <a:pt x="21785" y="1303"/>
                  </a:lnTo>
                  <a:lnTo>
                    <a:pt x="23132" y="1079"/>
                  </a:lnTo>
                  <a:lnTo>
                    <a:pt x="24435" y="764"/>
                  </a:lnTo>
                  <a:lnTo>
                    <a:pt x="25692" y="450"/>
                  </a:lnTo>
                  <a:lnTo>
                    <a:pt x="26905" y="90"/>
                  </a:lnTo>
                  <a:lnTo>
                    <a:pt x="27174" y="1"/>
                  </a:lnTo>
                  <a:lnTo>
                    <a:pt x="27174" y="1528"/>
                  </a:lnTo>
                  <a:lnTo>
                    <a:pt x="27085" y="1573"/>
                  </a:lnTo>
                  <a:lnTo>
                    <a:pt x="27085" y="1573"/>
                  </a:lnTo>
                  <a:lnTo>
                    <a:pt x="26635" y="1842"/>
                  </a:lnTo>
                  <a:lnTo>
                    <a:pt x="25962" y="2157"/>
                  </a:lnTo>
                  <a:lnTo>
                    <a:pt x="25063" y="2516"/>
                  </a:lnTo>
                  <a:lnTo>
                    <a:pt x="23896" y="2875"/>
                  </a:lnTo>
                  <a:lnTo>
                    <a:pt x="22458" y="3279"/>
                  </a:lnTo>
                  <a:lnTo>
                    <a:pt x="20796" y="3594"/>
                  </a:lnTo>
                  <a:lnTo>
                    <a:pt x="19853" y="3774"/>
                  </a:lnTo>
                  <a:lnTo>
                    <a:pt x="18865" y="3908"/>
                  </a:lnTo>
                  <a:lnTo>
                    <a:pt x="17742" y="399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5137" y="4178"/>
                  </a:lnTo>
                  <a:lnTo>
                    <a:pt x="13610" y="4178"/>
                  </a:lnTo>
                  <a:lnTo>
                    <a:pt x="13610" y="4178"/>
                  </a:lnTo>
                  <a:lnTo>
                    <a:pt x="11858" y="4178"/>
                  </a:lnTo>
                  <a:lnTo>
                    <a:pt x="10241" y="4088"/>
                  </a:lnTo>
                  <a:lnTo>
                    <a:pt x="10241" y="4088"/>
                  </a:lnTo>
                  <a:lnTo>
                    <a:pt x="9163" y="3998"/>
                  </a:lnTo>
                  <a:lnTo>
                    <a:pt x="8085" y="3863"/>
                  </a:lnTo>
                  <a:lnTo>
                    <a:pt x="7097" y="3729"/>
                  </a:lnTo>
                  <a:lnTo>
                    <a:pt x="6199" y="3594"/>
                  </a:lnTo>
                  <a:lnTo>
                    <a:pt x="4582" y="3235"/>
                  </a:lnTo>
                  <a:lnTo>
                    <a:pt x="3235" y="2875"/>
                  </a:lnTo>
                  <a:lnTo>
                    <a:pt x="2067" y="2471"/>
                  </a:lnTo>
                  <a:lnTo>
                    <a:pt x="1213" y="2112"/>
                  </a:lnTo>
                  <a:lnTo>
                    <a:pt x="540" y="1842"/>
                  </a:lnTo>
                  <a:lnTo>
                    <a:pt x="91" y="1573"/>
                  </a:lnTo>
                  <a:lnTo>
                    <a:pt x="1" y="1528"/>
                  </a:lnTo>
                  <a:lnTo>
                    <a:pt x="1" y="1"/>
                  </a:lnTo>
                  <a:lnTo>
                    <a:pt x="270" y="90"/>
                  </a:lnTo>
                  <a:lnTo>
                    <a:pt x="270" y="90"/>
                  </a:lnTo>
                  <a:lnTo>
                    <a:pt x="1483" y="450"/>
                  </a:lnTo>
                  <a:lnTo>
                    <a:pt x="2696" y="764"/>
                  </a:lnTo>
                  <a:lnTo>
                    <a:pt x="3953" y="1034"/>
                  </a:lnTo>
                  <a:lnTo>
                    <a:pt x="5256" y="1303"/>
                  </a:lnTo>
                  <a:lnTo>
                    <a:pt x="6558" y="1483"/>
                  </a:lnTo>
                  <a:lnTo>
                    <a:pt x="7906" y="1663"/>
                  </a:lnTo>
                  <a:lnTo>
                    <a:pt x="9298" y="179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2128" y="1977"/>
                  </a:lnTo>
                  <a:lnTo>
                    <a:pt x="13610" y="1977"/>
                  </a:lnTo>
                  <a:lnTo>
                    <a:pt x="13610" y="1977"/>
                  </a:lnTo>
                  <a:lnTo>
                    <a:pt x="14868" y="1977"/>
                  </a:lnTo>
                  <a:lnTo>
                    <a:pt x="16170" y="1932"/>
                  </a:lnTo>
                  <a:lnTo>
                    <a:pt x="16170" y="193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61"/>
            <p:cNvSpPr/>
            <p:nvPr/>
          </p:nvSpPr>
          <p:spPr>
            <a:xfrm>
              <a:off x="5157450" y="3893900"/>
              <a:ext cx="2172775" cy="343625"/>
            </a:xfrm>
            <a:custGeom>
              <a:rect b="b" l="l" r="r" t="t"/>
              <a:pathLst>
                <a:path extrusionOk="0" fill="none" h="13745" w="86911">
                  <a:moveTo>
                    <a:pt x="64319" y="1"/>
                  </a:moveTo>
                  <a:lnTo>
                    <a:pt x="64319" y="1"/>
                  </a:lnTo>
                  <a:lnTo>
                    <a:pt x="63420" y="585"/>
                  </a:lnTo>
                  <a:lnTo>
                    <a:pt x="62477" y="1124"/>
                  </a:lnTo>
                  <a:lnTo>
                    <a:pt x="61534" y="1662"/>
                  </a:lnTo>
                  <a:lnTo>
                    <a:pt x="60591" y="2157"/>
                  </a:lnTo>
                  <a:lnTo>
                    <a:pt x="59558" y="2606"/>
                  </a:lnTo>
                  <a:lnTo>
                    <a:pt x="58569" y="3055"/>
                  </a:lnTo>
                  <a:lnTo>
                    <a:pt x="57492" y="3414"/>
                  </a:lnTo>
                  <a:lnTo>
                    <a:pt x="56414" y="3774"/>
                  </a:lnTo>
                  <a:lnTo>
                    <a:pt x="55336" y="4133"/>
                  </a:lnTo>
                  <a:lnTo>
                    <a:pt x="54168" y="4402"/>
                  </a:lnTo>
                  <a:lnTo>
                    <a:pt x="53045" y="4672"/>
                  </a:lnTo>
                  <a:lnTo>
                    <a:pt x="51832" y="4896"/>
                  </a:lnTo>
                  <a:lnTo>
                    <a:pt x="50664" y="5076"/>
                  </a:lnTo>
                  <a:lnTo>
                    <a:pt x="49407" y="5256"/>
                  </a:lnTo>
                  <a:lnTo>
                    <a:pt x="48149" y="5390"/>
                  </a:lnTo>
                  <a:lnTo>
                    <a:pt x="46847" y="5480"/>
                  </a:lnTo>
                  <a:lnTo>
                    <a:pt x="46847" y="5480"/>
                  </a:lnTo>
                  <a:lnTo>
                    <a:pt x="46847" y="5480"/>
                  </a:lnTo>
                  <a:lnTo>
                    <a:pt x="45185" y="5570"/>
                  </a:lnTo>
                  <a:lnTo>
                    <a:pt x="43478" y="5615"/>
                  </a:lnTo>
                  <a:lnTo>
                    <a:pt x="43478" y="5615"/>
                  </a:lnTo>
                  <a:lnTo>
                    <a:pt x="41547" y="5570"/>
                  </a:lnTo>
                  <a:lnTo>
                    <a:pt x="39660" y="5480"/>
                  </a:lnTo>
                  <a:lnTo>
                    <a:pt x="39660" y="5480"/>
                  </a:lnTo>
                  <a:lnTo>
                    <a:pt x="38403" y="5346"/>
                  </a:lnTo>
                  <a:lnTo>
                    <a:pt x="37190" y="5211"/>
                  </a:lnTo>
                  <a:lnTo>
                    <a:pt x="35977" y="5031"/>
                  </a:lnTo>
                  <a:lnTo>
                    <a:pt x="34809" y="4851"/>
                  </a:lnTo>
                  <a:lnTo>
                    <a:pt x="33642" y="4627"/>
                  </a:lnTo>
                  <a:lnTo>
                    <a:pt x="32519" y="4357"/>
                  </a:lnTo>
                  <a:lnTo>
                    <a:pt x="31441" y="4043"/>
                  </a:lnTo>
                  <a:lnTo>
                    <a:pt x="30363" y="3729"/>
                  </a:lnTo>
                  <a:lnTo>
                    <a:pt x="29285" y="3369"/>
                  </a:lnTo>
                  <a:lnTo>
                    <a:pt x="28252" y="2965"/>
                  </a:lnTo>
                  <a:lnTo>
                    <a:pt x="27264" y="2561"/>
                  </a:lnTo>
                  <a:lnTo>
                    <a:pt x="26275" y="2112"/>
                  </a:lnTo>
                  <a:lnTo>
                    <a:pt x="25332" y="1618"/>
                  </a:lnTo>
                  <a:lnTo>
                    <a:pt x="24389" y="1124"/>
                  </a:lnTo>
                  <a:lnTo>
                    <a:pt x="23491" y="585"/>
                  </a:lnTo>
                  <a:lnTo>
                    <a:pt x="22637" y="1"/>
                  </a:lnTo>
                  <a:lnTo>
                    <a:pt x="22637" y="1"/>
                  </a:lnTo>
                  <a:lnTo>
                    <a:pt x="20167" y="270"/>
                  </a:lnTo>
                  <a:lnTo>
                    <a:pt x="17787" y="540"/>
                  </a:lnTo>
                  <a:lnTo>
                    <a:pt x="15541" y="809"/>
                  </a:lnTo>
                  <a:lnTo>
                    <a:pt x="13430" y="1124"/>
                  </a:lnTo>
                  <a:lnTo>
                    <a:pt x="11409" y="1483"/>
                  </a:lnTo>
                  <a:lnTo>
                    <a:pt x="9567" y="1842"/>
                  </a:lnTo>
                  <a:lnTo>
                    <a:pt x="7860" y="2246"/>
                  </a:lnTo>
                  <a:lnTo>
                    <a:pt x="6288" y="2651"/>
                  </a:lnTo>
                  <a:lnTo>
                    <a:pt x="4851" y="3055"/>
                  </a:lnTo>
                  <a:lnTo>
                    <a:pt x="3638" y="3504"/>
                  </a:lnTo>
                  <a:lnTo>
                    <a:pt x="2560" y="3953"/>
                  </a:lnTo>
                  <a:lnTo>
                    <a:pt x="1662" y="4447"/>
                  </a:lnTo>
                  <a:lnTo>
                    <a:pt x="1303" y="4672"/>
                  </a:lnTo>
                  <a:lnTo>
                    <a:pt x="943" y="4896"/>
                  </a:lnTo>
                  <a:lnTo>
                    <a:pt x="674" y="5166"/>
                  </a:lnTo>
                  <a:lnTo>
                    <a:pt x="449" y="5390"/>
                  </a:lnTo>
                  <a:lnTo>
                    <a:pt x="270" y="5660"/>
                  </a:lnTo>
                  <a:lnTo>
                    <a:pt x="135" y="5929"/>
                  </a:lnTo>
                  <a:lnTo>
                    <a:pt x="45" y="6154"/>
                  </a:lnTo>
                  <a:lnTo>
                    <a:pt x="0" y="6423"/>
                  </a:lnTo>
                  <a:lnTo>
                    <a:pt x="0" y="6423"/>
                  </a:lnTo>
                  <a:lnTo>
                    <a:pt x="45" y="6603"/>
                  </a:lnTo>
                  <a:lnTo>
                    <a:pt x="90" y="6828"/>
                  </a:lnTo>
                  <a:lnTo>
                    <a:pt x="225" y="7187"/>
                  </a:lnTo>
                  <a:lnTo>
                    <a:pt x="539" y="7546"/>
                  </a:lnTo>
                  <a:lnTo>
                    <a:pt x="898" y="7906"/>
                  </a:lnTo>
                  <a:lnTo>
                    <a:pt x="1393" y="8265"/>
                  </a:lnTo>
                  <a:lnTo>
                    <a:pt x="1976" y="8624"/>
                  </a:lnTo>
                  <a:lnTo>
                    <a:pt x="2650" y="8939"/>
                  </a:lnTo>
                  <a:lnTo>
                    <a:pt x="3459" y="9298"/>
                  </a:lnTo>
                  <a:lnTo>
                    <a:pt x="4312" y="9612"/>
                  </a:lnTo>
                  <a:lnTo>
                    <a:pt x="5255" y="9927"/>
                  </a:lnTo>
                  <a:lnTo>
                    <a:pt x="6333" y="10241"/>
                  </a:lnTo>
                  <a:lnTo>
                    <a:pt x="7456" y="10511"/>
                  </a:lnTo>
                  <a:lnTo>
                    <a:pt x="8669" y="10825"/>
                  </a:lnTo>
                  <a:lnTo>
                    <a:pt x="9926" y="11095"/>
                  </a:lnTo>
                  <a:lnTo>
                    <a:pt x="12756" y="11589"/>
                  </a:lnTo>
                  <a:lnTo>
                    <a:pt x="15810" y="12083"/>
                  </a:lnTo>
                  <a:lnTo>
                    <a:pt x="19179" y="12487"/>
                  </a:lnTo>
                  <a:lnTo>
                    <a:pt x="22772" y="12846"/>
                  </a:lnTo>
                  <a:lnTo>
                    <a:pt x="26545" y="13161"/>
                  </a:lnTo>
                  <a:lnTo>
                    <a:pt x="30542" y="13430"/>
                  </a:lnTo>
                  <a:lnTo>
                    <a:pt x="34720" y="13610"/>
                  </a:lnTo>
                  <a:lnTo>
                    <a:pt x="39031" y="13700"/>
                  </a:lnTo>
                  <a:lnTo>
                    <a:pt x="43478" y="13745"/>
                  </a:lnTo>
                  <a:lnTo>
                    <a:pt x="43478" y="13745"/>
                  </a:lnTo>
                  <a:lnTo>
                    <a:pt x="47925" y="13700"/>
                  </a:lnTo>
                  <a:lnTo>
                    <a:pt x="52236" y="13610"/>
                  </a:lnTo>
                  <a:lnTo>
                    <a:pt x="56369" y="13430"/>
                  </a:lnTo>
                  <a:lnTo>
                    <a:pt x="60366" y="13161"/>
                  </a:lnTo>
                  <a:lnTo>
                    <a:pt x="64184" y="12846"/>
                  </a:lnTo>
                  <a:lnTo>
                    <a:pt x="67777" y="12487"/>
                  </a:lnTo>
                  <a:lnTo>
                    <a:pt x="71101" y="12083"/>
                  </a:lnTo>
                  <a:lnTo>
                    <a:pt x="74200" y="11589"/>
                  </a:lnTo>
                  <a:lnTo>
                    <a:pt x="76985" y="11095"/>
                  </a:lnTo>
                  <a:lnTo>
                    <a:pt x="78287" y="10825"/>
                  </a:lnTo>
                  <a:lnTo>
                    <a:pt x="79500" y="10511"/>
                  </a:lnTo>
                  <a:lnTo>
                    <a:pt x="80623" y="10241"/>
                  </a:lnTo>
                  <a:lnTo>
                    <a:pt x="81656" y="9927"/>
                  </a:lnTo>
                  <a:lnTo>
                    <a:pt x="82644" y="9612"/>
                  </a:lnTo>
                  <a:lnTo>
                    <a:pt x="83497" y="9298"/>
                  </a:lnTo>
                  <a:lnTo>
                    <a:pt x="84261" y="8939"/>
                  </a:lnTo>
                  <a:lnTo>
                    <a:pt x="84935" y="8624"/>
                  </a:lnTo>
                  <a:lnTo>
                    <a:pt x="85563" y="8265"/>
                  </a:lnTo>
                  <a:lnTo>
                    <a:pt x="86013" y="7906"/>
                  </a:lnTo>
                  <a:lnTo>
                    <a:pt x="86417" y="7546"/>
                  </a:lnTo>
                  <a:lnTo>
                    <a:pt x="86686" y="7187"/>
                  </a:lnTo>
                  <a:lnTo>
                    <a:pt x="86866" y="6828"/>
                  </a:lnTo>
                  <a:lnTo>
                    <a:pt x="86911" y="6603"/>
                  </a:lnTo>
                  <a:lnTo>
                    <a:pt x="86911" y="6423"/>
                  </a:lnTo>
                  <a:lnTo>
                    <a:pt x="86911" y="6423"/>
                  </a:lnTo>
                  <a:lnTo>
                    <a:pt x="86866" y="6154"/>
                  </a:lnTo>
                  <a:lnTo>
                    <a:pt x="86821" y="5929"/>
                  </a:lnTo>
                  <a:lnTo>
                    <a:pt x="86686" y="5660"/>
                  </a:lnTo>
                  <a:lnTo>
                    <a:pt x="86507" y="5390"/>
                  </a:lnTo>
                  <a:lnTo>
                    <a:pt x="86237" y="5166"/>
                  </a:lnTo>
                  <a:lnTo>
                    <a:pt x="85968" y="4896"/>
                  </a:lnTo>
                  <a:lnTo>
                    <a:pt x="85653" y="4672"/>
                  </a:lnTo>
                  <a:lnTo>
                    <a:pt x="85249" y="4447"/>
                  </a:lnTo>
                  <a:lnTo>
                    <a:pt x="84396" y="3953"/>
                  </a:lnTo>
                  <a:lnTo>
                    <a:pt x="83318" y="3504"/>
                  </a:lnTo>
                  <a:lnTo>
                    <a:pt x="82060" y="3055"/>
                  </a:lnTo>
                  <a:lnTo>
                    <a:pt x="80668" y="2651"/>
                  </a:lnTo>
                  <a:lnTo>
                    <a:pt x="79096" y="2246"/>
                  </a:lnTo>
                  <a:lnTo>
                    <a:pt x="77389" y="1842"/>
                  </a:lnTo>
                  <a:lnTo>
                    <a:pt x="75502" y="1483"/>
                  </a:lnTo>
                  <a:lnTo>
                    <a:pt x="73526" y="1124"/>
                  </a:lnTo>
                  <a:lnTo>
                    <a:pt x="71370" y="809"/>
                  </a:lnTo>
                  <a:lnTo>
                    <a:pt x="69125" y="540"/>
                  </a:lnTo>
                  <a:lnTo>
                    <a:pt x="66789" y="270"/>
                  </a:lnTo>
                  <a:lnTo>
                    <a:pt x="6431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61"/>
            <p:cNvSpPr/>
            <p:nvPr/>
          </p:nvSpPr>
          <p:spPr>
            <a:xfrm>
              <a:off x="5547075" y="1761550"/>
              <a:ext cx="1393525" cy="344750"/>
            </a:xfrm>
            <a:custGeom>
              <a:rect b="b" l="l" r="r" t="t"/>
              <a:pathLst>
                <a:path extrusionOk="0" h="13790" w="55741">
                  <a:moveTo>
                    <a:pt x="29914" y="1348"/>
                  </a:moveTo>
                  <a:lnTo>
                    <a:pt x="31935" y="1438"/>
                  </a:lnTo>
                  <a:lnTo>
                    <a:pt x="33957" y="1528"/>
                  </a:lnTo>
                  <a:lnTo>
                    <a:pt x="35933" y="1663"/>
                  </a:lnTo>
                  <a:lnTo>
                    <a:pt x="37864" y="1842"/>
                  </a:lnTo>
                  <a:lnTo>
                    <a:pt x="39751" y="2067"/>
                  </a:lnTo>
                  <a:lnTo>
                    <a:pt x="41502" y="2292"/>
                  </a:lnTo>
                  <a:lnTo>
                    <a:pt x="43209" y="2561"/>
                  </a:lnTo>
                  <a:lnTo>
                    <a:pt x="44781" y="2875"/>
                  </a:lnTo>
                  <a:lnTo>
                    <a:pt x="46263" y="3235"/>
                  </a:lnTo>
                  <a:lnTo>
                    <a:pt x="47566" y="3639"/>
                  </a:lnTo>
                  <a:lnTo>
                    <a:pt x="48734" y="4043"/>
                  </a:lnTo>
                  <a:lnTo>
                    <a:pt x="49722" y="4492"/>
                  </a:lnTo>
                  <a:lnTo>
                    <a:pt x="50171" y="4717"/>
                  </a:lnTo>
                  <a:lnTo>
                    <a:pt x="50530" y="4942"/>
                  </a:lnTo>
                  <a:lnTo>
                    <a:pt x="50890" y="5211"/>
                  </a:lnTo>
                  <a:lnTo>
                    <a:pt x="51159" y="5481"/>
                  </a:lnTo>
                  <a:lnTo>
                    <a:pt x="51384" y="5750"/>
                  </a:lnTo>
                  <a:lnTo>
                    <a:pt x="51563" y="6019"/>
                  </a:lnTo>
                  <a:lnTo>
                    <a:pt x="51698" y="6379"/>
                  </a:lnTo>
                  <a:lnTo>
                    <a:pt x="51788" y="6738"/>
                  </a:lnTo>
                  <a:lnTo>
                    <a:pt x="51743" y="7097"/>
                  </a:lnTo>
                  <a:lnTo>
                    <a:pt x="51608" y="7412"/>
                  </a:lnTo>
                  <a:lnTo>
                    <a:pt x="51384" y="7771"/>
                  </a:lnTo>
                  <a:lnTo>
                    <a:pt x="51069" y="8086"/>
                  </a:lnTo>
                  <a:lnTo>
                    <a:pt x="50710" y="8400"/>
                  </a:lnTo>
                  <a:lnTo>
                    <a:pt x="50216" y="8669"/>
                  </a:lnTo>
                  <a:lnTo>
                    <a:pt x="49722" y="8984"/>
                  </a:lnTo>
                  <a:lnTo>
                    <a:pt x="49093" y="9253"/>
                  </a:lnTo>
                  <a:lnTo>
                    <a:pt x="48464" y="9523"/>
                  </a:lnTo>
                  <a:lnTo>
                    <a:pt x="47745" y="9792"/>
                  </a:lnTo>
                  <a:lnTo>
                    <a:pt x="46937" y="10017"/>
                  </a:lnTo>
                  <a:lnTo>
                    <a:pt x="46129" y="10242"/>
                  </a:lnTo>
                  <a:lnTo>
                    <a:pt x="44287" y="10646"/>
                  </a:lnTo>
                  <a:lnTo>
                    <a:pt x="42311" y="11050"/>
                  </a:lnTo>
                  <a:lnTo>
                    <a:pt x="40694" y="11275"/>
                  </a:lnTo>
                  <a:lnTo>
                    <a:pt x="38987" y="11499"/>
                  </a:lnTo>
                  <a:lnTo>
                    <a:pt x="37235" y="11679"/>
                  </a:lnTo>
                  <a:lnTo>
                    <a:pt x="35394" y="11814"/>
                  </a:lnTo>
                  <a:lnTo>
                    <a:pt x="33552" y="11948"/>
                  </a:lnTo>
                  <a:lnTo>
                    <a:pt x="31666" y="12038"/>
                  </a:lnTo>
                  <a:lnTo>
                    <a:pt x="29779" y="12083"/>
                  </a:lnTo>
                  <a:lnTo>
                    <a:pt x="25917" y="12083"/>
                  </a:lnTo>
                  <a:lnTo>
                    <a:pt x="23985" y="12038"/>
                  </a:lnTo>
                  <a:lnTo>
                    <a:pt x="22099" y="11948"/>
                  </a:lnTo>
                  <a:lnTo>
                    <a:pt x="20213" y="11814"/>
                  </a:lnTo>
                  <a:lnTo>
                    <a:pt x="18371" y="11679"/>
                  </a:lnTo>
                  <a:lnTo>
                    <a:pt x="16574" y="11454"/>
                  </a:lnTo>
                  <a:lnTo>
                    <a:pt x="14868" y="11230"/>
                  </a:lnTo>
                  <a:lnTo>
                    <a:pt x="13206" y="11005"/>
                  </a:lnTo>
                  <a:lnTo>
                    <a:pt x="13161" y="10960"/>
                  </a:lnTo>
                  <a:lnTo>
                    <a:pt x="11903" y="10736"/>
                  </a:lnTo>
                  <a:lnTo>
                    <a:pt x="10690" y="10511"/>
                  </a:lnTo>
                  <a:lnTo>
                    <a:pt x="9568" y="10242"/>
                  </a:lnTo>
                  <a:lnTo>
                    <a:pt x="8535" y="9927"/>
                  </a:lnTo>
                  <a:lnTo>
                    <a:pt x="8535" y="9927"/>
                  </a:lnTo>
                  <a:lnTo>
                    <a:pt x="8535" y="9927"/>
                  </a:lnTo>
                  <a:lnTo>
                    <a:pt x="7546" y="9613"/>
                  </a:lnTo>
                  <a:lnTo>
                    <a:pt x="6648" y="9253"/>
                  </a:lnTo>
                  <a:lnTo>
                    <a:pt x="5840" y="8894"/>
                  </a:lnTo>
                  <a:lnTo>
                    <a:pt x="5211" y="8490"/>
                  </a:lnTo>
                  <a:lnTo>
                    <a:pt x="4672" y="8086"/>
                  </a:lnTo>
                  <a:lnTo>
                    <a:pt x="4447" y="7861"/>
                  </a:lnTo>
                  <a:lnTo>
                    <a:pt x="4313" y="7636"/>
                  </a:lnTo>
                  <a:lnTo>
                    <a:pt x="4178" y="7412"/>
                  </a:lnTo>
                  <a:lnTo>
                    <a:pt x="4043" y="7187"/>
                  </a:lnTo>
                  <a:lnTo>
                    <a:pt x="3998" y="6963"/>
                  </a:lnTo>
                  <a:lnTo>
                    <a:pt x="3998" y="6738"/>
                  </a:lnTo>
                  <a:lnTo>
                    <a:pt x="3998" y="6424"/>
                  </a:lnTo>
                  <a:lnTo>
                    <a:pt x="4133" y="6109"/>
                  </a:lnTo>
                  <a:lnTo>
                    <a:pt x="4268" y="5840"/>
                  </a:lnTo>
                  <a:lnTo>
                    <a:pt x="4492" y="5525"/>
                  </a:lnTo>
                  <a:lnTo>
                    <a:pt x="4807" y="5256"/>
                  </a:lnTo>
                  <a:lnTo>
                    <a:pt x="5121" y="5031"/>
                  </a:lnTo>
                  <a:lnTo>
                    <a:pt x="5525" y="4762"/>
                  </a:lnTo>
                  <a:lnTo>
                    <a:pt x="5974" y="4492"/>
                  </a:lnTo>
                  <a:lnTo>
                    <a:pt x="6468" y="4268"/>
                  </a:lnTo>
                  <a:lnTo>
                    <a:pt x="7591" y="3819"/>
                  </a:lnTo>
                  <a:lnTo>
                    <a:pt x="8894" y="3414"/>
                  </a:lnTo>
                  <a:lnTo>
                    <a:pt x="10376" y="3010"/>
                  </a:lnTo>
                  <a:lnTo>
                    <a:pt x="11948" y="2696"/>
                  </a:lnTo>
                  <a:lnTo>
                    <a:pt x="13700" y="2381"/>
                  </a:lnTo>
                  <a:lnTo>
                    <a:pt x="15541" y="2112"/>
                  </a:lnTo>
                  <a:lnTo>
                    <a:pt x="17473" y="1887"/>
                  </a:lnTo>
                  <a:lnTo>
                    <a:pt x="19449" y="1708"/>
                  </a:lnTo>
                  <a:lnTo>
                    <a:pt x="21515" y="1528"/>
                  </a:lnTo>
                  <a:lnTo>
                    <a:pt x="23626" y="1438"/>
                  </a:lnTo>
                  <a:lnTo>
                    <a:pt x="25737" y="1348"/>
                  </a:lnTo>
                  <a:close/>
                  <a:moveTo>
                    <a:pt x="25782" y="1"/>
                  </a:moveTo>
                  <a:lnTo>
                    <a:pt x="23806" y="46"/>
                  </a:lnTo>
                  <a:lnTo>
                    <a:pt x="21874" y="136"/>
                  </a:lnTo>
                  <a:lnTo>
                    <a:pt x="19988" y="270"/>
                  </a:lnTo>
                  <a:lnTo>
                    <a:pt x="18191" y="405"/>
                  </a:lnTo>
                  <a:lnTo>
                    <a:pt x="16485" y="585"/>
                  </a:lnTo>
                  <a:lnTo>
                    <a:pt x="14823" y="764"/>
                  </a:lnTo>
                  <a:lnTo>
                    <a:pt x="13251" y="989"/>
                  </a:lnTo>
                  <a:lnTo>
                    <a:pt x="11768" y="1258"/>
                  </a:lnTo>
                  <a:lnTo>
                    <a:pt x="10376" y="1528"/>
                  </a:lnTo>
                  <a:lnTo>
                    <a:pt x="9029" y="1797"/>
                  </a:lnTo>
                  <a:lnTo>
                    <a:pt x="7771" y="2112"/>
                  </a:lnTo>
                  <a:lnTo>
                    <a:pt x="6648" y="2426"/>
                  </a:lnTo>
                  <a:lnTo>
                    <a:pt x="5570" y="2786"/>
                  </a:lnTo>
                  <a:lnTo>
                    <a:pt x="4582" y="3145"/>
                  </a:lnTo>
                  <a:lnTo>
                    <a:pt x="3684" y="3504"/>
                  </a:lnTo>
                  <a:lnTo>
                    <a:pt x="2830" y="3908"/>
                  </a:lnTo>
                  <a:lnTo>
                    <a:pt x="2112" y="4313"/>
                  </a:lnTo>
                  <a:lnTo>
                    <a:pt x="1483" y="4717"/>
                  </a:lnTo>
                  <a:lnTo>
                    <a:pt x="944" y="5166"/>
                  </a:lnTo>
                  <a:lnTo>
                    <a:pt x="540" y="5570"/>
                  </a:lnTo>
                  <a:lnTo>
                    <a:pt x="225" y="6019"/>
                  </a:lnTo>
                  <a:lnTo>
                    <a:pt x="135" y="6244"/>
                  </a:lnTo>
                  <a:lnTo>
                    <a:pt x="46" y="6469"/>
                  </a:lnTo>
                  <a:lnTo>
                    <a:pt x="1" y="6693"/>
                  </a:lnTo>
                  <a:lnTo>
                    <a:pt x="1" y="6873"/>
                  </a:lnTo>
                  <a:lnTo>
                    <a:pt x="46" y="7277"/>
                  </a:lnTo>
                  <a:lnTo>
                    <a:pt x="180" y="7636"/>
                  </a:lnTo>
                  <a:lnTo>
                    <a:pt x="405" y="7996"/>
                  </a:lnTo>
                  <a:lnTo>
                    <a:pt x="719" y="8400"/>
                  </a:lnTo>
                  <a:lnTo>
                    <a:pt x="1079" y="8759"/>
                  </a:lnTo>
                  <a:lnTo>
                    <a:pt x="1573" y="9119"/>
                  </a:lnTo>
                  <a:lnTo>
                    <a:pt x="2112" y="9478"/>
                  </a:lnTo>
                  <a:lnTo>
                    <a:pt x="2741" y="9837"/>
                  </a:lnTo>
                  <a:lnTo>
                    <a:pt x="3459" y="10197"/>
                  </a:lnTo>
                  <a:lnTo>
                    <a:pt x="4268" y="10511"/>
                  </a:lnTo>
                  <a:lnTo>
                    <a:pt x="5121" y="10825"/>
                  </a:lnTo>
                  <a:lnTo>
                    <a:pt x="6064" y="11185"/>
                  </a:lnTo>
                  <a:lnTo>
                    <a:pt x="7052" y="11454"/>
                  </a:lnTo>
                  <a:lnTo>
                    <a:pt x="8175" y="11769"/>
                  </a:lnTo>
                  <a:lnTo>
                    <a:pt x="9298" y="12038"/>
                  </a:lnTo>
                  <a:lnTo>
                    <a:pt x="10556" y="12308"/>
                  </a:lnTo>
                  <a:lnTo>
                    <a:pt x="12307" y="12622"/>
                  </a:lnTo>
                  <a:lnTo>
                    <a:pt x="14194" y="12936"/>
                  </a:lnTo>
                  <a:lnTo>
                    <a:pt x="16215" y="13161"/>
                  </a:lnTo>
                  <a:lnTo>
                    <a:pt x="18326" y="13386"/>
                  </a:lnTo>
                  <a:lnTo>
                    <a:pt x="20527" y="13565"/>
                  </a:lnTo>
                  <a:lnTo>
                    <a:pt x="22862" y="13700"/>
                  </a:lnTo>
                  <a:lnTo>
                    <a:pt x="25333" y="13745"/>
                  </a:lnTo>
                  <a:lnTo>
                    <a:pt x="27893" y="13790"/>
                  </a:lnTo>
                  <a:lnTo>
                    <a:pt x="30363" y="13745"/>
                  </a:lnTo>
                  <a:lnTo>
                    <a:pt x="32789" y="13700"/>
                  </a:lnTo>
                  <a:lnTo>
                    <a:pt x="35079" y="13565"/>
                  </a:lnTo>
                  <a:lnTo>
                    <a:pt x="37280" y="13386"/>
                  </a:lnTo>
                  <a:lnTo>
                    <a:pt x="39391" y="13206"/>
                  </a:lnTo>
                  <a:lnTo>
                    <a:pt x="41368" y="12936"/>
                  </a:lnTo>
                  <a:lnTo>
                    <a:pt x="43209" y="12667"/>
                  </a:lnTo>
                  <a:lnTo>
                    <a:pt x="44961" y="12353"/>
                  </a:lnTo>
                  <a:lnTo>
                    <a:pt x="46218" y="12083"/>
                  </a:lnTo>
                  <a:lnTo>
                    <a:pt x="47386" y="11814"/>
                  </a:lnTo>
                  <a:lnTo>
                    <a:pt x="48509" y="11499"/>
                  </a:lnTo>
                  <a:lnTo>
                    <a:pt x="49542" y="11230"/>
                  </a:lnTo>
                  <a:lnTo>
                    <a:pt x="50530" y="10870"/>
                  </a:lnTo>
                  <a:lnTo>
                    <a:pt x="51384" y="10556"/>
                  </a:lnTo>
                  <a:lnTo>
                    <a:pt x="52192" y="10197"/>
                  </a:lnTo>
                  <a:lnTo>
                    <a:pt x="52956" y="9882"/>
                  </a:lnTo>
                  <a:lnTo>
                    <a:pt x="53584" y="9523"/>
                  </a:lnTo>
                  <a:lnTo>
                    <a:pt x="54123" y="9164"/>
                  </a:lnTo>
                  <a:lnTo>
                    <a:pt x="54617" y="8759"/>
                  </a:lnTo>
                  <a:lnTo>
                    <a:pt x="55022" y="8400"/>
                  </a:lnTo>
                  <a:lnTo>
                    <a:pt x="55336" y="8041"/>
                  </a:lnTo>
                  <a:lnTo>
                    <a:pt x="55561" y="7636"/>
                  </a:lnTo>
                  <a:lnTo>
                    <a:pt x="55695" y="7277"/>
                  </a:lnTo>
                  <a:lnTo>
                    <a:pt x="55740" y="6873"/>
                  </a:lnTo>
                  <a:lnTo>
                    <a:pt x="55740" y="6648"/>
                  </a:lnTo>
                  <a:lnTo>
                    <a:pt x="55695" y="6424"/>
                  </a:lnTo>
                  <a:lnTo>
                    <a:pt x="55606" y="6199"/>
                  </a:lnTo>
                  <a:lnTo>
                    <a:pt x="55471" y="5975"/>
                  </a:lnTo>
                  <a:lnTo>
                    <a:pt x="55156" y="5525"/>
                  </a:lnTo>
                  <a:lnTo>
                    <a:pt x="54707" y="5076"/>
                  </a:lnTo>
                  <a:lnTo>
                    <a:pt x="54123" y="4627"/>
                  </a:lnTo>
                  <a:lnTo>
                    <a:pt x="53450" y="4178"/>
                  </a:lnTo>
                  <a:lnTo>
                    <a:pt x="52641" y="3774"/>
                  </a:lnTo>
                  <a:lnTo>
                    <a:pt x="51698" y="3325"/>
                  </a:lnTo>
                  <a:lnTo>
                    <a:pt x="50800" y="3010"/>
                  </a:lnTo>
                  <a:lnTo>
                    <a:pt x="49812" y="2651"/>
                  </a:lnTo>
                  <a:lnTo>
                    <a:pt x="48734" y="2336"/>
                  </a:lnTo>
                  <a:lnTo>
                    <a:pt x="47566" y="2022"/>
                  </a:lnTo>
                  <a:lnTo>
                    <a:pt x="46353" y="1708"/>
                  </a:lnTo>
                  <a:lnTo>
                    <a:pt x="45051" y="1438"/>
                  </a:lnTo>
                  <a:lnTo>
                    <a:pt x="43658" y="1169"/>
                  </a:lnTo>
                  <a:lnTo>
                    <a:pt x="42176" y="944"/>
                  </a:lnTo>
                  <a:lnTo>
                    <a:pt x="40649" y="720"/>
                  </a:lnTo>
                  <a:lnTo>
                    <a:pt x="39032" y="540"/>
                  </a:lnTo>
                  <a:lnTo>
                    <a:pt x="37325" y="360"/>
                  </a:lnTo>
                  <a:lnTo>
                    <a:pt x="35573" y="225"/>
                  </a:lnTo>
                  <a:lnTo>
                    <a:pt x="33732" y="136"/>
                  </a:lnTo>
                  <a:lnTo>
                    <a:pt x="31846" y="46"/>
                  </a:lnTo>
                  <a:lnTo>
                    <a:pt x="29914" y="1"/>
                  </a:lnTo>
                  <a:close/>
                </a:path>
              </a:pathLst>
            </a:custGeom>
            <a:solidFill>
              <a:srgbClr val="BB4A2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61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61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61"/>
            <p:cNvSpPr/>
            <p:nvPr/>
          </p:nvSpPr>
          <p:spPr>
            <a:xfrm>
              <a:off x="5547075" y="1761550"/>
              <a:ext cx="1393525" cy="344750"/>
            </a:xfrm>
            <a:custGeom>
              <a:rect b="b" l="l" r="r" t="t"/>
              <a:pathLst>
                <a:path extrusionOk="0" fill="none" h="13790" w="55741">
                  <a:moveTo>
                    <a:pt x="51698" y="3325"/>
                  </a:moveTo>
                  <a:lnTo>
                    <a:pt x="51698" y="3325"/>
                  </a:lnTo>
                  <a:lnTo>
                    <a:pt x="50800" y="3010"/>
                  </a:lnTo>
                  <a:lnTo>
                    <a:pt x="49812" y="2651"/>
                  </a:lnTo>
                  <a:lnTo>
                    <a:pt x="48734" y="2336"/>
                  </a:lnTo>
                  <a:lnTo>
                    <a:pt x="47566" y="2022"/>
                  </a:lnTo>
                  <a:lnTo>
                    <a:pt x="46353" y="1708"/>
                  </a:lnTo>
                  <a:lnTo>
                    <a:pt x="45051" y="1438"/>
                  </a:lnTo>
                  <a:lnTo>
                    <a:pt x="43658" y="1169"/>
                  </a:lnTo>
                  <a:lnTo>
                    <a:pt x="42176" y="944"/>
                  </a:lnTo>
                  <a:lnTo>
                    <a:pt x="40649" y="720"/>
                  </a:lnTo>
                  <a:lnTo>
                    <a:pt x="39032" y="540"/>
                  </a:lnTo>
                  <a:lnTo>
                    <a:pt x="37325" y="360"/>
                  </a:lnTo>
                  <a:lnTo>
                    <a:pt x="35573" y="225"/>
                  </a:lnTo>
                  <a:lnTo>
                    <a:pt x="33732" y="136"/>
                  </a:lnTo>
                  <a:lnTo>
                    <a:pt x="31846" y="46"/>
                  </a:lnTo>
                  <a:lnTo>
                    <a:pt x="29914" y="1"/>
                  </a:lnTo>
                  <a:lnTo>
                    <a:pt x="27893" y="1"/>
                  </a:lnTo>
                  <a:lnTo>
                    <a:pt x="27893" y="1"/>
                  </a:lnTo>
                  <a:lnTo>
                    <a:pt x="25782" y="1"/>
                  </a:lnTo>
                  <a:lnTo>
                    <a:pt x="23806" y="46"/>
                  </a:lnTo>
                  <a:lnTo>
                    <a:pt x="21874" y="136"/>
                  </a:lnTo>
                  <a:lnTo>
                    <a:pt x="19988" y="270"/>
                  </a:lnTo>
                  <a:lnTo>
                    <a:pt x="18191" y="405"/>
                  </a:lnTo>
                  <a:lnTo>
                    <a:pt x="16485" y="585"/>
                  </a:lnTo>
                  <a:lnTo>
                    <a:pt x="14823" y="764"/>
                  </a:lnTo>
                  <a:lnTo>
                    <a:pt x="13251" y="989"/>
                  </a:lnTo>
                  <a:lnTo>
                    <a:pt x="11768" y="1258"/>
                  </a:lnTo>
                  <a:lnTo>
                    <a:pt x="10376" y="1528"/>
                  </a:lnTo>
                  <a:lnTo>
                    <a:pt x="9029" y="1797"/>
                  </a:lnTo>
                  <a:lnTo>
                    <a:pt x="7771" y="2112"/>
                  </a:lnTo>
                  <a:lnTo>
                    <a:pt x="6648" y="2426"/>
                  </a:lnTo>
                  <a:lnTo>
                    <a:pt x="5570" y="2786"/>
                  </a:lnTo>
                  <a:lnTo>
                    <a:pt x="4582" y="3145"/>
                  </a:lnTo>
                  <a:lnTo>
                    <a:pt x="3684" y="3504"/>
                  </a:lnTo>
                  <a:lnTo>
                    <a:pt x="3684" y="3504"/>
                  </a:lnTo>
                  <a:lnTo>
                    <a:pt x="2830" y="3908"/>
                  </a:lnTo>
                  <a:lnTo>
                    <a:pt x="2112" y="4313"/>
                  </a:lnTo>
                  <a:lnTo>
                    <a:pt x="1483" y="4717"/>
                  </a:lnTo>
                  <a:lnTo>
                    <a:pt x="944" y="5166"/>
                  </a:lnTo>
                  <a:lnTo>
                    <a:pt x="540" y="5570"/>
                  </a:lnTo>
                  <a:lnTo>
                    <a:pt x="225" y="6019"/>
                  </a:lnTo>
                  <a:lnTo>
                    <a:pt x="135" y="6244"/>
                  </a:lnTo>
                  <a:lnTo>
                    <a:pt x="46" y="6469"/>
                  </a:lnTo>
                  <a:lnTo>
                    <a:pt x="1" y="6693"/>
                  </a:lnTo>
                  <a:lnTo>
                    <a:pt x="1" y="6873"/>
                  </a:lnTo>
                  <a:lnTo>
                    <a:pt x="1" y="6873"/>
                  </a:lnTo>
                  <a:lnTo>
                    <a:pt x="46" y="7277"/>
                  </a:lnTo>
                  <a:lnTo>
                    <a:pt x="180" y="7636"/>
                  </a:lnTo>
                  <a:lnTo>
                    <a:pt x="405" y="7996"/>
                  </a:lnTo>
                  <a:lnTo>
                    <a:pt x="719" y="8400"/>
                  </a:lnTo>
                  <a:lnTo>
                    <a:pt x="1079" y="8759"/>
                  </a:lnTo>
                  <a:lnTo>
                    <a:pt x="1573" y="9119"/>
                  </a:lnTo>
                  <a:lnTo>
                    <a:pt x="2112" y="9478"/>
                  </a:lnTo>
                  <a:lnTo>
                    <a:pt x="2741" y="9837"/>
                  </a:lnTo>
                  <a:lnTo>
                    <a:pt x="3459" y="10197"/>
                  </a:lnTo>
                  <a:lnTo>
                    <a:pt x="4268" y="10511"/>
                  </a:lnTo>
                  <a:lnTo>
                    <a:pt x="5121" y="10825"/>
                  </a:lnTo>
                  <a:lnTo>
                    <a:pt x="6064" y="11185"/>
                  </a:lnTo>
                  <a:lnTo>
                    <a:pt x="7052" y="11454"/>
                  </a:lnTo>
                  <a:lnTo>
                    <a:pt x="8175" y="11769"/>
                  </a:lnTo>
                  <a:lnTo>
                    <a:pt x="9298" y="12038"/>
                  </a:lnTo>
                  <a:lnTo>
                    <a:pt x="10556" y="12308"/>
                  </a:lnTo>
                  <a:lnTo>
                    <a:pt x="10556" y="12308"/>
                  </a:lnTo>
                  <a:lnTo>
                    <a:pt x="12307" y="12622"/>
                  </a:lnTo>
                  <a:lnTo>
                    <a:pt x="14194" y="12936"/>
                  </a:lnTo>
                  <a:lnTo>
                    <a:pt x="16215" y="13161"/>
                  </a:lnTo>
                  <a:lnTo>
                    <a:pt x="18326" y="13386"/>
                  </a:lnTo>
                  <a:lnTo>
                    <a:pt x="20527" y="13565"/>
                  </a:lnTo>
                  <a:lnTo>
                    <a:pt x="22862" y="13700"/>
                  </a:lnTo>
                  <a:lnTo>
                    <a:pt x="25333" y="13745"/>
                  </a:lnTo>
                  <a:lnTo>
                    <a:pt x="27893" y="13790"/>
                  </a:lnTo>
                  <a:lnTo>
                    <a:pt x="27893" y="13790"/>
                  </a:lnTo>
                  <a:lnTo>
                    <a:pt x="30363" y="13745"/>
                  </a:lnTo>
                  <a:lnTo>
                    <a:pt x="32789" y="13700"/>
                  </a:lnTo>
                  <a:lnTo>
                    <a:pt x="35079" y="13565"/>
                  </a:lnTo>
                  <a:lnTo>
                    <a:pt x="37280" y="13386"/>
                  </a:lnTo>
                  <a:lnTo>
                    <a:pt x="39391" y="13206"/>
                  </a:lnTo>
                  <a:lnTo>
                    <a:pt x="41368" y="12936"/>
                  </a:lnTo>
                  <a:lnTo>
                    <a:pt x="43209" y="12667"/>
                  </a:lnTo>
                  <a:lnTo>
                    <a:pt x="44961" y="12353"/>
                  </a:lnTo>
                  <a:lnTo>
                    <a:pt x="44961" y="12353"/>
                  </a:lnTo>
                  <a:lnTo>
                    <a:pt x="46218" y="12083"/>
                  </a:lnTo>
                  <a:lnTo>
                    <a:pt x="47386" y="11814"/>
                  </a:lnTo>
                  <a:lnTo>
                    <a:pt x="48509" y="11499"/>
                  </a:lnTo>
                  <a:lnTo>
                    <a:pt x="49542" y="11230"/>
                  </a:lnTo>
                  <a:lnTo>
                    <a:pt x="50530" y="10870"/>
                  </a:lnTo>
                  <a:lnTo>
                    <a:pt x="51384" y="10556"/>
                  </a:lnTo>
                  <a:lnTo>
                    <a:pt x="52192" y="10197"/>
                  </a:lnTo>
                  <a:lnTo>
                    <a:pt x="52956" y="9882"/>
                  </a:lnTo>
                  <a:lnTo>
                    <a:pt x="53584" y="9523"/>
                  </a:lnTo>
                  <a:lnTo>
                    <a:pt x="54123" y="9164"/>
                  </a:lnTo>
                  <a:lnTo>
                    <a:pt x="54617" y="8759"/>
                  </a:lnTo>
                  <a:lnTo>
                    <a:pt x="55022" y="8400"/>
                  </a:lnTo>
                  <a:lnTo>
                    <a:pt x="55336" y="8041"/>
                  </a:lnTo>
                  <a:lnTo>
                    <a:pt x="55561" y="7636"/>
                  </a:lnTo>
                  <a:lnTo>
                    <a:pt x="55695" y="7277"/>
                  </a:lnTo>
                  <a:lnTo>
                    <a:pt x="55740" y="6873"/>
                  </a:lnTo>
                  <a:lnTo>
                    <a:pt x="55740" y="6873"/>
                  </a:lnTo>
                  <a:lnTo>
                    <a:pt x="55740" y="6648"/>
                  </a:lnTo>
                  <a:lnTo>
                    <a:pt x="55695" y="6424"/>
                  </a:lnTo>
                  <a:lnTo>
                    <a:pt x="55606" y="6199"/>
                  </a:lnTo>
                  <a:lnTo>
                    <a:pt x="55471" y="5975"/>
                  </a:lnTo>
                  <a:lnTo>
                    <a:pt x="55156" y="5525"/>
                  </a:lnTo>
                  <a:lnTo>
                    <a:pt x="54707" y="5076"/>
                  </a:lnTo>
                  <a:lnTo>
                    <a:pt x="54123" y="4627"/>
                  </a:lnTo>
                  <a:lnTo>
                    <a:pt x="53450" y="4178"/>
                  </a:lnTo>
                  <a:lnTo>
                    <a:pt x="52641" y="3774"/>
                  </a:lnTo>
                  <a:lnTo>
                    <a:pt x="51698" y="332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61"/>
            <p:cNvSpPr/>
            <p:nvPr/>
          </p:nvSpPr>
          <p:spPr>
            <a:xfrm>
              <a:off x="5647025" y="1795250"/>
              <a:ext cx="1194750" cy="268400"/>
            </a:xfrm>
            <a:custGeom>
              <a:rect b="b" l="l" r="r" t="t"/>
              <a:pathLst>
                <a:path extrusionOk="0" fill="none" h="10736" w="47790">
                  <a:moveTo>
                    <a:pt x="38313" y="9702"/>
                  </a:moveTo>
                  <a:lnTo>
                    <a:pt x="38313" y="9702"/>
                  </a:lnTo>
                  <a:lnTo>
                    <a:pt x="36696" y="9927"/>
                  </a:lnTo>
                  <a:lnTo>
                    <a:pt x="34989" y="10151"/>
                  </a:lnTo>
                  <a:lnTo>
                    <a:pt x="33237" y="10331"/>
                  </a:lnTo>
                  <a:lnTo>
                    <a:pt x="31396" y="10466"/>
                  </a:lnTo>
                  <a:lnTo>
                    <a:pt x="29554" y="10600"/>
                  </a:lnTo>
                  <a:lnTo>
                    <a:pt x="27668" y="10690"/>
                  </a:lnTo>
                  <a:lnTo>
                    <a:pt x="25781" y="10735"/>
                  </a:lnTo>
                  <a:lnTo>
                    <a:pt x="23895" y="10735"/>
                  </a:lnTo>
                  <a:lnTo>
                    <a:pt x="23895" y="10735"/>
                  </a:lnTo>
                  <a:lnTo>
                    <a:pt x="21919" y="10735"/>
                  </a:lnTo>
                  <a:lnTo>
                    <a:pt x="19987" y="10690"/>
                  </a:lnTo>
                  <a:lnTo>
                    <a:pt x="18101" y="10600"/>
                  </a:lnTo>
                  <a:lnTo>
                    <a:pt x="16215" y="10466"/>
                  </a:lnTo>
                  <a:lnTo>
                    <a:pt x="14373" y="10331"/>
                  </a:lnTo>
                  <a:lnTo>
                    <a:pt x="12576" y="10106"/>
                  </a:lnTo>
                  <a:lnTo>
                    <a:pt x="10870" y="9882"/>
                  </a:lnTo>
                  <a:lnTo>
                    <a:pt x="9208" y="9657"/>
                  </a:lnTo>
                  <a:lnTo>
                    <a:pt x="9208" y="9657"/>
                  </a:lnTo>
                  <a:lnTo>
                    <a:pt x="9163" y="9612"/>
                  </a:lnTo>
                  <a:lnTo>
                    <a:pt x="9163" y="9612"/>
                  </a:lnTo>
                  <a:lnTo>
                    <a:pt x="7905" y="9388"/>
                  </a:lnTo>
                  <a:lnTo>
                    <a:pt x="6692" y="9163"/>
                  </a:lnTo>
                  <a:lnTo>
                    <a:pt x="5570" y="8894"/>
                  </a:lnTo>
                  <a:lnTo>
                    <a:pt x="4537" y="8579"/>
                  </a:lnTo>
                  <a:lnTo>
                    <a:pt x="4537" y="8579"/>
                  </a:lnTo>
                  <a:lnTo>
                    <a:pt x="3548" y="8265"/>
                  </a:lnTo>
                  <a:lnTo>
                    <a:pt x="2650" y="7905"/>
                  </a:lnTo>
                  <a:lnTo>
                    <a:pt x="1842" y="7546"/>
                  </a:lnTo>
                  <a:lnTo>
                    <a:pt x="1213" y="7142"/>
                  </a:lnTo>
                  <a:lnTo>
                    <a:pt x="674" y="6738"/>
                  </a:lnTo>
                  <a:lnTo>
                    <a:pt x="449" y="6513"/>
                  </a:lnTo>
                  <a:lnTo>
                    <a:pt x="315" y="6288"/>
                  </a:lnTo>
                  <a:lnTo>
                    <a:pt x="180" y="6064"/>
                  </a:lnTo>
                  <a:lnTo>
                    <a:pt x="45" y="5839"/>
                  </a:lnTo>
                  <a:lnTo>
                    <a:pt x="0" y="5615"/>
                  </a:lnTo>
                  <a:lnTo>
                    <a:pt x="0" y="5390"/>
                  </a:lnTo>
                  <a:lnTo>
                    <a:pt x="0" y="5390"/>
                  </a:lnTo>
                  <a:lnTo>
                    <a:pt x="0" y="5076"/>
                  </a:lnTo>
                  <a:lnTo>
                    <a:pt x="0" y="5076"/>
                  </a:lnTo>
                  <a:lnTo>
                    <a:pt x="135" y="4761"/>
                  </a:lnTo>
                  <a:lnTo>
                    <a:pt x="270" y="4492"/>
                  </a:lnTo>
                  <a:lnTo>
                    <a:pt x="494" y="4177"/>
                  </a:lnTo>
                  <a:lnTo>
                    <a:pt x="809" y="3908"/>
                  </a:lnTo>
                  <a:lnTo>
                    <a:pt x="1123" y="3683"/>
                  </a:lnTo>
                  <a:lnTo>
                    <a:pt x="1527" y="3414"/>
                  </a:lnTo>
                  <a:lnTo>
                    <a:pt x="1976" y="3144"/>
                  </a:lnTo>
                  <a:lnTo>
                    <a:pt x="2470" y="2920"/>
                  </a:lnTo>
                  <a:lnTo>
                    <a:pt x="3593" y="2471"/>
                  </a:lnTo>
                  <a:lnTo>
                    <a:pt x="4896" y="2066"/>
                  </a:lnTo>
                  <a:lnTo>
                    <a:pt x="6378" y="1662"/>
                  </a:lnTo>
                  <a:lnTo>
                    <a:pt x="7950" y="1348"/>
                  </a:lnTo>
                  <a:lnTo>
                    <a:pt x="9702" y="1033"/>
                  </a:lnTo>
                  <a:lnTo>
                    <a:pt x="11543" y="764"/>
                  </a:lnTo>
                  <a:lnTo>
                    <a:pt x="13475" y="539"/>
                  </a:lnTo>
                  <a:lnTo>
                    <a:pt x="15451" y="360"/>
                  </a:lnTo>
                  <a:lnTo>
                    <a:pt x="17517" y="180"/>
                  </a:lnTo>
                  <a:lnTo>
                    <a:pt x="19628" y="90"/>
                  </a:lnTo>
                  <a:lnTo>
                    <a:pt x="21739" y="0"/>
                  </a:lnTo>
                  <a:lnTo>
                    <a:pt x="23895" y="0"/>
                  </a:lnTo>
                  <a:lnTo>
                    <a:pt x="23895" y="0"/>
                  </a:lnTo>
                  <a:lnTo>
                    <a:pt x="25916" y="0"/>
                  </a:lnTo>
                  <a:lnTo>
                    <a:pt x="27937" y="90"/>
                  </a:lnTo>
                  <a:lnTo>
                    <a:pt x="29959" y="180"/>
                  </a:lnTo>
                  <a:lnTo>
                    <a:pt x="31935" y="315"/>
                  </a:lnTo>
                  <a:lnTo>
                    <a:pt x="33866" y="494"/>
                  </a:lnTo>
                  <a:lnTo>
                    <a:pt x="35753" y="719"/>
                  </a:lnTo>
                  <a:lnTo>
                    <a:pt x="37504" y="944"/>
                  </a:lnTo>
                  <a:lnTo>
                    <a:pt x="39211" y="1213"/>
                  </a:lnTo>
                  <a:lnTo>
                    <a:pt x="40783" y="1527"/>
                  </a:lnTo>
                  <a:lnTo>
                    <a:pt x="42265" y="1887"/>
                  </a:lnTo>
                  <a:lnTo>
                    <a:pt x="43568" y="2291"/>
                  </a:lnTo>
                  <a:lnTo>
                    <a:pt x="44736" y="2695"/>
                  </a:lnTo>
                  <a:lnTo>
                    <a:pt x="45724" y="3144"/>
                  </a:lnTo>
                  <a:lnTo>
                    <a:pt x="46173" y="3369"/>
                  </a:lnTo>
                  <a:lnTo>
                    <a:pt x="46532" y="3594"/>
                  </a:lnTo>
                  <a:lnTo>
                    <a:pt x="46892" y="3863"/>
                  </a:lnTo>
                  <a:lnTo>
                    <a:pt x="47161" y="4133"/>
                  </a:lnTo>
                  <a:lnTo>
                    <a:pt x="47386" y="4402"/>
                  </a:lnTo>
                  <a:lnTo>
                    <a:pt x="47565" y="4671"/>
                  </a:lnTo>
                  <a:lnTo>
                    <a:pt x="47565" y="4671"/>
                  </a:lnTo>
                  <a:lnTo>
                    <a:pt x="47700" y="5031"/>
                  </a:lnTo>
                  <a:lnTo>
                    <a:pt x="47790" y="5390"/>
                  </a:lnTo>
                  <a:lnTo>
                    <a:pt x="47790" y="5390"/>
                  </a:lnTo>
                  <a:lnTo>
                    <a:pt x="47745" y="5749"/>
                  </a:lnTo>
                  <a:lnTo>
                    <a:pt x="47610" y="6064"/>
                  </a:lnTo>
                  <a:lnTo>
                    <a:pt x="47386" y="6423"/>
                  </a:lnTo>
                  <a:lnTo>
                    <a:pt x="47071" y="6738"/>
                  </a:lnTo>
                  <a:lnTo>
                    <a:pt x="46712" y="7052"/>
                  </a:lnTo>
                  <a:lnTo>
                    <a:pt x="46218" y="7321"/>
                  </a:lnTo>
                  <a:lnTo>
                    <a:pt x="45724" y="7636"/>
                  </a:lnTo>
                  <a:lnTo>
                    <a:pt x="45095" y="7905"/>
                  </a:lnTo>
                  <a:lnTo>
                    <a:pt x="44466" y="8175"/>
                  </a:lnTo>
                  <a:lnTo>
                    <a:pt x="43747" y="8444"/>
                  </a:lnTo>
                  <a:lnTo>
                    <a:pt x="42939" y="8669"/>
                  </a:lnTo>
                  <a:lnTo>
                    <a:pt x="42131" y="8894"/>
                  </a:lnTo>
                  <a:lnTo>
                    <a:pt x="40289" y="9298"/>
                  </a:lnTo>
                  <a:lnTo>
                    <a:pt x="38313" y="970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61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61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h="4178" w="27175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1858" y="4178"/>
                  </a:lnTo>
                  <a:lnTo>
                    <a:pt x="15137" y="4178"/>
                  </a:lnTo>
                  <a:lnTo>
                    <a:pt x="16619" y="4088"/>
                  </a:lnTo>
                  <a:lnTo>
                    <a:pt x="17742" y="3998"/>
                  </a:lnTo>
                  <a:lnTo>
                    <a:pt x="18865" y="3908"/>
                  </a:lnTo>
                  <a:lnTo>
                    <a:pt x="19853" y="3774"/>
                  </a:lnTo>
                  <a:lnTo>
                    <a:pt x="20796" y="3594"/>
                  </a:lnTo>
                  <a:lnTo>
                    <a:pt x="22458" y="3279"/>
                  </a:lnTo>
                  <a:lnTo>
                    <a:pt x="23896" y="2875"/>
                  </a:lnTo>
                  <a:lnTo>
                    <a:pt x="25063" y="2516"/>
                  </a:lnTo>
                  <a:lnTo>
                    <a:pt x="25962" y="2157"/>
                  </a:lnTo>
                  <a:lnTo>
                    <a:pt x="26635" y="1842"/>
                  </a:lnTo>
                  <a:lnTo>
                    <a:pt x="27085" y="1573"/>
                  </a:lnTo>
                  <a:lnTo>
                    <a:pt x="27174" y="1528"/>
                  </a:lnTo>
                  <a:lnTo>
                    <a:pt x="27174" y="1"/>
                  </a:lnTo>
                  <a:lnTo>
                    <a:pt x="26905" y="90"/>
                  </a:lnTo>
                  <a:lnTo>
                    <a:pt x="25692" y="450"/>
                  </a:lnTo>
                  <a:lnTo>
                    <a:pt x="24435" y="764"/>
                  </a:lnTo>
                  <a:lnTo>
                    <a:pt x="23132" y="1079"/>
                  </a:lnTo>
                  <a:lnTo>
                    <a:pt x="21785" y="1303"/>
                  </a:lnTo>
                  <a:lnTo>
                    <a:pt x="20437" y="1528"/>
                  </a:lnTo>
                  <a:lnTo>
                    <a:pt x="19045" y="1707"/>
                  </a:lnTo>
                  <a:lnTo>
                    <a:pt x="17607" y="1842"/>
                  </a:lnTo>
                  <a:lnTo>
                    <a:pt x="16170" y="1932"/>
                  </a:lnTo>
                  <a:lnTo>
                    <a:pt x="14868" y="1977"/>
                  </a:lnTo>
                  <a:lnTo>
                    <a:pt x="12128" y="1977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B4A2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61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fill="none" h="4178" w="27175">
                  <a:moveTo>
                    <a:pt x="27174" y="1"/>
                  </a:moveTo>
                  <a:lnTo>
                    <a:pt x="27174" y="1528"/>
                  </a:lnTo>
                  <a:lnTo>
                    <a:pt x="27085" y="1573"/>
                  </a:lnTo>
                  <a:lnTo>
                    <a:pt x="27085" y="1573"/>
                  </a:lnTo>
                  <a:lnTo>
                    <a:pt x="26635" y="1842"/>
                  </a:lnTo>
                  <a:lnTo>
                    <a:pt x="25962" y="2157"/>
                  </a:lnTo>
                  <a:lnTo>
                    <a:pt x="25063" y="2516"/>
                  </a:lnTo>
                  <a:lnTo>
                    <a:pt x="23896" y="2875"/>
                  </a:lnTo>
                  <a:lnTo>
                    <a:pt x="22458" y="3279"/>
                  </a:lnTo>
                  <a:lnTo>
                    <a:pt x="20796" y="3594"/>
                  </a:lnTo>
                  <a:lnTo>
                    <a:pt x="19853" y="3774"/>
                  </a:lnTo>
                  <a:lnTo>
                    <a:pt x="18865" y="3908"/>
                  </a:lnTo>
                  <a:lnTo>
                    <a:pt x="17742" y="399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5137" y="4178"/>
                  </a:lnTo>
                  <a:lnTo>
                    <a:pt x="13610" y="4178"/>
                  </a:lnTo>
                  <a:lnTo>
                    <a:pt x="13610" y="4178"/>
                  </a:lnTo>
                  <a:lnTo>
                    <a:pt x="11858" y="4178"/>
                  </a:lnTo>
                  <a:lnTo>
                    <a:pt x="10241" y="4088"/>
                  </a:lnTo>
                  <a:lnTo>
                    <a:pt x="10241" y="4088"/>
                  </a:lnTo>
                  <a:lnTo>
                    <a:pt x="9163" y="3998"/>
                  </a:lnTo>
                  <a:lnTo>
                    <a:pt x="8085" y="3863"/>
                  </a:lnTo>
                  <a:lnTo>
                    <a:pt x="7097" y="3729"/>
                  </a:lnTo>
                  <a:lnTo>
                    <a:pt x="6199" y="3594"/>
                  </a:lnTo>
                  <a:lnTo>
                    <a:pt x="4582" y="3235"/>
                  </a:lnTo>
                  <a:lnTo>
                    <a:pt x="3235" y="2875"/>
                  </a:lnTo>
                  <a:lnTo>
                    <a:pt x="2067" y="2471"/>
                  </a:lnTo>
                  <a:lnTo>
                    <a:pt x="1213" y="2112"/>
                  </a:lnTo>
                  <a:lnTo>
                    <a:pt x="540" y="1842"/>
                  </a:lnTo>
                  <a:lnTo>
                    <a:pt x="91" y="1573"/>
                  </a:lnTo>
                  <a:lnTo>
                    <a:pt x="1" y="1528"/>
                  </a:lnTo>
                  <a:lnTo>
                    <a:pt x="1" y="1"/>
                  </a:lnTo>
                  <a:lnTo>
                    <a:pt x="270" y="90"/>
                  </a:lnTo>
                  <a:lnTo>
                    <a:pt x="270" y="90"/>
                  </a:lnTo>
                  <a:lnTo>
                    <a:pt x="1483" y="450"/>
                  </a:lnTo>
                  <a:lnTo>
                    <a:pt x="2696" y="764"/>
                  </a:lnTo>
                  <a:lnTo>
                    <a:pt x="3953" y="1034"/>
                  </a:lnTo>
                  <a:lnTo>
                    <a:pt x="5256" y="1303"/>
                  </a:lnTo>
                  <a:lnTo>
                    <a:pt x="6558" y="1483"/>
                  </a:lnTo>
                  <a:lnTo>
                    <a:pt x="7906" y="1663"/>
                  </a:lnTo>
                  <a:lnTo>
                    <a:pt x="9298" y="179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2128" y="1977"/>
                  </a:lnTo>
                  <a:lnTo>
                    <a:pt x="13610" y="1977"/>
                  </a:lnTo>
                  <a:lnTo>
                    <a:pt x="13610" y="1977"/>
                  </a:lnTo>
                  <a:lnTo>
                    <a:pt x="14868" y="1977"/>
                  </a:lnTo>
                  <a:lnTo>
                    <a:pt x="16170" y="1932"/>
                  </a:lnTo>
                  <a:lnTo>
                    <a:pt x="16170" y="1932"/>
                  </a:lnTo>
                  <a:lnTo>
                    <a:pt x="17607" y="1842"/>
                  </a:lnTo>
                  <a:lnTo>
                    <a:pt x="19045" y="1707"/>
                  </a:lnTo>
                  <a:lnTo>
                    <a:pt x="20437" y="1528"/>
                  </a:lnTo>
                  <a:lnTo>
                    <a:pt x="21785" y="1303"/>
                  </a:lnTo>
                  <a:lnTo>
                    <a:pt x="23132" y="1079"/>
                  </a:lnTo>
                  <a:lnTo>
                    <a:pt x="24435" y="764"/>
                  </a:lnTo>
                  <a:lnTo>
                    <a:pt x="25692" y="450"/>
                  </a:lnTo>
                  <a:lnTo>
                    <a:pt x="26905" y="90"/>
                  </a:lnTo>
                  <a:lnTo>
                    <a:pt x="2717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61"/>
            <p:cNvSpPr/>
            <p:nvPr/>
          </p:nvSpPr>
          <p:spPr>
            <a:xfrm>
              <a:off x="5661625" y="1809850"/>
              <a:ext cx="1164425" cy="134775"/>
            </a:xfrm>
            <a:custGeom>
              <a:rect b="b" l="l" r="r" t="t"/>
              <a:pathLst>
                <a:path extrusionOk="0" h="5391" w="46577">
                  <a:moveTo>
                    <a:pt x="23311" y="0"/>
                  </a:moveTo>
                  <a:lnTo>
                    <a:pt x="20930" y="45"/>
                  </a:lnTo>
                  <a:lnTo>
                    <a:pt x="18685" y="135"/>
                  </a:lnTo>
                  <a:lnTo>
                    <a:pt x="16439" y="225"/>
                  </a:lnTo>
                  <a:lnTo>
                    <a:pt x="14328" y="404"/>
                  </a:lnTo>
                  <a:lnTo>
                    <a:pt x="12307" y="629"/>
                  </a:lnTo>
                  <a:lnTo>
                    <a:pt x="10375" y="854"/>
                  </a:lnTo>
                  <a:lnTo>
                    <a:pt x="8579" y="1123"/>
                  </a:lnTo>
                  <a:lnTo>
                    <a:pt x="6917" y="1438"/>
                  </a:lnTo>
                  <a:lnTo>
                    <a:pt x="5390" y="1797"/>
                  </a:lnTo>
                  <a:lnTo>
                    <a:pt x="4042" y="2156"/>
                  </a:lnTo>
                  <a:lnTo>
                    <a:pt x="2875" y="2560"/>
                  </a:lnTo>
                  <a:lnTo>
                    <a:pt x="1886" y="2965"/>
                  </a:lnTo>
                  <a:lnTo>
                    <a:pt x="1437" y="3189"/>
                  </a:lnTo>
                  <a:lnTo>
                    <a:pt x="1078" y="3414"/>
                  </a:lnTo>
                  <a:lnTo>
                    <a:pt x="764" y="3638"/>
                  </a:lnTo>
                  <a:lnTo>
                    <a:pt x="494" y="3863"/>
                  </a:lnTo>
                  <a:lnTo>
                    <a:pt x="270" y="4087"/>
                  </a:lnTo>
                  <a:lnTo>
                    <a:pt x="135" y="4312"/>
                  </a:lnTo>
                  <a:lnTo>
                    <a:pt x="45" y="4537"/>
                  </a:lnTo>
                  <a:lnTo>
                    <a:pt x="0" y="4806"/>
                  </a:lnTo>
                  <a:lnTo>
                    <a:pt x="45" y="5031"/>
                  </a:lnTo>
                  <a:lnTo>
                    <a:pt x="135" y="5390"/>
                  </a:lnTo>
                  <a:lnTo>
                    <a:pt x="359" y="5121"/>
                  </a:lnTo>
                  <a:lnTo>
                    <a:pt x="674" y="4896"/>
                  </a:lnTo>
                  <a:lnTo>
                    <a:pt x="988" y="4626"/>
                  </a:lnTo>
                  <a:lnTo>
                    <a:pt x="1347" y="4402"/>
                  </a:lnTo>
                  <a:lnTo>
                    <a:pt x="1752" y="4132"/>
                  </a:lnTo>
                  <a:lnTo>
                    <a:pt x="2695" y="3728"/>
                  </a:lnTo>
                  <a:lnTo>
                    <a:pt x="3773" y="3324"/>
                  </a:lnTo>
                  <a:lnTo>
                    <a:pt x="5031" y="2920"/>
                  </a:lnTo>
                  <a:lnTo>
                    <a:pt x="6378" y="2605"/>
                  </a:lnTo>
                  <a:lnTo>
                    <a:pt x="7860" y="2291"/>
                  </a:lnTo>
                  <a:lnTo>
                    <a:pt x="9387" y="2021"/>
                  </a:lnTo>
                  <a:lnTo>
                    <a:pt x="11004" y="1797"/>
                  </a:lnTo>
                  <a:lnTo>
                    <a:pt x="12711" y="1617"/>
                  </a:lnTo>
                  <a:lnTo>
                    <a:pt x="14463" y="1438"/>
                  </a:lnTo>
                  <a:lnTo>
                    <a:pt x="16214" y="1303"/>
                  </a:lnTo>
                  <a:lnTo>
                    <a:pt x="18011" y="1168"/>
                  </a:lnTo>
                  <a:lnTo>
                    <a:pt x="19763" y="1123"/>
                  </a:lnTo>
                  <a:lnTo>
                    <a:pt x="21559" y="1078"/>
                  </a:lnTo>
                  <a:lnTo>
                    <a:pt x="23311" y="1033"/>
                  </a:lnTo>
                  <a:lnTo>
                    <a:pt x="25018" y="1078"/>
                  </a:lnTo>
                  <a:lnTo>
                    <a:pt x="26814" y="1123"/>
                  </a:lnTo>
                  <a:lnTo>
                    <a:pt x="28566" y="1168"/>
                  </a:lnTo>
                  <a:lnTo>
                    <a:pt x="30363" y="1303"/>
                  </a:lnTo>
                  <a:lnTo>
                    <a:pt x="32114" y="1438"/>
                  </a:lnTo>
                  <a:lnTo>
                    <a:pt x="33866" y="1617"/>
                  </a:lnTo>
                  <a:lnTo>
                    <a:pt x="35573" y="1797"/>
                  </a:lnTo>
                  <a:lnTo>
                    <a:pt x="37190" y="2021"/>
                  </a:lnTo>
                  <a:lnTo>
                    <a:pt x="38762" y="2291"/>
                  </a:lnTo>
                  <a:lnTo>
                    <a:pt x="40199" y="2605"/>
                  </a:lnTo>
                  <a:lnTo>
                    <a:pt x="41547" y="2920"/>
                  </a:lnTo>
                  <a:lnTo>
                    <a:pt x="42804" y="3324"/>
                  </a:lnTo>
                  <a:lnTo>
                    <a:pt x="43882" y="3728"/>
                  </a:lnTo>
                  <a:lnTo>
                    <a:pt x="44825" y="4132"/>
                  </a:lnTo>
                  <a:lnTo>
                    <a:pt x="45230" y="4402"/>
                  </a:lnTo>
                  <a:lnTo>
                    <a:pt x="45634" y="4626"/>
                  </a:lnTo>
                  <a:lnTo>
                    <a:pt x="45948" y="4896"/>
                  </a:lnTo>
                  <a:lnTo>
                    <a:pt x="46218" y="5121"/>
                  </a:lnTo>
                  <a:lnTo>
                    <a:pt x="46352" y="5300"/>
                  </a:lnTo>
                  <a:lnTo>
                    <a:pt x="46442" y="5390"/>
                  </a:lnTo>
                  <a:lnTo>
                    <a:pt x="46532" y="5031"/>
                  </a:lnTo>
                  <a:lnTo>
                    <a:pt x="46577" y="4986"/>
                  </a:lnTo>
                  <a:lnTo>
                    <a:pt x="46577" y="4806"/>
                  </a:lnTo>
                  <a:lnTo>
                    <a:pt x="46532" y="4537"/>
                  </a:lnTo>
                  <a:lnTo>
                    <a:pt x="46442" y="4312"/>
                  </a:lnTo>
                  <a:lnTo>
                    <a:pt x="46308" y="4087"/>
                  </a:lnTo>
                  <a:lnTo>
                    <a:pt x="46083" y="3863"/>
                  </a:lnTo>
                  <a:lnTo>
                    <a:pt x="45813" y="3638"/>
                  </a:lnTo>
                  <a:lnTo>
                    <a:pt x="45499" y="3414"/>
                  </a:lnTo>
                  <a:lnTo>
                    <a:pt x="45140" y="3189"/>
                  </a:lnTo>
                  <a:lnTo>
                    <a:pt x="44736" y="2965"/>
                  </a:lnTo>
                  <a:lnTo>
                    <a:pt x="43702" y="2560"/>
                  </a:lnTo>
                  <a:lnTo>
                    <a:pt x="42535" y="2156"/>
                  </a:lnTo>
                  <a:lnTo>
                    <a:pt x="41187" y="1797"/>
                  </a:lnTo>
                  <a:lnTo>
                    <a:pt x="39660" y="1438"/>
                  </a:lnTo>
                  <a:lnTo>
                    <a:pt x="37998" y="1123"/>
                  </a:lnTo>
                  <a:lnTo>
                    <a:pt x="36202" y="854"/>
                  </a:lnTo>
                  <a:lnTo>
                    <a:pt x="34270" y="629"/>
                  </a:lnTo>
                  <a:lnTo>
                    <a:pt x="32249" y="404"/>
                  </a:lnTo>
                  <a:lnTo>
                    <a:pt x="30138" y="225"/>
                  </a:lnTo>
                  <a:lnTo>
                    <a:pt x="27937" y="135"/>
                  </a:lnTo>
                  <a:lnTo>
                    <a:pt x="25647" y="45"/>
                  </a:lnTo>
                  <a:lnTo>
                    <a:pt x="23311" y="0"/>
                  </a:lnTo>
                  <a:close/>
                </a:path>
              </a:pathLst>
            </a:custGeom>
            <a:solidFill>
              <a:srgbClr val="62281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61"/>
            <p:cNvSpPr/>
            <p:nvPr/>
          </p:nvSpPr>
          <p:spPr>
            <a:xfrm>
              <a:off x="5661625" y="1809850"/>
              <a:ext cx="1164425" cy="134775"/>
            </a:xfrm>
            <a:custGeom>
              <a:rect b="b" l="l" r="r" t="t"/>
              <a:pathLst>
                <a:path extrusionOk="0" fill="none" h="5391" w="46577">
                  <a:moveTo>
                    <a:pt x="46577" y="4806"/>
                  </a:moveTo>
                  <a:lnTo>
                    <a:pt x="46577" y="4806"/>
                  </a:lnTo>
                  <a:lnTo>
                    <a:pt x="46577" y="4986"/>
                  </a:lnTo>
                  <a:lnTo>
                    <a:pt x="46577" y="4986"/>
                  </a:lnTo>
                  <a:lnTo>
                    <a:pt x="46532" y="5031"/>
                  </a:lnTo>
                  <a:lnTo>
                    <a:pt x="46442" y="5390"/>
                  </a:lnTo>
                  <a:lnTo>
                    <a:pt x="46352" y="5300"/>
                  </a:lnTo>
                  <a:lnTo>
                    <a:pt x="46218" y="5121"/>
                  </a:lnTo>
                  <a:lnTo>
                    <a:pt x="46218" y="5121"/>
                  </a:lnTo>
                  <a:lnTo>
                    <a:pt x="45948" y="4896"/>
                  </a:lnTo>
                  <a:lnTo>
                    <a:pt x="45634" y="4626"/>
                  </a:lnTo>
                  <a:lnTo>
                    <a:pt x="45230" y="4402"/>
                  </a:lnTo>
                  <a:lnTo>
                    <a:pt x="44825" y="4132"/>
                  </a:lnTo>
                  <a:lnTo>
                    <a:pt x="43882" y="3728"/>
                  </a:lnTo>
                  <a:lnTo>
                    <a:pt x="42804" y="3324"/>
                  </a:lnTo>
                  <a:lnTo>
                    <a:pt x="41547" y="2920"/>
                  </a:lnTo>
                  <a:lnTo>
                    <a:pt x="40199" y="2605"/>
                  </a:lnTo>
                  <a:lnTo>
                    <a:pt x="38762" y="2291"/>
                  </a:lnTo>
                  <a:lnTo>
                    <a:pt x="37190" y="2021"/>
                  </a:lnTo>
                  <a:lnTo>
                    <a:pt x="35573" y="1797"/>
                  </a:lnTo>
                  <a:lnTo>
                    <a:pt x="33866" y="1617"/>
                  </a:lnTo>
                  <a:lnTo>
                    <a:pt x="32114" y="1438"/>
                  </a:lnTo>
                  <a:lnTo>
                    <a:pt x="30363" y="1303"/>
                  </a:lnTo>
                  <a:lnTo>
                    <a:pt x="28566" y="1168"/>
                  </a:lnTo>
                  <a:lnTo>
                    <a:pt x="26814" y="1123"/>
                  </a:lnTo>
                  <a:lnTo>
                    <a:pt x="25018" y="1078"/>
                  </a:lnTo>
                  <a:lnTo>
                    <a:pt x="23311" y="1033"/>
                  </a:lnTo>
                  <a:lnTo>
                    <a:pt x="23311" y="1033"/>
                  </a:lnTo>
                  <a:lnTo>
                    <a:pt x="21559" y="1078"/>
                  </a:lnTo>
                  <a:lnTo>
                    <a:pt x="19763" y="1123"/>
                  </a:lnTo>
                  <a:lnTo>
                    <a:pt x="18011" y="1168"/>
                  </a:lnTo>
                  <a:lnTo>
                    <a:pt x="16214" y="1303"/>
                  </a:lnTo>
                  <a:lnTo>
                    <a:pt x="14463" y="1438"/>
                  </a:lnTo>
                  <a:lnTo>
                    <a:pt x="12711" y="1617"/>
                  </a:lnTo>
                  <a:lnTo>
                    <a:pt x="11004" y="1797"/>
                  </a:lnTo>
                  <a:lnTo>
                    <a:pt x="9387" y="2021"/>
                  </a:lnTo>
                  <a:lnTo>
                    <a:pt x="7860" y="2291"/>
                  </a:lnTo>
                  <a:lnTo>
                    <a:pt x="6378" y="2605"/>
                  </a:lnTo>
                  <a:lnTo>
                    <a:pt x="5031" y="2920"/>
                  </a:lnTo>
                  <a:lnTo>
                    <a:pt x="3773" y="3324"/>
                  </a:lnTo>
                  <a:lnTo>
                    <a:pt x="2695" y="3728"/>
                  </a:lnTo>
                  <a:lnTo>
                    <a:pt x="1752" y="4132"/>
                  </a:lnTo>
                  <a:lnTo>
                    <a:pt x="1347" y="4402"/>
                  </a:lnTo>
                  <a:lnTo>
                    <a:pt x="988" y="4626"/>
                  </a:lnTo>
                  <a:lnTo>
                    <a:pt x="674" y="4896"/>
                  </a:lnTo>
                  <a:lnTo>
                    <a:pt x="359" y="5121"/>
                  </a:lnTo>
                  <a:lnTo>
                    <a:pt x="135" y="5390"/>
                  </a:lnTo>
                  <a:lnTo>
                    <a:pt x="45" y="5031"/>
                  </a:lnTo>
                  <a:lnTo>
                    <a:pt x="45" y="5031"/>
                  </a:lnTo>
                  <a:lnTo>
                    <a:pt x="0" y="4806"/>
                  </a:lnTo>
                  <a:lnTo>
                    <a:pt x="0" y="4806"/>
                  </a:lnTo>
                  <a:lnTo>
                    <a:pt x="45" y="4537"/>
                  </a:lnTo>
                  <a:lnTo>
                    <a:pt x="135" y="4312"/>
                  </a:lnTo>
                  <a:lnTo>
                    <a:pt x="270" y="4087"/>
                  </a:lnTo>
                  <a:lnTo>
                    <a:pt x="494" y="3863"/>
                  </a:lnTo>
                  <a:lnTo>
                    <a:pt x="764" y="3638"/>
                  </a:lnTo>
                  <a:lnTo>
                    <a:pt x="1078" y="3414"/>
                  </a:lnTo>
                  <a:lnTo>
                    <a:pt x="1437" y="3189"/>
                  </a:lnTo>
                  <a:lnTo>
                    <a:pt x="1886" y="2965"/>
                  </a:lnTo>
                  <a:lnTo>
                    <a:pt x="2875" y="2560"/>
                  </a:lnTo>
                  <a:lnTo>
                    <a:pt x="4042" y="2156"/>
                  </a:lnTo>
                  <a:lnTo>
                    <a:pt x="5390" y="1797"/>
                  </a:lnTo>
                  <a:lnTo>
                    <a:pt x="6917" y="1438"/>
                  </a:lnTo>
                  <a:lnTo>
                    <a:pt x="8579" y="1123"/>
                  </a:lnTo>
                  <a:lnTo>
                    <a:pt x="10375" y="854"/>
                  </a:lnTo>
                  <a:lnTo>
                    <a:pt x="12307" y="629"/>
                  </a:lnTo>
                  <a:lnTo>
                    <a:pt x="14328" y="404"/>
                  </a:lnTo>
                  <a:lnTo>
                    <a:pt x="16439" y="225"/>
                  </a:lnTo>
                  <a:lnTo>
                    <a:pt x="18685" y="135"/>
                  </a:lnTo>
                  <a:lnTo>
                    <a:pt x="20930" y="45"/>
                  </a:lnTo>
                  <a:lnTo>
                    <a:pt x="23311" y="0"/>
                  </a:lnTo>
                  <a:lnTo>
                    <a:pt x="23311" y="0"/>
                  </a:lnTo>
                  <a:lnTo>
                    <a:pt x="25647" y="45"/>
                  </a:lnTo>
                  <a:lnTo>
                    <a:pt x="27937" y="135"/>
                  </a:lnTo>
                  <a:lnTo>
                    <a:pt x="30138" y="225"/>
                  </a:lnTo>
                  <a:lnTo>
                    <a:pt x="32249" y="404"/>
                  </a:lnTo>
                  <a:lnTo>
                    <a:pt x="34270" y="629"/>
                  </a:lnTo>
                  <a:lnTo>
                    <a:pt x="36202" y="854"/>
                  </a:lnTo>
                  <a:lnTo>
                    <a:pt x="37998" y="1123"/>
                  </a:lnTo>
                  <a:lnTo>
                    <a:pt x="39660" y="1438"/>
                  </a:lnTo>
                  <a:lnTo>
                    <a:pt x="41187" y="1797"/>
                  </a:lnTo>
                  <a:lnTo>
                    <a:pt x="42535" y="2156"/>
                  </a:lnTo>
                  <a:lnTo>
                    <a:pt x="43702" y="2560"/>
                  </a:lnTo>
                  <a:lnTo>
                    <a:pt x="44736" y="2965"/>
                  </a:lnTo>
                  <a:lnTo>
                    <a:pt x="45140" y="3189"/>
                  </a:lnTo>
                  <a:lnTo>
                    <a:pt x="45499" y="3414"/>
                  </a:lnTo>
                  <a:lnTo>
                    <a:pt x="45813" y="3638"/>
                  </a:lnTo>
                  <a:lnTo>
                    <a:pt x="46083" y="3863"/>
                  </a:lnTo>
                  <a:lnTo>
                    <a:pt x="46308" y="4087"/>
                  </a:lnTo>
                  <a:lnTo>
                    <a:pt x="46442" y="4312"/>
                  </a:lnTo>
                  <a:lnTo>
                    <a:pt x="46532" y="4537"/>
                  </a:lnTo>
                  <a:lnTo>
                    <a:pt x="46577" y="480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61"/>
            <p:cNvSpPr/>
            <p:nvPr/>
          </p:nvSpPr>
          <p:spPr>
            <a:xfrm>
              <a:off x="5676200" y="1851400"/>
              <a:ext cx="1135275" cy="197650"/>
            </a:xfrm>
            <a:custGeom>
              <a:rect b="b" l="l" r="r" t="t"/>
              <a:pathLst>
                <a:path extrusionOk="0" h="7906" w="45411">
                  <a:moveTo>
                    <a:pt x="20392" y="0"/>
                  </a:moveTo>
                  <a:lnTo>
                    <a:pt x="18147" y="90"/>
                  </a:lnTo>
                  <a:lnTo>
                    <a:pt x="16036" y="180"/>
                  </a:lnTo>
                  <a:lnTo>
                    <a:pt x="14059" y="359"/>
                  </a:lnTo>
                  <a:lnTo>
                    <a:pt x="12173" y="539"/>
                  </a:lnTo>
                  <a:lnTo>
                    <a:pt x="10421" y="764"/>
                  </a:lnTo>
                  <a:lnTo>
                    <a:pt x="8759" y="988"/>
                  </a:lnTo>
                  <a:lnTo>
                    <a:pt x="7232" y="1258"/>
                  </a:lnTo>
                  <a:lnTo>
                    <a:pt x="5840" y="1572"/>
                  </a:lnTo>
                  <a:lnTo>
                    <a:pt x="4582" y="1887"/>
                  </a:lnTo>
                  <a:lnTo>
                    <a:pt x="3504" y="2201"/>
                  </a:lnTo>
                  <a:lnTo>
                    <a:pt x="2516" y="2560"/>
                  </a:lnTo>
                  <a:lnTo>
                    <a:pt x="1663" y="2920"/>
                  </a:lnTo>
                  <a:lnTo>
                    <a:pt x="989" y="3279"/>
                  </a:lnTo>
                  <a:lnTo>
                    <a:pt x="495" y="3638"/>
                  </a:lnTo>
                  <a:lnTo>
                    <a:pt x="270" y="3818"/>
                  </a:lnTo>
                  <a:lnTo>
                    <a:pt x="136" y="3998"/>
                  </a:lnTo>
                  <a:lnTo>
                    <a:pt x="1" y="4177"/>
                  </a:lnTo>
                  <a:lnTo>
                    <a:pt x="136" y="4312"/>
                  </a:lnTo>
                  <a:lnTo>
                    <a:pt x="630" y="4626"/>
                  </a:lnTo>
                  <a:lnTo>
                    <a:pt x="1259" y="4941"/>
                  </a:lnTo>
                  <a:lnTo>
                    <a:pt x="2022" y="5255"/>
                  </a:lnTo>
                  <a:lnTo>
                    <a:pt x="2876" y="5614"/>
                  </a:lnTo>
                  <a:lnTo>
                    <a:pt x="3909" y="5884"/>
                  </a:lnTo>
                  <a:lnTo>
                    <a:pt x="5031" y="6198"/>
                  </a:lnTo>
                  <a:lnTo>
                    <a:pt x="6289" y="6468"/>
                  </a:lnTo>
                  <a:lnTo>
                    <a:pt x="7637" y="6737"/>
                  </a:lnTo>
                  <a:lnTo>
                    <a:pt x="9164" y="7007"/>
                  </a:lnTo>
                  <a:lnTo>
                    <a:pt x="10736" y="7231"/>
                  </a:lnTo>
                  <a:lnTo>
                    <a:pt x="12487" y="7411"/>
                  </a:lnTo>
                  <a:lnTo>
                    <a:pt x="14284" y="7591"/>
                  </a:lnTo>
                  <a:lnTo>
                    <a:pt x="16260" y="7725"/>
                  </a:lnTo>
                  <a:lnTo>
                    <a:pt x="18281" y="7815"/>
                  </a:lnTo>
                  <a:lnTo>
                    <a:pt x="20437" y="7860"/>
                  </a:lnTo>
                  <a:lnTo>
                    <a:pt x="22728" y="7905"/>
                  </a:lnTo>
                  <a:lnTo>
                    <a:pt x="24884" y="7860"/>
                  </a:lnTo>
                  <a:lnTo>
                    <a:pt x="26950" y="7815"/>
                  </a:lnTo>
                  <a:lnTo>
                    <a:pt x="28926" y="7725"/>
                  </a:lnTo>
                  <a:lnTo>
                    <a:pt x="30813" y="7591"/>
                  </a:lnTo>
                  <a:lnTo>
                    <a:pt x="32609" y="7456"/>
                  </a:lnTo>
                  <a:lnTo>
                    <a:pt x="34271" y="7276"/>
                  </a:lnTo>
                  <a:lnTo>
                    <a:pt x="35843" y="7052"/>
                  </a:lnTo>
                  <a:lnTo>
                    <a:pt x="37325" y="6827"/>
                  </a:lnTo>
                  <a:lnTo>
                    <a:pt x="38673" y="6558"/>
                  </a:lnTo>
                  <a:lnTo>
                    <a:pt x="39930" y="6288"/>
                  </a:lnTo>
                  <a:lnTo>
                    <a:pt x="41053" y="6019"/>
                  </a:lnTo>
                  <a:lnTo>
                    <a:pt x="42086" y="5749"/>
                  </a:lnTo>
                  <a:lnTo>
                    <a:pt x="42985" y="5435"/>
                  </a:lnTo>
                  <a:lnTo>
                    <a:pt x="43793" y="5120"/>
                  </a:lnTo>
                  <a:lnTo>
                    <a:pt x="44422" y="4806"/>
                  </a:lnTo>
                  <a:lnTo>
                    <a:pt x="44961" y="4492"/>
                  </a:lnTo>
                  <a:lnTo>
                    <a:pt x="45006" y="4492"/>
                  </a:lnTo>
                  <a:lnTo>
                    <a:pt x="45275" y="4312"/>
                  </a:lnTo>
                  <a:lnTo>
                    <a:pt x="45410" y="4177"/>
                  </a:lnTo>
                  <a:lnTo>
                    <a:pt x="45365" y="4132"/>
                  </a:lnTo>
                  <a:lnTo>
                    <a:pt x="45320" y="3998"/>
                  </a:lnTo>
                  <a:lnTo>
                    <a:pt x="45141" y="3818"/>
                  </a:lnTo>
                  <a:lnTo>
                    <a:pt x="44916" y="3638"/>
                  </a:lnTo>
                  <a:lnTo>
                    <a:pt x="44422" y="3279"/>
                  </a:lnTo>
                  <a:lnTo>
                    <a:pt x="43748" y="2920"/>
                  </a:lnTo>
                  <a:lnTo>
                    <a:pt x="42895" y="2560"/>
                  </a:lnTo>
                  <a:lnTo>
                    <a:pt x="41952" y="2201"/>
                  </a:lnTo>
                  <a:lnTo>
                    <a:pt x="40829" y="1887"/>
                  </a:lnTo>
                  <a:lnTo>
                    <a:pt x="39571" y="1572"/>
                  </a:lnTo>
                  <a:lnTo>
                    <a:pt x="38179" y="1258"/>
                  </a:lnTo>
                  <a:lnTo>
                    <a:pt x="36652" y="988"/>
                  </a:lnTo>
                  <a:lnTo>
                    <a:pt x="35035" y="764"/>
                  </a:lnTo>
                  <a:lnTo>
                    <a:pt x="33238" y="539"/>
                  </a:lnTo>
                  <a:lnTo>
                    <a:pt x="31352" y="359"/>
                  </a:lnTo>
                  <a:lnTo>
                    <a:pt x="29375" y="180"/>
                  </a:lnTo>
                  <a:lnTo>
                    <a:pt x="27264" y="90"/>
                  </a:lnTo>
                  <a:lnTo>
                    <a:pt x="25019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61"/>
            <p:cNvSpPr/>
            <p:nvPr/>
          </p:nvSpPr>
          <p:spPr>
            <a:xfrm>
              <a:off x="5676200" y="1851400"/>
              <a:ext cx="1135275" cy="197650"/>
            </a:xfrm>
            <a:custGeom>
              <a:rect b="b" l="l" r="r" t="t"/>
              <a:pathLst>
                <a:path extrusionOk="0" fill="none" h="7906" w="45411">
                  <a:moveTo>
                    <a:pt x="45410" y="4177"/>
                  </a:moveTo>
                  <a:lnTo>
                    <a:pt x="45275" y="4312"/>
                  </a:lnTo>
                  <a:lnTo>
                    <a:pt x="45275" y="4312"/>
                  </a:lnTo>
                  <a:lnTo>
                    <a:pt x="45006" y="4492"/>
                  </a:lnTo>
                  <a:lnTo>
                    <a:pt x="44961" y="4492"/>
                  </a:lnTo>
                  <a:lnTo>
                    <a:pt x="44961" y="4492"/>
                  </a:lnTo>
                  <a:lnTo>
                    <a:pt x="44422" y="4806"/>
                  </a:lnTo>
                  <a:lnTo>
                    <a:pt x="43793" y="5120"/>
                  </a:lnTo>
                  <a:lnTo>
                    <a:pt x="42985" y="5435"/>
                  </a:lnTo>
                  <a:lnTo>
                    <a:pt x="42086" y="5749"/>
                  </a:lnTo>
                  <a:lnTo>
                    <a:pt x="41053" y="6019"/>
                  </a:lnTo>
                  <a:lnTo>
                    <a:pt x="39930" y="6288"/>
                  </a:lnTo>
                  <a:lnTo>
                    <a:pt x="38673" y="6558"/>
                  </a:lnTo>
                  <a:lnTo>
                    <a:pt x="37325" y="6827"/>
                  </a:lnTo>
                  <a:lnTo>
                    <a:pt x="35843" y="7052"/>
                  </a:lnTo>
                  <a:lnTo>
                    <a:pt x="34271" y="7276"/>
                  </a:lnTo>
                  <a:lnTo>
                    <a:pt x="32609" y="7456"/>
                  </a:lnTo>
                  <a:lnTo>
                    <a:pt x="30813" y="7591"/>
                  </a:lnTo>
                  <a:lnTo>
                    <a:pt x="28926" y="7725"/>
                  </a:lnTo>
                  <a:lnTo>
                    <a:pt x="26950" y="7815"/>
                  </a:lnTo>
                  <a:lnTo>
                    <a:pt x="24884" y="7860"/>
                  </a:lnTo>
                  <a:lnTo>
                    <a:pt x="22728" y="7905"/>
                  </a:lnTo>
                  <a:lnTo>
                    <a:pt x="22728" y="7905"/>
                  </a:lnTo>
                  <a:lnTo>
                    <a:pt x="20437" y="7860"/>
                  </a:lnTo>
                  <a:lnTo>
                    <a:pt x="18281" y="7815"/>
                  </a:lnTo>
                  <a:lnTo>
                    <a:pt x="16260" y="7725"/>
                  </a:lnTo>
                  <a:lnTo>
                    <a:pt x="14284" y="7591"/>
                  </a:lnTo>
                  <a:lnTo>
                    <a:pt x="12487" y="7411"/>
                  </a:lnTo>
                  <a:lnTo>
                    <a:pt x="10736" y="7231"/>
                  </a:lnTo>
                  <a:lnTo>
                    <a:pt x="9164" y="7007"/>
                  </a:lnTo>
                  <a:lnTo>
                    <a:pt x="7637" y="6737"/>
                  </a:lnTo>
                  <a:lnTo>
                    <a:pt x="6289" y="6468"/>
                  </a:lnTo>
                  <a:lnTo>
                    <a:pt x="5031" y="6198"/>
                  </a:lnTo>
                  <a:lnTo>
                    <a:pt x="3909" y="5884"/>
                  </a:lnTo>
                  <a:lnTo>
                    <a:pt x="2876" y="5614"/>
                  </a:lnTo>
                  <a:lnTo>
                    <a:pt x="2022" y="5255"/>
                  </a:lnTo>
                  <a:lnTo>
                    <a:pt x="1259" y="4941"/>
                  </a:lnTo>
                  <a:lnTo>
                    <a:pt x="630" y="4626"/>
                  </a:lnTo>
                  <a:lnTo>
                    <a:pt x="136" y="4312"/>
                  </a:lnTo>
                  <a:lnTo>
                    <a:pt x="1" y="4177"/>
                  </a:lnTo>
                  <a:lnTo>
                    <a:pt x="136" y="3998"/>
                  </a:lnTo>
                  <a:lnTo>
                    <a:pt x="136" y="3998"/>
                  </a:lnTo>
                  <a:lnTo>
                    <a:pt x="270" y="3818"/>
                  </a:lnTo>
                  <a:lnTo>
                    <a:pt x="495" y="3638"/>
                  </a:lnTo>
                  <a:lnTo>
                    <a:pt x="989" y="3279"/>
                  </a:lnTo>
                  <a:lnTo>
                    <a:pt x="1663" y="2920"/>
                  </a:lnTo>
                  <a:lnTo>
                    <a:pt x="2516" y="2560"/>
                  </a:lnTo>
                  <a:lnTo>
                    <a:pt x="3504" y="2201"/>
                  </a:lnTo>
                  <a:lnTo>
                    <a:pt x="4582" y="1887"/>
                  </a:lnTo>
                  <a:lnTo>
                    <a:pt x="5840" y="1572"/>
                  </a:lnTo>
                  <a:lnTo>
                    <a:pt x="7232" y="1258"/>
                  </a:lnTo>
                  <a:lnTo>
                    <a:pt x="8759" y="988"/>
                  </a:lnTo>
                  <a:lnTo>
                    <a:pt x="10421" y="764"/>
                  </a:lnTo>
                  <a:lnTo>
                    <a:pt x="12173" y="539"/>
                  </a:lnTo>
                  <a:lnTo>
                    <a:pt x="14059" y="359"/>
                  </a:lnTo>
                  <a:lnTo>
                    <a:pt x="16036" y="180"/>
                  </a:lnTo>
                  <a:lnTo>
                    <a:pt x="18147" y="90"/>
                  </a:lnTo>
                  <a:lnTo>
                    <a:pt x="20392" y="0"/>
                  </a:lnTo>
                  <a:lnTo>
                    <a:pt x="22728" y="0"/>
                  </a:lnTo>
                  <a:lnTo>
                    <a:pt x="22728" y="0"/>
                  </a:lnTo>
                  <a:lnTo>
                    <a:pt x="25019" y="0"/>
                  </a:lnTo>
                  <a:lnTo>
                    <a:pt x="27264" y="90"/>
                  </a:lnTo>
                  <a:lnTo>
                    <a:pt x="29375" y="180"/>
                  </a:lnTo>
                  <a:lnTo>
                    <a:pt x="31352" y="359"/>
                  </a:lnTo>
                  <a:lnTo>
                    <a:pt x="33238" y="539"/>
                  </a:lnTo>
                  <a:lnTo>
                    <a:pt x="35035" y="764"/>
                  </a:lnTo>
                  <a:lnTo>
                    <a:pt x="36652" y="988"/>
                  </a:lnTo>
                  <a:lnTo>
                    <a:pt x="38179" y="1258"/>
                  </a:lnTo>
                  <a:lnTo>
                    <a:pt x="39571" y="1572"/>
                  </a:lnTo>
                  <a:lnTo>
                    <a:pt x="40829" y="1887"/>
                  </a:lnTo>
                  <a:lnTo>
                    <a:pt x="41952" y="2201"/>
                  </a:lnTo>
                  <a:lnTo>
                    <a:pt x="42895" y="2560"/>
                  </a:lnTo>
                  <a:lnTo>
                    <a:pt x="43748" y="2920"/>
                  </a:lnTo>
                  <a:lnTo>
                    <a:pt x="44422" y="3279"/>
                  </a:lnTo>
                  <a:lnTo>
                    <a:pt x="44916" y="3638"/>
                  </a:lnTo>
                  <a:lnTo>
                    <a:pt x="45141" y="3818"/>
                  </a:lnTo>
                  <a:lnTo>
                    <a:pt x="45320" y="3998"/>
                  </a:lnTo>
                  <a:lnTo>
                    <a:pt x="45365" y="4132"/>
                  </a:lnTo>
                  <a:lnTo>
                    <a:pt x="45410" y="417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61"/>
            <p:cNvSpPr/>
            <p:nvPr/>
          </p:nvSpPr>
          <p:spPr>
            <a:xfrm>
              <a:off x="5366300" y="1961425"/>
              <a:ext cx="1755075" cy="2072875"/>
            </a:xfrm>
            <a:custGeom>
              <a:rect b="b" l="l" r="r" t="t"/>
              <a:pathLst>
                <a:path extrusionOk="0" h="82915" w="70203">
                  <a:moveTo>
                    <a:pt x="11858" y="7367"/>
                  </a:moveTo>
                  <a:lnTo>
                    <a:pt x="11903" y="7457"/>
                  </a:lnTo>
                  <a:lnTo>
                    <a:pt x="11409" y="10825"/>
                  </a:lnTo>
                  <a:lnTo>
                    <a:pt x="11364" y="10870"/>
                  </a:lnTo>
                  <a:lnTo>
                    <a:pt x="11319" y="10825"/>
                  </a:lnTo>
                  <a:lnTo>
                    <a:pt x="11813" y="7412"/>
                  </a:lnTo>
                  <a:lnTo>
                    <a:pt x="11858" y="7367"/>
                  </a:lnTo>
                  <a:close/>
                  <a:moveTo>
                    <a:pt x="56414" y="8535"/>
                  </a:moveTo>
                  <a:lnTo>
                    <a:pt x="56459" y="8580"/>
                  </a:lnTo>
                  <a:lnTo>
                    <a:pt x="57132" y="11948"/>
                  </a:lnTo>
                  <a:lnTo>
                    <a:pt x="57087" y="12038"/>
                  </a:lnTo>
                  <a:lnTo>
                    <a:pt x="57043" y="12218"/>
                  </a:lnTo>
                  <a:lnTo>
                    <a:pt x="56998" y="11993"/>
                  </a:lnTo>
                  <a:lnTo>
                    <a:pt x="56369" y="8580"/>
                  </a:lnTo>
                  <a:lnTo>
                    <a:pt x="56414" y="8535"/>
                  </a:lnTo>
                  <a:close/>
                  <a:moveTo>
                    <a:pt x="40065" y="11903"/>
                  </a:moveTo>
                  <a:lnTo>
                    <a:pt x="40110" y="11948"/>
                  </a:lnTo>
                  <a:lnTo>
                    <a:pt x="40110" y="13610"/>
                  </a:lnTo>
                  <a:lnTo>
                    <a:pt x="40065" y="13655"/>
                  </a:lnTo>
                  <a:lnTo>
                    <a:pt x="40020" y="13610"/>
                  </a:lnTo>
                  <a:lnTo>
                    <a:pt x="40020" y="11948"/>
                  </a:lnTo>
                  <a:lnTo>
                    <a:pt x="40065" y="11903"/>
                  </a:lnTo>
                  <a:close/>
                  <a:moveTo>
                    <a:pt x="30677" y="11589"/>
                  </a:moveTo>
                  <a:lnTo>
                    <a:pt x="30722" y="11634"/>
                  </a:lnTo>
                  <a:lnTo>
                    <a:pt x="30722" y="14419"/>
                  </a:lnTo>
                  <a:lnTo>
                    <a:pt x="30677" y="14419"/>
                  </a:lnTo>
                  <a:lnTo>
                    <a:pt x="30632" y="14463"/>
                  </a:lnTo>
                  <a:lnTo>
                    <a:pt x="30632" y="14419"/>
                  </a:lnTo>
                  <a:lnTo>
                    <a:pt x="30588" y="14419"/>
                  </a:lnTo>
                  <a:lnTo>
                    <a:pt x="30588" y="11634"/>
                  </a:lnTo>
                  <a:lnTo>
                    <a:pt x="30632" y="11589"/>
                  </a:lnTo>
                  <a:close/>
                  <a:moveTo>
                    <a:pt x="8804" y="6558"/>
                  </a:moveTo>
                  <a:lnTo>
                    <a:pt x="8849" y="6648"/>
                  </a:lnTo>
                  <a:lnTo>
                    <a:pt x="7501" y="15856"/>
                  </a:lnTo>
                  <a:lnTo>
                    <a:pt x="7411" y="15901"/>
                  </a:lnTo>
                  <a:lnTo>
                    <a:pt x="7366" y="15856"/>
                  </a:lnTo>
                  <a:lnTo>
                    <a:pt x="8714" y="6603"/>
                  </a:lnTo>
                  <a:lnTo>
                    <a:pt x="8759" y="6558"/>
                  </a:lnTo>
                  <a:close/>
                  <a:moveTo>
                    <a:pt x="34585" y="10152"/>
                  </a:moveTo>
                  <a:lnTo>
                    <a:pt x="34585" y="10196"/>
                  </a:lnTo>
                  <a:lnTo>
                    <a:pt x="34585" y="18281"/>
                  </a:lnTo>
                  <a:lnTo>
                    <a:pt x="34585" y="18326"/>
                  </a:lnTo>
                  <a:lnTo>
                    <a:pt x="34495" y="18326"/>
                  </a:lnTo>
                  <a:lnTo>
                    <a:pt x="34495" y="18281"/>
                  </a:lnTo>
                  <a:lnTo>
                    <a:pt x="34495" y="10196"/>
                  </a:lnTo>
                  <a:lnTo>
                    <a:pt x="34495" y="10152"/>
                  </a:lnTo>
                  <a:close/>
                  <a:moveTo>
                    <a:pt x="59693" y="6738"/>
                  </a:moveTo>
                  <a:lnTo>
                    <a:pt x="59737" y="6783"/>
                  </a:lnTo>
                  <a:lnTo>
                    <a:pt x="60142" y="8265"/>
                  </a:lnTo>
                  <a:lnTo>
                    <a:pt x="60546" y="9747"/>
                  </a:lnTo>
                  <a:lnTo>
                    <a:pt x="60905" y="11274"/>
                  </a:lnTo>
                  <a:lnTo>
                    <a:pt x="61220" y="12802"/>
                  </a:lnTo>
                  <a:lnTo>
                    <a:pt x="61489" y="14329"/>
                  </a:lnTo>
                  <a:lnTo>
                    <a:pt x="61759" y="15856"/>
                  </a:lnTo>
                  <a:lnTo>
                    <a:pt x="61983" y="17383"/>
                  </a:lnTo>
                  <a:lnTo>
                    <a:pt x="62163" y="18910"/>
                  </a:lnTo>
                  <a:lnTo>
                    <a:pt x="62163" y="18955"/>
                  </a:lnTo>
                  <a:lnTo>
                    <a:pt x="62118" y="19000"/>
                  </a:lnTo>
                  <a:lnTo>
                    <a:pt x="62073" y="18955"/>
                  </a:lnTo>
                  <a:lnTo>
                    <a:pt x="61893" y="17383"/>
                  </a:lnTo>
                  <a:lnTo>
                    <a:pt x="61669" y="15856"/>
                  </a:lnTo>
                  <a:lnTo>
                    <a:pt x="61399" y="14329"/>
                  </a:lnTo>
                  <a:lnTo>
                    <a:pt x="61130" y="12802"/>
                  </a:lnTo>
                  <a:lnTo>
                    <a:pt x="60771" y="11274"/>
                  </a:lnTo>
                  <a:lnTo>
                    <a:pt x="60456" y="9792"/>
                  </a:lnTo>
                  <a:lnTo>
                    <a:pt x="60052" y="8265"/>
                  </a:lnTo>
                  <a:lnTo>
                    <a:pt x="59648" y="6783"/>
                  </a:lnTo>
                  <a:lnTo>
                    <a:pt x="59648" y="6738"/>
                  </a:lnTo>
                  <a:close/>
                  <a:moveTo>
                    <a:pt x="62073" y="5301"/>
                  </a:moveTo>
                  <a:lnTo>
                    <a:pt x="62837" y="8490"/>
                  </a:lnTo>
                  <a:lnTo>
                    <a:pt x="63510" y="11634"/>
                  </a:lnTo>
                  <a:lnTo>
                    <a:pt x="64094" y="14823"/>
                  </a:lnTo>
                  <a:lnTo>
                    <a:pt x="64588" y="18012"/>
                  </a:lnTo>
                  <a:lnTo>
                    <a:pt x="65037" y="21246"/>
                  </a:lnTo>
                  <a:lnTo>
                    <a:pt x="65352" y="24479"/>
                  </a:lnTo>
                  <a:lnTo>
                    <a:pt x="65621" y="27668"/>
                  </a:lnTo>
                  <a:lnTo>
                    <a:pt x="65801" y="30902"/>
                  </a:lnTo>
                  <a:lnTo>
                    <a:pt x="65756" y="30947"/>
                  </a:lnTo>
                  <a:lnTo>
                    <a:pt x="65711" y="30992"/>
                  </a:lnTo>
                  <a:lnTo>
                    <a:pt x="65711" y="30947"/>
                  </a:lnTo>
                  <a:lnTo>
                    <a:pt x="65666" y="30947"/>
                  </a:lnTo>
                  <a:lnTo>
                    <a:pt x="65532" y="27713"/>
                  </a:lnTo>
                  <a:lnTo>
                    <a:pt x="65262" y="24479"/>
                  </a:lnTo>
                  <a:lnTo>
                    <a:pt x="64948" y="21246"/>
                  </a:lnTo>
                  <a:lnTo>
                    <a:pt x="64498" y="18057"/>
                  </a:lnTo>
                  <a:lnTo>
                    <a:pt x="64004" y="14823"/>
                  </a:lnTo>
                  <a:lnTo>
                    <a:pt x="63421" y="11679"/>
                  </a:lnTo>
                  <a:lnTo>
                    <a:pt x="62747" y="8490"/>
                  </a:lnTo>
                  <a:lnTo>
                    <a:pt x="61983" y="5346"/>
                  </a:lnTo>
                  <a:lnTo>
                    <a:pt x="61983" y="5301"/>
                  </a:lnTo>
                  <a:close/>
                  <a:moveTo>
                    <a:pt x="12307" y="50934"/>
                  </a:moveTo>
                  <a:lnTo>
                    <a:pt x="12352" y="51114"/>
                  </a:lnTo>
                  <a:lnTo>
                    <a:pt x="12397" y="51204"/>
                  </a:lnTo>
                  <a:lnTo>
                    <a:pt x="12352" y="52012"/>
                  </a:lnTo>
                  <a:lnTo>
                    <a:pt x="12352" y="52821"/>
                  </a:lnTo>
                  <a:lnTo>
                    <a:pt x="12397" y="53629"/>
                  </a:lnTo>
                  <a:lnTo>
                    <a:pt x="12487" y="54438"/>
                  </a:lnTo>
                  <a:lnTo>
                    <a:pt x="12622" y="55291"/>
                  </a:lnTo>
                  <a:lnTo>
                    <a:pt x="12801" y="56100"/>
                  </a:lnTo>
                  <a:lnTo>
                    <a:pt x="13026" y="56863"/>
                  </a:lnTo>
                  <a:lnTo>
                    <a:pt x="13295" y="57672"/>
                  </a:lnTo>
                  <a:lnTo>
                    <a:pt x="13565" y="58435"/>
                  </a:lnTo>
                  <a:lnTo>
                    <a:pt x="13879" y="59199"/>
                  </a:lnTo>
                  <a:lnTo>
                    <a:pt x="14283" y="59917"/>
                  </a:lnTo>
                  <a:lnTo>
                    <a:pt x="14643" y="60636"/>
                  </a:lnTo>
                  <a:lnTo>
                    <a:pt x="15092" y="61355"/>
                  </a:lnTo>
                  <a:lnTo>
                    <a:pt x="15586" y="62029"/>
                  </a:lnTo>
                  <a:lnTo>
                    <a:pt x="16080" y="62657"/>
                  </a:lnTo>
                  <a:lnTo>
                    <a:pt x="16619" y="63286"/>
                  </a:lnTo>
                  <a:lnTo>
                    <a:pt x="16619" y="63331"/>
                  </a:lnTo>
                  <a:lnTo>
                    <a:pt x="16574" y="63376"/>
                  </a:lnTo>
                  <a:lnTo>
                    <a:pt x="16529" y="63376"/>
                  </a:lnTo>
                  <a:lnTo>
                    <a:pt x="15990" y="62747"/>
                  </a:lnTo>
                  <a:lnTo>
                    <a:pt x="15496" y="62073"/>
                  </a:lnTo>
                  <a:lnTo>
                    <a:pt x="15002" y="61400"/>
                  </a:lnTo>
                  <a:lnTo>
                    <a:pt x="14553" y="60726"/>
                  </a:lnTo>
                  <a:lnTo>
                    <a:pt x="14194" y="59962"/>
                  </a:lnTo>
                  <a:lnTo>
                    <a:pt x="13789" y="59244"/>
                  </a:lnTo>
                  <a:lnTo>
                    <a:pt x="13475" y="58480"/>
                  </a:lnTo>
                  <a:lnTo>
                    <a:pt x="13205" y="57717"/>
                  </a:lnTo>
                  <a:lnTo>
                    <a:pt x="12936" y="56908"/>
                  </a:lnTo>
                  <a:lnTo>
                    <a:pt x="12711" y="56100"/>
                  </a:lnTo>
                  <a:lnTo>
                    <a:pt x="12532" y="55291"/>
                  </a:lnTo>
                  <a:lnTo>
                    <a:pt x="12397" y="54483"/>
                  </a:lnTo>
                  <a:lnTo>
                    <a:pt x="12307" y="53629"/>
                  </a:lnTo>
                  <a:lnTo>
                    <a:pt x="12262" y="52821"/>
                  </a:lnTo>
                  <a:lnTo>
                    <a:pt x="12262" y="52012"/>
                  </a:lnTo>
                  <a:lnTo>
                    <a:pt x="12262" y="51159"/>
                  </a:lnTo>
                  <a:lnTo>
                    <a:pt x="12307" y="51114"/>
                  </a:lnTo>
                  <a:lnTo>
                    <a:pt x="12307" y="50934"/>
                  </a:lnTo>
                  <a:close/>
                  <a:moveTo>
                    <a:pt x="60142" y="60052"/>
                  </a:moveTo>
                  <a:lnTo>
                    <a:pt x="60187" y="60097"/>
                  </a:lnTo>
                  <a:lnTo>
                    <a:pt x="60142" y="60816"/>
                  </a:lnTo>
                  <a:lnTo>
                    <a:pt x="60052" y="61534"/>
                  </a:lnTo>
                  <a:lnTo>
                    <a:pt x="59962" y="62253"/>
                  </a:lnTo>
                  <a:lnTo>
                    <a:pt x="59782" y="62972"/>
                  </a:lnTo>
                  <a:lnTo>
                    <a:pt x="59603" y="63645"/>
                  </a:lnTo>
                  <a:lnTo>
                    <a:pt x="59333" y="64364"/>
                  </a:lnTo>
                  <a:lnTo>
                    <a:pt x="59064" y="64993"/>
                  </a:lnTo>
                  <a:lnTo>
                    <a:pt x="58749" y="65667"/>
                  </a:lnTo>
                  <a:lnTo>
                    <a:pt x="58390" y="66295"/>
                  </a:lnTo>
                  <a:lnTo>
                    <a:pt x="57986" y="66924"/>
                  </a:lnTo>
                  <a:lnTo>
                    <a:pt x="57582" y="67508"/>
                  </a:lnTo>
                  <a:lnTo>
                    <a:pt x="57132" y="68047"/>
                  </a:lnTo>
                  <a:lnTo>
                    <a:pt x="56638" y="68586"/>
                  </a:lnTo>
                  <a:lnTo>
                    <a:pt x="56099" y="69125"/>
                  </a:lnTo>
                  <a:lnTo>
                    <a:pt x="55560" y="69574"/>
                  </a:lnTo>
                  <a:lnTo>
                    <a:pt x="54976" y="70023"/>
                  </a:lnTo>
                  <a:lnTo>
                    <a:pt x="55111" y="70203"/>
                  </a:lnTo>
                  <a:lnTo>
                    <a:pt x="54932" y="70023"/>
                  </a:lnTo>
                  <a:lnTo>
                    <a:pt x="54932" y="69934"/>
                  </a:lnTo>
                  <a:lnTo>
                    <a:pt x="55515" y="69529"/>
                  </a:lnTo>
                  <a:lnTo>
                    <a:pt x="56054" y="69035"/>
                  </a:lnTo>
                  <a:lnTo>
                    <a:pt x="56549" y="68541"/>
                  </a:lnTo>
                  <a:lnTo>
                    <a:pt x="57043" y="68002"/>
                  </a:lnTo>
                  <a:lnTo>
                    <a:pt x="57492" y="67463"/>
                  </a:lnTo>
                  <a:lnTo>
                    <a:pt x="57896" y="66879"/>
                  </a:lnTo>
                  <a:lnTo>
                    <a:pt x="58300" y="66251"/>
                  </a:lnTo>
                  <a:lnTo>
                    <a:pt x="58660" y="65622"/>
                  </a:lnTo>
                  <a:lnTo>
                    <a:pt x="58974" y="64993"/>
                  </a:lnTo>
                  <a:lnTo>
                    <a:pt x="59243" y="64319"/>
                  </a:lnTo>
                  <a:lnTo>
                    <a:pt x="59468" y="63645"/>
                  </a:lnTo>
                  <a:lnTo>
                    <a:pt x="59693" y="62927"/>
                  </a:lnTo>
                  <a:lnTo>
                    <a:pt x="59827" y="62253"/>
                  </a:lnTo>
                  <a:lnTo>
                    <a:pt x="59962" y="61534"/>
                  </a:lnTo>
                  <a:lnTo>
                    <a:pt x="60052" y="60816"/>
                  </a:lnTo>
                  <a:lnTo>
                    <a:pt x="60097" y="60097"/>
                  </a:lnTo>
                  <a:lnTo>
                    <a:pt x="60142" y="60052"/>
                  </a:lnTo>
                  <a:close/>
                  <a:moveTo>
                    <a:pt x="8804" y="44691"/>
                  </a:move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6619" y="68721"/>
                  </a:lnTo>
                  <a:lnTo>
                    <a:pt x="17517" y="69529"/>
                  </a:lnTo>
                  <a:lnTo>
                    <a:pt x="18460" y="70293"/>
                  </a:lnTo>
                  <a:lnTo>
                    <a:pt x="19449" y="70967"/>
                  </a:lnTo>
                  <a:lnTo>
                    <a:pt x="19449" y="71056"/>
                  </a:lnTo>
                  <a:lnTo>
                    <a:pt x="19404" y="71056"/>
                  </a:lnTo>
                  <a:lnTo>
                    <a:pt x="18460" y="70428"/>
                  </a:lnTo>
                  <a:lnTo>
                    <a:pt x="17607" y="69709"/>
                  </a:lnTo>
                  <a:lnTo>
                    <a:pt x="16754" y="68990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691"/>
                  </a:lnTo>
                  <a:close/>
                  <a:moveTo>
                    <a:pt x="65172" y="54393"/>
                  </a:moveTo>
                  <a:lnTo>
                    <a:pt x="65217" y="54438"/>
                  </a:lnTo>
                  <a:lnTo>
                    <a:pt x="65082" y="56100"/>
                  </a:lnTo>
                  <a:lnTo>
                    <a:pt x="64858" y="57717"/>
                  </a:lnTo>
                  <a:lnTo>
                    <a:pt x="64498" y="59379"/>
                  </a:lnTo>
                  <a:lnTo>
                    <a:pt x="64049" y="60951"/>
                  </a:lnTo>
                  <a:lnTo>
                    <a:pt x="63510" y="62523"/>
                  </a:lnTo>
                  <a:lnTo>
                    <a:pt x="62882" y="64050"/>
                  </a:lnTo>
                  <a:lnTo>
                    <a:pt x="62163" y="65577"/>
                  </a:lnTo>
                  <a:lnTo>
                    <a:pt x="61354" y="67014"/>
                  </a:lnTo>
                  <a:lnTo>
                    <a:pt x="60456" y="68406"/>
                  </a:lnTo>
                  <a:lnTo>
                    <a:pt x="59468" y="69754"/>
                  </a:lnTo>
                  <a:lnTo>
                    <a:pt x="58435" y="71056"/>
                  </a:lnTo>
                  <a:lnTo>
                    <a:pt x="57312" y="72269"/>
                  </a:lnTo>
                  <a:lnTo>
                    <a:pt x="56099" y="73437"/>
                  </a:lnTo>
                  <a:lnTo>
                    <a:pt x="54842" y="74515"/>
                  </a:lnTo>
                  <a:lnTo>
                    <a:pt x="53494" y="75503"/>
                  </a:lnTo>
                  <a:lnTo>
                    <a:pt x="52102" y="76401"/>
                  </a:lnTo>
                  <a:lnTo>
                    <a:pt x="52057" y="76401"/>
                  </a:lnTo>
                  <a:lnTo>
                    <a:pt x="52057" y="76312"/>
                  </a:lnTo>
                  <a:lnTo>
                    <a:pt x="53449" y="75413"/>
                  </a:lnTo>
                  <a:lnTo>
                    <a:pt x="54752" y="74425"/>
                  </a:lnTo>
                  <a:lnTo>
                    <a:pt x="56054" y="73347"/>
                  </a:lnTo>
                  <a:lnTo>
                    <a:pt x="57222" y="72179"/>
                  </a:lnTo>
                  <a:lnTo>
                    <a:pt x="58345" y="70967"/>
                  </a:lnTo>
                  <a:lnTo>
                    <a:pt x="59378" y="69709"/>
                  </a:lnTo>
                  <a:lnTo>
                    <a:pt x="60366" y="68362"/>
                  </a:lnTo>
                  <a:lnTo>
                    <a:pt x="61265" y="66969"/>
                  </a:lnTo>
                  <a:lnTo>
                    <a:pt x="62073" y="65532"/>
                  </a:lnTo>
                  <a:lnTo>
                    <a:pt x="62792" y="64005"/>
                  </a:lnTo>
                  <a:lnTo>
                    <a:pt x="63421" y="62478"/>
                  </a:lnTo>
                  <a:lnTo>
                    <a:pt x="63960" y="60951"/>
                  </a:lnTo>
                  <a:lnTo>
                    <a:pt x="64409" y="59334"/>
                  </a:lnTo>
                  <a:lnTo>
                    <a:pt x="64723" y="57717"/>
                  </a:lnTo>
                  <a:lnTo>
                    <a:pt x="64993" y="56100"/>
                  </a:lnTo>
                  <a:lnTo>
                    <a:pt x="65127" y="54438"/>
                  </a:lnTo>
                  <a:lnTo>
                    <a:pt x="65172" y="54393"/>
                  </a:lnTo>
                  <a:close/>
                  <a:moveTo>
                    <a:pt x="5121" y="37999"/>
                  </a:moveTo>
                  <a:lnTo>
                    <a:pt x="5166" y="38044"/>
                  </a:lnTo>
                  <a:lnTo>
                    <a:pt x="5166" y="38089"/>
                  </a:lnTo>
                  <a:lnTo>
                    <a:pt x="4896" y="39571"/>
                  </a:lnTo>
                  <a:lnTo>
                    <a:pt x="4672" y="41053"/>
                  </a:lnTo>
                  <a:lnTo>
                    <a:pt x="4537" y="42535"/>
                  </a:lnTo>
                  <a:lnTo>
                    <a:pt x="4402" y="44018"/>
                  </a:lnTo>
                  <a:lnTo>
                    <a:pt x="4357" y="45500"/>
                  </a:lnTo>
                  <a:lnTo>
                    <a:pt x="4312" y="46937"/>
                  </a:lnTo>
                  <a:lnTo>
                    <a:pt x="4357" y="48419"/>
                  </a:lnTo>
                  <a:lnTo>
                    <a:pt x="4447" y="49857"/>
                  </a:lnTo>
                  <a:lnTo>
                    <a:pt x="4582" y="51249"/>
                  </a:lnTo>
                  <a:lnTo>
                    <a:pt x="4806" y="52686"/>
                  </a:lnTo>
                  <a:lnTo>
                    <a:pt x="5031" y="54079"/>
                  </a:lnTo>
                  <a:lnTo>
                    <a:pt x="5300" y="55426"/>
                  </a:lnTo>
                  <a:lnTo>
                    <a:pt x="5660" y="56773"/>
                  </a:lnTo>
                  <a:lnTo>
                    <a:pt x="6064" y="58121"/>
                  </a:lnTo>
                  <a:lnTo>
                    <a:pt x="6513" y="59423"/>
                  </a:lnTo>
                  <a:lnTo>
                    <a:pt x="7007" y="60726"/>
                  </a:lnTo>
                  <a:lnTo>
                    <a:pt x="7591" y="62118"/>
                  </a:lnTo>
                  <a:lnTo>
                    <a:pt x="8220" y="63421"/>
                  </a:lnTo>
                  <a:lnTo>
                    <a:pt x="8938" y="64723"/>
                  </a:lnTo>
                  <a:lnTo>
                    <a:pt x="9702" y="65981"/>
                  </a:lnTo>
                  <a:lnTo>
                    <a:pt x="10511" y="67239"/>
                  </a:lnTo>
                  <a:lnTo>
                    <a:pt x="11364" y="68406"/>
                  </a:lnTo>
                  <a:lnTo>
                    <a:pt x="12307" y="69529"/>
                  </a:lnTo>
                  <a:lnTo>
                    <a:pt x="13250" y="70607"/>
                  </a:lnTo>
                  <a:lnTo>
                    <a:pt x="14238" y="71640"/>
                  </a:lnTo>
                  <a:lnTo>
                    <a:pt x="15316" y="72584"/>
                  </a:lnTo>
                  <a:lnTo>
                    <a:pt x="16394" y="73527"/>
                  </a:lnTo>
                  <a:lnTo>
                    <a:pt x="17517" y="74380"/>
                  </a:lnTo>
                  <a:lnTo>
                    <a:pt x="18640" y="75189"/>
                  </a:lnTo>
                  <a:lnTo>
                    <a:pt x="19853" y="75907"/>
                  </a:lnTo>
                  <a:lnTo>
                    <a:pt x="21066" y="76581"/>
                  </a:lnTo>
                  <a:lnTo>
                    <a:pt x="22323" y="77210"/>
                  </a:lnTo>
                  <a:lnTo>
                    <a:pt x="22368" y="77210"/>
                  </a:lnTo>
                  <a:lnTo>
                    <a:pt x="22368" y="77255"/>
                  </a:lnTo>
                  <a:lnTo>
                    <a:pt x="22278" y="77300"/>
                  </a:lnTo>
                  <a:lnTo>
                    <a:pt x="21021" y="76671"/>
                  </a:lnTo>
                  <a:lnTo>
                    <a:pt x="19808" y="75997"/>
                  </a:lnTo>
                  <a:lnTo>
                    <a:pt x="18595" y="75278"/>
                  </a:lnTo>
                  <a:lnTo>
                    <a:pt x="17427" y="74470"/>
                  </a:lnTo>
                  <a:lnTo>
                    <a:pt x="16305" y="73617"/>
                  </a:lnTo>
                  <a:lnTo>
                    <a:pt x="15227" y="72673"/>
                  </a:lnTo>
                  <a:lnTo>
                    <a:pt x="14194" y="71685"/>
                  </a:lnTo>
                  <a:lnTo>
                    <a:pt x="13160" y="70652"/>
                  </a:lnTo>
                  <a:lnTo>
                    <a:pt x="12217" y="69574"/>
                  </a:lnTo>
                  <a:lnTo>
                    <a:pt x="11319" y="68451"/>
                  </a:lnTo>
                  <a:lnTo>
                    <a:pt x="10421" y="67284"/>
                  </a:lnTo>
                  <a:lnTo>
                    <a:pt x="9612" y="66071"/>
                  </a:lnTo>
                  <a:lnTo>
                    <a:pt x="8849" y="64813"/>
                  </a:lnTo>
                  <a:lnTo>
                    <a:pt x="8130" y="63511"/>
                  </a:lnTo>
                  <a:lnTo>
                    <a:pt x="7501" y="62163"/>
                  </a:lnTo>
                  <a:lnTo>
                    <a:pt x="6917" y="60771"/>
                  </a:lnTo>
                  <a:lnTo>
                    <a:pt x="6423" y="59468"/>
                  </a:lnTo>
                  <a:lnTo>
                    <a:pt x="5974" y="58166"/>
                  </a:lnTo>
                  <a:lnTo>
                    <a:pt x="5570" y="56818"/>
                  </a:lnTo>
                  <a:lnTo>
                    <a:pt x="5211" y="55471"/>
                  </a:lnTo>
                  <a:lnTo>
                    <a:pt x="4941" y="54079"/>
                  </a:lnTo>
                  <a:lnTo>
                    <a:pt x="4672" y="52686"/>
                  </a:lnTo>
                  <a:lnTo>
                    <a:pt x="4492" y="51294"/>
                  </a:lnTo>
                  <a:lnTo>
                    <a:pt x="4357" y="49857"/>
                  </a:lnTo>
                  <a:lnTo>
                    <a:pt x="4267" y="48419"/>
                  </a:lnTo>
                  <a:lnTo>
                    <a:pt x="4222" y="46982"/>
                  </a:lnTo>
                  <a:lnTo>
                    <a:pt x="4222" y="45500"/>
                  </a:lnTo>
                  <a:lnTo>
                    <a:pt x="4312" y="44018"/>
                  </a:lnTo>
                  <a:lnTo>
                    <a:pt x="4402" y="42535"/>
                  </a:lnTo>
                  <a:lnTo>
                    <a:pt x="4582" y="41053"/>
                  </a:lnTo>
                  <a:lnTo>
                    <a:pt x="4806" y="39571"/>
                  </a:lnTo>
                  <a:lnTo>
                    <a:pt x="5076" y="38044"/>
                  </a:lnTo>
                  <a:lnTo>
                    <a:pt x="5121" y="37999"/>
                  </a:lnTo>
                  <a:close/>
                  <a:moveTo>
                    <a:pt x="6917" y="1"/>
                  </a:moveTo>
                  <a:lnTo>
                    <a:pt x="6783" y="405"/>
                  </a:lnTo>
                  <a:lnTo>
                    <a:pt x="6199" y="2291"/>
                  </a:lnTo>
                  <a:lnTo>
                    <a:pt x="5480" y="4852"/>
                  </a:lnTo>
                  <a:lnTo>
                    <a:pt x="4627" y="8085"/>
                  </a:lnTo>
                  <a:lnTo>
                    <a:pt x="3728" y="11813"/>
                  </a:lnTo>
                  <a:lnTo>
                    <a:pt x="3279" y="13880"/>
                  </a:lnTo>
                  <a:lnTo>
                    <a:pt x="2830" y="16035"/>
                  </a:lnTo>
                  <a:lnTo>
                    <a:pt x="2381" y="18281"/>
                  </a:lnTo>
                  <a:lnTo>
                    <a:pt x="1932" y="20662"/>
                  </a:lnTo>
                  <a:lnTo>
                    <a:pt x="1572" y="23042"/>
                  </a:lnTo>
                  <a:lnTo>
                    <a:pt x="1168" y="25557"/>
                  </a:lnTo>
                  <a:lnTo>
                    <a:pt x="854" y="28118"/>
                  </a:lnTo>
                  <a:lnTo>
                    <a:pt x="584" y="30678"/>
                  </a:lnTo>
                  <a:lnTo>
                    <a:pt x="360" y="33328"/>
                  </a:lnTo>
                  <a:lnTo>
                    <a:pt x="180" y="35978"/>
                  </a:lnTo>
                  <a:lnTo>
                    <a:pt x="45" y="38673"/>
                  </a:lnTo>
                  <a:lnTo>
                    <a:pt x="0" y="41323"/>
                  </a:lnTo>
                  <a:lnTo>
                    <a:pt x="45" y="44018"/>
                  </a:lnTo>
                  <a:lnTo>
                    <a:pt x="180" y="46668"/>
                  </a:lnTo>
                  <a:lnTo>
                    <a:pt x="360" y="49318"/>
                  </a:lnTo>
                  <a:lnTo>
                    <a:pt x="674" y="51968"/>
                  </a:lnTo>
                  <a:lnTo>
                    <a:pt x="854" y="53225"/>
                  </a:lnTo>
                  <a:lnTo>
                    <a:pt x="1078" y="54528"/>
                  </a:lnTo>
                  <a:lnTo>
                    <a:pt x="1348" y="55785"/>
                  </a:lnTo>
                  <a:lnTo>
                    <a:pt x="1617" y="57043"/>
                  </a:lnTo>
                  <a:lnTo>
                    <a:pt x="1932" y="58301"/>
                  </a:lnTo>
                  <a:lnTo>
                    <a:pt x="2246" y="59513"/>
                  </a:lnTo>
                  <a:lnTo>
                    <a:pt x="2605" y="60726"/>
                  </a:lnTo>
                  <a:lnTo>
                    <a:pt x="3010" y="61894"/>
                  </a:lnTo>
                  <a:lnTo>
                    <a:pt x="3459" y="63062"/>
                  </a:lnTo>
                  <a:lnTo>
                    <a:pt x="3908" y="64229"/>
                  </a:lnTo>
                  <a:lnTo>
                    <a:pt x="4402" y="65352"/>
                  </a:lnTo>
                  <a:lnTo>
                    <a:pt x="4941" y="66430"/>
                  </a:lnTo>
                  <a:lnTo>
                    <a:pt x="5480" y="67508"/>
                  </a:lnTo>
                  <a:lnTo>
                    <a:pt x="6109" y="68586"/>
                  </a:lnTo>
                  <a:lnTo>
                    <a:pt x="6738" y="69574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3193" y="82869"/>
                  </a:lnTo>
                  <a:lnTo>
                    <a:pt x="35124" y="82914"/>
                  </a:lnTo>
                  <a:lnTo>
                    <a:pt x="36831" y="82869"/>
                  </a:lnTo>
                  <a:lnTo>
                    <a:pt x="38493" y="82779"/>
                  </a:lnTo>
                  <a:lnTo>
                    <a:pt x="40514" y="82600"/>
                  </a:lnTo>
                  <a:lnTo>
                    <a:pt x="42445" y="82375"/>
                  </a:lnTo>
                  <a:lnTo>
                    <a:pt x="44332" y="82061"/>
                  </a:lnTo>
                  <a:lnTo>
                    <a:pt x="46128" y="81611"/>
                  </a:lnTo>
                  <a:lnTo>
                    <a:pt x="47880" y="81162"/>
                  </a:lnTo>
                  <a:lnTo>
                    <a:pt x="49542" y="80578"/>
                  </a:lnTo>
                  <a:lnTo>
                    <a:pt x="51159" y="79950"/>
                  </a:lnTo>
                  <a:lnTo>
                    <a:pt x="52731" y="79186"/>
                  </a:lnTo>
                  <a:lnTo>
                    <a:pt x="54213" y="78423"/>
                  </a:lnTo>
                  <a:lnTo>
                    <a:pt x="55650" y="77524"/>
                  </a:lnTo>
                  <a:lnTo>
                    <a:pt x="56998" y="76581"/>
                  </a:lnTo>
                  <a:lnTo>
                    <a:pt x="58300" y="75503"/>
                  </a:lnTo>
                  <a:lnTo>
                    <a:pt x="59513" y="74425"/>
                  </a:lnTo>
                  <a:lnTo>
                    <a:pt x="60681" y="73212"/>
                  </a:lnTo>
                  <a:lnTo>
                    <a:pt x="61759" y="71955"/>
                  </a:lnTo>
                  <a:lnTo>
                    <a:pt x="62792" y="70562"/>
                  </a:lnTo>
                  <a:lnTo>
                    <a:pt x="63465" y="69574"/>
                  </a:lnTo>
                  <a:lnTo>
                    <a:pt x="64094" y="68586"/>
                  </a:lnTo>
                  <a:lnTo>
                    <a:pt x="64723" y="67508"/>
                  </a:lnTo>
                  <a:lnTo>
                    <a:pt x="65307" y="66430"/>
                  </a:lnTo>
                  <a:lnTo>
                    <a:pt x="65801" y="65352"/>
                  </a:lnTo>
                  <a:lnTo>
                    <a:pt x="66295" y="64229"/>
                  </a:lnTo>
                  <a:lnTo>
                    <a:pt x="66789" y="63062"/>
                  </a:lnTo>
                  <a:lnTo>
                    <a:pt x="67193" y="61894"/>
                  </a:lnTo>
                  <a:lnTo>
                    <a:pt x="67598" y="60726"/>
                  </a:lnTo>
                  <a:lnTo>
                    <a:pt x="67957" y="59513"/>
                  </a:lnTo>
                  <a:lnTo>
                    <a:pt x="68316" y="58301"/>
                  </a:lnTo>
                  <a:lnTo>
                    <a:pt x="68586" y="57043"/>
                  </a:lnTo>
                  <a:lnTo>
                    <a:pt x="68900" y="55785"/>
                  </a:lnTo>
                  <a:lnTo>
                    <a:pt x="69125" y="54528"/>
                  </a:lnTo>
                  <a:lnTo>
                    <a:pt x="69349" y="53225"/>
                  </a:lnTo>
                  <a:lnTo>
                    <a:pt x="69529" y="51968"/>
                  </a:lnTo>
                  <a:lnTo>
                    <a:pt x="69843" y="49318"/>
                  </a:lnTo>
                  <a:lnTo>
                    <a:pt x="70068" y="46668"/>
                  </a:lnTo>
                  <a:lnTo>
                    <a:pt x="70158" y="44018"/>
                  </a:lnTo>
                  <a:lnTo>
                    <a:pt x="70203" y="41323"/>
                  </a:lnTo>
                  <a:lnTo>
                    <a:pt x="70158" y="38628"/>
                  </a:lnTo>
                  <a:lnTo>
                    <a:pt x="70068" y="35978"/>
                  </a:lnTo>
                  <a:lnTo>
                    <a:pt x="69888" y="33328"/>
                  </a:lnTo>
                  <a:lnTo>
                    <a:pt x="69664" y="30678"/>
                  </a:lnTo>
                  <a:lnTo>
                    <a:pt x="69349" y="28073"/>
                  </a:lnTo>
                  <a:lnTo>
                    <a:pt x="69035" y="25557"/>
                  </a:lnTo>
                  <a:lnTo>
                    <a:pt x="68676" y="23042"/>
                  </a:lnTo>
                  <a:lnTo>
                    <a:pt x="68271" y="20617"/>
                  </a:lnTo>
                  <a:lnTo>
                    <a:pt x="67867" y="18281"/>
                  </a:lnTo>
                  <a:lnTo>
                    <a:pt x="67418" y="16035"/>
                  </a:lnTo>
                  <a:lnTo>
                    <a:pt x="66969" y="13880"/>
                  </a:lnTo>
                  <a:lnTo>
                    <a:pt x="66475" y="11813"/>
                  </a:lnTo>
                  <a:lnTo>
                    <a:pt x="65576" y="8085"/>
                  </a:lnTo>
                  <a:lnTo>
                    <a:pt x="64723" y="4852"/>
                  </a:lnTo>
                  <a:lnTo>
                    <a:pt x="64004" y="2247"/>
                  </a:lnTo>
                  <a:lnTo>
                    <a:pt x="63421" y="360"/>
                  </a:lnTo>
                  <a:lnTo>
                    <a:pt x="63331" y="1"/>
                  </a:lnTo>
                  <a:lnTo>
                    <a:pt x="63061" y="315"/>
                  </a:lnTo>
                  <a:lnTo>
                    <a:pt x="62792" y="674"/>
                  </a:lnTo>
                  <a:lnTo>
                    <a:pt x="62432" y="1034"/>
                  </a:lnTo>
                  <a:lnTo>
                    <a:pt x="62028" y="1393"/>
                  </a:lnTo>
                  <a:lnTo>
                    <a:pt x="61579" y="1708"/>
                  </a:lnTo>
                  <a:lnTo>
                    <a:pt x="61085" y="2022"/>
                  </a:lnTo>
                  <a:lnTo>
                    <a:pt x="60501" y="2336"/>
                  </a:lnTo>
                  <a:lnTo>
                    <a:pt x="59917" y="2651"/>
                  </a:lnTo>
                  <a:lnTo>
                    <a:pt x="59243" y="2920"/>
                  </a:lnTo>
                  <a:lnTo>
                    <a:pt x="57806" y="3459"/>
                  </a:lnTo>
                  <a:lnTo>
                    <a:pt x="56234" y="3953"/>
                  </a:lnTo>
                  <a:lnTo>
                    <a:pt x="54482" y="4402"/>
                  </a:lnTo>
                  <a:lnTo>
                    <a:pt x="52641" y="4852"/>
                  </a:lnTo>
                  <a:lnTo>
                    <a:pt x="50620" y="5211"/>
                  </a:lnTo>
                  <a:lnTo>
                    <a:pt x="48554" y="5525"/>
                  </a:lnTo>
                  <a:lnTo>
                    <a:pt x="46398" y="5795"/>
                  </a:lnTo>
                  <a:lnTo>
                    <a:pt x="44152" y="6019"/>
                  </a:lnTo>
                  <a:lnTo>
                    <a:pt x="41906" y="6199"/>
                  </a:lnTo>
                  <a:lnTo>
                    <a:pt x="39616" y="6289"/>
                  </a:lnTo>
                  <a:lnTo>
                    <a:pt x="37370" y="6379"/>
                  </a:lnTo>
                  <a:lnTo>
                    <a:pt x="35124" y="6424"/>
                  </a:lnTo>
                  <a:lnTo>
                    <a:pt x="32788" y="6379"/>
                  </a:lnTo>
                  <a:lnTo>
                    <a:pt x="30498" y="6289"/>
                  </a:lnTo>
                  <a:lnTo>
                    <a:pt x="28162" y="6154"/>
                  </a:lnTo>
                  <a:lnTo>
                    <a:pt x="25871" y="5974"/>
                  </a:lnTo>
                  <a:lnTo>
                    <a:pt x="23626" y="5750"/>
                  </a:lnTo>
                  <a:lnTo>
                    <a:pt x="21425" y="5480"/>
                  </a:lnTo>
                  <a:lnTo>
                    <a:pt x="19314" y="5166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close/>
                </a:path>
              </a:pathLst>
            </a:custGeom>
            <a:solidFill>
              <a:srgbClr val="62281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61"/>
            <p:cNvSpPr/>
            <p:nvPr/>
          </p:nvSpPr>
          <p:spPr>
            <a:xfrm>
              <a:off x="5366300" y="1961425"/>
              <a:ext cx="1755075" cy="2072875"/>
            </a:xfrm>
            <a:custGeom>
              <a:rect b="b" l="l" r="r" t="t"/>
              <a:pathLst>
                <a:path extrusionOk="0" fill="none" h="82915" w="70203">
                  <a:moveTo>
                    <a:pt x="63421" y="360"/>
                  </a:moveTo>
                  <a:lnTo>
                    <a:pt x="63331" y="1"/>
                  </a:lnTo>
                  <a:lnTo>
                    <a:pt x="63061" y="315"/>
                  </a:lnTo>
                  <a:lnTo>
                    <a:pt x="63061" y="315"/>
                  </a:lnTo>
                  <a:lnTo>
                    <a:pt x="62792" y="674"/>
                  </a:lnTo>
                  <a:lnTo>
                    <a:pt x="62432" y="1034"/>
                  </a:lnTo>
                  <a:lnTo>
                    <a:pt x="62028" y="1393"/>
                  </a:lnTo>
                  <a:lnTo>
                    <a:pt x="61579" y="1708"/>
                  </a:lnTo>
                  <a:lnTo>
                    <a:pt x="61085" y="2022"/>
                  </a:lnTo>
                  <a:lnTo>
                    <a:pt x="60501" y="2336"/>
                  </a:lnTo>
                  <a:lnTo>
                    <a:pt x="59917" y="2651"/>
                  </a:lnTo>
                  <a:lnTo>
                    <a:pt x="59243" y="2920"/>
                  </a:lnTo>
                  <a:lnTo>
                    <a:pt x="57806" y="3459"/>
                  </a:lnTo>
                  <a:lnTo>
                    <a:pt x="56234" y="3953"/>
                  </a:lnTo>
                  <a:lnTo>
                    <a:pt x="54482" y="4402"/>
                  </a:lnTo>
                  <a:lnTo>
                    <a:pt x="52641" y="4852"/>
                  </a:lnTo>
                  <a:lnTo>
                    <a:pt x="52641" y="4852"/>
                  </a:lnTo>
                  <a:lnTo>
                    <a:pt x="50620" y="5211"/>
                  </a:lnTo>
                  <a:lnTo>
                    <a:pt x="48554" y="5525"/>
                  </a:lnTo>
                  <a:lnTo>
                    <a:pt x="46398" y="5795"/>
                  </a:lnTo>
                  <a:lnTo>
                    <a:pt x="44152" y="6019"/>
                  </a:lnTo>
                  <a:lnTo>
                    <a:pt x="41906" y="6199"/>
                  </a:lnTo>
                  <a:lnTo>
                    <a:pt x="39616" y="6289"/>
                  </a:lnTo>
                  <a:lnTo>
                    <a:pt x="37370" y="6379"/>
                  </a:lnTo>
                  <a:lnTo>
                    <a:pt x="35124" y="6424"/>
                  </a:lnTo>
                  <a:lnTo>
                    <a:pt x="35124" y="6424"/>
                  </a:lnTo>
                  <a:lnTo>
                    <a:pt x="32788" y="6379"/>
                  </a:lnTo>
                  <a:lnTo>
                    <a:pt x="30498" y="6289"/>
                  </a:lnTo>
                  <a:lnTo>
                    <a:pt x="28162" y="6154"/>
                  </a:lnTo>
                  <a:lnTo>
                    <a:pt x="25871" y="5974"/>
                  </a:lnTo>
                  <a:lnTo>
                    <a:pt x="23626" y="5750"/>
                  </a:lnTo>
                  <a:lnTo>
                    <a:pt x="21425" y="5480"/>
                  </a:lnTo>
                  <a:lnTo>
                    <a:pt x="19314" y="5166"/>
                  </a:lnTo>
                  <a:lnTo>
                    <a:pt x="17248" y="4762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lnTo>
                    <a:pt x="6783" y="405"/>
                  </a:lnTo>
                  <a:lnTo>
                    <a:pt x="6783" y="405"/>
                  </a:lnTo>
                  <a:lnTo>
                    <a:pt x="6199" y="2291"/>
                  </a:lnTo>
                  <a:lnTo>
                    <a:pt x="5480" y="4852"/>
                  </a:lnTo>
                  <a:lnTo>
                    <a:pt x="4627" y="8085"/>
                  </a:lnTo>
                  <a:lnTo>
                    <a:pt x="3728" y="11813"/>
                  </a:lnTo>
                  <a:lnTo>
                    <a:pt x="3279" y="13880"/>
                  </a:lnTo>
                  <a:lnTo>
                    <a:pt x="2830" y="16035"/>
                  </a:lnTo>
                  <a:lnTo>
                    <a:pt x="2381" y="18281"/>
                  </a:lnTo>
                  <a:lnTo>
                    <a:pt x="1932" y="20662"/>
                  </a:lnTo>
                  <a:lnTo>
                    <a:pt x="1572" y="23042"/>
                  </a:lnTo>
                  <a:lnTo>
                    <a:pt x="1168" y="25557"/>
                  </a:lnTo>
                  <a:lnTo>
                    <a:pt x="854" y="28118"/>
                  </a:lnTo>
                  <a:lnTo>
                    <a:pt x="584" y="30678"/>
                  </a:lnTo>
                  <a:lnTo>
                    <a:pt x="360" y="33328"/>
                  </a:lnTo>
                  <a:lnTo>
                    <a:pt x="180" y="35978"/>
                  </a:lnTo>
                  <a:lnTo>
                    <a:pt x="45" y="38673"/>
                  </a:lnTo>
                  <a:lnTo>
                    <a:pt x="0" y="41323"/>
                  </a:lnTo>
                  <a:lnTo>
                    <a:pt x="45" y="44018"/>
                  </a:lnTo>
                  <a:lnTo>
                    <a:pt x="180" y="46668"/>
                  </a:lnTo>
                  <a:lnTo>
                    <a:pt x="360" y="49318"/>
                  </a:lnTo>
                  <a:lnTo>
                    <a:pt x="674" y="51968"/>
                  </a:lnTo>
                  <a:lnTo>
                    <a:pt x="854" y="53225"/>
                  </a:lnTo>
                  <a:lnTo>
                    <a:pt x="1078" y="54528"/>
                  </a:lnTo>
                  <a:lnTo>
                    <a:pt x="1348" y="55785"/>
                  </a:lnTo>
                  <a:lnTo>
                    <a:pt x="1617" y="57043"/>
                  </a:lnTo>
                  <a:lnTo>
                    <a:pt x="1932" y="58301"/>
                  </a:lnTo>
                  <a:lnTo>
                    <a:pt x="2246" y="59513"/>
                  </a:lnTo>
                  <a:lnTo>
                    <a:pt x="2605" y="60726"/>
                  </a:lnTo>
                  <a:lnTo>
                    <a:pt x="3010" y="61894"/>
                  </a:lnTo>
                  <a:lnTo>
                    <a:pt x="3459" y="63062"/>
                  </a:lnTo>
                  <a:lnTo>
                    <a:pt x="3908" y="64229"/>
                  </a:lnTo>
                  <a:lnTo>
                    <a:pt x="4402" y="65352"/>
                  </a:lnTo>
                  <a:lnTo>
                    <a:pt x="4941" y="66430"/>
                  </a:lnTo>
                  <a:lnTo>
                    <a:pt x="5480" y="67508"/>
                  </a:lnTo>
                  <a:lnTo>
                    <a:pt x="6109" y="68586"/>
                  </a:lnTo>
                  <a:lnTo>
                    <a:pt x="6738" y="69574"/>
                  </a:lnTo>
                  <a:lnTo>
                    <a:pt x="7411" y="70562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1306" y="82779"/>
                  </a:lnTo>
                  <a:lnTo>
                    <a:pt x="33193" y="82869"/>
                  </a:lnTo>
                  <a:lnTo>
                    <a:pt x="35124" y="82914"/>
                  </a:lnTo>
                  <a:lnTo>
                    <a:pt x="35124" y="82914"/>
                  </a:lnTo>
                  <a:lnTo>
                    <a:pt x="36831" y="82869"/>
                  </a:lnTo>
                  <a:lnTo>
                    <a:pt x="38493" y="82779"/>
                  </a:lnTo>
                  <a:lnTo>
                    <a:pt x="38493" y="82779"/>
                  </a:lnTo>
                  <a:lnTo>
                    <a:pt x="38493" y="82779"/>
                  </a:lnTo>
                  <a:lnTo>
                    <a:pt x="40514" y="82600"/>
                  </a:lnTo>
                  <a:lnTo>
                    <a:pt x="42445" y="82375"/>
                  </a:lnTo>
                  <a:lnTo>
                    <a:pt x="44332" y="82061"/>
                  </a:lnTo>
                  <a:lnTo>
                    <a:pt x="46128" y="81611"/>
                  </a:lnTo>
                  <a:lnTo>
                    <a:pt x="47880" y="81162"/>
                  </a:lnTo>
                  <a:lnTo>
                    <a:pt x="49542" y="80578"/>
                  </a:lnTo>
                  <a:lnTo>
                    <a:pt x="51159" y="79950"/>
                  </a:lnTo>
                  <a:lnTo>
                    <a:pt x="52731" y="79186"/>
                  </a:lnTo>
                  <a:lnTo>
                    <a:pt x="54213" y="78423"/>
                  </a:lnTo>
                  <a:lnTo>
                    <a:pt x="55650" y="77524"/>
                  </a:lnTo>
                  <a:lnTo>
                    <a:pt x="56998" y="76581"/>
                  </a:lnTo>
                  <a:lnTo>
                    <a:pt x="58300" y="75503"/>
                  </a:lnTo>
                  <a:lnTo>
                    <a:pt x="59513" y="74425"/>
                  </a:lnTo>
                  <a:lnTo>
                    <a:pt x="60681" y="73212"/>
                  </a:lnTo>
                  <a:lnTo>
                    <a:pt x="61759" y="71955"/>
                  </a:lnTo>
                  <a:lnTo>
                    <a:pt x="62792" y="70562"/>
                  </a:lnTo>
                  <a:lnTo>
                    <a:pt x="62792" y="70562"/>
                  </a:lnTo>
                  <a:lnTo>
                    <a:pt x="63465" y="69574"/>
                  </a:lnTo>
                  <a:lnTo>
                    <a:pt x="64094" y="68586"/>
                  </a:lnTo>
                  <a:lnTo>
                    <a:pt x="64723" y="67508"/>
                  </a:lnTo>
                  <a:lnTo>
                    <a:pt x="65307" y="66430"/>
                  </a:lnTo>
                  <a:lnTo>
                    <a:pt x="65801" y="65352"/>
                  </a:lnTo>
                  <a:lnTo>
                    <a:pt x="66295" y="64229"/>
                  </a:lnTo>
                  <a:lnTo>
                    <a:pt x="66789" y="63062"/>
                  </a:lnTo>
                  <a:lnTo>
                    <a:pt x="67193" y="61894"/>
                  </a:lnTo>
                  <a:lnTo>
                    <a:pt x="67598" y="60726"/>
                  </a:lnTo>
                  <a:lnTo>
                    <a:pt x="67957" y="59513"/>
                  </a:lnTo>
                  <a:lnTo>
                    <a:pt x="68316" y="58301"/>
                  </a:lnTo>
                  <a:lnTo>
                    <a:pt x="68586" y="57043"/>
                  </a:lnTo>
                  <a:lnTo>
                    <a:pt x="68900" y="55785"/>
                  </a:lnTo>
                  <a:lnTo>
                    <a:pt x="69125" y="54528"/>
                  </a:lnTo>
                  <a:lnTo>
                    <a:pt x="69349" y="53225"/>
                  </a:lnTo>
                  <a:lnTo>
                    <a:pt x="69529" y="51968"/>
                  </a:lnTo>
                  <a:lnTo>
                    <a:pt x="69843" y="49318"/>
                  </a:lnTo>
                  <a:lnTo>
                    <a:pt x="70068" y="46668"/>
                  </a:lnTo>
                  <a:lnTo>
                    <a:pt x="70158" y="44018"/>
                  </a:lnTo>
                  <a:lnTo>
                    <a:pt x="70203" y="41323"/>
                  </a:lnTo>
                  <a:lnTo>
                    <a:pt x="70158" y="38628"/>
                  </a:lnTo>
                  <a:lnTo>
                    <a:pt x="70068" y="35978"/>
                  </a:lnTo>
                  <a:lnTo>
                    <a:pt x="69888" y="33328"/>
                  </a:lnTo>
                  <a:lnTo>
                    <a:pt x="69664" y="30678"/>
                  </a:lnTo>
                  <a:lnTo>
                    <a:pt x="69349" y="28073"/>
                  </a:lnTo>
                  <a:lnTo>
                    <a:pt x="69035" y="25557"/>
                  </a:lnTo>
                  <a:lnTo>
                    <a:pt x="68676" y="23042"/>
                  </a:lnTo>
                  <a:lnTo>
                    <a:pt x="68271" y="20617"/>
                  </a:lnTo>
                  <a:lnTo>
                    <a:pt x="67867" y="18281"/>
                  </a:lnTo>
                  <a:lnTo>
                    <a:pt x="67418" y="16035"/>
                  </a:lnTo>
                  <a:lnTo>
                    <a:pt x="66969" y="13880"/>
                  </a:lnTo>
                  <a:lnTo>
                    <a:pt x="66475" y="11813"/>
                  </a:lnTo>
                  <a:lnTo>
                    <a:pt x="65576" y="8085"/>
                  </a:lnTo>
                  <a:lnTo>
                    <a:pt x="64723" y="4852"/>
                  </a:lnTo>
                  <a:lnTo>
                    <a:pt x="64004" y="2247"/>
                  </a:lnTo>
                  <a:lnTo>
                    <a:pt x="63421" y="36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61"/>
            <p:cNvSpPr/>
            <p:nvPr/>
          </p:nvSpPr>
          <p:spPr>
            <a:xfrm>
              <a:off x="6130975" y="2251125"/>
              <a:ext cx="3400" cy="71900"/>
            </a:xfrm>
            <a:custGeom>
              <a:rect b="b" l="l" r="r" t="t"/>
              <a:pathLst>
                <a:path extrusionOk="0" fill="none" h="2876" w="136">
                  <a:moveTo>
                    <a:pt x="1" y="46"/>
                  </a:moveTo>
                  <a:lnTo>
                    <a:pt x="1" y="46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90" y="1"/>
                  </a:lnTo>
                  <a:lnTo>
                    <a:pt x="135" y="46"/>
                  </a:lnTo>
                  <a:lnTo>
                    <a:pt x="135" y="2831"/>
                  </a:lnTo>
                  <a:lnTo>
                    <a:pt x="135" y="2831"/>
                  </a:lnTo>
                  <a:lnTo>
                    <a:pt x="90" y="2831"/>
                  </a:lnTo>
                  <a:lnTo>
                    <a:pt x="45" y="2875"/>
                  </a:lnTo>
                  <a:lnTo>
                    <a:pt x="45" y="2875"/>
                  </a:lnTo>
                  <a:lnTo>
                    <a:pt x="45" y="2831"/>
                  </a:lnTo>
                  <a:lnTo>
                    <a:pt x="1" y="2831"/>
                  </a:lnTo>
                  <a:lnTo>
                    <a:pt x="1" y="4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61"/>
            <p:cNvSpPr/>
            <p:nvPr/>
          </p:nvSpPr>
          <p:spPr>
            <a:xfrm>
              <a:off x="5571775" y="3078700"/>
              <a:ext cx="280750" cy="659150"/>
            </a:xfrm>
            <a:custGeom>
              <a:rect b="b" l="l" r="r" t="t"/>
              <a:pathLst>
                <a:path extrusionOk="0" fill="none" h="26366" w="11230">
                  <a:moveTo>
                    <a:pt x="11230" y="26276"/>
                  </a:moveTo>
                  <a:lnTo>
                    <a:pt x="11230" y="26365"/>
                  </a:lnTo>
                  <a:lnTo>
                    <a:pt x="11185" y="26365"/>
                  </a:lnTo>
                  <a:lnTo>
                    <a:pt x="11185" y="26365"/>
                  </a:lnTo>
                  <a:lnTo>
                    <a:pt x="10241" y="25737"/>
                  </a:lnTo>
                  <a:lnTo>
                    <a:pt x="9388" y="25018"/>
                  </a:lnTo>
                  <a:lnTo>
                    <a:pt x="8535" y="24299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6603" y="22323"/>
                  </a:lnTo>
                  <a:lnTo>
                    <a:pt x="5570" y="21110"/>
                  </a:lnTo>
                  <a:lnTo>
                    <a:pt x="4627" y="19808"/>
                  </a:lnTo>
                  <a:lnTo>
                    <a:pt x="3774" y="18505"/>
                  </a:lnTo>
                  <a:lnTo>
                    <a:pt x="2965" y="17113"/>
                  </a:lnTo>
                  <a:lnTo>
                    <a:pt x="2292" y="15676"/>
                  </a:lnTo>
                  <a:lnTo>
                    <a:pt x="1663" y="14193"/>
                  </a:lnTo>
                  <a:lnTo>
                    <a:pt x="1169" y="12666"/>
                  </a:lnTo>
                  <a:lnTo>
                    <a:pt x="719" y="11139"/>
                  </a:lnTo>
                  <a:lnTo>
                    <a:pt x="405" y="9567"/>
                  </a:lnTo>
                  <a:lnTo>
                    <a:pt x="180" y="7995"/>
                  </a:lnTo>
                  <a:lnTo>
                    <a:pt x="1" y="6378"/>
                  </a:lnTo>
                  <a:lnTo>
                    <a:pt x="1" y="4806"/>
                  </a:lnTo>
                  <a:lnTo>
                    <a:pt x="46" y="3189"/>
                  </a:lnTo>
                  <a:lnTo>
                    <a:pt x="225" y="1617"/>
                  </a:lnTo>
                  <a:lnTo>
                    <a:pt x="360" y="809"/>
                  </a:lnTo>
                  <a:lnTo>
                    <a:pt x="495" y="45"/>
                  </a:lnTo>
                  <a:lnTo>
                    <a:pt x="495" y="45"/>
                  </a:lnTo>
                  <a:lnTo>
                    <a:pt x="495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85" y="0"/>
                  </a:lnTo>
                  <a:lnTo>
                    <a:pt x="585" y="45"/>
                  </a:lnTo>
                  <a:lnTo>
                    <a:pt x="585" y="45"/>
                  </a:lnTo>
                  <a:lnTo>
                    <a:pt x="315" y="1617"/>
                  </a:lnTo>
                  <a:lnTo>
                    <a:pt x="136" y="3189"/>
                  </a:lnTo>
                  <a:lnTo>
                    <a:pt x="91" y="4761"/>
                  </a:lnTo>
                  <a:lnTo>
                    <a:pt x="136" y="6333"/>
                  </a:lnTo>
                  <a:lnTo>
                    <a:pt x="270" y="7860"/>
                  </a:lnTo>
                  <a:lnTo>
                    <a:pt x="495" y="9432"/>
                  </a:lnTo>
                  <a:lnTo>
                    <a:pt x="809" y="10960"/>
                  </a:lnTo>
                  <a:lnTo>
                    <a:pt x="1214" y="12487"/>
                  </a:lnTo>
                  <a:lnTo>
                    <a:pt x="1708" y="13969"/>
                  </a:lnTo>
                  <a:lnTo>
                    <a:pt x="2292" y="15451"/>
                  </a:lnTo>
                  <a:lnTo>
                    <a:pt x="2965" y="16843"/>
                  </a:lnTo>
                  <a:lnTo>
                    <a:pt x="3729" y="18236"/>
                  </a:lnTo>
                  <a:lnTo>
                    <a:pt x="4582" y="19583"/>
                  </a:lnTo>
                  <a:lnTo>
                    <a:pt x="5480" y="20841"/>
                  </a:lnTo>
                  <a:lnTo>
                    <a:pt x="6469" y="22054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8400" y="24030"/>
                  </a:lnTo>
                  <a:lnTo>
                    <a:pt x="9298" y="24838"/>
                  </a:lnTo>
                  <a:lnTo>
                    <a:pt x="10241" y="25602"/>
                  </a:lnTo>
                  <a:lnTo>
                    <a:pt x="11230" y="2627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61"/>
            <p:cNvSpPr/>
            <p:nvPr/>
          </p:nvSpPr>
          <p:spPr>
            <a:xfrm>
              <a:off x="5672850" y="3234775"/>
              <a:ext cx="108925" cy="311050"/>
            </a:xfrm>
            <a:custGeom>
              <a:rect b="b" l="l" r="r" t="t"/>
              <a:pathLst>
                <a:path extrusionOk="0" fill="none" h="12442" w="4357">
                  <a:moveTo>
                    <a:pt x="4357" y="12352"/>
                  </a:moveTo>
                  <a:lnTo>
                    <a:pt x="4357" y="12352"/>
                  </a:lnTo>
                  <a:lnTo>
                    <a:pt x="4357" y="12397"/>
                  </a:lnTo>
                  <a:lnTo>
                    <a:pt x="4312" y="12442"/>
                  </a:lnTo>
                  <a:lnTo>
                    <a:pt x="4267" y="12442"/>
                  </a:lnTo>
                  <a:lnTo>
                    <a:pt x="4267" y="12442"/>
                  </a:lnTo>
                  <a:lnTo>
                    <a:pt x="3728" y="11813"/>
                  </a:lnTo>
                  <a:lnTo>
                    <a:pt x="3234" y="11139"/>
                  </a:lnTo>
                  <a:lnTo>
                    <a:pt x="2740" y="10466"/>
                  </a:lnTo>
                  <a:lnTo>
                    <a:pt x="2291" y="9792"/>
                  </a:lnTo>
                  <a:lnTo>
                    <a:pt x="1932" y="9028"/>
                  </a:lnTo>
                  <a:lnTo>
                    <a:pt x="1527" y="8310"/>
                  </a:lnTo>
                  <a:lnTo>
                    <a:pt x="1213" y="7546"/>
                  </a:lnTo>
                  <a:lnTo>
                    <a:pt x="943" y="6783"/>
                  </a:lnTo>
                  <a:lnTo>
                    <a:pt x="674" y="5974"/>
                  </a:lnTo>
                  <a:lnTo>
                    <a:pt x="449" y="5166"/>
                  </a:lnTo>
                  <a:lnTo>
                    <a:pt x="270" y="4357"/>
                  </a:lnTo>
                  <a:lnTo>
                    <a:pt x="135" y="3549"/>
                  </a:lnTo>
                  <a:lnTo>
                    <a:pt x="45" y="2695"/>
                  </a:lnTo>
                  <a:lnTo>
                    <a:pt x="0" y="1887"/>
                  </a:lnTo>
                  <a:lnTo>
                    <a:pt x="0" y="1078"/>
                  </a:lnTo>
                  <a:lnTo>
                    <a:pt x="0" y="225"/>
                  </a:lnTo>
                  <a:lnTo>
                    <a:pt x="0" y="225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45" y="0"/>
                  </a:lnTo>
                  <a:lnTo>
                    <a:pt x="90" y="180"/>
                  </a:lnTo>
                  <a:lnTo>
                    <a:pt x="90" y="180"/>
                  </a:lnTo>
                  <a:lnTo>
                    <a:pt x="135" y="270"/>
                  </a:lnTo>
                  <a:lnTo>
                    <a:pt x="135" y="270"/>
                  </a:lnTo>
                  <a:lnTo>
                    <a:pt x="90" y="1078"/>
                  </a:lnTo>
                  <a:lnTo>
                    <a:pt x="90" y="1887"/>
                  </a:lnTo>
                  <a:lnTo>
                    <a:pt x="135" y="2695"/>
                  </a:lnTo>
                  <a:lnTo>
                    <a:pt x="225" y="3504"/>
                  </a:lnTo>
                  <a:lnTo>
                    <a:pt x="360" y="4357"/>
                  </a:lnTo>
                  <a:lnTo>
                    <a:pt x="539" y="5166"/>
                  </a:lnTo>
                  <a:lnTo>
                    <a:pt x="764" y="5929"/>
                  </a:lnTo>
                  <a:lnTo>
                    <a:pt x="1033" y="6738"/>
                  </a:lnTo>
                  <a:lnTo>
                    <a:pt x="1303" y="7501"/>
                  </a:lnTo>
                  <a:lnTo>
                    <a:pt x="1617" y="8265"/>
                  </a:lnTo>
                  <a:lnTo>
                    <a:pt x="2021" y="8983"/>
                  </a:lnTo>
                  <a:lnTo>
                    <a:pt x="2381" y="9702"/>
                  </a:lnTo>
                  <a:lnTo>
                    <a:pt x="2830" y="10421"/>
                  </a:lnTo>
                  <a:lnTo>
                    <a:pt x="3324" y="11095"/>
                  </a:lnTo>
                  <a:lnTo>
                    <a:pt x="3818" y="11723"/>
                  </a:lnTo>
                  <a:lnTo>
                    <a:pt x="4357" y="1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61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495" y="46"/>
                  </a:moveTo>
                  <a:lnTo>
                    <a:pt x="495" y="46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85" y="91"/>
                  </a:lnTo>
                  <a:lnTo>
                    <a:pt x="91" y="3459"/>
                  </a:lnTo>
                  <a:lnTo>
                    <a:pt x="46" y="3504"/>
                  </a:lnTo>
                  <a:lnTo>
                    <a:pt x="46" y="3504"/>
                  </a:lnTo>
                  <a:lnTo>
                    <a:pt x="1" y="3459"/>
                  </a:lnTo>
                  <a:lnTo>
                    <a:pt x="495" y="4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61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1348" y="45"/>
                  </a:moveTo>
                  <a:lnTo>
                    <a:pt x="1348" y="45"/>
                  </a:lnTo>
                  <a:lnTo>
                    <a:pt x="1393" y="0"/>
                  </a:lnTo>
                  <a:lnTo>
                    <a:pt x="1438" y="0"/>
                  </a:lnTo>
                  <a:lnTo>
                    <a:pt x="1438" y="0"/>
                  </a:lnTo>
                  <a:lnTo>
                    <a:pt x="1483" y="90"/>
                  </a:lnTo>
                  <a:lnTo>
                    <a:pt x="135" y="9298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0" y="9298"/>
                  </a:lnTo>
                  <a:lnTo>
                    <a:pt x="1348" y="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61"/>
            <p:cNvSpPr/>
            <p:nvPr/>
          </p:nvSpPr>
          <p:spPr>
            <a:xfrm>
              <a:off x="5471850" y="2911375"/>
              <a:ext cx="453675" cy="982550"/>
            </a:xfrm>
            <a:custGeom>
              <a:rect b="b" l="l" r="r" t="t"/>
              <a:pathLst>
                <a:path extrusionOk="0" fill="none" h="39302" w="18147">
                  <a:moveTo>
                    <a:pt x="18146" y="39257"/>
                  </a:moveTo>
                  <a:lnTo>
                    <a:pt x="18056" y="39302"/>
                  </a:lnTo>
                  <a:lnTo>
                    <a:pt x="18056" y="39302"/>
                  </a:lnTo>
                  <a:lnTo>
                    <a:pt x="16799" y="38673"/>
                  </a:lnTo>
                  <a:lnTo>
                    <a:pt x="15586" y="37999"/>
                  </a:lnTo>
                  <a:lnTo>
                    <a:pt x="14373" y="37280"/>
                  </a:lnTo>
                  <a:lnTo>
                    <a:pt x="13205" y="36472"/>
                  </a:lnTo>
                  <a:lnTo>
                    <a:pt x="12083" y="35619"/>
                  </a:lnTo>
                  <a:lnTo>
                    <a:pt x="11005" y="34675"/>
                  </a:lnTo>
                  <a:lnTo>
                    <a:pt x="9972" y="33687"/>
                  </a:lnTo>
                  <a:lnTo>
                    <a:pt x="8938" y="32654"/>
                  </a:lnTo>
                  <a:lnTo>
                    <a:pt x="7995" y="31576"/>
                  </a:lnTo>
                  <a:lnTo>
                    <a:pt x="7097" y="30453"/>
                  </a:lnTo>
                  <a:lnTo>
                    <a:pt x="6199" y="29286"/>
                  </a:lnTo>
                  <a:lnTo>
                    <a:pt x="5390" y="28073"/>
                  </a:lnTo>
                  <a:lnTo>
                    <a:pt x="4627" y="26815"/>
                  </a:lnTo>
                  <a:lnTo>
                    <a:pt x="3908" y="25513"/>
                  </a:lnTo>
                  <a:lnTo>
                    <a:pt x="3279" y="24165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2201" y="21470"/>
                  </a:lnTo>
                  <a:lnTo>
                    <a:pt x="1752" y="20168"/>
                  </a:lnTo>
                  <a:lnTo>
                    <a:pt x="1348" y="18820"/>
                  </a:lnTo>
                  <a:lnTo>
                    <a:pt x="989" y="17473"/>
                  </a:lnTo>
                  <a:lnTo>
                    <a:pt x="719" y="16081"/>
                  </a:lnTo>
                  <a:lnTo>
                    <a:pt x="450" y="14688"/>
                  </a:lnTo>
                  <a:lnTo>
                    <a:pt x="270" y="13296"/>
                  </a:lnTo>
                  <a:lnTo>
                    <a:pt x="135" y="11859"/>
                  </a:lnTo>
                  <a:lnTo>
                    <a:pt x="45" y="10421"/>
                  </a:lnTo>
                  <a:lnTo>
                    <a:pt x="0" y="8984"/>
                  </a:lnTo>
                  <a:lnTo>
                    <a:pt x="0" y="7502"/>
                  </a:lnTo>
                  <a:lnTo>
                    <a:pt x="90" y="6020"/>
                  </a:lnTo>
                  <a:lnTo>
                    <a:pt x="180" y="4537"/>
                  </a:lnTo>
                  <a:lnTo>
                    <a:pt x="360" y="3055"/>
                  </a:lnTo>
                  <a:lnTo>
                    <a:pt x="584" y="1573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944" y="46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674" y="1573"/>
                  </a:lnTo>
                  <a:lnTo>
                    <a:pt x="450" y="3055"/>
                  </a:lnTo>
                  <a:lnTo>
                    <a:pt x="315" y="4537"/>
                  </a:lnTo>
                  <a:lnTo>
                    <a:pt x="180" y="6020"/>
                  </a:lnTo>
                  <a:lnTo>
                    <a:pt x="135" y="7502"/>
                  </a:lnTo>
                  <a:lnTo>
                    <a:pt x="90" y="8939"/>
                  </a:lnTo>
                  <a:lnTo>
                    <a:pt x="135" y="10421"/>
                  </a:lnTo>
                  <a:lnTo>
                    <a:pt x="225" y="11859"/>
                  </a:lnTo>
                  <a:lnTo>
                    <a:pt x="360" y="13251"/>
                  </a:lnTo>
                  <a:lnTo>
                    <a:pt x="584" y="14688"/>
                  </a:lnTo>
                  <a:lnTo>
                    <a:pt x="809" y="16081"/>
                  </a:lnTo>
                  <a:lnTo>
                    <a:pt x="1078" y="17428"/>
                  </a:lnTo>
                  <a:lnTo>
                    <a:pt x="1438" y="18775"/>
                  </a:lnTo>
                  <a:lnTo>
                    <a:pt x="1842" y="20123"/>
                  </a:lnTo>
                  <a:lnTo>
                    <a:pt x="2291" y="21425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3369" y="24120"/>
                  </a:lnTo>
                  <a:lnTo>
                    <a:pt x="3998" y="25423"/>
                  </a:lnTo>
                  <a:lnTo>
                    <a:pt x="4716" y="26725"/>
                  </a:lnTo>
                  <a:lnTo>
                    <a:pt x="5480" y="27983"/>
                  </a:lnTo>
                  <a:lnTo>
                    <a:pt x="6289" y="29241"/>
                  </a:lnTo>
                  <a:lnTo>
                    <a:pt x="7142" y="30408"/>
                  </a:lnTo>
                  <a:lnTo>
                    <a:pt x="8085" y="31531"/>
                  </a:lnTo>
                  <a:lnTo>
                    <a:pt x="9028" y="32609"/>
                  </a:lnTo>
                  <a:lnTo>
                    <a:pt x="10016" y="33642"/>
                  </a:lnTo>
                  <a:lnTo>
                    <a:pt x="11094" y="34586"/>
                  </a:lnTo>
                  <a:lnTo>
                    <a:pt x="12172" y="35529"/>
                  </a:lnTo>
                  <a:lnTo>
                    <a:pt x="13295" y="36382"/>
                  </a:lnTo>
                  <a:lnTo>
                    <a:pt x="14418" y="37191"/>
                  </a:lnTo>
                  <a:lnTo>
                    <a:pt x="15631" y="37909"/>
                  </a:lnTo>
                  <a:lnTo>
                    <a:pt x="16844" y="38583"/>
                  </a:lnTo>
                  <a:lnTo>
                    <a:pt x="18101" y="39212"/>
                  </a:lnTo>
                  <a:lnTo>
                    <a:pt x="18101" y="39212"/>
                  </a:lnTo>
                  <a:lnTo>
                    <a:pt x="18146" y="39212"/>
                  </a:lnTo>
                  <a:lnTo>
                    <a:pt x="18146" y="3925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61"/>
            <p:cNvSpPr/>
            <p:nvPr/>
          </p:nvSpPr>
          <p:spPr>
            <a:xfrm>
              <a:off x="6228675" y="2215200"/>
              <a:ext cx="2250" cy="204400"/>
            </a:xfrm>
            <a:custGeom>
              <a:rect b="b" l="l" r="r" t="t"/>
              <a:pathLst>
                <a:path extrusionOk="0" fill="none" h="8176" w="90">
                  <a:moveTo>
                    <a:pt x="90" y="8130"/>
                  </a:moveTo>
                  <a:lnTo>
                    <a:pt x="90" y="8130"/>
                  </a:lnTo>
                  <a:lnTo>
                    <a:pt x="90" y="8175"/>
                  </a:lnTo>
                  <a:lnTo>
                    <a:pt x="45" y="8175"/>
                  </a:lnTo>
                  <a:lnTo>
                    <a:pt x="45" y="8175"/>
                  </a:lnTo>
                  <a:lnTo>
                    <a:pt x="0" y="8175"/>
                  </a:lnTo>
                  <a:lnTo>
                    <a:pt x="0" y="8130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1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90" y="1"/>
                  </a:lnTo>
                  <a:lnTo>
                    <a:pt x="90" y="45"/>
                  </a:lnTo>
                  <a:lnTo>
                    <a:pt x="90" y="813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61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1" y="0"/>
                  </a:moveTo>
                  <a:lnTo>
                    <a:pt x="46" y="0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495" y="1527"/>
                  </a:lnTo>
                  <a:lnTo>
                    <a:pt x="899" y="3009"/>
                  </a:lnTo>
                  <a:lnTo>
                    <a:pt x="1258" y="4536"/>
                  </a:lnTo>
                  <a:lnTo>
                    <a:pt x="1573" y="6064"/>
                  </a:lnTo>
                  <a:lnTo>
                    <a:pt x="1842" y="7591"/>
                  </a:lnTo>
                  <a:lnTo>
                    <a:pt x="2112" y="9118"/>
                  </a:lnTo>
                  <a:lnTo>
                    <a:pt x="2336" y="10645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516" y="12217"/>
                  </a:lnTo>
                  <a:lnTo>
                    <a:pt x="2471" y="12262"/>
                  </a:lnTo>
                  <a:lnTo>
                    <a:pt x="2471" y="12262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246" y="10645"/>
                  </a:lnTo>
                  <a:lnTo>
                    <a:pt x="2022" y="9118"/>
                  </a:lnTo>
                  <a:lnTo>
                    <a:pt x="1752" y="7591"/>
                  </a:lnTo>
                  <a:lnTo>
                    <a:pt x="1483" y="6064"/>
                  </a:lnTo>
                  <a:lnTo>
                    <a:pt x="1124" y="4536"/>
                  </a:lnTo>
                  <a:lnTo>
                    <a:pt x="809" y="3054"/>
                  </a:lnTo>
                  <a:lnTo>
                    <a:pt x="405" y="1527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61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180" y="10151"/>
                  </a:moveTo>
                  <a:lnTo>
                    <a:pt x="1" y="9971"/>
                  </a:lnTo>
                  <a:lnTo>
                    <a:pt x="1" y="9882"/>
                  </a:lnTo>
                  <a:lnTo>
                    <a:pt x="1" y="9882"/>
                  </a:lnTo>
                  <a:lnTo>
                    <a:pt x="584" y="9477"/>
                  </a:lnTo>
                  <a:lnTo>
                    <a:pt x="1123" y="8983"/>
                  </a:lnTo>
                  <a:lnTo>
                    <a:pt x="1618" y="8489"/>
                  </a:lnTo>
                  <a:lnTo>
                    <a:pt x="2112" y="7950"/>
                  </a:lnTo>
                  <a:lnTo>
                    <a:pt x="2561" y="7411"/>
                  </a:lnTo>
                  <a:lnTo>
                    <a:pt x="2965" y="6827"/>
                  </a:lnTo>
                  <a:lnTo>
                    <a:pt x="3369" y="6199"/>
                  </a:lnTo>
                  <a:lnTo>
                    <a:pt x="3729" y="5570"/>
                  </a:lnTo>
                  <a:lnTo>
                    <a:pt x="4043" y="4941"/>
                  </a:lnTo>
                  <a:lnTo>
                    <a:pt x="4312" y="4267"/>
                  </a:lnTo>
                  <a:lnTo>
                    <a:pt x="4537" y="3593"/>
                  </a:lnTo>
                  <a:lnTo>
                    <a:pt x="4762" y="2875"/>
                  </a:lnTo>
                  <a:lnTo>
                    <a:pt x="4896" y="2201"/>
                  </a:lnTo>
                  <a:lnTo>
                    <a:pt x="5031" y="1482"/>
                  </a:lnTo>
                  <a:lnTo>
                    <a:pt x="5121" y="764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211" y="0"/>
                  </a:lnTo>
                  <a:lnTo>
                    <a:pt x="5211" y="0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764"/>
                  </a:lnTo>
                  <a:lnTo>
                    <a:pt x="5121" y="1482"/>
                  </a:lnTo>
                  <a:lnTo>
                    <a:pt x="5031" y="2201"/>
                  </a:lnTo>
                  <a:lnTo>
                    <a:pt x="4851" y="2920"/>
                  </a:lnTo>
                  <a:lnTo>
                    <a:pt x="4672" y="3593"/>
                  </a:lnTo>
                  <a:lnTo>
                    <a:pt x="4402" y="4312"/>
                  </a:lnTo>
                  <a:lnTo>
                    <a:pt x="4133" y="4941"/>
                  </a:lnTo>
                  <a:lnTo>
                    <a:pt x="3818" y="5615"/>
                  </a:lnTo>
                  <a:lnTo>
                    <a:pt x="3459" y="6243"/>
                  </a:lnTo>
                  <a:lnTo>
                    <a:pt x="3055" y="6872"/>
                  </a:lnTo>
                  <a:lnTo>
                    <a:pt x="2651" y="7456"/>
                  </a:lnTo>
                  <a:lnTo>
                    <a:pt x="2201" y="7995"/>
                  </a:lnTo>
                  <a:lnTo>
                    <a:pt x="1707" y="8534"/>
                  </a:lnTo>
                  <a:lnTo>
                    <a:pt x="1168" y="9073"/>
                  </a:lnTo>
                  <a:lnTo>
                    <a:pt x="629" y="9522"/>
                  </a:lnTo>
                  <a:lnTo>
                    <a:pt x="45" y="9971"/>
                  </a:lnTo>
                  <a:lnTo>
                    <a:pt x="180" y="101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61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46" y="225"/>
                  </a:moveTo>
                  <a:lnTo>
                    <a:pt x="46" y="0"/>
                  </a:lnTo>
                  <a:lnTo>
                    <a:pt x="46" y="225"/>
                  </a:lnTo>
                  <a:lnTo>
                    <a:pt x="91" y="270"/>
                  </a:lnTo>
                  <a:lnTo>
                    <a:pt x="764" y="3638"/>
                  </a:lnTo>
                  <a:lnTo>
                    <a:pt x="764" y="3638"/>
                  </a:lnTo>
                  <a:lnTo>
                    <a:pt x="719" y="3728"/>
                  </a:lnTo>
                  <a:lnTo>
                    <a:pt x="675" y="3908"/>
                  </a:lnTo>
                  <a:lnTo>
                    <a:pt x="630" y="3683"/>
                  </a:lnTo>
                  <a:lnTo>
                    <a:pt x="1" y="270"/>
                  </a:lnTo>
                  <a:lnTo>
                    <a:pt x="46" y="22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61"/>
            <p:cNvSpPr/>
            <p:nvPr/>
          </p:nvSpPr>
          <p:spPr>
            <a:xfrm>
              <a:off x="6366775" y="2259000"/>
              <a:ext cx="2275" cy="43800"/>
            </a:xfrm>
            <a:custGeom>
              <a:rect b="b" l="l" r="r" t="t"/>
              <a:pathLst>
                <a:path extrusionOk="0" fill="none" h="1752" w="91">
                  <a:moveTo>
                    <a:pt x="1" y="45"/>
                  </a:moveTo>
                  <a:lnTo>
                    <a:pt x="1" y="45"/>
                  </a:lnTo>
                  <a:lnTo>
                    <a:pt x="1" y="45"/>
                  </a:lnTo>
                  <a:lnTo>
                    <a:pt x="46" y="0"/>
                  </a:lnTo>
                  <a:lnTo>
                    <a:pt x="46" y="0"/>
                  </a:lnTo>
                  <a:lnTo>
                    <a:pt x="91" y="45"/>
                  </a:lnTo>
                  <a:lnTo>
                    <a:pt x="91" y="45"/>
                  </a:lnTo>
                  <a:lnTo>
                    <a:pt x="91" y="1707"/>
                  </a:lnTo>
                  <a:lnTo>
                    <a:pt x="91" y="1707"/>
                  </a:lnTo>
                  <a:lnTo>
                    <a:pt x="91" y="1707"/>
                  </a:lnTo>
                  <a:lnTo>
                    <a:pt x="46" y="1752"/>
                  </a:lnTo>
                  <a:lnTo>
                    <a:pt x="46" y="1752"/>
                  </a:lnTo>
                  <a:lnTo>
                    <a:pt x="1" y="1707"/>
                  </a:lnTo>
                  <a:lnTo>
                    <a:pt x="1" y="1707"/>
                  </a:lnTo>
                  <a:lnTo>
                    <a:pt x="1" y="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61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46" y="22009"/>
                  </a:moveTo>
                  <a:lnTo>
                    <a:pt x="1" y="22009"/>
                  </a:lnTo>
                  <a:lnTo>
                    <a:pt x="1" y="21920"/>
                  </a:lnTo>
                  <a:lnTo>
                    <a:pt x="1" y="21920"/>
                  </a:lnTo>
                  <a:lnTo>
                    <a:pt x="1393" y="21021"/>
                  </a:lnTo>
                  <a:lnTo>
                    <a:pt x="2696" y="20033"/>
                  </a:lnTo>
                  <a:lnTo>
                    <a:pt x="3998" y="18955"/>
                  </a:lnTo>
                  <a:lnTo>
                    <a:pt x="5166" y="17787"/>
                  </a:lnTo>
                  <a:lnTo>
                    <a:pt x="6289" y="16575"/>
                  </a:lnTo>
                  <a:lnTo>
                    <a:pt x="7322" y="15317"/>
                  </a:lnTo>
                  <a:lnTo>
                    <a:pt x="8310" y="13970"/>
                  </a:lnTo>
                  <a:lnTo>
                    <a:pt x="9209" y="12577"/>
                  </a:lnTo>
                  <a:lnTo>
                    <a:pt x="10017" y="11140"/>
                  </a:lnTo>
                  <a:lnTo>
                    <a:pt x="10736" y="9613"/>
                  </a:lnTo>
                  <a:lnTo>
                    <a:pt x="11365" y="8086"/>
                  </a:lnTo>
                  <a:lnTo>
                    <a:pt x="11904" y="6559"/>
                  </a:lnTo>
                  <a:lnTo>
                    <a:pt x="12353" y="4942"/>
                  </a:lnTo>
                  <a:lnTo>
                    <a:pt x="12667" y="3325"/>
                  </a:lnTo>
                  <a:lnTo>
                    <a:pt x="12937" y="1708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3116" y="1"/>
                  </a:lnTo>
                  <a:lnTo>
                    <a:pt x="13116" y="1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026" y="1708"/>
                  </a:lnTo>
                  <a:lnTo>
                    <a:pt x="12802" y="3325"/>
                  </a:lnTo>
                  <a:lnTo>
                    <a:pt x="12442" y="4987"/>
                  </a:lnTo>
                  <a:lnTo>
                    <a:pt x="11993" y="6559"/>
                  </a:lnTo>
                  <a:lnTo>
                    <a:pt x="11454" y="8131"/>
                  </a:lnTo>
                  <a:lnTo>
                    <a:pt x="10826" y="9658"/>
                  </a:lnTo>
                  <a:lnTo>
                    <a:pt x="10107" y="11185"/>
                  </a:lnTo>
                  <a:lnTo>
                    <a:pt x="9298" y="12622"/>
                  </a:lnTo>
                  <a:lnTo>
                    <a:pt x="8400" y="14014"/>
                  </a:lnTo>
                  <a:lnTo>
                    <a:pt x="7412" y="15362"/>
                  </a:lnTo>
                  <a:lnTo>
                    <a:pt x="6379" y="16664"/>
                  </a:lnTo>
                  <a:lnTo>
                    <a:pt x="5256" y="17877"/>
                  </a:lnTo>
                  <a:lnTo>
                    <a:pt x="4043" y="19045"/>
                  </a:lnTo>
                  <a:lnTo>
                    <a:pt x="2786" y="20123"/>
                  </a:lnTo>
                  <a:lnTo>
                    <a:pt x="1438" y="21111"/>
                  </a:lnTo>
                  <a:lnTo>
                    <a:pt x="46" y="220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61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3728" y="25916"/>
                  </a:moveTo>
                  <a:lnTo>
                    <a:pt x="3728" y="25916"/>
                  </a:lnTo>
                  <a:lnTo>
                    <a:pt x="3728" y="25871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549" y="22637"/>
                  </a:lnTo>
                  <a:lnTo>
                    <a:pt x="3279" y="19403"/>
                  </a:lnTo>
                  <a:lnTo>
                    <a:pt x="2965" y="16170"/>
                  </a:lnTo>
                  <a:lnTo>
                    <a:pt x="2515" y="12981"/>
                  </a:lnTo>
                  <a:lnTo>
                    <a:pt x="2021" y="9747"/>
                  </a:lnTo>
                  <a:lnTo>
                    <a:pt x="1438" y="6603"/>
                  </a:lnTo>
                  <a:lnTo>
                    <a:pt x="764" y="3414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25"/>
                  </a:lnTo>
                  <a:lnTo>
                    <a:pt x="45" y="225"/>
                  </a:lnTo>
                  <a:lnTo>
                    <a:pt x="45" y="0"/>
                  </a:lnTo>
                  <a:lnTo>
                    <a:pt x="45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854" y="3414"/>
                  </a:lnTo>
                  <a:lnTo>
                    <a:pt x="1527" y="6558"/>
                  </a:lnTo>
                  <a:lnTo>
                    <a:pt x="2111" y="9747"/>
                  </a:lnTo>
                  <a:lnTo>
                    <a:pt x="2605" y="12936"/>
                  </a:lnTo>
                  <a:lnTo>
                    <a:pt x="3054" y="16170"/>
                  </a:lnTo>
                  <a:lnTo>
                    <a:pt x="3369" y="19403"/>
                  </a:lnTo>
                  <a:lnTo>
                    <a:pt x="3638" y="22592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773" y="25871"/>
                  </a:lnTo>
                  <a:lnTo>
                    <a:pt x="3728" y="259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61"/>
            <p:cNvSpPr/>
            <p:nvPr/>
          </p:nvSpPr>
          <p:spPr>
            <a:xfrm>
              <a:off x="5471850" y="2125375"/>
              <a:ext cx="430075" cy="1756200"/>
            </a:xfrm>
            <a:custGeom>
              <a:rect b="b" l="l" r="r" t="t"/>
              <a:pathLst>
                <a:path extrusionOk="0" h="70248" w="17203">
                  <a:moveTo>
                    <a:pt x="7636" y="809"/>
                  </a:moveTo>
                  <a:lnTo>
                    <a:pt x="7591" y="854"/>
                  </a:lnTo>
                  <a:lnTo>
                    <a:pt x="7097" y="4267"/>
                  </a:lnTo>
                  <a:lnTo>
                    <a:pt x="7142" y="4312"/>
                  </a:lnTo>
                  <a:lnTo>
                    <a:pt x="7187" y="4267"/>
                  </a:lnTo>
                  <a:lnTo>
                    <a:pt x="7681" y="899"/>
                  </a:lnTo>
                  <a:lnTo>
                    <a:pt x="7636" y="809"/>
                  </a:lnTo>
                  <a:close/>
                  <a:moveTo>
                    <a:pt x="4537" y="0"/>
                  </a:moveTo>
                  <a:lnTo>
                    <a:pt x="4492" y="45"/>
                  </a:lnTo>
                  <a:lnTo>
                    <a:pt x="3144" y="9298"/>
                  </a:lnTo>
                  <a:lnTo>
                    <a:pt x="3189" y="9343"/>
                  </a:lnTo>
                  <a:lnTo>
                    <a:pt x="3279" y="9298"/>
                  </a:lnTo>
                  <a:lnTo>
                    <a:pt x="4627" y="90"/>
                  </a:lnTo>
                  <a:lnTo>
                    <a:pt x="4582" y="0"/>
                  </a:lnTo>
                  <a:close/>
                  <a:moveTo>
                    <a:pt x="4492" y="38133"/>
                  </a:moveTo>
                  <a:lnTo>
                    <a:pt x="4492" y="38178"/>
                  </a:lnTo>
                  <a:lnTo>
                    <a:pt x="4357" y="38942"/>
                  </a:lnTo>
                  <a:lnTo>
                    <a:pt x="4222" y="39750"/>
                  </a:lnTo>
                  <a:lnTo>
                    <a:pt x="4043" y="41322"/>
                  </a:lnTo>
                  <a:lnTo>
                    <a:pt x="3998" y="42939"/>
                  </a:lnTo>
                  <a:lnTo>
                    <a:pt x="3998" y="44511"/>
                  </a:lnTo>
                  <a:lnTo>
                    <a:pt x="4177" y="46128"/>
                  </a:lnTo>
                  <a:lnTo>
                    <a:pt x="4402" y="47700"/>
                  </a:lnTo>
                  <a:lnTo>
                    <a:pt x="4716" y="49272"/>
                  </a:lnTo>
                  <a:lnTo>
                    <a:pt x="5166" y="50799"/>
                  </a:lnTo>
                  <a:lnTo>
                    <a:pt x="5660" y="52326"/>
                  </a:lnTo>
                  <a:lnTo>
                    <a:pt x="6289" y="53809"/>
                  </a:lnTo>
                  <a:lnTo>
                    <a:pt x="6962" y="55246"/>
                  </a:lnTo>
                  <a:lnTo>
                    <a:pt x="7771" y="56638"/>
                  </a:lnTo>
                  <a:lnTo>
                    <a:pt x="8624" y="57941"/>
                  </a:lnTo>
                  <a:lnTo>
                    <a:pt x="9567" y="59243"/>
                  </a:lnTo>
                  <a:lnTo>
                    <a:pt x="10600" y="60456"/>
                  </a:lnTo>
                  <a:lnTo>
                    <a:pt x="11678" y="61624"/>
                  </a:lnTo>
                  <a:lnTo>
                    <a:pt x="11544" y="61354"/>
                  </a:lnTo>
                  <a:lnTo>
                    <a:pt x="10466" y="60187"/>
                  </a:lnTo>
                  <a:lnTo>
                    <a:pt x="9477" y="58974"/>
                  </a:lnTo>
                  <a:lnTo>
                    <a:pt x="8579" y="57716"/>
                  </a:lnTo>
                  <a:lnTo>
                    <a:pt x="7726" y="56369"/>
                  </a:lnTo>
                  <a:lnTo>
                    <a:pt x="6962" y="54976"/>
                  </a:lnTo>
                  <a:lnTo>
                    <a:pt x="6289" y="53584"/>
                  </a:lnTo>
                  <a:lnTo>
                    <a:pt x="5705" y="52102"/>
                  </a:lnTo>
                  <a:lnTo>
                    <a:pt x="5211" y="50620"/>
                  </a:lnTo>
                  <a:lnTo>
                    <a:pt x="4806" y="49093"/>
                  </a:lnTo>
                  <a:lnTo>
                    <a:pt x="4492" y="47565"/>
                  </a:lnTo>
                  <a:lnTo>
                    <a:pt x="4267" y="45993"/>
                  </a:lnTo>
                  <a:lnTo>
                    <a:pt x="4133" y="44466"/>
                  </a:lnTo>
                  <a:lnTo>
                    <a:pt x="4088" y="42894"/>
                  </a:lnTo>
                  <a:lnTo>
                    <a:pt x="4133" y="41322"/>
                  </a:lnTo>
                  <a:lnTo>
                    <a:pt x="4312" y="39750"/>
                  </a:lnTo>
                  <a:lnTo>
                    <a:pt x="4582" y="38178"/>
                  </a:lnTo>
                  <a:lnTo>
                    <a:pt x="4582" y="38133"/>
                  </a:lnTo>
                  <a:close/>
                  <a:moveTo>
                    <a:pt x="899" y="31441"/>
                  </a:moveTo>
                  <a:lnTo>
                    <a:pt x="854" y="31486"/>
                  </a:lnTo>
                  <a:lnTo>
                    <a:pt x="584" y="33013"/>
                  </a:lnTo>
                  <a:lnTo>
                    <a:pt x="360" y="34495"/>
                  </a:lnTo>
                  <a:lnTo>
                    <a:pt x="180" y="35977"/>
                  </a:lnTo>
                  <a:lnTo>
                    <a:pt x="90" y="37460"/>
                  </a:lnTo>
                  <a:lnTo>
                    <a:pt x="0" y="38942"/>
                  </a:lnTo>
                  <a:lnTo>
                    <a:pt x="0" y="40424"/>
                  </a:lnTo>
                  <a:lnTo>
                    <a:pt x="45" y="41861"/>
                  </a:lnTo>
                  <a:lnTo>
                    <a:pt x="135" y="43299"/>
                  </a:lnTo>
                  <a:lnTo>
                    <a:pt x="270" y="44736"/>
                  </a:lnTo>
                  <a:lnTo>
                    <a:pt x="450" y="46128"/>
                  </a:lnTo>
                  <a:lnTo>
                    <a:pt x="719" y="47521"/>
                  </a:lnTo>
                  <a:lnTo>
                    <a:pt x="989" y="48913"/>
                  </a:lnTo>
                  <a:lnTo>
                    <a:pt x="1348" y="50260"/>
                  </a:lnTo>
                  <a:lnTo>
                    <a:pt x="1752" y="51608"/>
                  </a:lnTo>
                  <a:lnTo>
                    <a:pt x="2201" y="52910"/>
                  </a:lnTo>
                  <a:lnTo>
                    <a:pt x="2695" y="54213"/>
                  </a:lnTo>
                  <a:lnTo>
                    <a:pt x="3234" y="55515"/>
                  </a:lnTo>
                  <a:lnTo>
                    <a:pt x="3863" y="56818"/>
                  </a:lnTo>
                  <a:lnTo>
                    <a:pt x="4537" y="58031"/>
                  </a:lnTo>
                  <a:lnTo>
                    <a:pt x="5255" y="59243"/>
                  </a:lnTo>
                  <a:lnTo>
                    <a:pt x="6019" y="60411"/>
                  </a:lnTo>
                  <a:lnTo>
                    <a:pt x="6827" y="61534"/>
                  </a:lnTo>
                  <a:lnTo>
                    <a:pt x="7681" y="62612"/>
                  </a:lnTo>
                  <a:lnTo>
                    <a:pt x="8534" y="63690"/>
                  </a:lnTo>
                  <a:lnTo>
                    <a:pt x="9477" y="64678"/>
                  </a:lnTo>
                  <a:lnTo>
                    <a:pt x="10466" y="65621"/>
                  </a:lnTo>
                  <a:lnTo>
                    <a:pt x="11499" y="66520"/>
                  </a:lnTo>
                  <a:lnTo>
                    <a:pt x="12532" y="67373"/>
                  </a:lnTo>
                  <a:lnTo>
                    <a:pt x="13610" y="68181"/>
                  </a:lnTo>
                  <a:lnTo>
                    <a:pt x="14733" y="68900"/>
                  </a:lnTo>
                  <a:lnTo>
                    <a:pt x="15855" y="69619"/>
                  </a:lnTo>
                  <a:lnTo>
                    <a:pt x="17023" y="70248"/>
                  </a:lnTo>
                  <a:lnTo>
                    <a:pt x="17203" y="70203"/>
                  </a:lnTo>
                  <a:lnTo>
                    <a:pt x="16035" y="69619"/>
                  </a:lnTo>
                  <a:lnTo>
                    <a:pt x="14912" y="68900"/>
                  </a:lnTo>
                  <a:lnTo>
                    <a:pt x="13789" y="68181"/>
                  </a:lnTo>
                  <a:lnTo>
                    <a:pt x="12666" y="67373"/>
                  </a:lnTo>
                  <a:lnTo>
                    <a:pt x="11633" y="66520"/>
                  </a:lnTo>
                  <a:lnTo>
                    <a:pt x="10600" y="65621"/>
                  </a:lnTo>
                  <a:lnTo>
                    <a:pt x="9612" y="64678"/>
                  </a:lnTo>
                  <a:lnTo>
                    <a:pt x="8669" y="63690"/>
                  </a:lnTo>
                  <a:lnTo>
                    <a:pt x="7771" y="62612"/>
                  </a:lnTo>
                  <a:lnTo>
                    <a:pt x="6917" y="61534"/>
                  </a:lnTo>
                  <a:lnTo>
                    <a:pt x="6109" y="60411"/>
                  </a:lnTo>
                  <a:lnTo>
                    <a:pt x="5345" y="59243"/>
                  </a:lnTo>
                  <a:lnTo>
                    <a:pt x="4627" y="58031"/>
                  </a:lnTo>
                  <a:lnTo>
                    <a:pt x="3953" y="56773"/>
                  </a:lnTo>
                  <a:lnTo>
                    <a:pt x="3324" y="55471"/>
                  </a:lnTo>
                  <a:lnTo>
                    <a:pt x="2785" y="54168"/>
                  </a:lnTo>
                  <a:lnTo>
                    <a:pt x="2291" y="52865"/>
                  </a:lnTo>
                  <a:lnTo>
                    <a:pt x="1842" y="51563"/>
                  </a:lnTo>
                  <a:lnTo>
                    <a:pt x="1438" y="50215"/>
                  </a:lnTo>
                  <a:lnTo>
                    <a:pt x="1078" y="48868"/>
                  </a:lnTo>
                  <a:lnTo>
                    <a:pt x="809" y="47521"/>
                  </a:lnTo>
                  <a:lnTo>
                    <a:pt x="584" y="46128"/>
                  </a:lnTo>
                  <a:lnTo>
                    <a:pt x="360" y="44691"/>
                  </a:lnTo>
                  <a:lnTo>
                    <a:pt x="225" y="43299"/>
                  </a:lnTo>
                  <a:lnTo>
                    <a:pt x="135" y="41861"/>
                  </a:lnTo>
                  <a:lnTo>
                    <a:pt x="90" y="40379"/>
                  </a:lnTo>
                  <a:lnTo>
                    <a:pt x="135" y="38942"/>
                  </a:lnTo>
                  <a:lnTo>
                    <a:pt x="180" y="37460"/>
                  </a:lnTo>
                  <a:lnTo>
                    <a:pt x="315" y="35977"/>
                  </a:lnTo>
                  <a:lnTo>
                    <a:pt x="450" y="34495"/>
                  </a:lnTo>
                  <a:lnTo>
                    <a:pt x="674" y="33013"/>
                  </a:lnTo>
                  <a:lnTo>
                    <a:pt x="944" y="31531"/>
                  </a:lnTo>
                  <a:lnTo>
                    <a:pt x="944" y="31486"/>
                  </a:lnTo>
                  <a:lnTo>
                    <a:pt x="899" y="31441"/>
                  </a:lnTo>
                  <a:close/>
                </a:path>
              </a:pathLst>
            </a:custGeom>
            <a:solidFill>
              <a:srgbClr val="D3D0C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61"/>
            <p:cNvSpPr/>
            <p:nvPr/>
          </p:nvSpPr>
          <p:spPr>
            <a:xfrm>
              <a:off x="5571775" y="3078700"/>
              <a:ext cx="192050" cy="587275"/>
            </a:xfrm>
            <a:custGeom>
              <a:rect b="b" l="l" r="r" t="t"/>
              <a:pathLst>
                <a:path extrusionOk="0" fill="none" h="23491" w="7682">
                  <a:moveTo>
                    <a:pt x="540" y="0"/>
                  </a:moveTo>
                  <a:lnTo>
                    <a:pt x="540" y="0"/>
                  </a:lnTo>
                  <a:lnTo>
                    <a:pt x="540" y="0"/>
                  </a:lnTo>
                  <a:lnTo>
                    <a:pt x="495" y="0"/>
                  </a:lnTo>
                  <a:lnTo>
                    <a:pt x="495" y="45"/>
                  </a:lnTo>
                  <a:lnTo>
                    <a:pt x="495" y="45"/>
                  </a:lnTo>
                  <a:lnTo>
                    <a:pt x="360" y="809"/>
                  </a:lnTo>
                  <a:lnTo>
                    <a:pt x="225" y="1617"/>
                  </a:lnTo>
                  <a:lnTo>
                    <a:pt x="46" y="3189"/>
                  </a:lnTo>
                  <a:lnTo>
                    <a:pt x="1" y="4806"/>
                  </a:lnTo>
                  <a:lnTo>
                    <a:pt x="1" y="6378"/>
                  </a:lnTo>
                  <a:lnTo>
                    <a:pt x="180" y="7995"/>
                  </a:lnTo>
                  <a:lnTo>
                    <a:pt x="405" y="9567"/>
                  </a:lnTo>
                  <a:lnTo>
                    <a:pt x="719" y="11139"/>
                  </a:lnTo>
                  <a:lnTo>
                    <a:pt x="1169" y="12666"/>
                  </a:lnTo>
                  <a:lnTo>
                    <a:pt x="1663" y="14193"/>
                  </a:lnTo>
                  <a:lnTo>
                    <a:pt x="2292" y="15676"/>
                  </a:lnTo>
                  <a:lnTo>
                    <a:pt x="2965" y="17113"/>
                  </a:lnTo>
                  <a:lnTo>
                    <a:pt x="3774" y="18505"/>
                  </a:lnTo>
                  <a:lnTo>
                    <a:pt x="4627" y="19808"/>
                  </a:lnTo>
                  <a:lnTo>
                    <a:pt x="5570" y="21110"/>
                  </a:lnTo>
                  <a:lnTo>
                    <a:pt x="6603" y="22323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6469" y="22054"/>
                  </a:lnTo>
                  <a:lnTo>
                    <a:pt x="5480" y="20841"/>
                  </a:lnTo>
                  <a:lnTo>
                    <a:pt x="4582" y="19583"/>
                  </a:lnTo>
                  <a:lnTo>
                    <a:pt x="3729" y="18236"/>
                  </a:lnTo>
                  <a:lnTo>
                    <a:pt x="2965" y="16843"/>
                  </a:lnTo>
                  <a:lnTo>
                    <a:pt x="2292" y="15451"/>
                  </a:lnTo>
                  <a:lnTo>
                    <a:pt x="1708" y="13969"/>
                  </a:lnTo>
                  <a:lnTo>
                    <a:pt x="1214" y="12487"/>
                  </a:lnTo>
                  <a:lnTo>
                    <a:pt x="809" y="10960"/>
                  </a:lnTo>
                  <a:lnTo>
                    <a:pt x="495" y="9432"/>
                  </a:lnTo>
                  <a:lnTo>
                    <a:pt x="270" y="7860"/>
                  </a:lnTo>
                  <a:lnTo>
                    <a:pt x="136" y="6333"/>
                  </a:lnTo>
                  <a:lnTo>
                    <a:pt x="91" y="4761"/>
                  </a:lnTo>
                  <a:lnTo>
                    <a:pt x="136" y="3189"/>
                  </a:lnTo>
                  <a:lnTo>
                    <a:pt x="315" y="1617"/>
                  </a:lnTo>
                  <a:lnTo>
                    <a:pt x="585" y="45"/>
                  </a:lnTo>
                  <a:lnTo>
                    <a:pt x="585" y="45"/>
                  </a:lnTo>
                  <a:lnTo>
                    <a:pt x="585" y="0"/>
                  </a:lnTo>
                  <a:lnTo>
                    <a:pt x="54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61"/>
            <p:cNvSpPr/>
            <p:nvPr/>
          </p:nvSpPr>
          <p:spPr>
            <a:xfrm>
              <a:off x="5471850" y="2911375"/>
              <a:ext cx="430075" cy="970200"/>
            </a:xfrm>
            <a:custGeom>
              <a:rect b="b" l="l" r="r" t="t"/>
              <a:pathLst>
                <a:path extrusionOk="0" fill="none" h="38808" w="17203">
                  <a:moveTo>
                    <a:pt x="899" y="1"/>
                  </a:moveTo>
                  <a:lnTo>
                    <a:pt x="899" y="1"/>
                  </a:lnTo>
                  <a:lnTo>
                    <a:pt x="899" y="1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584" y="1573"/>
                  </a:lnTo>
                  <a:lnTo>
                    <a:pt x="360" y="3055"/>
                  </a:lnTo>
                  <a:lnTo>
                    <a:pt x="180" y="4537"/>
                  </a:lnTo>
                  <a:lnTo>
                    <a:pt x="90" y="6020"/>
                  </a:lnTo>
                  <a:lnTo>
                    <a:pt x="0" y="7502"/>
                  </a:lnTo>
                  <a:lnTo>
                    <a:pt x="0" y="8984"/>
                  </a:lnTo>
                  <a:lnTo>
                    <a:pt x="45" y="10421"/>
                  </a:lnTo>
                  <a:lnTo>
                    <a:pt x="135" y="11859"/>
                  </a:lnTo>
                  <a:lnTo>
                    <a:pt x="270" y="13296"/>
                  </a:lnTo>
                  <a:lnTo>
                    <a:pt x="450" y="14688"/>
                  </a:lnTo>
                  <a:lnTo>
                    <a:pt x="719" y="16081"/>
                  </a:lnTo>
                  <a:lnTo>
                    <a:pt x="989" y="17473"/>
                  </a:lnTo>
                  <a:lnTo>
                    <a:pt x="1348" y="18820"/>
                  </a:lnTo>
                  <a:lnTo>
                    <a:pt x="1752" y="20168"/>
                  </a:lnTo>
                  <a:lnTo>
                    <a:pt x="2201" y="21470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3234" y="24075"/>
                  </a:lnTo>
                  <a:lnTo>
                    <a:pt x="3863" y="25378"/>
                  </a:lnTo>
                  <a:lnTo>
                    <a:pt x="4537" y="26591"/>
                  </a:lnTo>
                  <a:lnTo>
                    <a:pt x="5255" y="27803"/>
                  </a:lnTo>
                  <a:lnTo>
                    <a:pt x="6019" y="28971"/>
                  </a:lnTo>
                  <a:lnTo>
                    <a:pt x="6827" y="30094"/>
                  </a:lnTo>
                  <a:lnTo>
                    <a:pt x="7681" y="31172"/>
                  </a:lnTo>
                  <a:lnTo>
                    <a:pt x="8534" y="32250"/>
                  </a:lnTo>
                  <a:lnTo>
                    <a:pt x="9477" y="33238"/>
                  </a:lnTo>
                  <a:lnTo>
                    <a:pt x="10466" y="34181"/>
                  </a:lnTo>
                  <a:lnTo>
                    <a:pt x="11499" y="35080"/>
                  </a:lnTo>
                  <a:lnTo>
                    <a:pt x="12532" y="35933"/>
                  </a:lnTo>
                  <a:lnTo>
                    <a:pt x="13610" y="36741"/>
                  </a:lnTo>
                  <a:lnTo>
                    <a:pt x="14733" y="37460"/>
                  </a:lnTo>
                  <a:lnTo>
                    <a:pt x="15855" y="38179"/>
                  </a:lnTo>
                  <a:lnTo>
                    <a:pt x="17023" y="38808"/>
                  </a:lnTo>
                  <a:lnTo>
                    <a:pt x="17023" y="38808"/>
                  </a:lnTo>
                  <a:lnTo>
                    <a:pt x="17203" y="38763"/>
                  </a:lnTo>
                  <a:lnTo>
                    <a:pt x="17203" y="38763"/>
                  </a:lnTo>
                  <a:lnTo>
                    <a:pt x="16035" y="38179"/>
                  </a:lnTo>
                  <a:lnTo>
                    <a:pt x="14912" y="37460"/>
                  </a:lnTo>
                  <a:lnTo>
                    <a:pt x="13789" y="36741"/>
                  </a:lnTo>
                  <a:lnTo>
                    <a:pt x="12666" y="35933"/>
                  </a:lnTo>
                  <a:lnTo>
                    <a:pt x="11633" y="35080"/>
                  </a:lnTo>
                  <a:lnTo>
                    <a:pt x="10600" y="34181"/>
                  </a:lnTo>
                  <a:lnTo>
                    <a:pt x="9612" y="33238"/>
                  </a:lnTo>
                  <a:lnTo>
                    <a:pt x="8669" y="32250"/>
                  </a:lnTo>
                  <a:lnTo>
                    <a:pt x="7771" y="31172"/>
                  </a:lnTo>
                  <a:lnTo>
                    <a:pt x="6917" y="30094"/>
                  </a:lnTo>
                  <a:lnTo>
                    <a:pt x="6109" y="28971"/>
                  </a:lnTo>
                  <a:lnTo>
                    <a:pt x="5345" y="27803"/>
                  </a:lnTo>
                  <a:lnTo>
                    <a:pt x="4627" y="26591"/>
                  </a:lnTo>
                  <a:lnTo>
                    <a:pt x="3953" y="25333"/>
                  </a:lnTo>
                  <a:lnTo>
                    <a:pt x="3324" y="24031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2291" y="21425"/>
                  </a:lnTo>
                  <a:lnTo>
                    <a:pt x="1842" y="20123"/>
                  </a:lnTo>
                  <a:lnTo>
                    <a:pt x="1438" y="18775"/>
                  </a:lnTo>
                  <a:lnTo>
                    <a:pt x="1078" y="17428"/>
                  </a:lnTo>
                  <a:lnTo>
                    <a:pt x="809" y="16081"/>
                  </a:lnTo>
                  <a:lnTo>
                    <a:pt x="584" y="14688"/>
                  </a:lnTo>
                  <a:lnTo>
                    <a:pt x="360" y="13251"/>
                  </a:lnTo>
                  <a:lnTo>
                    <a:pt x="225" y="11859"/>
                  </a:lnTo>
                  <a:lnTo>
                    <a:pt x="135" y="10421"/>
                  </a:lnTo>
                  <a:lnTo>
                    <a:pt x="90" y="8939"/>
                  </a:lnTo>
                  <a:lnTo>
                    <a:pt x="135" y="7502"/>
                  </a:lnTo>
                  <a:lnTo>
                    <a:pt x="180" y="6020"/>
                  </a:lnTo>
                  <a:lnTo>
                    <a:pt x="315" y="4537"/>
                  </a:lnTo>
                  <a:lnTo>
                    <a:pt x="450" y="3055"/>
                  </a:lnTo>
                  <a:lnTo>
                    <a:pt x="674" y="1573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944" y="46"/>
                  </a:lnTo>
                  <a:lnTo>
                    <a:pt x="8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61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540" y="1"/>
                  </a:moveTo>
                  <a:lnTo>
                    <a:pt x="540" y="1"/>
                  </a:lnTo>
                  <a:lnTo>
                    <a:pt x="495" y="46"/>
                  </a:lnTo>
                  <a:lnTo>
                    <a:pt x="1" y="3459"/>
                  </a:lnTo>
                  <a:lnTo>
                    <a:pt x="1" y="3459"/>
                  </a:lnTo>
                  <a:lnTo>
                    <a:pt x="46" y="3504"/>
                  </a:lnTo>
                  <a:lnTo>
                    <a:pt x="91" y="3459"/>
                  </a:lnTo>
                  <a:lnTo>
                    <a:pt x="585" y="91"/>
                  </a:lnTo>
                  <a:lnTo>
                    <a:pt x="585" y="91"/>
                  </a:lnTo>
                  <a:lnTo>
                    <a:pt x="540" y="1"/>
                  </a:lnTo>
                  <a:lnTo>
                    <a:pt x="54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61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1393" y="0"/>
                  </a:moveTo>
                  <a:lnTo>
                    <a:pt x="1393" y="0"/>
                  </a:lnTo>
                  <a:lnTo>
                    <a:pt x="1348" y="45"/>
                  </a:lnTo>
                  <a:lnTo>
                    <a:pt x="0" y="9298"/>
                  </a:lnTo>
                  <a:lnTo>
                    <a:pt x="0" y="9298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135" y="9298"/>
                  </a:lnTo>
                  <a:lnTo>
                    <a:pt x="1483" y="90"/>
                  </a:lnTo>
                  <a:lnTo>
                    <a:pt x="1483" y="90"/>
                  </a:lnTo>
                  <a:lnTo>
                    <a:pt x="1438" y="0"/>
                  </a:lnTo>
                  <a:lnTo>
                    <a:pt x="13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61"/>
            <p:cNvSpPr/>
            <p:nvPr/>
          </p:nvSpPr>
          <p:spPr>
            <a:xfrm>
              <a:off x="5897425" y="3880425"/>
              <a:ext cx="28100" cy="13500"/>
            </a:xfrm>
            <a:custGeom>
              <a:rect b="b" l="l" r="r" t="t"/>
              <a:pathLst>
                <a:path extrusionOk="0" h="540" w="1124">
                  <a:moveTo>
                    <a:pt x="180" y="1"/>
                  </a:moveTo>
                  <a:lnTo>
                    <a:pt x="0" y="46"/>
                  </a:lnTo>
                  <a:lnTo>
                    <a:pt x="1033" y="540"/>
                  </a:lnTo>
                  <a:lnTo>
                    <a:pt x="1123" y="495"/>
                  </a:lnTo>
                  <a:lnTo>
                    <a:pt x="1123" y="450"/>
                  </a:lnTo>
                  <a:lnTo>
                    <a:pt x="1078" y="450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C1BDB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61"/>
            <p:cNvSpPr/>
            <p:nvPr/>
          </p:nvSpPr>
          <p:spPr>
            <a:xfrm>
              <a:off x="5897425" y="3880425"/>
              <a:ext cx="28100" cy="13500"/>
            </a:xfrm>
            <a:custGeom>
              <a:rect b="b" l="l" r="r" t="t"/>
              <a:pathLst>
                <a:path extrusionOk="0" fill="none" h="540" w="1124">
                  <a:moveTo>
                    <a:pt x="180" y="1"/>
                  </a:moveTo>
                  <a:lnTo>
                    <a:pt x="180" y="1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033" y="540"/>
                  </a:lnTo>
                  <a:lnTo>
                    <a:pt x="1123" y="495"/>
                  </a:lnTo>
                  <a:lnTo>
                    <a:pt x="1123" y="495"/>
                  </a:lnTo>
                  <a:lnTo>
                    <a:pt x="1123" y="450"/>
                  </a:lnTo>
                  <a:lnTo>
                    <a:pt x="1078" y="450"/>
                  </a:lnTo>
                  <a:lnTo>
                    <a:pt x="1078" y="450"/>
                  </a:lnTo>
                  <a:lnTo>
                    <a:pt x="18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61"/>
            <p:cNvSpPr/>
            <p:nvPr/>
          </p:nvSpPr>
          <p:spPr>
            <a:xfrm>
              <a:off x="5366300" y="1961425"/>
              <a:ext cx="782675" cy="2069500"/>
            </a:xfrm>
            <a:custGeom>
              <a:rect b="b" l="l" r="r" t="t"/>
              <a:pathLst>
                <a:path extrusionOk="0" h="82780" w="31307">
                  <a:moveTo>
                    <a:pt x="11858" y="7367"/>
                  </a:moveTo>
                  <a:lnTo>
                    <a:pt x="11903" y="7457"/>
                  </a:lnTo>
                  <a:lnTo>
                    <a:pt x="11409" y="10825"/>
                  </a:lnTo>
                  <a:lnTo>
                    <a:pt x="11364" y="10870"/>
                  </a:lnTo>
                  <a:lnTo>
                    <a:pt x="11319" y="10825"/>
                  </a:lnTo>
                  <a:lnTo>
                    <a:pt x="11813" y="7412"/>
                  </a:lnTo>
                  <a:lnTo>
                    <a:pt x="11858" y="7367"/>
                  </a:lnTo>
                  <a:close/>
                  <a:moveTo>
                    <a:pt x="8804" y="6558"/>
                  </a:moveTo>
                  <a:lnTo>
                    <a:pt x="8849" y="6648"/>
                  </a:lnTo>
                  <a:lnTo>
                    <a:pt x="7501" y="15856"/>
                  </a:lnTo>
                  <a:lnTo>
                    <a:pt x="7411" y="15901"/>
                  </a:lnTo>
                  <a:lnTo>
                    <a:pt x="7366" y="15856"/>
                  </a:lnTo>
                  <a:lnTo>
                    <a:pt x="8714" y="6603"/>
                  </a:lnTo>
                  <a:lnTo>
                    <a:pt x="8759" y="6558"/>
                  </a:lnTo>
                  <a:close/>
                  <a:moveTo>
                    <a:pt x="5121" y="37999"/>
                  </a:moveTo>
                  <a:lnTo>
                    <a:pt x="5166" y="38044"/>
                  </a:lnTo>
                  <a:lnTo>
                    <a:pt x="5166" y="38089"/>
                  </a:lnTo>
                  <a:lnTo>
                    <a:pt x="4896" y="39571"/>
                  </a:lnTo>
                  <a:lnTo>
                    <a:pt x="4672" y="41053"/>
                  </a:lnTo>
                  <a:lnTo>
                    <a:pt x="4537" y="42535"/>
                  </a:lnTo>
                  <a:lnTo>
                    <a:pt x="4402" y="44018"/>
                  </a:lnTo>
                  <a:lnTo>
                    <a:pt x="4357" y="45500"/>
                  </a:lnTo>
                  <a:lnTo>
                    <a:pt x="4312" y="46937"/>
                  </a:lnTo>
                  <a:lnTo>
                    <a:pt x="4357" y="48419"/>
                  </a:lnTo>
                  <a:lnTo>
                    <a:pt x="4447" y="49857"/>
                  </a:lnTo>
                  <a:lnTo>
                    <a:pt x="4582" y="51249"/>
                  </a:lnTo>
                  <a:lnTo>
                    <a:pt x="4806" y="52686"/>
                  </a:lnTo>
                  <a:lnTo>
                    <a:pt x="5031" y="54079"/>
                  </a:lnTo>
                  <a:lnTo>
                    <a:pt x="5300" y="55426"/>
                  </a:lnTo>
                  <a:lnTo>
                    <a:pt x="5660" y="56773"/>
                  </a:lnTo>
                  <a:lnTo>
                    <a:pt x="6064" y="58121"/>
                  </a:lnTo>
                  <a:lnTo>
                    <a:pt x="6513" y="59423"/>
                  </a:lnTo>
                  <a:lnTo>
                    <a:pt x="7007" y="60726"/>
                  </a:lnTo>
                  <a:lnTo>
                    <a:pt x="7546" y="62029"/>
                  </a:lnTo>
                  <a:lnTo>
                    <a:pt x="8175" y="63331"/>
                  </a:lnTo>
                  <a:lnTo>
                    <a:pt x="8849" y="64589"/>
                  </a:lnTo>
                  <a:lnTo>
                    <a:pt x="9567" y="65801"/>
                  </a:lnTo>
                  <a:lnTo>
                    <a:pt x="10331" y="66969"/>
                  </a:lnTo>
                  <a:lnTo>
                    <a:pt x="11139" y="68092"/>
                  </a:lnTo>
                  <a:lnTo>
                    <a:pt x="11993" y="69170"/>
                  </a:lnTo>
                  <a:lnTo>
                    <a:pt x="12891" y="70248"/>
                  </a:lnTo>
                  <a:lnTo>
                    <a:pt x="13834" y="71236"/>
                  </a:lnTo>
                  <a:lnTo>
                    <a:pt x="14822" y="72179"/>
                  </a:lnTo>
                  <a:lnTo>
                    <a:pt x="15855" y="73078"/>
                  </a:lnTo>
                  <a:lnTo>
                    <a:pt x="16888" y="73931"/>
                  </a:lnTo>
                  <a:lnTo>
                    <a:pt x="18011" y="74739"/>
                  </a:lnTo>
                  <a:lnTo>
                    <a:pt x="19134" y="75458"/>
                  </a:lnTo>
                  <a:lnTo>
                    <a:pt x="20257" y="76177"/>
                  </a:lnTo>
                  <a:lnTo>
                    <a:pt x="21425" y="76761"/>
                  </a:lnTo>
                  <a:lnTo>
                    <a:pt x="22323" y="77210"/>
                  </a:lnTo>
                  <a:lnTo>
                    <a:pt x="22368" y="77210"/>
                  </a:lnTo>
                  <a:lnTo>
                    <a:pt x="22368" y="77255"/>
                  </a:lnTo>
                  <a:lnTo>
                    <a:pt x="22278" y="77300"/>
                  </a:lnTo>
                  <a:lnTo>
                    <a:pt x="21245" y="76806"/>
                  </a:lnTo>
                  <a:lnTo>
                    <a:pt x="20077" y="76177"/>
                  </a:lnTo>
                  <a:lnTo>
                    <a:pt x="18955" y="75458"/>
                  </a:lnTo>
                  <a:lnTo>
                    <a:pt x="17832" y="74739"/>
                  </a:lnTo>
                  <a:lnTo>
                    <a:pt x="16754" y="73931"/>
                  </a:lnTo>
                  <a:lnTo>
                    <a:pt x="15721" y="73078"/>
                  </a:lnTo>
                  <a:lnTo>
                    <a:pt x="14688" y="72179"/>
                  </a:lnTo>
                  <a:lnTo>
                    <a:pt x="13699" y="71236"/>
                  </a:lnTo>
                  <a:lnTo>
                    <a:pt x="12756" y="70248"/>
                  </a:lnTo>
                  <a:lnTo>
                    <a:pt x="11903" y="69170"/>
                  </a:lnTo>
                  <a:lnTo>
                    <a:pt x="11049" y="68092"/>
                  </a:lnTo>
                  <a:lnTo>
                    <a:pt x="10241" y="66969"/>
                  </a:lnTo>
                  <a:lnTo>
                    <a:pt x="9477" y="65801"/>
                  </a:lnTo>
                  <a:lnTo>
                    <a:pt x="8759" y="64589"/>
                  </a:lnTo>
                  <a:lnTo>
                    <a:pt x="8085" y="63376"/>
                  </a:lnTo>
                  <a:lnTo>
                    <a:pt x="7456" y="62073"/>
                  </a:lnTo>
                  <a:lnTo>
                    <a:pt x="6917" y="60771"/>
                  </a:lnTo>
                  <a:lnTo>
                    <a:pt x="6423" y="59468"/>
                  </a:lnTo>
                  <a:lnTo>
                    <a:pt x="5974" y="58166"/>
                  </a:lnTo>
                  <a:lnTo>
                    <a:pt x="5570" y="56818"/>
                  </a:lnTo>
                  <a:lnTo>
                    <a:pt x="5211" y="55471"/>
                  </a:lnTo>
                  <a:lnTo>
                    <a:pt x="4941" y="54079"/>
                  </a:lnTo>
                  <a:lnTo>
                    <a:pt x="4672" y="52686"/>
                  </a:lnTo>
                  <a:lnTo>
                    <a:pt x="4492" y="51294"/>
                  </a:lnTo>
                  <a:lnTo>
                    <a:pt x="4357" y="49857"/>
                  </a:lnTo>
                  <a:lnTo>
                    <a:pt x="4267" y="48419"/>
                  </a:lnTo>
                  <a:lnTo>
                    <a:pt x="4222" y="46982"/>
                  </a:lnTo>
                  <a:lnTo>
                    <a:pt x="4222" y="45500"/>
                  </a:lnTo>
                  <a:lnTo>
                    <a:pt x="4312" y="44018"/>
                  </a:lnTo>
                  <a:lnTo>
                    <a:pt x="4402" y="42535"/>
                  </a:lnTo>
                  <a:lnTo>
                    <a:pt x="4582" y="41053"/>
                  </a:lnTo>
                  <a:lnTo>
                    <a:pt x="4806" y="39571"/>
                  </a:lnTo>
                  <a:lnTo>
                    <a:pt x="5076" y="38044"/>
                  </a:lnTo>
                  <a:lnTo>
                    <a:pt x="5121" y="37999"/>
                  </a:lnTo>
                  <a:close/>
                  <a:moveTo>
                    <a:pt x="6917" y="1"/>
                  </a:moveTo>
                  <a:lnTo>
                    <a:pt x="6783" y="405"/>
                  </a:lnTo>
                  <a:lnTo>
                    <a:pt x="6019" y="2875"/>
                  </a:lnTo>
                  <a:lnTo>
                    <a:pt x="5076" y="6424"/>
                  </a:lnTo>
                  <a:lnTo>
                    <a:pt x="4492" y="8535"/>
                  </a:lnTo>
                  <a:lnTo>
                    <a:pt x="3953" y="10870"/>
                  </a:lnTo>
                  <a:lnTo>
                    <a:pt x="3369" y="13385"/>
                  </a:lnTo>
                  <a:lnTo>
                    <a:pt x="2785" y="16080"/>
                  </a:lnTo>
                  <a:lnTo>
                    <a:pt x="2246" y="18955"/>
                  </a:lnTo>
                  <a:lnTo>
                    <a:pt x="1752" y="21919"/>
                  </a:lnTo>
                  <a:lnTo>
                    <a:pt x="1258" y="25018"/>
                  </a:lnTo>
                  <a:lnTo>
                    <a:pt x="854" y="28207"/>
                  </a:lnTo>
                  <a:lnTo>
                    <a:pt x="494" y="31441"/>
                  </a:lnTo>
                  <a:lnTo>
                    <a:pt x="225" y="34765"/>
                  </a:lnTo>
                  <a:lnTo>
                    <a:pt x="90" y="38089"/>
                  </a:lnTo>
                  <a:lnTo>
                    <a:pt x="45" y="39796"/>
                  </a:lnTo>
                  <a:lnTo>
                    <a:pt x="0" y="41457"/>
                  </a:lnTo>
                  <a:lnTo>
                    <a:pt x="45" y="43479"/>
                  </a:lnTo>
                  <a:lnTo>
                    <a:pt x="90" y="45455"/>
                  </a:lnTo>
                  <a:lnTo>
                    <a:pt x="225" y="47431"/>
                  </a:lnTo>
                  <a:lnTo>
                    <a:pt x="405" y="49407"/>
                  </a:lnTo>
                  <a:lnTo>
                    <a:pt x="629" y="51384"/>
                  </a:lnTo>
                  <a:lnTo>
                    <a:pt x="899" y="53315"/>
                  </a:lnTo>
                  <a:lnTo>
                    <a:pt x="1213" y="55246"/>
                  </a:lnTo>
                  <a:lnTo>
                    <a:pt x="1617" y="57133"/>
                  </a:lnTo>
                  <a:lnTo>
                    <a:pt x="2111" y="58974"/>
                  </a:lnTo>
                  <a:lnTo>
                    <a:pt x="2650" y="60771"/>
                  </a:lnTo>
                  <a:lnTo>
                    <a:pt x="3234" y="62523"/>
                  </a:lnTo>
                  <a:lnTo>
                    <a:pt x="3908" y="64229"/>
                  </a:lnTo>
                  <a:lnTo>
                    <a:pt x="4672" y="65936"/>
                  </a:lnTo>
                  <a:lnTo>
                    <a:pt x="5525" y="67553"/>
                  </a:lnTo>
                  <a:lnTo>
                    <a:pt x="6423" y="69080"/>
                  </a:lnTo>
                  <a:lnTo>
                    <a:pt x="6917" y="69844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0004" y="82195"/>
                  </a:lnTo>
                  <a:lnTo>
                    <a:pt x="28746" y="81567"/>
                  </a:lnTo>
                  <a:lnTo>
                    <a:pt x="27533" y="80893"/>
                  </a:lnTo>
                  <a:lnTo>
                    <a:pt x="26366" y="80174"/>
                  </a:lnTo>
                  <a:lnTo>
                    <a:pt x="25243" y="79411"/>
                  </a:lnTo>
                  <a:lnTo>
                    <a:pt x="24165" y="78557"/>
                  </a:lnTo>
                  <a:lnTo>
                    <a:pt x="23132" y="77704"/>
                  </a:lnTo>
                  <a:lnTo>
                    <a:pt x="22144" y="76806"/>
                  </a:lnTo>
                  <a:lnTo>
                    <a:pt x="21245" y="75862"/>
                  </a:lnTo>
                  <a:lnTo>
                    <a:pt x="20347" y="74829"/>
                  </a:lnTo>
                  <a:lnTo>
                    <a:pt x="19494" y="73796"/>
                  </a:lnTo>
                  <a:lnTo>
                    <a:pt x="18730" y="72763"/>
                  </a:lnTo>
                  <a:lnTo>
                    <a:pt x="17966" y="71640"/>
                  </a:lnTo>
                  <a:lnTo>
                    <a:pt x="17248" y="70517"/>
                  </a:lnTo>
                  <a:lnTo>
                    <a:pt x="16574" y="69395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691"/>
                  </a:lnTo>
                  <a:lnTo>
                    <a:pt x="8804" y="44691"/>
                  </a:ln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4867" y="66071"/>
                  </a:lnTo>
                  <a:lnTo>
                    <a:pt x="14059" y="64184"/>
                  </a:lnTo>
                  <a:lnTo>
                    <a:pt x="13340" y="62253"/>
                  </a:lnTo>
                  <a:lnTo>
                    <a:pt x="12711" y="60277"/>
                  </a:lnTo>
                  <a:lnTo>
                    <a:pt x="12127" y="58301"/>
                  </a:lnTo>
                  <a:lnTo>
                    <a:pt x="11588" y="56324"/>
                  </a:lnTo>
                  <a:lnTo>
                    <a:pt x="11184" y="54303"/>
                  </a:lnTo>
                  <a:lnTo>
                    <a:pt x="10780" y="52282"/>
                  </a:lnTo>
                  <a:lnTo>
                    <a:pt x="10466" y="50306"/>
                  </a:lnTo>
                  <a:lnTo>
                    <a:pt x="10196" y="48284"/>
                  </a:lnTo>
                  <a:lnTo>
                    <a:pt x="9972" y="46353"/>
                  </a:lnTo>
                  <a:lnTo>
                    <a:pt x="9837" y="44422"/>
                  </a:lnTo>
                  <a:lnTo>
                    <a:pt x="9702" y="42490"/>
                  </a:lnTo>
                  <a:lnTo>
                    <a:pt x="9612" y="40649"/>
                  </a:lnTo>
                  <a:lnTo>
                    <a:pt x="9567" y="38852"/>
                  </a:lnTo>
                  <a:lnTo>
                    <a:pt x="9567" y="37101"/>
                  </a:lnTo>
                  <a:lnTo>
                    <a:pt x="9612" y="35708"/>
                  </a:lnTo>
                  <a:lnTo>
                    <a:pt x="9702" y="34361"/>
                  </a:lnTo>
                  <a:lnTo>
                    <a:pt x="9792" y="33013"/>
                  </a:lnTo>
                  <a:lnTo>
                    <a:pt x="9927" y="31666"/>
                  </a:lnTo>
                  <a:lnTo>
                    <a:pt x="10061" y="30274"/>
                  </a:lnTo>
                  <a:lnTo>
                    <a:pt x="10241" y="28926"/>
                  </a:lnTo>
                  <a:lnTo>
                    <a:pt x="10690" y="26276"/>
                  </a:lnTo>
                  <a:lnTo>
                    <a:pt x="11229" y="23626"/>
                  </a:lnTo>
                  <a:lnTo>
                    <a:pt x="11813" y="21111"/>
                  </a:lnTo>
                  <a:lnTo>
                    <a:pt x="12442" y="18641"/>
                  </a:lnTo>
                  <a:lnTo>
                    <a:pt x="13116" y="16350"/>
                  </a:lnTo>
                  <a:lnTo>
                    <a:pt x="13789" y="14149"/>
                  </a:lnTo>
                  <a:lnTo>
                    <a:pt x="14463" y="12173"/>
                  </a:lnTo>
                  <a:lnTo>
                    <a:pt x="15092" y="10331"/>
                  </a:lnTo>
                  <a:lnTo>
                    <a:pt x="15676" y="8714"/>
                  </a:lnTo>
                  <a:lnTo>
                    <a:pt x="16664" y="6199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close/>
                </a:path>
              </a:pathLst>
            </a:custGeom>
            <a:solidFill>
              <a:srgbClr val="562410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61"/>
            <p:cNvSpPr/>
            <p:nvPr/>
          </p:nvSpPr>
          <p:spPr>
            <a:xfrm>
              <a:off x="5471850" y="2911375"/>
              <a:ext cx="453675" cy="982550"/>
            </a:xfrm>
            <a:custGeom>
              <a:rect b="b" l="l" r="r" t="t"/>
              <a:pathLst>
                <a:path extrusionOk="0" fill="none" h="39302" w="18147">
                  <a:moveTo>
                    <a:pt x="17023" y="38808"/>
                  </a:moveTo>
                  <a:lnTo>
                    <a:pt x="17023" y="38808"/>
                  </a:lnTo>
                  <a:lnTo>
                    <a:pt x="15855" y="38179"/>
                  </a:lnTo>
                  <a:lnTo>
                    <a:pt x="14733" y="37460"/>
                  </a:lnTo>
                  <a:lnTo>
                    <a:pt x="13610" y="36741"/>
                  </a:lnTo>
                  <a:lnTo>
                    <a:pt x="12532" y="35933"/>
                  </a:lnTo>
                  <a:lnTo>
                    <a:pt x="11499" y="35080"/>
                  </a:lnTo>
                  <a:lnTo>
                    <a:pt x="10466" y="34181"/>
                  </a:lnTo>
                  <a:lnTo>
                    <a:pt x="9477" y="33238"/>
                  </a:lnTo>
                  <a:lnTo>
                    <a:pt x="8534" y="32250"/>
                  </a:lnTo>
                  <a:lnTo>
                    <a:pt x="7681" y="31172"/>
                  </a:lnTo>
                  <a:lnTo>
                    <a:pt x="6827" y="30094"/>
                  </a:lnTo>
                  <a:lnTo>
                    <a:pt x="6019" y="28971"/>
                  </a:lnTo>
                  <a:lnTo>
                    <a:pt x="5255" y="27803"/>
                  </a:lnTo>
                  <a:lnTo>
                    <a:pt x="4537" y="26591"/>
                  </a:lnTo>
                  <a:lnTo>
                    <a:pt x="3863" y="25378"/>
                  </a:lnTo>
                  <a:lnTo>
                    <a:pt x="3234" y="24075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2201" y="21470"/>
                  </a:lnTo>
                  <a:lnTo>
                    <a:pt x="1752" y="20168"/>
                  </a:lnTo>
                  <a:lnTo>
                    <a:pt x="1348" y="18820"/>
                  </a:lnTo>
                  <a:lnTo>
                    <a:pt x="989" y="17473"/>
                  </a:lnTo>
                  <a:lnTo>
                    <a:pt x="719" y="16081"/>
                  </a:lnTo>
                  <a:lnTo>
                    <a:pt x="450" y="14688"/>
                  </a:lnTo>
                  <a:lnTo>
                    <a:pt x="270" y="13296"/>
                  </a:lnTo>
                  <a:lnTo>
                    <a:pt x="135" y="11859"/>
                  </a:lnTo>
                  <a:lnTo>
                    <a:pt x="45" y="10421"/>
                  </a:lnTo>
                  <a:lnTo>
                    <a:pt x="0" y="8984"/>
                  </a:lnTo>
                  <a:lnTo>
                    <a:pt x="0" y="7502"/>
                  </a:lnTo>
                  <a:lnTo>
                    <a:pt x="90" y="6020"/>
                  </a:lnTo>
                  <a:lnTo>
                    <a:pt x="180" y="4537"/>
                  </a:lnTo>
                  <a:lnTo>
                    <a:pt x="360" y="3055"/>
                  </a:lnTo>
                  <a:lnTo>
                    <a:pt x="584" y="1573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944" y="46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674" y="1573"/>
                  </a:lnTo>
                  <a:lnTo>
                    <a:pt x="450" y="3055"/>
                  </a:lnTo>
                  <a:lnTo>
                    <a:pt x="315" y="4537"/>
                  </a:lnTo>
                  <a:lnTo>
                    <a:pt x="180" y="6020"/>
                  </a:lnTo>
                  <a:lnTo>
                    <a:pt x="135" y="7502"/>
                  </a:lnTo>
                  <a:lnTo>
                    <a:pt x="90" y="8939"/>
                  </a:lnTo>
                  <a:lnTo>
                    <a:pt x="135" y="10421"/>
                  </a:lnTo>
                  <a:lnTo>
                    <a:pt x="225" y="11859"/>
                  </a:lnTo>
                  <a:lnTo>
                    <a:pt x="360" y="13251"/>
                  </a:lnTo>
                  <a:lnTo>
                    <a:pt x="584" y="14688"/>
                  </a:lnTo>
                  <a:lnTo>
                    <a:pt x="809" y="16081"/>
                  </a:lnTo>
                  <a:lnTo>
                    <a:pt x="1078" y="17428"/>
                  </a:lnTo>
                  <a:lnTo>
                    <a:pt x="1438" y="18775"/>
                  </a:lnTo>
                  <a:lnTo>
                    <a:pt x="1842" y="20123"/>
                  </a:lnTo>
                  <a:lnTo>
                    <a:pt x="2291" y="21425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3324" y="24031"/>
                  </a:lnTo>
                  <a:lnTo>
                    <a:pt x="3953" y="25333"/>
                  </a:lnTo>
                  <a:lnTo>
                    <a:pt x="4627" y="26591"/>
                  </a:lnTo>
                  <a:lnTo>
                    <a:pt x="5345" y="27803"/>
                  </a:lnTo>
                  <a:lnTo>
                    <a:pt x="6109" y="28971"/>
                  </a:lnTo>
                  <a:lnTo>
                    <a:pt x="6917" y="30094"/>
                  </a:lnTo>
                  <a:lnTo>
                    <a:pt x="7771" y="31172"/>
                  </a:lnTo>
                  <a:lnTo>
                    <a:pt x="8669" y="32250"/>
                  </a:lnTo>
                  <a:lnTo>
                    <a:pt x="9612" y="33238"/>
                  </a:lnTo>
                  <a:lnTo>
                    <a:pt x="10600" y="34181"/>
                  </a:lnTo>
                  <a:lnTo>
                    <a:pt x="11633" y="35080"/>
                  </a:lnTo>
                  <a:lnTo>
                    <a:pt x="12666" y="35933"/>
                  </a:lnTo>
                  <a:lnTo>
                    <a:pt x="13789" y="36741"/>
                  </a:lnTo>
                  <a:lnTo>
                    <a:pt x="14912" y="37460"/>
                  </a:lnTo>
                  <a:lnTo>
                    <a:pt x="16035" y="38179"/>
                  </a:lnTo>
                  <a:lnTo>
                    <a:pt x="17203" y="38763"/>
                  </a:lnTo>
                  <a:lnTo>
                    <a:pt x="17203" y="38763"/>
                  </a:lnTo>
                  <a:lnTo>
                    <a:pt x="18101" y="39212"/>
                  </a:lnTo>
                  <a:lnTo>
                    <a:pt x="18101" y="39212"/>
                  </a:lnTo>
                  <a:lnTo>
                    <a:pt x="18146" y="39212"/>
                  </a:lnTo>
                  <a:lnTo>
                    <a:pt x="18146" y="39257"/>
                  </a:lnTo>
                  <a:lnTo>
                    <a:pt x="18056" y="39302"/>
                  </a:lnTo>
                  <a:lnTo>
                    <a:pt x="18056" y="39302"/>
                  </a:lnTo>
                  <a:lnTo>
                    <a:pt x="17023" y="388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61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46" y="3504"/>
                  </a:moveTo>
                  <a:lnTo>
                    <a:pt x="46" y="3504"/>
                  </a:lnTo>
                  <a:lnTo>
                    <a:pt x="1" y="3459"/>
                  </a:lnTo>
                  <a:lnTo>
                    <a:pt x="495" y="46"/>
                  </a:lnTo>
                  <a:lnTo>
                    <a:pt x="495" y="46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85" y="91"/>
                  </a:lnTo>
                  <a:lnTo>
                    <a:pt x="91" y="3459"/>
                  </a:lnTo>
                  <a:lnTo>
                    <a:pt x="46" y="350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61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45" y="9343"/>
                  </a:moveTo>
                  <a:lnTo>
                    <a:pt x="45" y="9343"/>
                  </a:lnTo>
                  <a:lnTo>
                    <a:pt x="45" y="9343"/>
                  </a:lnTo>
                  <a:lnTo>
                    <a:pt x="0" y="9298"/>
                  </a:lnTo>
                  <a:lnTo>
                    <a:pt x="1348" y="45"/>
                  </a:lnTo>
                  <a:lnTo>
                    <a:pt x="1348" y="45"/>
                  </a:lnTo>
                  <a:lnTo>
                    <a:pt x="1393" y="0"/>
                  </a:lnTo>
                  <a:lnTo>
                    <a:pt x="1438" y="0"/>
                  </a:lnTo>
                  <a:lnTo>
                    <a:pt x="1438" y="0"/>
                  </a:lnTo>
                  <a:lnTo>
                    <a:pt x="1483" y="90"/>
                  </a:lnTo>
                  <a:lnTo>
                    <a:pt x="135" y="9298"/>
                  </a:lnTo>
                  <a:lnTo>
                    <a:pt x="45" y="934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61"/>
            <p:cNvSpPr/>
            <p:nvPr/>
          </p:nvSpPr>
          <p:spPr>
            <a:xfrm>
              <a:off x="5366300" y="1961425"/>
              <a:ext cx="782675" cy="2069500"/>
            </a:xfrm>
            <a:custGeom>
              <a:rect b="b" l="l" r="r" t="t"/>
              <a:pathLst>
                <a:path extrusionOk="0" fill="none" h="82780" w="31307">
                  <a:moveTo>
                    <a:pt x="6917" y="1"/>
                  </a:moveTo>
                  <a:lnTo>
                    <a:pt x="6783" y="405"/>
                  </a:lnTo>
                  <a:lnTo>
                    <a:pt x="6783" y="405"/>
                  </a:lnTo>
                  <a:lnTo>
                    <a:pt x="6019" y="2875"/>
                  </a:lnTo>
                  <a:lnTo>
                    <a:pt x="5076" y="6424"/>
                  </a:lnTo>
                  <a:lnTo>
                    <a:pt x="4492" y="8535"/>
                  </a:lnTo>
                  <a:lnTo>
                    <a:pt x="3953" y="10870"/>
                  </a:lnTo>
                  <a:lnTo>
                    <a:pt x="3369" y="13385"/>
                  </a:lnTo>
                  <a:lnTo>
                    <a:pt x="2785" y="16080"/>
                  </a:lnTo>
                  <a:lnTo>
                    <a:pt x="2246" y="18955"/>
                  </a:lnTo>
                  <a:lnTo>
                    <a:pt x="1752" y="21919"/>
                  </a:lnTo>
                  <a:lnTo>
                    <a:pt x="1258" y="25018"/>
                  </a:lnTo>
                  <a:lnTo>
                    <a:pt x="854" y="28207"/>
                  </a:lnTo>
                  <a:lnTo>
                    <a:pt x="494" y="31441"/>
                  </a:lnTo>
                  <a:lnTo>
                    <a:pt x="225" y="34765"/>
                  </a:lnTo>
                  <a:lnTo>
                    <a:pt x="90" y="38089"/>
                  </a:lnTo>
                  <a:lnTo>
                    <a:pt x="45" y="39796"/>
                  </a:lnTo>
                  <a:lnTo>
                    <a:pt x="0" y="41457"/>
                  </a:lnTo>
                  <a:lnTo>
                    <a:pt x="0" y="41457"/>
                  </a:lnTo>
                  <a:lnTo>
                    <a:pt x="45" y="43479"/>
                  </a:lnTo>
                  <a:lnTo>
                    <a:pt x="90" y="45455"/>
                  </a:lnTo>
                  <a:lnTo>
                    <a:pt x="225" y="47431"/>
                  </a:lnTo>
                  <a:lnTo>
                    <a:pt x="405" y="49407"/>
                  </a:lnTo>
                  <a:lnTo>
                    <a:pt x="629" y="51384"/>
                  </a:lnTo>
                  <a:lnTo>
                    <a:pt x="899" y="53315"/>
                  </a:lnTo>
                  <a:lnTo>
                    <a:pt x="1213" y="55246"/>
                  </a:lnTo>
                  <a:lnTo>
                    <a:pt x="1617" y="57133"/>
                  </a:lnTo>
                  <a:lnTo>
                    <a:pt x="2111" y="58974"/>
                  </a:lnTo>
                  <a:lnTo>
                    <a:pt x="2650" y="60771"/>
                  </a:lnTo>
                  <a:lnTo>
                    <a:pt x="3234" y="62523"/>
                  </a:lnTo>
                  <a:lnTo>
                    <a:pt x="3908" y="64229"/>
                  </a:lnTo>
                  <a:lnTo>
                    <a:pt x="4672" y="65936"/>
                  </a:lnTo>
                  <a:lnTo>
                    <a:pt x="5525" y="67553"/>
                  </a:lnTo>
                  <a:lnTo>
                    <a:pt x="6423" y="69080"/>
                  </a:lnTo>
                  <a:lnTo>
                    <a:pt x="6917" y="69844"/>
                  </a:lnTo>
                  <a:lnTo>
                    <a:pt x="7411" y="70562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1306" y="82779"/>
                  </a:lnTo>
                  <a:lnTo>
                    <a:pt x="30004" y="82195"/>
                  </a:lnTo>
                  <a:lnTo>
                    <a:pt x="28746" y="81567"/>
                  </a:lnTo>
                  <a:lnTo>
                    <a:pt x="27533" y="80893"/>
                  </a:lnTo>
                  <a:lnTo>
                    <a:pt x="26366" y="80174"/>
                  </a:lnTo>
                  <a:lnTo>
                    <a:pt x="25243" y="79411"/>
                  </a:lnTo>
                  <a:lnTo>
                    <a:pt x="24165" y="78557"/>
                  </a:lnTo>
                  <a:lnTo>
                    <a:pt x="23132" y="77704"/>
                  </a:lnTo>
                  <a:lnTo>
                    <a:pt x="22144" y="76806"/>
                  </a:lnTo>
                  <a:lnTo>
                    <a:pt x="21245" y="75862"/>
                  </a:lnTo>
                  <a:lnTo>
                    <a:pt x="20347" y="74829"/>
                  </a:lnTo>
                  <a:lnTo>
                    <a:pt x="19494" y="73796"/>
                  </a:lnTo>
                  <a:lnTo>
                    <a:pt x="18730" y="72763"/>
                  </a:lnTo>
                  <a:lnTo>
                    <a:pt x="17966" y="71640"/>
                  </a:lnTo>
                  <a:lnTo>
                    <a:pt x="17248" y="70517"/>
                  </a:lnTo>
                  <a:lnTo>
                    <a:pt x="16574" y="69395"/>
                  </a:lnTo>
                  <a:lnTo>
                    <a:pt x="15900" y="68182"/>
                  </a:lnTo>
                  <a:lnTo>
                    <a:pt x="15900" y="68182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736"/>
                  </a:lnTo>
                  <a:lnTo>
                    <a:pt x="8714" y="44691"/>
                  </a:lnTo>
                  <a:lnTo>
                    <a:pt x="8759" y="44691"/>
                  </a:lnTo>
                  <a:lnTo>
                    <a:pt x="8759" y="44691"/>
                  </a:lnTo>
                  <a:lnTo>
                    <a:pt x="8759" y="44691"/>
                  </a:lnTo>
                  <a:lnTo>
                    <a:pt x="8804" y="44691"/>
                  </a:lnTo>
                  <a:lnTo>
                    <a:pt x="8804" y="44736"/>
                  </a:ln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4867" y="66071"/>
                  </a:lnTo>
                  <a:lnTo>
                    <a:pt x="14059" y="64184"/>
                  </a:lnTo>
                  <a:lnTo>
                    <a:pt x="13340" y="62253"/>
                  </a:lnTo>
                  <a:lnTo>
                    <a:pt x="12711" y="60277"/>
                  </a:lnTo>
                  <a:lnTo>
                    <a:pt x="12127" y="58301"/>
                  </a:lnTo>
                  <a:lnTo>
                    <a:pt x="11588" y="56324"/>
                  </a:lnTo>
                  <a:lnTo>
                    <a:pt x="11184" y="54303"/>
                  </a:lnTo>
                  <a:lnTo>
                    <a:pt x="10780" y="52282"/>
                  </a:lnTo>
                  <a:lnTo>
                    <a:pt x="10466" y="50306"/>
                  </a:lnTo>
                  <a:lnTo>
                    <a:pt x="10196" y="48284"/>
                  </a:lnTo>
                  <a:lnTo>
                    <a:pt x="9972" y="46353"/>
                  </a:lnTo>
                  <a:lnTo>
                    <a:pt x="9837" y="44422"/>
                  </a:lnTo>
                  <a:lnTo>
                    <a:pt x="9702" y="42490"/>
                  </a:lnTo>
                  <a:lnTo>
                    <a:pt x="9612" y="40649"/>
                  </a:lnTo>
                  <a:lnTo>
                    <a:pt x="9567" y="38852"/>
                  </a:lnTo>
                  <a:lnTo>
                    <a:pt x="9567" y="37101"/>
                  </a:lnTo>
                  <a:lnTo>
                    <a:pt x="9567" y="37101"/>
                  </a:lnTo>
                  <a:lnTo>
                    <a:pt x="9612" y="35708"/>
                  </a:lnTo>
                  <a:lnTo>
                    <a:pt x="9702" y="34361"/>
                  </a:lnTo>
                  <a:lnTo>
                    <a:pt x="9792" y="33013"/>
                  </a:lnTo>
                  <a:lnTo>
                    <a:pt x="9927" y="31666"/>
                  </a:lnTo>
                  <a:lnTo>
                    <a:pt x="10061" y="30274"/>
                  </a:lnTo>
                  <a:lnTo>
                    <a:pt x="10241" y="28926"/>
                  </a:lnTo>
                  <a:lnTo>
                    <a:pt x="10690" y="26276"/>
                  </a:lnTo>
                  <a:lnTo>
                    <a:pt x="11229" y="23626"/>
                  </a:lnTo>
                  <a:lnTo>
                    <a:pt x="11813" y="21111"/>
                  </a:lnTo>
                  <a:lnTo>
                    <a:pt x="12442" y="18641"/>
                  </a:lnTo>
                  <a:lnTo>
                    <a:pt x="13116" y="16350"/>
                  </a:lnTo>
                  <a:lnTo>
                    <a:pt x="13789" y="14149"/>
                  </a:lnTo>
                  <a:lnTo>
                    <a:pt x="14463" y="12173"/>
                  </a:lnTo>
                  <a:lnTo>
                    <a:pt x="15092" y="10331"/>
                  </a:lnTo>
                  <a:lnTo>
                    <a:pt x="15676" y="8714"/>
                  </a:lnTo>
                  <a:lnTo>
                    <a:pt x="16664" y="6199"/>
                  </a:lnTo>
                  <a:lnTo>
                    <a:pt x="17248" y="4762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61"/>
            <p:cNvSpPr/>
            <p:nvPr/>
          </p:nvSpPr>
          <p:spPr>
            <a:xfrm>
              <a:off x="5647025" y="1922125"/>
              <a:ext cx="113425" cy="87625"/>
            </a:xfrm>
            <a:custGeom>
              <a:rect b="b" l="l" r="r" t="t"/>
              <a:pathLst>
                <a:path extrusionOk="0" h="3505" w="4537">
                  <a:moveTo>
                    <a:pt x="0" y="1"/>
                  </a:moveTo>
                  <a:lnTo>
                    <a:pt x="0" y="315"/>
                  </a:lnTo>
                  <a:lnTo>
                    <a:pt x="0" y="540"/>
                  </a:lnTo>
                  <a:lnTo>
                    <a:pt x="45" y="764"/>
                  </a:lnTo>
                  <a:lnTo>
                    <a:pt x="180" y="989"/>
                  </a:lnTo>
                  <a:lnTo>
                    <a:pt x="315" y="1213"/>
                  </a:lnTo>
                  <a:lnTo>
                    <a:pt x="449" y="1438"/>
                  </a:lnTo>
                  <a:lnTo>
                    <a:pt x="674" y="1663"/>
                  </a:lnTo>
                  <a:lnTo>
                    <a:pt x="1213" y="2067"/>
                  </a:lnTo>
                  <a:lnTo>
                    <a:pt x="1842" y="2471"/>
                  </a:lnTo>
                  <a:lnTo>
                    <a:pt x="2650" y="2830"/>
                  </a:lnTo>
                  <a:lnTo>
                    <a:pt x="3548" y="3190"/>
                  </a:lnTo>
                  <a:lnTo>
                    <a:pt x="4537" y="3504"/>
                  </a:lnTo>
                  <a:lnTo>
                    <a:pt x="3593" y="3145"/>
                  </a:lnTo>
                  <a:lnTo>
                    <a:pt x="2785" y="2741"/>
                  </a:lnTo>
                  <a:lnTo>
                    <a:pt x="2066" y="2291"/>
                  </a:lnTo>
                  <a:lnTo>
                    <a:pt x="1482" y="1842"/>
                  </a:lnTo>
                  <a:lnTo>
                    <a:pt x="988" y="1393"/>
                  </a:lnTo>
                  <a:lnTo>
                    <a:pt x="584" y="944"/>
                  </a:lnTo>
                  <a:lnTo>
                    <a:pt x="270" y="45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D0C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61"/>
            <p:cNvSpPr/>
            <p:nvPr/>
          </p:nvSpPr>
          <p:spPr>
            <a:xfrm>
              <a:off x="5647025" y="1922125"/>
              <a:ext cx="113425" cy="87625"/>
            </a:xfrm>
            <a:custGeom>
              <a:rect b="b" l="l" r="r" t="t"/>
              <a:pathLst>
                <a:path extrusionOk="0" fill="none" h="3505" w="453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315"/>
                  </a:lnTo>
                  <a:lnTo>
                    <a:pt x="0" y="315"/>
                  </a:lnTo>
                  <a:lnTo>
                    <a:pt x="0" y="540"/>
                  </a:lnTo>
                  <a:lnTo>
                    <a:pt x="45" y="764"/>
                  </a:lnTo>
                  <a:lnTo>
                    <a:pt x="180" y="989"/>
                  </a:lnTo>
                  <a:lnTo>
                    <a:pt x="315" y="1213"/>
                  </a:lnTo>
                  <a:lnTo>
                    <a:pt x="449" y="1438"/>
                  </a:lnTo>
                  <a:lnTo>
                    <a:pt x="674" y="1663"/>
                  </a:lnTo>
                  <a:lnTo>
                    <a:pt x="1213" y="2067"/>
                  </a:lnTo>
                  <a:lnTo>
                    <a:pt x="1842" y="2471"/>
                  </a:lnTo>
                  <a:lnTo>
                    <a:pt x="2650" y="2830"/>
                  </a:lnTo>
                  <a:lnTo>
                    <a:pt x="3548" y="3190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3593" y="3145"/>
                  </a:lnTo>
                  <a:lnTo>
                    <a:pt x="2785" y="2741"/>
                  </a:lnTo>
                  <a:lnTo>
                    <a:pt x="2066" y="2291"/>
                  </a:lnTo>
                  <a:lnTo>
                    <a:pt x="1482" y="1842"/>
                  </a:lnTo>
                  <a:lnTo>
                    <a:pt x="988" y="1393"/>
                  </a:lnTo>
                  <a:lnTo>
                    <a:pt x="584" y="944"/>
                  </a:lnTo>
                  <a:lnTo>
                    <a:pt x="270" y="450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61"/>
            <p:cNvSpPr/>
            <p:nvPr/>
          </p:nvSpPr>
          <p:spPr>
            <a:xfrm>
              <a:off x="5547075" y="1849150"/>
              <a:ext cx="330150" cy="220100"/>
            </a:xfrm>
            <a:custGeom>
              <a:rect b="b" l="l" r="r" t="t"/>
              <a:pathLst>
                <a:path extrusionOk="0" h="8804" w="13206">
                  <a:moveTo>
                    <a:pt x="3684" y="0"/>
                  </a:moveTo>
                  <a:lnTo>
                    <a:pt x="2830" y="404"/>
                  </a:lnTo>
                  <a:lnTo>
                    <a:pt x="2112" y="809"/>
                  </a:lnTo>
                  <a:lnTo>
                    <a:pt x="1483" y="1213"/>
                  </a:lnTo>
                  <a:lnTo>
                    <a:pt x="944" y="1662"/>
                  </a:lnTo>
                  <a:lnTo>
                    <a:pt x="540" y="2066"/>
                  </a:lnTo>
                  <a:lnTo>
                    <a:pt x="225" y="2515"/>
                  </a:lnTo>
                  <a:lnTo>
                    <a:pt x="135" y="2740"/>
                  </a:lnTo>
                  <a:lnTo>
                    <a:pt x="46" y="2965"/>
                  </a:lnTo>
                  <a:lnTo>
                    <a:pt x="1" y="3189"/>
                  </a:lnTo>
                  <a:lnTo>
                    <a:pt x="1" y="3369"/>
                  </a:lnTo>
                  <a:lnTo>
                    <a:pt x="46" y="3773"/>
                  </a:lnTo>
                  <a:lnTo>
                    <a:pt x="180" y="4132"/>
                  </a:lnTo>
                  <a:lnTo>
                    <a:pt x="405" y="4492"/>
                  </a:lnTo>
                  <a:lnTo>
                    <a:pt x="719" y="4896"/>
                  </a:lnTo>
                  <a:lnTo>
                    <a:pt x="1079" y="5255"/>
                  </a:lnTo>
                  <a:lnTo>
                    <a:pt x="1573" y="5615"/>
                  </a:lnTo>
                  <a:lnTo>
                    <a:pt x="2112" y="5974"/>
                  </a:lnTo>
                  <a:lnTo>
                    <a:pt x="2741" y="6333"/>
                  </a:lnTo>
                  <a:lnTo>
                    <a:pt x="3459" y="6693"/>
                  </a:lnTo>
                  <a:lnTo>
                    <a:pt x="4268" y="7007"/>
                  </a:lnTo>
                  <a:lnTo>
                    <a:pt x="5121" y="7321"/>
                  </a:lnTo>
                  <a:lnTo>
                    <a:pt x="6064" y="7681"/>
                  </a:lnTo>
                  <a:lnTo>
                    <a:pt x="7052" y="7950"/>
                  </a:lnTo>
                  <a:lnTo>
                    <a:pt x="8175" y="8265"/>
                  </a:lnTo>
                  <a:lnTo>
                    <a:pt x="9298" y="8534"/>
                  </a:lnTo>
                  <a:lnTo>
                    <a:pt x="10556" y="8804"/>
                  </a:lnTo>
                  <a:lnTo>
                    <a:pt x="13206" y="7501"/>
                  </a:lnTo>
                  <a:lnTo>
                    <a:pt x="13161" y="7456"/>
                  </a:lnTo>
                  <a:lnTo>
                    <a:pt x="11813" y="7276"/>
                  </a:lnTo>
                  <a:lnTo>
                    <a:pt x="10601" y="7007"/>
                  </a:lnTo>
                  <a:lnTo>
                    <a:pt x="9523" y="6738"/>
                  </a:lnTo>
                  <a:lnTo>
                    <a:pt x="8535" y="6423"/>
                  </a:lnTo>
                  <a:lnTo>
                    <a:pt x="7546" y="6109"/>
                  </a:lnTo>
                  <a:lnTo>
                    <a:pt x="6648" y="5749"/>
                  </a:lnTo>
                  <a:lnTo>
                    <a:pt x="5840" y="5390"/>
                  </a:lnTo>
                  <a:lnTo>
                    <a:pt x="5211" y="4986"/>
                  </a:lnTo>
                  <a:lnTo>
                    <a:pt x="4672" y="4582"/>
                  </a:lnTo>
                  <a:lnTo>
                    <a:pt x="4447" y="4357"/>
                  </a:lnTo>
                  <a:lnTo>
                    <a:pt x="4313" y="4132"/>
                  </a:lnTo>
                  <a:lnTo>
                    <a:pt x="4178" y="3908"/>
                  </a:lnTo>
                  <a:lnTo>
                    <a:pt x="4043" y="3683"/>
                  </a:lnTo>
                  <a:lnTo>
                    <a:pt x="3998" y="3459"/>
                  </a:lnTo>
                  <a:lnTo>
                    <a:pt x="3998" y="3234"/>
                  </a:lnTo>
                  <a:lnTo>
                    <a:pt x="3998" y="2920"/>
                  </a:lnTo>
                  <a:lnTo>
                    <a:pt x="3863" y="2471"/>
                  </a:lnTo>
                  <a:lnTo>
                    <a:pt x="3729" y="2066"/>
                  </a:lnTo>
                  <a:lnTo>
                    <a:pt x="3639" y="1662"/>
                  </a:lnTo>
                  <a:lnTo>
                    <a:pt x="3594" y="1303"/>
                  </a:lnTo>
                  <a:lnTo>
                    <a:pt x="3594" y="943"/>
                  </a:lnTo>
                  <a:lnTo>
                    <a:pt x="3594" y="584"/>
                  </a:lnTo>
                  <a:lnTo>
                    <a:pt x="3684" y="0"/>
                  </a:lnTo>
                  <a:close/>
                </a:path>
              </a:pathLst>
            </a:custGeom>
            <a:solidFill>
              <a:srgbClr val="9D401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61"/>
            <p:cNvSpPr/>
            <p:nvPr/>
          </p:nvSpPr>
          <p:spPr>
            <a:xfrm>
              <a:off x="5547075" y="1849150"/>
              <a:ext cx="330150" cy="220100"/>
            </a:xfrm>
            <a:custGeom>
              <a:rect b="b" l="l" r="r" t="t"/>
              <a:pathLst>
                <a:path extrusionOk="0" fill="none" h="8804" w="13206">
                  <a:moveTo>
                    <a:pt x="3684" y="0"/>
                  </a:moveTo>
                  <a:lnTo>
                    <a:pt x="3684" y="0"/>
                  </a:lnTo>
                  <a:lnTo>
                    <a:pt x="2830" y="404"/>
                  </a:lnTo>
                  <a:lnTo>
                    <a:pt x="2112" y="809"/>
                  </a:lnTo>
                  <a:lnTo>
                    <a:pt x="1483" y="1213"/>
                  </a:lnTo>
                  <a:lnTo>
                    <a:pt x="944" y="1662"/>
                  </a:lnTo>
                  <a:lnTo>
                    <a:pt x="540" y="2066"/>
                  </a:lnTo>
                  <a:lnTo>
                    <a:pt x="225" y="2515"/>
                  </a:lnTo>
                  <a:lnTo>
                    <a:pt x="135" y="2740"/>
                  </a:lnTo>
                  <a:lnTo>
                    <a:pt x="46" y="2965"/>
                  </a:lnTo>
                  <a:lnTo>
                    <a:pt x="1" y="3189"/>
                  </a:lnTo>
                  <a:lnTo>
                    <a:pt x="1" y="3369"/>
                  </a:lnTo>
                  <a:lnTo>
                    <a:pt x="1" y="3369"/>
                  </a:lnTo>
                  <a:lnTo>
                    <a:pt x="46" y="3773"/>
                  </a:lnTo>
                  <a:lnTo>
                    <a:pt x="180" y="4132"/>
                  </a:lnTo>
                  <a:lnTo>
                    <a:pt x="405" y="4492"/>
                  </a:lnTo>
                  <a:lnTo>
                    <a:pt x="719" y="4896"/>
                  </a:lnTo>
                  <a:lnTo>
                    <a:pt x="1079" y="5255"/>
                  </a:lnTo>
                  <a:lnTo>
                    <a:pt x="1573" y="5615"/>
                  </a:lnTo>
                  <a:lnTo>
                    <a:pt x="2112" y="5974"/>
                  </a:lnTo>
                  <a:lnTo>
                    <a:pt x="2741" y="6333"/>
                  </a:lnTo>
                  <a:lnTo>
                    <a:pt x="3459" y="6693"/>
                  </a:lnTo>
                  <a:lnTo>
                    <a:pt x="4268" y="7007"/>
                  </a:lnTo>
                  <a:lnTo>
                    <a:pt x="5121" y="7321"/>
                  </a:lnTo>
                  <a:lnTo>
                    <a:pt x="6064" y="7681"/>
                  </a:lnTo>
                  <a:lnTo>
                    <a:pt x="7052" y="7950"/>
                  </a:lnTo>
                  <a:lnTo>
                    <a:pt x="8175" y="8265"/>
                  </a:lnTo>
                  <a:lnTo>
                    <a:pt x="9298" y="8534"/>
                  </a:lnTo>
                  <a:lnTo>
                    <a:pt x="10556" y="8804"/>
                  </a:lnTo>
                  <a:lnTo>
                    <a:pt x="13206" y="7501"/>
                  </a:lnTo>
                  <a:lnTo>
                    <a:pt x="13206" y="7501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1813" y="7276"/>
                  </a:lnTo>
                  <a:lnTo>
                    <a:pt x="10601" y="7007"/>
                  </a:lnTo>
                  <a:lnTo>
                    <a:pt x="9523" y="6738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7546" y="6109"/>
                  </a:lnTo>
                  <a:lnTo>
                    <a:pt x="6648" y="5749"/>
                  </a:lnTo>
                  <a:lnTo>
                    <a:pt x="5840" y="5390"/>
                  </a:lnTo>
                  <a:lnTo>
                    <a:pt x="5211" y="4986"/>
                  </a:lnTo>
                  <a:lnTo>
                    <a:pt x="4672" y="4582"/>
                  </a:lnTo>
                  <a:lnTo>
                    <a:pt x="4447" y="4357"/>
                  </a:lnTo>
                  <a:lnTo>
                    <a:pt x="4313" y="4132"/>
                  </a:lnTo>
                  <a:lnTo>
                    <a:pt x="4178" y="3908"/>
                  </a:lnTo>
                  <a:lnTo>
                    <a:pt x="4043" y="3683"/>
                  </a:lnTo>
                  <a:lnTo>
                    <a:pt x="3998" y="3459"/>
                  </a:lnTo>
                  <a:lnTo>
                    <a:pt x="3998" y="3234"/>
                  </a:lnTo>
                  <a:lnTo>
                    <a:pt x="3998" y="3234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863" y="2471"/>
                  </a:lnTo>
                  <a:lnTo>
                    <a:pt x="3729" y="2066"/>
                  </a:lnTo>
                  <a:lnTo>
                    <a:pt x="3639" y="1662"/>
                  </a:lnTo>
                  <a:lnTo>
                    <a:pt x="3594" y="1303"/>
                  </a:lnTo>
                  <a:lnTo>
                    <a:pt x="3594" y="943"/>
                  </a:lnTo>
                  <a:lnTo>
                    <a:pt x="3594" y="584"/>
                  </a:lnTo>
                  <a:lnTo>
                    <a:pt x="368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61"/>
            <p:cNvSpPr/>
            <p:nvPr/>
          </p:nvSpPr>
          <p:spPr>
            <a:xfrm>
              <a:off x="5904150" y="3999450"/>
              <a:ext cx="267275" cy="102200"/>
            </a:xfrm>
            <a:custGeom>
              <a:rect b="b" l="l" r="r" t="t"/>
              <a:pathLst>
                <a:path extrusionOk="0" h="4088" w="10691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D401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61"/>
            <p:cNvSpPr/>
            <p:nvPr/>
          </p:nvSpPr>
          <p:spPr>
            <a:xfrm>
              <a:off x="5904150" y="3999450"/>
              <a:ext cx="267275" cy="102200"/>
            </a:xfrm>
            <a:custGeom>
              <a:rect b="b" l="l" r="r" t="t"/>
              <a:pathLst>
                <a:path extrusionOk="0" fill="none" h="4088" w="10691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61"/>
            <p:cNvSpPr/>
            <p:nvPr/>
          </p:nvSpPr>
          <p:spPr>
            <a:xfrm>
              <a:off x="6308400" y="3999450"/>
              <a:ext cx="275125" cy="102200"/>
            </a:xfrm>
            <a:custGeom>
              <a:rect b="b" l="l" r="r" t="t"/>
              <a:pathLst>
                <a:path extrusionOk="0" h="4088" w="11005">
                  <a:moveTo>
                    <a:pt x="11004" y="1"/>
                  </a:moveTo>
                  <a:lnTo>
                    <a:pt x="10735" y="90"/>
                  </a:lnTo>
                  <a:lnTo>
                    <a:pt x="9522" y="450"/>
                  </a:lnTo>
                  <a:lnTo>
                    <a:pt x="8265" y="764"/>
                  </a:lnTo>
                  <a:lnTo>
                    <a:pt x="6962" y="1079"/>
                  </a:lnTo>
                  <a:lnTo>
                    <a:pt x="5615" y="1303"/>
                  </a:lnTo>
                  <a:lnTo>
                    <a:pt x="4267" y="1528"/>
                  </a:lnTo>
                  <a:lnTo>
                    <a:pt x="2875" y="1707"/>
                  </a:lnTo>
                  <a:lnTo>
                    <a:pt x="1437" y="1842"/>
                  </a:lnTo>
                  <a:lnTo>
                    <a:pt x="0" y="1932"/>
                  </a:lnTo>
                  <a:lnTo>
                    <a:pt x="449" y="4088"/>
                  </a:lnTo>
                  <a:lnTo>
                    <a:pt x="1572" y="3998"/>
                  </a:lnTo>
                  <a:lnTo>
                    <a:pt x="2695" y="3908"/>
                  </a:lnTo>
                  <a:lnTo>
                    <a:pt x="3683" y="3774"/>
                  </a:lnTo>
                  <a:lnTo>
                    <a:pt x="4626" y="3594"/>
                  </a:lnTo>
                  <a:lnTo>
                    <a:pt x="6288" y="3279"/>
                  </a:lnTo>
                  <a:lnTo>
                    <a:pt x="7726" y="2875"/>
                  </a:lnTo>
                  <a:lnTo>
                    <a:pt x="8893" y="2516"/>
                  </a:lnTo>
                  <a:lnTo>
                    <a:pt x="9792" y="2157"/>
                  </a:lnTo>
                  <a:lnTo>
                    <a:pt x="10465" y="1842"/>
                  </a:lnTo>
                  <a:lnTo>
                    <a:pt x="10915" y="1573"/>
                  </a:lnTo>
                  <a:lnTo>
                    <a:pt x="11004" y="1528"/>
                  </a:lnTo>
                  <a:lnTo>
                    <a:pt x="11004" y="1"/>
                  </a:lnTo>
                  <a:close/>
                </a:path>
              </a:pathLst>
            </a:custGeom>
            <a:solidFill>
              <a:srgbClr val="C96E4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61"/>
            <p:cNvSpPr/>
            <p:nvPr/>
          </p:nvSpPr>
          <p:spPr>
            <a:xfrm>
              <a:off x="6308400" y="3999450"/>
              <a:ext cx="275125" cy="102200"/>
            </a:xfrm>
            <a:custGeom>
              <a:rect b="b" l="l" r="r" t="t"/>
              <a:pathLst>
                <a:path extrusionOk="0" fill="none" h="4088" w="11005">
                  <a:moveTo>
                    <a:pt x="11004" y="1"/>
                  </a:moveTo>
                  <a:lnTo>
                    <a:pt x="10735" y="90"/>
                  </a:lnTo>
                  <a:lnTo>
                    <a:pt x="10735" y="90"/>
                  </a:lnTo>
                  <a:lnTo>
                    <a:pt x="9522" y="450"/>
                  </a:lnTo>
                  <a:lnTo>
                    <a:pt x="8265" y="764"/>
                  </a:lnTo>
                  <a:lnTo>
                    <a:pt x="6962" y="1079"/>
                  </a:lnTo>
                  <a:lnTo>
                    <a:pt x="5615" y="1303"/>
                  </a:lnTo>
                  <a:lnTo>
                    <a:pt x="4267" y="1528"/>
                  </a:lnTo>
                  <a:lnTo>
                    <a:pt x="2875" y="1707"/>
                  </a:lnTo>
                  <a:lnTo>
                    <a:pt x="1437" y="1842"/>
                  </a:lnTo>
                  <a:lnTo>
                    <a:pt x="0" y="1932"/>
                  </a:lnTo>
                  <a:lnTo>
                    <a:pt x="449" y="4088"/>
                  </a:lnTo>
                  <a:lnTo>
                    <a:pt x="449" y="4088"/>
                  </a:lnTo>
                  <a:lnTo>
                    <a:pt x="449" y="4088"/>
                  </a:lnTo>
                  <a:lnTo>
                    <a:pt x="1572" y="3998"/>
                  </a:lnTo>
                  <a:lnTo>
                    <a:pt x="2695" y="3908"/>
                  </a:lnTo>
                  <a:lnTo>
                    <a:pt x="3683" y="3774"/>
                  </a:lnTo>
                  <a:lnTo>
                    <a:pt x="4626" y="3594"/>
                  </a:lnTo>
                  <a:lnTo>
                    <a:pt x="6288" y="3279"/>
                  </a:lnTo>
                  <a:lnTo>
                    <a:pt x="7726" y="2875"/>
                  </a:lnTo>
                  <a:lnTo>
                    <a:pt x="8893" y="2516"/>
                  </a:lnTo>
                  <a:lnTo>
                    <a:pt x="9792" y="2157"/>
                  </a:lnTo>
                  <a:lnTo>
                    <a:pt x="10465" y="1842"/>
                  </a:lnTo>
                  <a:lnTo>
                    <a:pt x="10915" y="1573"/>
                  </a:lnTo>
                  <a:lnTo>
                    <a:pt x="11004" y="1528"/>
                  </a:lnTo>
                  <a:lnTo>
                    <a:pt x="1100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61"/>
            <p:cNvSpPr/>
            <p:nvPr/>
          </p:nvSpPr>
          <p:spPr>
            <a:xfrm>
              <a:off x="6604825" y="1844650"/>
              <a:ext cx="335775" cy="225725"/>
            </a:xfrm>
            <a:custGeom>
              <a:rect b="b" l="l" r="r" t="t"/>
              <a:pathLst>
                <a:path extrusionOk="0" h="9029" w="13431">
                  <a:moveTo>
                    <a:pt x="9388" y="1"/>
                  </a:moveTo>
                  <a:lnTo>
                    <a:pt x="9478" y="584"/>
                  </a:lnTo>
                  <a:lnTo>
                    <a:pt x="9523" y="1213"/>
                  </a:lnTo>
                  <a:lnTo>
                    <a:pt x="9523" y="1573"/>
                  </a:lnTo>
                  <a:lnTo>
                    <a:pt x="9478" y="1932"/>
                  </a:lnTo>
                  <a:lnTo>
                    <a:pt x="9388" y="2291"/>
                  </a:lnTo>
                  <a:lnTo>
                    <a:pt x="9253" y="2695"/>
                  </a:lnTo>
                  <a:lnTo>
                    <a:pt x="9388" y="3055"/>
                  </a:lnTo>
                  <a:lnTo>
                    <a:pt x="9478" y="3414"/>
                  </a:lnTo>
                  <a:lnTo>
                    <a:pt x="9433" y="3773"/>
                  </a:lnTo>
                  <a:lnTo>
                    <a:pt x="9298" y="4088"/>
                  </a:lnTo>
                  <a:lnTo>
                    <a:pt x="9074" y="4447"/>
                  </a:lnTo>
                  <a:lnTo>
                    <a:pt x="8759" y="4762"/>
                  </a:lnTo>
                  <a:lnTo>
                    <a:pt x="8400" y="5076"/>
                  </a:lnTo>
                  <a:lnTo>
                    <a:pt x="7906" y="5345"/>
                  </a:lnTo>
                  <a:lnTo>
                    <a:pt x="7412" y="5660"/>
                  </a:lnTo>
                  <a:lnTo>
                    <a:pt x="6783" y="5929"/>
                  </a:lnTo>
                  <a:lnTo>
                    <a:pt x="6154" y="6199"/>
                  </a:lnTo>
                  <a:lnTo>
                    <a:pt x="5435" y="6468"/>
                  </a:lnTo>
                  <a:lnTo>
                    <a:pt x="4627" y="6693"/>
                  </a:lnTo>
                  <a:lnTo>
                    <a:pt x="3819" y="6918"/>
                  </a:lnTo>
                  <a:lnTo>
                    <a:pt x="1977" y="7322"/>
                  </a:lnTo>
                  <a:lnTo>
                    <a:pt x="1" y="7726"/>
                  </a:lnTo>
                  <a:lnTo>
                    <a:pt x="2651" y="9029"/>
                  </a:lnTo>
                  <a:lnTo>
                    <a:pt x="3908" y="8759"/>
                  </a:lnTo>
                  <a:lnTo>
                    <a:pt x="5076" y="8490"/>
                  </a:lnTo>
                  <a:lnTo>
                    <a:pt x="6199" y="8175"/>
                  </a:lnTo>
                  <a:lnTo>
                    <a:pt x="7232" y="7906"/>
                  </a:lnTo>
                  <a:lnTo>
                    <a:pt x="8220" y="7546"/>
                  </a:lnTo>
                  <a:lnTo>
                    <a:pt x="9074" y="7232"/>
                  </a:lnTo>
                  <a:lnTo>
                    <a:pt x="9882" y="6873"/>
                  </a:lnTo>
                  <a:lnTo>
                    <a:pt x="10646" y="6558"/>
                  </a:lnTo>
                  <a:lnTo>
                    <a:pt x="11274" y="6199"/>
                  </a:lnTo>
                  <a:lnTo>
                    <a:pt x="11813" y="5840"/>
                  </a:lnTo>
                  <a:lnTo>
                    <a:pt x="12307" y="5435"/>
                  </a:lnTo>
                  <a:lnTo>
                    <a:pt x="12712" y="5076"/>
                  </a:lnTo>
                  <a:lnTo>
                    <a:pt x="13026" y="4717"/>
                  </a:lnTo>
                  <a:lnTo>
                    <a:pt x="13251" y="4312"/>
                  </a:lnTo>
                  <a:lnTo>
                    <a:pt x="13385" y="3953"/>
                  </a:lnTo>
                  <a:lnTo>
                    <a:pt x="13430" y="3549"/>
                  </a:lnTo>
                  <a:lnTo>
                    <a:pt x="13430" y="3324"/>
                  </a:lnTo>
                  <a:lnTo>
                    <a:pt x="13385" y="3100"/>
                  </a:lnTo>
                  <a:lnTo>
                    <a:pt x="13296" y="2875"/>
                  </a:lnTo>
                  <a:lnTo>
                    <a:pt x="13161" y="2651"/>
                  </a:lnTo>
                  <a:lnTo>
                    <a:pt x="12846" y="2201"/>
                  </a:lnTo>
                  <a:lnTo>
                    <a:pt x="12397" y="1752"/>
                  </a:lnTo>
                  <a:lnTo>
                    <a:pt x="11813" y="1303"/>
                  </a:lnTo>
                  <a:lnTo>
                    <a:pt x="11140" y="854"/>
                  </a:lnTo>
                  <a:lnTo>
                    <a:pt x="10331" y="450"/>
                  </a:lnTo>
                  <a:lnTo>
                    <a:pt x="9388" y="1"/>
                  </a:lnTo>
                  <a:close/>
                </a:path>
              </a:pathLst>
            </a:custGeom>
            <a:solidFill>
              <a:srgbClr val="C96E4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61"/>
            <p:cNvSpPr/>
            <p:nvPr/>
          </p:nvSpPr>
          <p:spPr>
            <a:xfrm>
              <a:off x="6604825" y="1844650"/>
              <a:ext cx="335775" cy="225725"/>
            </a:xfrm>
            <a:custGeom>
              <a:rect b="b" l="l" r="r" t="t"/>
              <a:pathLst>
                <a:path extrusionOk="0" fill="none" h="9029" w="13431">
                  <a:moveTo>
                    <a:pt x="9388" y="1"/>
                  </a:moveTo>
                  <a:lnTo>
                    <a:pt x="9388" y="1"/>
                  </a:lnTo>
                  <a:lnTo>
                    <a:pt x="9478" y="584"/>
                  </a:lnTo>
                  <a:lnTo>
                    <a:pt x="9523" y="1213"/>
                  </a:lnTo>
                  <a:lnTo>
                    <a:pt x="9523" y="1573"/>
                  </a:lnTo>
                  <a:lnTo>
                    <a:pt x="9478" y="1932"/>
                  </a:lnTo>
                  <a:lnTo>
                    <a:pt x="9388" y="2291"/>
                  </a:lnTo>
                  <a:lnTo>
                    <a:pt x="9253" y="2695"/>
                  </a:lnTo>
                  <a:lnTo>
                    <a:pt x="9253" y="2695"/>
                  </a:lnTo>
                  <a:lnTo>
                    <a:pt x="9388" y="3055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33" y="3773"/>
                  </a:lnTo>
                  <a:lnTo>
                    <a:pt x="9298" y="4088"/>
                  </a:lnTo>
                  <a:lnTo>
                    <a:pt x="9074" y="4447"/>
                  </a:lnTo>
                  <a:lnTo>
                    <a:pt x="8759" y="4762"/>
                  </a:lnTo>
                  <a:lnTo>
                    <a:pt x="8400" y="5076"/>
                  </a:lnTo>
                  <a:lnTo>
                    <a:pt x="7906" y="5345"/>
                  </a:lnTo>
                  <a:lnTo>
                    <a:pt x="7412" y="5660"/>
                  </a:lnTo>
                  <a:lnTo>
                    <a:pt x="6783" y="5929"/>
                  </a:lnTo>
                  <a:lnTo>
                    <a:pt x="6154" y="6199"/>
                  </a:lnTo>
                  <a:lnTo>
                    <a:pt x="5435" y="6468"/>
                  </a:lnTo>
                  <a:lnTo>
                    <a:pt x="4627" y="6693"/>
                  </a:lnTo>
                  <a:lnTo>
                    <a:pt x="3819" y="6918"/>
                  </a:lnTo>
                  <a:lnTo>
                    <a:pt x="1977" y="7322"/>
                  </a:lnTo>
                  <a:lnTo>
                    <a:pt x="1" y="7726"/>
                  </a:lnTo>
                  <a:lnTo>
                    <a:pt x="2651" y="9029"/>
                  </a:lnTo>
                  <a:lnTo>
                    <a:pt x="2651" y="9029"/>
                  </a:lnTo>
                  <a:lnTo>
                    <a:pt x="3908" y="8759"/>
                  </a:lnTo>
                  <a:lnTo>
                    <a:pt x="5076" y="8490"/>
                  </a:lnTo>
                  <a:lnTo>
                    <a:pt x="6199" y="8175"/>
                  </a:lnTo>
                  <a:lnTo>
                    <a:pt x="7232" y="7906"/>
                  </a:lnTo>
                  <a:lnTo>
                    <a:pt x="8220" y="7546"/>
                  </a:lnTo>
                  <a:lnTo>
                    <a:pt x="9074" y="7232"/>
                  </a:lnTo>
                  <a:lnTo>
                    <a:pt x="9882" y="6873"/>
                  </a:lnTo>
                  <a:lnTo>
                    <a:pt x="10646" y="6558"/>
                  </a:lnTo>
                  <a:lnTo>
                    <a:pt x="11274" y="6199"/>
                  </a:lnTo>
                  <a:lnTo>
                    <a:pt x="11813" y="5840"/>
                  </a:lnTo>
                  <a:lnTo>
                    <a:pt x="12307" y="5435"/>
                  </a:lnTo>
                  <a:lnTo>
                    <a:pt x="12712" y="5076"/>
                  </a:lnTo>
                  <a:lnTo>
                    <a:pt x="13026" y="4717"/>
                  </a:lnTo>
                  <a:lnTo>
                    <a:pt x="13251" y="4312"/>
                  </a:lnTo>
                  <a:lnTo>
                    <a:pt x="13385" y="3953"/>
                  </a:lnTo>
                  <a:lnTo>
                    <a:pt x="13430" y="3549"/>
                  </a:lnTo>
                  <a:lnTo>
                    <a:pt x="13430" y="3549"/>
                  </a:lnTo>
                  <a:lnTo>
                    <a:pt x="13430" y="3324"/>
                  </a:lnTo>
                  <a:lnTo>
                    <a:pt x="13385" y="3100"/>
                  </a:lnTo>
                  <a:lnTo>
                    <a:pt x="13296" y="2875"/>
                  </a:lnTo>
                  <a:lnTo>
                    <a:pt x="13161" y="2651"/>
                  </a:lnTo>
                  <a:lnTo>
                    <a:pt x="12846" y="2201"/>
                  </a:lnTo>
                  <a:lnTo>
                    <a:pt x="12397" y="1752"/>
                  </a:lnTo>
                  <a:lnTo>
                    <a:pt x="11813" y="1303"/>
                  </a:lnTo>
                  <a:lnTo>
                    <a:pt x="11140" y="854"/>
                  </a:lnTo>
                  <a:lnTo>
                    <a:pt x="10331" y="450"/>
                  </a:lnTo>
                  <a:lnTo>
                    <a:pt x="938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61"/>
            <p:cNvSpPr/>
            <p:nvPr/>
          </p:nvSpPr>
          <p:spPr>
            <a:xfrm>
              <a:off x="6667700" y="2093925"/>
              <a:ext cx="343625" cy="1777550"/>
            </a:xfrm>
            <a:custGeom>
              <a:rect b="b" l="l" r="r" t="t"/>
              <a:pathLst>
                <a:path extrusionOk="0" h="71102" w="13745">
                  <a:moveTo>
                    <a:pt x="4358" y="3235"/>
                  </a:moveTo>
                  <a:lnTo>
                    <a:pt x="4313" y="3280"/>
                  </a:lnTo>
                  <a:lnTo>
                    <a:pt x="4942" y="6693"/>
                  </a:lnTo>
                  <a:lnTo>
                    <a:pt x="4987" y="6918"/>
                  </a:lnTo>
                  <a:lnTo>
                    <a:pt x="5031" y="6738"/>
                  </a:lnTo>
                  <a:lnTo>
                    <a:pt x="5076" y="6648"/>
                  </a:lnTo>
                  <a:lnTo>
                    <a:pt x="4403" y="3280"/>
                  </a:lnTo>
                  <a:lnTo>
                    <a:pt x="4358" y="3235"/>
                  </a:lnTo>
                  <a:close/>
                  <a:moveTo>
                    <a:pt x="7592" y="1438"/>
                  </a:moveTo>
                  <a:lnTo>
                    <a:pt x="7592" y="1483"/>
                  </a:lnTo>
                  <a:lnTo>
                    <a:pt x="7996" y="2965"/>
                  </a:lnTo>
                  <a:lnTo>
                    <a:pt x="8400" y="4492"/>
                  </a:lnTo>
                  <a:lnTo>
                    <a:pt x="8715" y="5974"/>
                  </a:lnTo>
                  <a:lnTo>
                    <a:pt x="9074" y="7502"/>
                  </a:lnTo>
                  <a:lnTo>
                    <a:pt x="9343" y="9029"/>
                  </a:lnTo>
                  <a:lnTo>
                    <a:pt x="9613" y="10556"/>
                  </a:lnTo>
                  <a:lnTo>
                    <a:pt x="9837" y="12083"/>
                  </a:lnTo>
                  <a:lnTo>
                    <a:pt x="10017" y="13655"/>
                  </a:lnTo>
                  <a:lnTo>
                    <a:pt x="10062" y="13700"/>
                  </a:lnTo>
                  <a:lnTo>
                    <a:pt x="10107" y="13655"/>
                  </a:lnTo>
                  <a:lnTo>
                    <a:pt x="10107" y="13610"/>
                  </a:lnTo>
                  <a:lnTo>
                    <a:pt x="9927" y="12083"/>
                  </a:lnTo>
                  <a:lnTo>
                    <a:pt x="9703" y="10556"/>
                  </a:lnTo>
                  <a:lnTo>
                    <a:pt x="9433" y="9029"/>
                  </a:lnTo>
                  <a:lnTo>
                    <a:pt x="9164" y="7502"/>
                  </a:lnTo>
                  <a:lnTo>
                    <a:pt x="8849" y="5974"/>
                  </a:lnTo>
                  <a:lnTo>
                    <a:pt x="8490" y="4447"/>
                  </a:lnTo>
                  <a:lnTo>
                    <a:pt x="8086" y="2965"/>
                  </a:lnTo>
                  <a:lnTo>
                    <a:pt x="7681" y="1483"/>
                  </a:lnTo>
                  <a:lnTo>
                    <a:pt x="7637" y="1438"/>
                  </a:lnTo>
                  <a:close/>
                  <a:moveTo>
                    <a:pt x="9927" y="1"/>
                  </a:moveTo>
                  <a:lnTo>
                    <a:pt x="9927" y="46"/>
                  </a:lnTo>
                  <a:lnTo>
                    <a:pt x="10691" y="3190"/>
                  </a:lnTo>
                  <a:lnTo>
                    <a:pt x="11365" y="6379"/>
                  </a:lnTo>
                  <a:lnTo>
                    <a:pt x="11948" y="9523"/>
                  </a:lnTo>
                  <a:lnTo>
                    <a:pt x="12442" y="12757"/>
                  </a:lnTo>
                  <a:lnTo>
                    <a:pt x="12892" y="15946"/>
                  </a:lnTo>
                  <a:lnTo>
                    <a:pt x="13206" y="19179"/>
                  </a:lnTo>
                  <a:lnTo>
                    <a:pt x="13476" y="22413"/>
                  </a:lnTo>
                  <a:lnTo>
                    <a:pt x="13610" y="25647"/>
                  </a:lnTo>
                  <a:lnTo>
                    <a:pt x="13655" y="25647"/>
                  </a:lnTo>
                  <a:lnTo>
                    <a:pt x="13655" y="25692"/>
                  </a:lnTo>
                  <a:lnTo>
                    <a:pt x="13700" y="25647"/>
                  </a:lnTo>
                  <a:lnTo>
                    <a:pt x="13745" y="25602"/>
                  </a:lnTo>
                  <a:lnTo>
                    <a:pt x="13565" y="22368"/>
                  </a:lnTo>
                  <a:lnTo>
                    <a:pt x="13296" y="19179"/>
                  </a:lnTo>
                  <a:lnTo>
                    <a:pt x="12981" y="15946"/>
                  </a:lnTo>
                  <a:lnTo>
                    <a:pt x="12532" y="12712"/>
                  </a:lnTo>
                  <a:lnTo>
                    <a:pt x="12038" y="9523"/>
                  </a:lnTo>
                  <a:lnTo>
                    <a:pt x="11454" y="6334"/>
                  </a:lnTo>
                  <a:lnTo>
                    <a:pt x="10781" y="3190"/>
                  </a:lnTo>
                  <a:lnTo>
                    <a:pt x="10017" y="1"/>
                  </a:lnTo>
                  <a:close/>
                  <a:moveTo>
                    <a:pt x="8086" y="54752"/>
                  </a:moveTo>
                  <a:lnTo>
                    <a:pt x="8041" y="54797"/>
                  </a:lnTo>
                  <a:lnTo>
                    <a:pt x="7996" y="55516"/>
                  </a:lnTo>
                  <a:lnTo>
                    <a:pt x="7906" y="56234"/>
                  </a:lnTo>
                  <a:lnTo>
                    <a:pt x="7771" y="56953"/>
                  </a:lnTo>
                  <a:lnTo>
                    <a:pt x="7637" y="57627"/>
                  </a:lnTo>
                  <a:lnTo>
                    <a:pt x="7412" y="58345"/>
                  </a:lnTo>
                  <a:lnTo>
                    <a:pt x="7187" y="59019"/>
                  </a:lnTo>
                  <a:lnTo>
                    <a:pt x="6918" y="59693"/>
                  </a:lnTo>
                  <a:lnTo>
                    <a:pt x="6604" y="60322"/>
                  </a:lnTo>
                  <a:lnTo>
                    <a:pt x="6244" y="60951"/>
                  </a:lnTo>
                  <a:lnTo>
                    <a:pt x="5840" y="61579"/>
                  </a:lnTo>
                  <a:lnTo>
                    <a:pt x="5436" y="62163"/>
                  </a:lnTo>
                  <a:lnTo>
                    <a:pt x="4987" y="62702"/>
                  </a:lnTo>
                  <a:lnTo>
                    <a:pt x="4493" y="63241"/>
                  </a:lnTo>
                  <a:lnTo>
                    <a:pt x="3998" y="63735"/>
                  </a:lnTo>
                  <a:lnTo>
                    <a:pt x="3459" y="64229"/>
                  </a:lnTo>
                  <a:lnTo>
                    <a:pt x="2876" y="64634"/>
                  </a:lnTo>
                  <a:lnTo>
                    <a:pt x="2876" y="64723"/>
                  </a:lnTo>
                  <a:lnTo>
                    <a:pt x="3055" y="64903"/>
                  </a:lnTo>
                  <a:lnTo>
                    <a:pt x="2920" y="64723"/>
                  </a:lnTo>
                  <a:lnTo>
                    <a:pt x="3504" y="64274"/>
                  </a:lnTo>
                  <a:lnTo>
                    <a:pt x="4043" y="63825"/>
                  </a:lnTo>
                  <a:lnTo>
                    <a:pt x="4582" y="63286"/>
                  </a:lnTo>
                  <a:lnTo>
                    <a:pt x="5076" y="62747"/>
                  </a:lnTo>
                  <a:lnTo>
                    <a:pt x="5526" y="62208"/>
                  </a:lnTo>
                  <a:lnTo>
                    <a:pt x="5930" y="61624"/>
                  </a:lnTo>
                  <a:lnTo>
                    <a:pt x="6334" y="60995"/>
                  </a:lnTo>
                  <a:lnTo>
                    <a:pt x="6693" y="60367"/>
                  </a:lnTo>
                  <a:lnTo>
                    <a:pt x="7008" y="59693"/>
                  </a:lnTo>
                  <a:lnTo>
                    <a:pt x="7277" y="59064"/>
                  </a:lnTo>
                  <a:lnTo>
                    <a:pt x="7547" y="58345"/>
                  </a:lnTo>
                  <a:lnTo>
                    <a:pt x="7726" y="57672"/>
                  </a:lnTo>
                  <a:lnTo>
                    <a:pt x="7906" y="56953"/>
                  </a:lnTo>
                  <a:lnTo>
                    <a:pt x="7996" y="56234"/>
                  </a:lnTo>
                  <a:lnTo>
                    <a:pt x="8086" y="55516"/>
                  </a:lnTo>
                  <a:lnTo>
                    <a:pt x="8131" y="54797"/>
                  </a:lnTo>
                  <a:lnTo>
                    <a:pt x="8086" y="54752"/>
                  </a:lnTo>
                  <a:close/>
                  <a:moveTo>
                    <a:pt x="13116" y="49093"/>
                  </a:moveTo>
                  <a:lnTo>
                    <a:pt x="13071" y="49138"/>
                  </a:lnTo>
                  <a:lnTo>
                    <a:pt x="12937" y="50800"/>
                  </a:lnTo>
                  <a:lnTo>
                    <a:pt x="12667" y="52417"/>
                  </a:lnTo>
                  <a:lnTo>
                    <a:pt x="12353" y="54034"/>
                  </a:lnTo>
                  <a:lnTo>
                    <a:pt x="11904" y="55651"/>
                  </a:lnTo>
                  <a:lnTo>
                    <a:pt x="11365" y="57178"/>
                  </a:lnTo>
                  <a:lnTo>
                    <a:pt x="10736" y="58705"/>
                  </a:lnTo>
                  <a:lnTo>
                    <a:pt x="10017" y="60232"/>
                  </a:lnTo>
                  <a:lnTo>
                    <a:pt x="9209" y="61669"/>
                  </a:lnTo>
                  <a:lnTo>
                    <a:pt x="8310" y="63062"/>
                  </a:lnTo>
                  <a:lnTo>
                    <a:pt x="7322" y="64409"/>
                  </a:lnTo>
                  <a:lnTo>
                    <a:pt x="6289" y="65667"/>
                  </a:lnTo>
                  <a:lnTo>
                    <a:pt x="5166" y="66879"/>
                  </a:lnTo>
                  <a:lnTo>
                    <a:pt x="3998" y="68047"/>
                  </a:lnTo>
                  <a:lnTo>
                    <a:pt x="2696" y="69125"/>
                  </a:lnTo>
                  <a:lnTo>
                    <a:pt x="1393" y="70113"/>
                  </a:lnTo>
                  <a:lnTo>
                    <a:pt x="1" y="71012"/>
                  </a:lnTo>
                  <a:lnTo>
                    <a:pt x="1" y="71101"/>
                  </a:lnTo>
                  <a:lnTo>
                    <a:pt x="46" y="71101"/>
                  </a:lnTo>
                  <a:lnTo>
                    <a:pt x="1438" y="70203"/>
                  </a:lnTo>
                  <a:lnTo>
                    <a:pt x="2786" y="69215"/>
                  </a:lnTo>
                  <a:lnTo>
                    <a:pt x="4043" y="68137"/>
                  </a:lnTo>
                  <a:lnTo>
                    <a:pt x="5256" y="66969"/>
                  </a:lnTo>
                  <a:lnTo>
                    <a:pt x="6379" y="65756"/>
                  </a:lnTo>
                  <a:lnTo>
                    <a:pt x="7412" y="64454"/>
                  </a:lnTo>
                  <a:lnTo>
                    <a:pt x="8400" y="63106"/>
                  </a:lnTo>
                  <a:lnTo>
                    <a:pt x="9298" y="61714"/>
                  </a:lnTo>
                  <a:lnTo>
                    <a:pt x="10107" y="60277"/>
                  </a:lnTo>
                  <a:lnTo>
                    <a:pt x="10826" y="58750"/>
                  </a:lnTo>
                  <a:lnTo>
                    <a:pt x="11454" y="57223"/>
                  </a:lnTo>
                  <a:lnTo>
                    <a:pt x="11993" y="55651"/>
                  </a:lnTo>
                  <a:lnTo>
                    <a:pt x="12442" y="54079"/>
                  </a:lnTo>
                  <a:lnTo>
                    <a:pt x="12802" y="52417"/>
                  </a:lnTo>
                  <a:lnTo>
                    <a:pt x="13026" y="50800"/>
                  </a:lnTo>
                  <a:lnTo>
                    <a:pt x="13161" y="49138"/>
                  </a:lnTo>
                  <a:lnTo>
                    <a:pt x="13116" y="490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61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5211" y="0"/>
                  </a:moveTo>
                  <a:lnTo>
                    <a:pt x="5211" y="0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121" y="764"/>
                  </a:lnTo>
                  <a:lnTo>
                    <a:pt x="5031" y="1482"/>
                  </a:lnTo>
                  <a:lnTo>
                    <a:pt x="4896" y="2201"/>
                  </a:lnTo>
                  <a:lnTo>
                    <a:pt x="4762" y="2875"/>
                  </a:lnTo>
                  <a:lnTo>
                    <a:pt x="4537" y="3593"/>
                  </a:lnTo>
                  <a:lnTo>
                    <a:pt x="4312" y="4267"/>
                  </a:lnTo>
                  <a:lnTo>
                    <a:pt x="4043" y="4941"/>
                  </a:lnTo>
                  <a:lnTo>
                    <a:pt x="3729" y="5570"/>
                  </a:lnTo>
                  <a:lnTo>
                    <a:pt x="3369" y="6199"/>
                  </a:lnTo>
                  <a:lnTo>
                    <a:pt x="2965" y="6827"/>
                  </a:lnTo>
                  <a:lnTo>
                    <a:pt x="2561" y="7411"/>
                  </a:lnTo>
                  <a:lnTo>
                    <a:pt x="2112" y="7950"/>
                  </a:lnTo>
                  <a:lnTo>
                    <a:pt x="1618" y="8489"/>
                  </a:lnTo>
                  <a:lnTo>
                    <a:pt x="1123" y="8983"/>
                  </a:lnTo>
                  <a:lnTo>
                    <a:pt x="584" y="9477"/>
                  </a:lnTo>
                  <a:lnTo>
                    <a:pt x="1" y="9882"/>
                  </a:lnTo>
                  <a:lnTo>
                    <a:pt x="1" y="9971"/>
                  </a:lnTo>
                  <a:lnTo>
                    <a:pt x="180" y="10151"/>
                  </a:lnTo>
                  <a:lnTo>
                    <a:pt x="45" y="9971"/>
                  </a:lnTo>
                  <a:lnTo>
                    <a:pt x="45" y="9971"/>
                  </a:lnTo>
                  <a:lnTo>
                    <a:pt x="629" y="9522"/>
                  </a:lnTo>
                  <a:lnTo>
                    <a:pt x="1168" y="9073"/>
                  </a:lnTo>
                  <a:lnTo>
                    <a:pt x="1707" y="8534"/>
                  </a:lnTo>
                  <a:lnTo>
                    <a:pt x="2201" y="7995"/>
                  </a:lnTo>
                  <a:lnTo>
                    <a:pt x="2651" y="7456"/>
                  </a:lnTo>
                  <a:lnTo>
                    <a:pt x="3055" y="6872"/>
                  </a:lnTo>
                  <a:lnTo>
                    <a:pt x="3459" y="6243"/>
                  </a:lnTo>
                  <a:lnTo>
                    <a:pt x="3818" y="5615"/>
                  </a:lnTo>
                  <a:lnTo>
                    <a:pt x="4133" y="4941"/>
                  </a:lnTo>
                  <a:lnTo>
                    <a:pt x="4402" y="4312"/>
                  </a:lnTo>
                  <a:lnTo>
                    <a:pt x="4672" y="3593"/>
                  </a:lnTo>
                  <a:lnTo>
                    <a:pt x="4851" y="2920"/>
                  </a:lnTo>
                  <a:lnTo>
                    <a:pt x="5031" y="2201"/>
                  </a:lnTo>
                  <a:lnTo>
                    <a:pt x="5121" y="1482"/>
                  </a:lnTo>
                  <a:lnTo>
                    <a:pt x="5211" y="764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61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13116" y="1"/>
                  </a:moveTo>
                  <a:lnTo>
                    <a:pt x="13116" y="1"/>
                  </a:lnTo>
                  <a:lnTo>
                    <a:pt x="13116" y="1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2937" y="1708"/>
                  </a:lnTo>
                  <a:lnTo>
                    <a:pt x="12667" y="3325"/>
                  </a:lnTo>
                  <a:lnTo>
                    <a:pt x="12353" y="4942"/>
                  </a:lnTo>
                  <a:lnTo>
                    <a:pt x="11904" y="6559"/>
                  </a:lnTo>
                  <a:lnTo>
                    <a:pt x="11365" y="8086"/>
                  </a:lnTo>
                  <a:lnTo>
                    <a:pt x="10736" y="9613"/>
                  </a:lnTo>
                  <a:lnTo>
                    <a:pt x="10017" y="11140"/>
                  </a:lnTo>
                  <a:lnTo>
                    <a:pt x="9209" y="12577"/>
                  </a:lnTo>
                  <a:lnTo>
                    <a:pt x="8310" y="13970"/>
                  </a:lnTo>
                  <a:lnTo>
                    <a:pt x="7322" y="15317"/>
                  </a:lnTo>
                  <a:lnTo>
                    <a:pt x="6289" y="16575"/>
                  </a:lnTo>
                  <a:lnTo>
                    <a:pt x="5166" y="17787"/>
                  </a:lnTo>
                  <a:lnTo>
                    <a:pt x="3998" y="18955"/>
                  </a:lnTo>
                  <a:lnTo>
                    <a:pt x="2696" y="20033"/>
                  </a:lnTo>
                  <a:lnTo>
                    <a:pt x="1393" y="21021"/>
                  </a:lnTo>
                  <a:lnTo>
                    <a:pt x="1" y="21920"/>
                  </a:lnTo>
                  <a:lnTo>
                    <a:pt x="1" y="22009"/>
                  </a:lnTo>
                  <a:lnTo>
                    <a:pt x="46" y="22009"/>
                  </a:lnTo>
                  <a:lnTo>
                    <a:pt x="46" y="22009"/>
                  </a:lnTo>
                  <a:lnTo>
                    <a:pt x="1438" y="21111"/>
                  </a:lnTo>
                  <a:lnTo>
                    <a:pt x="2786" y="20123"/>
                  </a:lnTo>
                  <a:lnTo>
                    <a:pt x="4043" y="19045"/>
                  </a:lnTo>
                  <a:lnTo>
                    <a:pt x="5256" y="17877"/>
                  </a:lnTo>
                  <a:lnTo>
                    <a:pt x="6379" y="16664"/>
                  </a:lnTo>
                  <a:lnTo>
                    <a:pt x="7412" y="15362"/>
                  </a:lnTo>
                  <a:lnTo>
                    <a:pt x="8400" y="14014"/>
                  </a:lnTo>
                  <a:lnTo>
                    <a:pt x="9298" y="12622"/>
                  </a:lnTo>
                  <a:lnTo>
                    <a:pt x="10107" y="11185"/>
                  </a:lnTo>
                  <a:lnTo>
                    <a:pt x="10826" y="9658"/>
                  </a:lnTo>
                  <a:lnTo>
                    <a:pt x="11454" y="8131"/>
                  </a:lnTo>
                  <a:lnTo>
                    <a:pt x="11993" y="6559"/>
                  </a:lnTo>
                  <a:lnTo>
                    <a:pt x="12442" y="4987"/>
                  </a:lnTo>
                  <a:lnTo>
                    <a:pt x="12802" y="3325"/>
                  </a:lnTo>
                  <a:lnTo>
                    <a:pt x="13026" y="1708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1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61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46" y="0"/>
                  </a:moveTo>
                  <a:lnTo>
                    <a:pt x="46" y="225"/>
                  </a:lnTo>
                  <a:lnTo>
                    <a:pt x="1" y="270"/>
                  </a:lnTo>
                  <a:lnTo>
                    <a:pt x="630" y="3683"/>
                  </a:lnTo>
                  <a:lnTo>
                    <a:pt x="675" y="3908"/>
                  </a:lnTo>
                  <a:lnTo>
                    <a:pt x="719" y="3728"/>
                  </a:lnTo>
                  <a:lnTo>
                    <a:pt x="719" y="3728"/>
                  </a:lnTo>
                  <a:lnTo>
                    <a:pt x="764" y="3638"/>
                  </a:lnTo>
                  <a:lnTo>
                    <a:pt x="91" y="270"/>
                  </a:lnTo>
                  <a:lnTo>
                    <a:pt x="46" y="225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61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46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405" y="1527"/>
                  </a:lnTo>
                  <a:lnTo>
                    <a:pt x="809" y="3054"/>
                  </a:lnTo>
                  <a:lnTo>
                    <a:pt x="1124" y="4536"/>
                  </a:lnTo>
                  <a:lnTo>
                    <a:pt x="1483" y="6064"/>
                  </a:lnTo>
                  <a:lnTo>
                    <a:pt x="1752" y="7591"/>
                  </a:lnTo>
                  <a:lnTo>
                    <a:pt x="2022" y="9118"/>
                  </a:lnTo>
                  <a:lnTo>
                    <a:pt x="2246" y="10645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71" y="12262"/>
                  </a:lnTo>
                  <a:lnTo>
                    <a:pt x="2471" y="12262"/>
                  </a:lnTo>
                  <a:lnTo>
                    <a:pt x="2516" y="12217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336" y="10645"/>
                  </a:lnTo>
                  <a:lnTo>
                    <a:pt x="2112" y="9118"/>
                  </a:lnTo>
                  <a:lnTo>
                    <a:pt x="1842" y="7591"/>
                  </a:lnTo>
                  <a:lnTo>
                    <a:pt x="1573" y="6064"/>
                  </a:lnTo>
                  <a:lnTo>
                    <a:pt x="1258" y="4536"/>
                  </a:lnTo>
                  <a:lnTo>
                    <a:pt x="899" y="3009"/>
                  </a:lnTo>
                  <a:lnTo>
                    <a:pt x="495" y="1527"/>
                  </a:lnTo>
                  <a:lnTo>
                    <a:pt x="90" y="45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61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45" y="0"/>
                  </a:moveTo>
                  <a:lnTo>
                    <a:pt x="45" y="225"/>
                  </a:lnTo>
                  <a:lnTo>
                    <a:pt x="45" y="225"/>
                  </a:lnTo>
                  <a:lnTo>
                    <a:pt x="0" y="22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764" y="3414"/>
                  </a:lnTo>
                  <a:lnTo>
                    <a:pt x="1438" y="6603"/>
                  </a:lnTo>
                  <a:lnTo>
                    <a:pt x="2021" y="9747"/>
                  </a:lnTo>
                  <a:lnTo>
                    <a:pt x="2515" y="12981"/>
                  </a:lnTo>
                  <a:lnTo>
                    <a:pt x="2965" y="16170"/>
                  </a:lnTo>
                  <a:lnTo>
                    <a:pt x="3279" y="19403"/>
                  </a:lnTo>
                  <a:lnTo>
                    <a:pt x="3549" y="22637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728" y="25871"/>
                  </a:lnTo>
                  <a:lnTo>
                    <a:pt x="3728" y="25916"/>
                  </a:lnTo>
                  <a:lnTo>
                    <a:pt x="3728" y="25916"/>
                  </a:lnTo>
                  <a:lnTo>
                    <a:pt x="3773" y="25871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638" y="22592"/>
                  </a:lnTo>
                  <a:lnTo>
                    <a:pt x="3369" y="19403"/>
                  </a:lnTo>
                  <a:lnTo>
                    <a:pt x="3054" y="16170"/>
                  </a:lnTo>
                  <a:lnTo>
                    <a:pt x="2605" y="12936"/>
                  </a:lnTo>
                  <a:lnTo>
                    <a:pt x="2111" y="9747"/>
                  </a:lnTo>
                  <a:lnTo>
                    <a:pt x="1527" y="6558"/>
                  </a:lnTo>
                  <a:lnTo>
                    <a:pt x="854" y="3414"/>
                  </a:lnTo>
                  <a:lnTo>
                    <a:pt x="90" y="225"/>
                  </a:lnTo>
                  <a:lnTo>
                    <a:pt x="45" y="225"/>
                  </a:lnTo>
                  <a:lnTo>
                    <a:pt x="4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61"/>
            <p:cNvSpPr/>
            <p:nvPr/>
          </p:nvSpPr>
          <p:spPr>
            <a:xfrm>
              <a:off x="6328600" y="1961425"/>
              <a:ext cx="792775" cy="2069500"/>
            </a:xfrm>
            <a:custGeom>
              <a:rect b="b" l="l" r="r" t="t"/>
              <a:pathLst>
                <a:path extrusionOk="0" h="82780" w="31711">
                  <a:moveTo>
                    <a:pt x="17922" y="8535"/>
                  </a:moveTo>
                  <a:lnTo>
                    <a:pt x="17967" y="8580"/>
                  </a:lnTo>
                  <a:lnTo>
                    <a:pt x="18640" y="11948"/>
                  </a:lnTo>
                  <a:lnTo>
                    <a:pt x="18595" y="12038"/>
                  </a:lnTo>
                  <a:lnTo>
                    <a:pt x="18551" y="12218"/>
                  </a:lnTo>
                  <a:lnTo>
                    <a:pt x="18506" y="11993"/>
                  </a:lnTo>
                  <a:lnTo>
                    <a:pt x="17877" y="8580"/>
                  </a:lnTo>
                  <a:lnTo>
                    <a:pt x="17922" y="8535"/>
                  </a:lnTo>
                  <a:close/>
                  <a:moveTo>
                    <a:pt x="21201" y="6738"/>
                  </a:moveTo>
                  <a:lnTo>
                    <a:pt x="21245" y="6783"/>
                  </a:lnTo>
                  <a:lnTo>
                    <a:pt x="21650" y="8265"/>
                  </a:lnTo>
                  <a:lnTo>
                    <a:pt x="22054" y="9747"/>
                  </a:lnTo>
                  <a:lnTo>
                    <a:pt x="22413" y="11274"/>
                  </a:lnTo>
                  <a:lnTo>
                    <a:pt x="22728" y="12802"/>
                  </a:lnTo>
                  <a:lnTo>
                    <a:pt x="22997" y="14329"/>
                  </a:lnTo>
                  <a:lnTo>
                    <a:pt x="23267" y="15856"/>
                  </a:lnTo>
                  <a:lnTo>
                    <a:pt x="23491" y="17383"/>
                  </a:lnTo>
                  <a:lnTo>
                    <a:pt x="23671" y="18910"/>
                  </a:lnTo>
                  <a:lnTo>
                    <a:pt x="23671" y="18955"/>
                  </a:lnTo>
                  <a:lnTo>
                    <a:pt x="23626" y="19000"/>
                  </a:lnTo>
                  <a:lnTo>
                    <a:pt x="23581" y="18955"/>
                  </a:lnTo>
                  <a:lnTo>
                    <a:pt x="23401" y="17383"/>
                  </a:lnTo>
                  <a:lnTo>
                    <a:pt x="23177" y="15856"/>
                  </a:lnTo>
                  <a:lnTo>
                    <a:pt x="22907" y="14329"/>
                  </a:lnTo>
                  <a:lnTo>
                    <a:pt x="22638" y="12802"/>
                  </a:lnTo>
                  <a:lnTo>
                    <a:pt x="22279" y="11274"/>
                  </a:lnTo>
                  <a:lnTo>
                    <a:pt x="21964" y="9792"/>
                  </a:lnTo>
                  <a:lnTo>
                    <a:pt x="21560" y="8265"/>
                  </a:lnTo>
                  <a:lnTo>
                    <a:pt x="21156" y="6783"/>
                  </a:lnTo>
                  <a:lnTo>
                    <a:pt x="21156" y="6738"/>
                  </a:lnTo>
                  <a:close/>
                  <a:moveTo>
                    <a:pt x="23581" y="5301"/>
                  </a:moveTo>
                  <a:lnTo>
                    <a:pt x="24345" y="8490"/>
                  </a:lnTo>
                  <a:lnTo>
                    <a:pt x="25018" y="11634"/>
                  </a:lnTo>
                  <a:lnTo>
                    <a:pt x="25602" y="14823"/>
                  </a:lnTo>
                  <a:lnTo>
                    <a:pt x="26096" y="18012"/>
                  </a:lnTo>
                  <a:lnTo>
                    <a:pt x="26545" y="21246"/>
                  </a:lnTo>
                  <a:lnTo>
                    <a:pt x="26860" y="24479"/>
                  </a:lnTo>
                  <a:lnTo>
                    <a:pt x="27129" y="27668"/>
                  </a:lnTo>
                  <a:lnTo>
                    <a:pt x="27309" y="30902"/>
                  </a:lnTo>
                  <a:lnTo>
                    <a:pt x="27264" y="30947"/>
                  </a:lnTo>
                  <a:lnTo>
                    <a:pt x="27219" y="30992"/>
                  </a:lnTo>
                  <a:lnTo>
                    <a:pt x="27219" y="30947"/>
                  </a:lnTo>
                  <a:lnTo>
                    <a:pt x="27174" y="30947"/>
                  </a:lnTo>
                  <a:lnTo>
                    <a:pt x="27040" y="27713"/>
                  </a:lnTo>
                  <a:lnTo>
                    <a:pt x="26770" y="24479"/>
                  </a:lnTo>
                  <a:lnTo>
                    <a:pt x="26456" y="21246"/>
                  </a:lnTo>
                  <a:lnTo>
                    <a:pt x="26006" y="18057"/>
                  </a:lnTo>
                  <a:lnTo>
                    <a:pt x="25512" y="14823"/>
                  </a:lnTo>
                  <a:lnTo>
                    <a:pt x="24929" y="11679"/>
                  </a:lnTo>
                  <a:lnTo>
                    <a:pt x="24255" y="8490"/>
                  </a:lnTo>
                  <a:lnTo>
                    <a:pt x="23491" y="5346"/>
                  </a:lnTo>
                  <a:lnTo>
                    <a:pt x="23491" y="5301"/>
                  </a:lnTo>
                  <a:close/>
                  <a:moveTo>
                    <a:pt x="21650" y="60052"/>
                  </a:moveTo>
                  <a:lnTo>
                    <a:pt x="21695" y="60097"/>
                  </a:lnTo>
                  <a:lnTo>
                    <a:pt x="21650" y="60816"/>
                  </a:lnTo>
                  <a:lnTo>
                    <a:pt x="21560" y="61534"/>
                  </a:lnTo>
                  <a:lnTo>
                    <a:pt x="21470" y="62253"/>
                  </a:lnTo>
                  <a:lnTo>
                    <a:pt x="21290" y="62972"/>
                  </a:lnTo>
                  <a:lnTo>
                    <a:pt x="21111" y="63645"/>
                  </a:lnTo>
                  <a:lnTo>
                    <a:pt x="20841" y="64364"/>
                  </a:lnTo>
                  <a:lnTo>
                    <a:pt x="20572" y="64993"/>
                  </a:lnTo>
                  <a:lnTo>
                    <a:pt x="20257" y="65667"/>
                  </a:lnTo>
                  <a:lnTo>
                    <a:pt x="19898" y="66295"/>
                  </a:lnTo>
                  <a:lnTo>
                    <a:pt x="19494" y="66924"/>
                  </a:lnTo>
                  <a:lnTo>
                    <a:pt x="19090" y="67508"/>
                  </a:lnTo>
                  <a:lnTo>
                    <a:pt x="18640" y="68047"/>
                  </a:lnTo>
                  <a:lnTo>
                    <a:pt x="18146" y="68586"/>
                  </a:lnTo>
                  <a:lnTo>
                    <a:pt x="17607" y="69125"/>
                  </a:lnTo>
                  <a:lnTo>
                    <a:pt x="17068" y="69574"/>
                  </a:lnTo>
                  <a:lnTo>
                    <a:pt x="16484" y="70023"/>
                  </a:lnTo>
                  <a:lnTo>
                    <a:pt x="16619" y="70203"/>
                  </a:lnTo>
                  <a:lnTo>
                    <a:pt x="16440" y="70023"/>
                  </a:lnTo>
                  <a:lnTo>
                    <a:pt x="16440" y="69934"/>
                  </a:lnTo>
                  <a:lnTo>
                    <a:pt x="17023" y="69529"/>
                  </a:lnTo>
                  <a:lnTo>
                    <a:pt x="17562" y="69035"/>
                  </a:lnTo>
                  <a:lnTo>
                    <a:pt x="18057" y="68541"/>
                  </a:lnTo>
                  <a:lnTo>
                    <a:pt x="18551" y="68002"/>
                  </a:lnTo>
                  <a:lnTo>
                    <a:pt x="19000" y="67463"/>
                  </a:lnTo>
                  <a:lnTo>
                    <a:pt x="19404" y="66879"/>
                  </a:lnTo>
                  <a:lnTo>
                    <a:pt x="19808" y="66251"/>
                  </a:lnTo>
                  <a:lnTo>
                    <a:pt x="20168" y="65622"/>
                  </a:lnTo>
                  <a:lnTo>
                    <a:pt x="20482" y="64993"/>
                  </a:lnTo>
                  <a:lnTo>
                    <a:pt x="20751" y="64319"/>
                  </a:lnTo>
                  <a:lnTo>
                    <a:pt x="20976" y="63645"/>
                  </a:lnTo>
                  <a:lnTo>
                    <a:pt x="21201" y="62927"/>
                  </a:lnTo>
                  <a:lnTo>
                    <a:pt x="21335" y="62253"/>
                  </a:lnTo>
                  <a:lnTo>
                    <a:pt x="21470" y="61534"/>
                  </a:lnTo>
                  <a:lnTo>
                    <a:pt x="21560" y="60816"/>
                  </a:lnTo>
                  <a:lnTo>
                    <a:pt x="21605" y="60097"/>
                  </a:lnTo>
                  <a:lnTo>
                    <a:pt x="21650" y="60052"/>
                  </a:lnTo>
                  <a:close/>
                  <a:moveTo>
                    <a:pt x="26680" y="54393"/>
                  </a:moveTo>
                  <a:lnTo>
                    <a:pt x="26725" y="54438"/>
                  </a:lnTo>
                  <a:lnTo>
                    <a:pt x="26590" y="56100"/>
                  </a:lnTo>
                  <a:lnTo>
                    <a:pt x="26366" y="57717"/>
                  </a:lnTo>
                  <a:lnTo>
                    <a:pt x="26006" y="59379"/>
                  </a:lnTo>
                  <a:lnTo>
                    <a:pt x="25557" y="60951"/>
                  </a:lnTo>
                  <a:lnTo>
                    <a:pt x="25018" y="62523"/>
                  </a:lnTo>
                  <a:lnTo>
                    <a:pt x="24390" y="64050"/>
                  </a:lnTo>
                  <a:lnTo>
                    <a:pt x="23671" y="65577"/>
                  </a:lnTo>
                  <a:lnTo>
                    <a:pt x="22862" y="67014"/>
                  </a:lnTo>
                  <a:lnTo>
                    <a:pt x="21964" y="68406"/>
                  </a:lnTo>
                  <a:lnTo>
                    <a:pt x="20976" y="69754"/>
                  </a:lnTo>
                  <a:lnTo>
                    <a:pt x="19943" y="71056"/>
                  </a:lnTo>
                  <a:lnTo>
                    <a:pt x="18820" y="72269"/>
                  </a:lnTo>
                  <a:lnTo>
                    <a:pt x="17607" y="73437"/>
                  </a:lnTo>
                  <a:lnTo>
                    <a:pt x="16350" y="74515"/>
                  </a:lnTo>
                  <a:lnTo>
                    <a:pt x="15002" y="75503"/>
                  </a:lnTo>
                  <a:lnTo>
                    <a:pt x="13610" y="76401"/>
                  </a:lnTo>
                  <a:lnTo>
                    <a:pt x="13565" y="76401"/>
                  </a:lnTo>
                  <a:lnTo>
                    <a:pt x="13565" y="76312"/>
                  </a:lnTo>
                  <a:lnTo>
                    <a:pt x="14957" y="75413"/>
                  </a:lnTo>
                  <a:lnTo>
                    <a:pt x="16260" y="74425"/>
                  </a:lnTo>
                  <a:lnTo>
                    <a:pt x="17562" y="73347"/>
                  </a:lnTo>
                  <a:lnTo>
                    <a:pt x="18730" y="72179"/>
                  </a:lnTo>
                  <a:lnTo>
                    <a:pt x="19853" y="70967"/>
                  </a:lnTo>
                  <a:lnTo>
                    <a:pt x="20886" y="69709"/>
                  </a:lnTo>
                  <a:lnTo>
                    <a:pt x="21874" y="68362"/>
                  </a:lnTo>
                  <a:lnTo>
                    <a:pt x="22773" y="66969"/>
                  </a:lnTo>
                  <a:lnTo>
                    <a:pt x="23581" y="65532"/>
                  </a:lnTo>
                  <a:lnTo>
                    <a:pt x="24300" y="64005"/>
                  </a:lnTo>
                  <a:lnTo>
                    <a:pt x="24929" y="62478"/>
                  </a:lnTo>
                  <a:lnTo>
                    <a:pt x="25468" y="60951"/>
                  </a:lnTo>
                  <a:lnTo>
                    <a:pt x="25917" y="59334"/>
                  </a:lnTo>
                  <a:lnTo>
                    <a:pt x="26231" y="57717"/>
                  </a:lnTo>
                  <a:lnTo>
                    <a:pt x="26501" y="56100"/>
                  </a:lnTo>
                  <a:lnTo>
                    <a:pt x="26635" y="54438"/>
                  </a:lnTo>
                  <a:lnTo>
                    <a:pt x="26680" y="54393"/>
                  </a:lnTo>
                  <a:close/>
                  <a:moveTo>
                    <a:pt x="24839" y="1"/>
                  </a:moveTo>
                  <a:lnTo>
                    <a:pt x="24569" y="315"/>
                  </a:lnTo>
                  <a:lnTo>
                    <a:pt x="24300" y="674"/>
                  </a:lnTo>
                  <a:lnTo>
                    <a:pt x="23940" y="1034"/>
                  </a:lnTo>
                  <a:lnTo>
                    <a:pt x="23536" y="1393"/>
                  </a:lnTo>
                  <a:lnTo>
                    <a:pt x="23087" y="1708"/>
                  </a:lnTo>
                  <a:lnTo>
                    <a:pt x="22593" y="2022"/>
                  </a:lnTo>
                  <a:lnTo>
                    <a:pt x="22009" y="2336"/>
                  </a:lnTo>
                  <a:lnTo>
                    <a:pt x="21425" y="2651"/>
                  </a:lnTo>
                  <a:lnTo>
                    <a:pt x="20751" y="2920"/>
                  </a:lnTo>
                  <a:lnTo>
                    <a:pt x="19314" y="3459"/>
                  </a:lnTo>
                  <a:lnTo>
                    <a:pt x="17742" y="3953"/>
                  </a:lnTo>
                  <a:lnTo>
                    <a:pt x="15990" y="4402"/>
                  </a:lnTo>
                  <a:lnTo>
                    <a:pt x="14149" y="4852"/>
                  </a:lnTo>
                  <a:lnTo>
                    <a:pt x="14778" y="6334"/>
                  </a:lnTo>
                  <a:lnTo>
                    <a:pt x="15766" y="8894"/>
                  </a:lnTo>
                  <a:lnTo>
                    <a:pt x="16350" y="10511"/>
                  </a:lnTo>
                  <a:lnTo>
                    <a:pt x="17023" y="12352"/>
                  </a:lnTo>
                  <a:lnTo>
                    <a:pt x="17652" y="14329"/>
                  </a:lnTo>
                  <a:lnTo>
                    <a:pt x="18326" y="16530"/>
                  </a:lnTo>
                  <a:lnTo>
                    <a:pt x="19000" y="18820"/>
                  </a:lnTo>
                  <a:lnTo>
                    <a:pt x="19629" y="21246"/>
                  </a:lnTo>
                  <a:lnTo>
                    <a:pt x="20168" y="23761"/>
                  </a:lnTo>
                  <a:lnTo>
                    <a:pt x="20707" y="26366"/>
                  </a:lnTo>
                  <a:lnTo>
                    <a:pt x="21156" y="29016"/>
                  </a:lnTo>
                  <a:lnTo>
                    <a:pt x="21335" y="30363"/>
                  </a:lnTo>
                  <a:lnTo>
                    <a:pt x="21470" y="31711"/>
                  </a:lnTo>
                  <a:lnTo>
                    <a:pt x="21605" y="33058"/>
                  </a:lnTo>
                  <a:lnTo>
                    <a:pt x="21695" y="34406"/>
                  </a:lnTo>
                  <a:lnTo>
                    <a:pt x="21784" y="35753"/>
                  </a:lnTo>
                  <a:lnTo>
                    <a:pt x="21784" y="37101"/>
                  </a:lnTo>
                  <a:lnTo>
                    <a:pt x="21784" y="40020"/>
                  </a:lnTo>
                  <a:lnTo>
                    <a:pt x="21740" y="41592"/>
                  </a:lnTo>
                  <a:lnTo>
                    <a:pt x="21650" y="43164"/>
                  </a:lnTo>
                  <a:lnTo>
                    <a:pt x="21560" y="44736"/>
                  </a:lnTo>
                  <a:lnTo>
                    <a:pt x="21425" y="46353"/>
                  </a:lnTo>
                  <a:lnTo>
                    <a:pt x="21245" y="48015"/>
                  </a:lnTo>
                  <a:lnTo>
                    <a:pt x="21021" y="49677"/>
                  </a:lnTo>
                  <a:lnTo>
                    <a:pt x="20751" y="51339"/>
                  </a:lnTo>
                  <a:lnTo>
                    <a:pt x="20482" y="53001"/>
                  </a:lnTo>
                  <a:lnTo>
                    <a:pt x="20123" y="54707"/>
                  </a:lnTo>
                  <a:lnTo>
                    <a:pt x="19763" y="56369"/>
                  </a:lnTo>
                  <a:lnTo>
                    <a:pt x="19359" y="58031"/>
                  </a:lnTo>
                  <a:lnTo>
                    <a:pt x="18865" y="59693"/>
                  </a:lnTo>
                  <a:lnTo>
                    <a:pt x="18371" y="61355"/>
                  </a:lnTo>
                  <a:lnTo>
                    <a:pt x="17787" y="62972"/>
                  </a:lnTo>
                  <a:lnTo>
                    <a:pt x="17158" y="64589"/>
                  </a:lnTo>
                  <a:lnTo>
                    <a:pt x="16484" y="66161"/>
                  </a:lnTo>
                  <a:lnTo>
                    <a:pt x="15721" y="67688"/>
                  </a:lnTo>
                  <a:lnTo>
                    <a:pt x="14957" y="69215"/>
                  </a:lnTo>
                  <a:lnTo>
                    <a:pt x="14104" y="70652"/>
                  </a:lnTo>
                  <a:lnTo>
                    <a:pt x="13161" y="72089"/>
                  </a:lnTo>
                  <a:lnTo>
                    <a:pt x="12173" y="73437"/>
                  </a:lnTo>
                  <a:lnTo>
                    <a:pt x="11095" y="74784"/>
                  </a:lnTo>
                  <a:lnTo>
                    <a:pt x="9972" y="76042"/>
                  </a:lnTo>
                  <a:lnTo>
                    <a:pt x="8804" y="77210"/>
                  </a:lnTo>
                  <a:lnTo>
                    <a:pt x="7546" y="78333"/>
                  </a:lnTo>
                  <a:lnTo>
                    <a:pt x="6199" y="79411"/>
                  </a:lnTo>
                  <a:lnTo>
                    <a:pt x="5480" y="79905"/>
                  </a:lnTo>
                  <a:lnTo>
                    <a:pt x="4762" y="80354"/>
                  </a:lnTo>
                  <a:lnTo>
                    <a:pt x="4043" y="80803"/>
                  </a:lnTo>
                  <a:lnTo>
                    <a:pt x="3279" y="81252"/>
                  </a:lnTo>
                  <a:lnTo>
                    <a:pt x="2471" y="81656"/>
                  </a:lnTo>
                  <a:lnTo>
                    <a:pt x="1662" y="82061"/>
                  </a:lnTo>
                  <a:lnTo>
                    <a:pt x="854" y="82420"/>
                  </a:lnTo>
                  <a:lnTo>
                    <a:pt x="1" y="82779"/>
                  </a:lnTo>
                  <a:lnTo>
                    <a:pt x="2022" y="82600"/>
                  </a:lnTo>
                  <a:lnTo>
                    <a:pt x="3953" y="82375"/>
                  </a:lnTo>
                  <a:lnTo>
                    <a:pt x="5840" y="82061"/>
                  </a:lnTo>
                  <a:lnTo>
                    <a:pt x="7636" y="81611"/>
                  </a:lnTo>
                  <a:lnTo>
                    <a:pt x="9388" y="81162"/>
                  </a:lnTo>
                  <a:lnTo>
                    <a:pt x="11050" y="80578"/>
                  </a:lnTo>
                  <a:lnTo>
                    <a:pt x="12667" y="79950"/>
                  </a:lnTo>
                  <a:lnTo>
                    <a:pt x="14239" y="79186"/>
                  </a:lnTo>
                  <a:lnTo>
                    <a:pt x="15721" y="78423"/>
                  </a:lnTo>
                  <a:lnTo>
                    <a:pt x="17158" y="77524"/>
                  </a:lnTo>
                  <a:lnTo>
                    <a:pt x="18506" y="76581"/>
                  </a:lnTo>
                  <a:lnTo>
                    <a:pt x="19808" y="75503"/>
                  </a:lnTo>
                  <a:lnTo>
                    <a:pt x="21021" y="74425"/>
                  </a:lnTo>
                  <a:lnTo>
                    <a:pt x="22189" y="73212"/>
                  </a:lnTo>
                  <a:lnTo>
                    <a:pt x="23267" y="71955"/>
                  </a:lnTo>
                  <a:lnTo>
                    <a:pt x="24300" y="70562"/>
                  </a:lnTo>
                  <a:lnTo>
                    <a:pt x="24794" y="69844"/>
                  </a:lnTo>
                  <a:lnTo>
                    <a:pt x="25288" y="69080"/>
                  </a:lnTo>
                  <a:lnTo>
                    <a:pt x="26231" y="67553"/>
                  </a:lnTo>
                  <a:lnTo>
                    <a:pt x="27040" y="65936"/>
                  </a:lnTo>
                  <a:lnTo>
                    <a:pt x="27803" y="64229"/>
                  </a:lnTo>
                  <a:lnTo>
                    <a:pt x="28477" y="62523"/>
                  </a:lnTo>
                  <a:lnTo>
                    <a:pt x="29106" y="60771"/>
                  </a:lnTo>
                  <a:lnTo>
                    <a:pt x="29645" y="58974"/>
                  </a:lnTo>
                  <a:lnTo>
                    <a:pt x="30094" y="57133"/>
                  </a:lnTo>
                  <a:lnTo>
                    <a:pt x="30498" y="55246"/>
                  </a:lnTo>
                  <a:lnTo>
                    <a:pt x="30857" y="53315"/>
                  </a:lnTo>
                  <a:lnTo>
                    <a:pt x="31127" y="51384"/>
                  </a:lnTo>
                  <a:lnTo>
                    <a:pt x="31351" y="49407"/>
                  </a:lnTo>
                  <a:lnTo>
                    <a:pt x="31531" y="47431"/>
                  </a:lnTo>
                  <a:lnTo>
                    <a:pt x="31621" y="45455"/>
                  </a:lnTo>
                  <a:lnTo>
                    <a:pt x="31711" y="43479"/>
                  </a:lnTo>
                  <a:lnTo>
                    <a:pt x="31711" y="41457"/>
                  </a:lnTo>
                  <a:lnTo>
                    <a:pt x="31711" y="39796"/>
                  </a:lnTo>
                  <a:lnTo>
                    <a:pt x="31666" y="38089"/>
                  </a:lnTo>
                  <a:lnTo>
                    <a:pt x="31486" y="34765"/>
                  </a:lnTo>
                  <a:lnTo>
                    <a:pt x="31217" y="31441"/>
                  </a:lnTo>
                  <a:lnTo>
                    <a:pt x="30902" y="28163"/>
                  </a:lnTo>
                  <a:lnTo>
                    <a:pt x="30453" y="25018"/>
                  </a:lnTo>
                  <a:lnTo>
                    <a:pt x="30004" y="21919"/>
                  </a:lnTo>
                  <a:lnTo>
                    <a:pt x="29465" y="18955"/>
                  </a:lnTo>
                  <a:lnTo>
                    <a:pt x="28926" y="16080"/>
                  </a:lnTo>
                  <a:lnTo>
                    <a:pt x="28342" y="13385"/>
                  </a:lnTo>
                  <a:lnTo>
                    <a:pt x="27758" y="10870"/>
                  </a:lnTo>
                  <a:lnTo>
                    <a:pt x="27219" y="8535"/>
                  </a:lnTo>
                  <a:lnTo>
                    <a:pt x="26680" y="6424"/>
                  </a:lnTo>
                  <a:lnTo>
                    <a:pt x="25692" y="2875"/>
                  </a:lnTo>
                  <a:lnTo>
                    <a:pt x="24929" y="360"/>
                  </a:lnTo>
                  <a:lnTo>
                    <a:pt x="24839" y="1"/>
                  </a:lnTo>
                  <a:close/>
                </a:path>
              </a:pathLst>
            </a:custGeom>
            <a:solidFill>
              <a:srgbClr val="81534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61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180" y="10151"/>
                  </a:moveTo>
                  <a:lnTo>
                    <a:pt x="1" y="9971"/>
                  </a:lnTo>
                  <a:lnTo>
                    <a:pt x="1" y="9882"/>
                  </a:lnTo>
                  <a:lnTo>
                    <a:pt x="1" y="9882"/>
                  </a:lnTo>
                  <a:lnTo>
                    <a:pt x="584" y="9477"/>
                  </a:lnTo>
                  <a:lnTo>
                    <a:pt x="1123" y="8983"/>
                  </a:lnTo>
                  <a:lnTo>
                    <a:pt x="1618" y="8489"/>
                  </a:lnTo>
                  <a:lnTo>
                    <a:pt x="2112" y="7950"/>
                  </a:lnTo>
                  <a:lnTo>
                    <a:pt x="2561" y="7411"/>
                  </a:lnTo>
                  <a:lnTo>
                    <a:pt x="2965" y="6827"/>
                  </a:lnTo>
                  <a:lnTo>
                    <a:pt x="3369" y="6199"/>
                  </a:lnTo>
                  <a:lnTo>
                    <a:pt x="3729" y="5570"/>
                  </a:lnTo>
                  <a:lnTo>
                    <a:pt x="4043" y="4941"/>
                  </a:lnTo>
                  <a:lnTo>
                    <a:pt x="4312" y="4267"/>
                  </a:lnTo>
                  <a:lnTo>
                    <a:pt x="4537" y="3593"/>
                  </a:lnTo>
                  <a:lnTo>
                    <a:pt x="4762" y="2875"/>
                  </a:lnTo>
                  <a:lnTo>
                    <a:pt x="4896" y="2201"/>
                  </a:lnTo>
                  <a:lnTo>
                    <a:pt x="5031" y="1482"/>
                  </a:lnTo>
                  <a:lnTo>
                    <a:pt x="5121" y="764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211" y="0"/>
                  </a:lnTo>
                  <a:lnTo>
                    <a:pt x="5211" y="0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764"/>
                  </a:lnTo>
                  <a:lnTo>
                    <a:pt x="5121" y="1482"/>
                  </a:lnTo>
                  <a:lnTo>
                    <a:pt x="5031" y="2201"/>
                  </a:lnTo>
                  <a:lnTo>
                    <a:pt x="4851" y="2920"/>
                  </a:lnTo>
                  <a:lnTo>
                    <a:pt x="4672" y="3593"/>
                  </a:lnTo>
                  <a:lnTo>
                    <a:pt x="4402" y="4312"/>
                  </a:lnTo>
                  <a:lnTo>
                    <a:pt x="4133" y="4941"/>
                  </a:lnTo>
                  <a:lnTo>
                    <a:pt x="3818" y="5615"/>
                  </a:lnTo>
                  <a:lnTo>
                    <a:pt x="3459" y="6243"/>
                  </a:lnTo>
                  <a:lnTo>
                    <a:pt x="3055" y="6872"/>
                  </a:lnTo>
                  <a:lnTo>
                    <a:pt x="2651" y="7456"/>
                  </a:lnTo>
                  <a:lnTo>
                    <a:pt x="2201" y="7995"/>
                  </a:lnTo>
                  <a:lnTo>
                    <a:pt x="1707" y="8534"/>
                  </a:lnTo>
                  <a:lnTo>
                    <a:pt x="1168" y="9073"/>
                  </a:lnTo>
                  <a:lnTo>
                    <a:pt x="629" y="9522"/>
                  </a:lnTo>
                  <a:lnTo>
                    <a:pt x="45" y="9971"/>
                  </a:lnTo>
                  <a:lnTo>
                    <a:pt x="180" y="101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61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46" y="22009"/>
                  </a:moveTo>
                  <a:lnTo>
                    <a:pt x="1" y="22009"/>
                  </a:lnTo>
                  <a:lnTo>
                    <a:pt x="1" y="21920"/>
                  </a:lnTo>
                  <a:lnTo>
                    <a:pt x="1" y="21920"/>
                  </a:lnTo>
                  <a:lnTo>
                    <a:pt x="1393" y="21021"/>
                  </a:lnTo>
                  <a:lnTo>
                    <a:pt x="2696" y="20033"/>
                  </a:lnTo>
                  <a:lnTo>
                    <a:pt x="3998" y="18955"/>
                  </a:lnTo>
                  <a:lnTo>
                    <a:pt x="5166" y="17787"/>
                  </a:lnTo>
                  <a:lnTo>
                    <a:pt x="6289" y="16575"/>
                  </a:lnTo>
                  <a:lnTo>
                    <a:pt x="7322" y="15317"/>
                  </a:lnTo>
                  <a:lnTo>
                    <a:pt x="8310" y="13970"/>
                  </a:lnTo>
                  <a:lnTo>
                    <a:pt x="9209" y="12577"/>
                  </a:lnTo>
                  <a:lnTo>
                    <a:pt x="10017" y="11140"/>
                  </a:lnTo>
                  <a:lnTo>
                    <a:pt x="10736" y="9613"/>
                  </a:lnTo>
                  <a:lnTo>
                    <a:pt x="11365" y="8086"/>
                  </a:lnTo>
                  <a:lnTo>
                    <a:pt x="11904" y="6559"/>
                  </a:lnTo>
                  <a:lnTo>
                    <a:pt x="12353" y="4942"/>
                  </a:lnTo>
                  <a:lnTo>
                    <a:pt x="12667" y="3325"/>
                  </a:lnTo>
                  <a:lnTo>
                    <a:pt x="12937" y="1708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3116" y="1"/>
                  </a:lnTo>
                  <a:lnTo>
                    <a:pt x="13116" y="1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026" y="1708"/>
                  </a:lnTo>
                  <a:lnTo>
                    <a:pt x="12802" y="3325"/>
                  </a:lnTo>
                  <a:lnTo>
                    <a:pt x="12442" y="4987"/>
                  </a:lnTo>
                  <a:lnTo>
                    <a:pt x="11993" y="6559"/>
                  </a:lnTo>
                  <a:lnTo>
                    <a:pt x="11454" y="8131"/>
                  </a:lnTo>
                  <a:lnTo>
                    <a:pt x="10826" y="9658"/>
                  </a:lnTo>
                  <a:lnTo>
                    <a:pt x="10107" y="11185"/>
                  </a:lnTo>
                  <a:lnTo>
                    <a:pt x="9298" y="12622"/>
                  </a:lnTo>
                  <a:lnTo>
                    <a:pt x="8400" y="14014"/>
                  </a:lnTo>
                  <a:lnTo>
                    <a:pt x="7412" y="15362"/>
                  </a:lnTo>
                  <a:lnTo>
                    <a:pt x="6379" y="16664"/>
                  </a:lnTo>
                  <a:lnTo>
                    <a:pt x="5256" y="17877"/>
                  </a:lnTo>
                  <a:lnTo>
                    <a:pt x="4043" y="19045"/>
                  </a:lnTo>
                  <a:lnTo>
                    <a:pt x="2786" y="20123"/>
                  </a:lnTo>
                  <a:lnTo>
                    <a:pt x="1438" y="21111"/>
                  </a:lnTo>
                  <a:lnTo>
                    <a:pt x="46" y="220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61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675" y="3908"/>
                  </a:moveTo>
                  <a:lnTo>
                    <a:pt x="630" y="3683"/>
                  </a:lnTo>
                  <a:lnTo>
                    <a:pt x="1" y="270"/>
                  </a:lnTo>
                  <a:lnTo>
                    <a:pt x="46" y="225"/>
                  </a:lnTo>
                  <a:lnTo>
                    <a:pt x="46" y="0"/>
                  </a:lnTo>
                  <a:lnTo>
                    <a:pt x="46" y="225"/>
                  </a:lnTo>
                  <a:lnTo>
                    <a:pt x="91" y="270"/>
                  </a:lnTo>
                  <a:lnTo>
                    <a:pt x="764" y="3638"/>
                  </a:lnTo>
                  <a:lnTo>
                    <a:pt x="764" y="3638"/>
                  </a:lnTo>
                  <a:lnTo>
                    <a:pt x="719" y="3728"/>
                  </a:lnTo>
                  <a:lnTo>
                    <a:pt x="675" y="39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61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2471" y="12262"/>
                  </a:moveTo>
                  <a:lnTo>
                    <a:pt x="2471" y="12262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246" y="10645"/>
                  </a:lnTo>
                  <a:lnTo>
                    <a:pt x="2022" y="9118"/>
                  </a:lnTo>
                  <a:lnTo>
                    <a:pt x="1752" y="7591"/>
                  </a:lnTo>
                  <a:lnTo>
                    <a:pt x="1483" y="6064"/>
                  </a:lnTo>
                  <a:lnTo>
                    <a:pt x="1124" y="4536"/>
                  </a:lnTo>
                  <a:lnTo>
                    <a:pt x="809" y="3054"/>
                  </a:lnTo>
                  <a:lnTo>
                    <a:pt x="405" y="1527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0"/>
                  </a:lnTo>
                  <a:lnTo>
                    <a:pt x="1" y="0"/>
                  </a:lnTo>
                  <a:lnTo>
                    <a:pt x="46" y="0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495" y="1527"/>
                  </a:lnTo>
                  <a:lnTo>
                    <a:pt x="899" y="3009"/>
                  </a:lnTo>
                  <a:lnTo>
                    <a:pt x="1258" y="4536"/>
                  </a:lnTo>
                  <a:lnTo>
                    <a:pt x="1573" y="6064"/>
                  </a:lnTo>
                  <a:lnTo>
                    <a:pt x="1842" y="7591"/>
                  </a:lnTo>
                  <a:lnTo>
                    <a:pt x="2112" y="9118"/>
                  </a:lnTo>
                  <a:lnTo>
                    <a:pt x="2336" y="10645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516" y="12217"/>
                  </a:lnTo>
                  <a:lnTo>
                    <a:pt x="2471" y="1226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61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3728" y="25916"/>
                  </a:moveTo>
                  <a:lnTo>
                    <a:pt x="3728" y="25916"/>
                  </a:lnTo>
                  <a:lnTo>
                    <a:pt x="3728" y="25871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549" y="22637"/>
                  </a:lnTo>
                  <a:lnTo>
                    <a:pt x="3279" y="19403"/>
                  </a:lnTo>
                  <a:lnTo>
                    <a:pt x="2965" y="16170"/>
                  </a:lnTo>
                  <a:lnTo>
                    <a:pt x="2515" y="12981"/>
                  </a:lnTo>
                  <a:lnTo>
                    <a:pt x="2021" y="9747"/>
                  </a:lnTo>
                  <a:lnTo>
                    <a:pt x="1438" y="6603"/>
                  </a:lnTo>
                  <a:lnTo>
                    <a:pt x="764" y="3414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25"/>
                  </a:lnTo>
                  <a:lnTo>
                    <a:pt x="45" y="225"/>
                  </a:lnTo>
                  <a:lnTo>
                    <a:pt x="45" y="0"/>
                  </a:lnTo>
                  <a:lnTo>
                    <a:pt x="45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854" y="3414"/>
                  </a:lnTo>
                  <a:lnTo>
                    <a:pt x="1527" y="6558"/>
                  </a:lnTo>
                  <a:lnTo>
                    <a:pt x="2111" y="9747"/>
                  </a:lnTo>
                  <a:lnTo>
                    <a:pt x="2605" y="12936"/>
                  </a:lnTo>
                  <a:lnTo>
                    <a:pt x="3054" y="16170"/>
                  </a:lnTo>
                  <a:lnTo>
                    <a:pt x="3369" y="19403"/>
                  </a:lnTo>
                  <a:lnTo>
                    <a:pt x="3638" y="22592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773" y="25871"/>
                  </a:lnTo>
                  <a:lnTo>
                    <a:pt x="3728" y="259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61"/>
            <p:cNvSpPr/>
            <p:nvPr/>
          </p:nvSpPr>
          <p:spPr>
            <a:xfrm>
              <a:off x="6328600" y="1961425"/>
              <a:ext cx="792775" cy="2069500"/>
            </a:xfrm>
            <a:custGeom>
              <a:rect b="b" l="l" r="r" t="t"/>
              <a:pathLst>
                <a:path extrusionOk="0" fill="none" h="82780" w="31711">
                  <a:moveTo>
                    <a:pt x="24839" y="1"/>
                  </a:moveTo>
                  <a:lnTo>
                    <a:pt x="24569" y="315"/>
                  </a:lnTo>
                  <a:lnTo>
                    <a:pt x="24569" y="315"/>
                  </a:lnTo>
                  <a:lnTo>
                    <a:pt x="24300" y="674"/>
                  </a:lnTo>
                  <a:lnTo>
                    <a:pt x="23940" y="1034"/>
                  </a:lnTo>
                  <a:lnTo>
                    <a:pt x="23536" y="1393"/>
                  </a:lnTo>
                  <a:lnTo>
                    <a:pt x="23087" y="1708"/>
                  </a:lnTo>
                  <a:lnTo>
                    <a:pt x="22593" y="2022"/>
                  </a:lnTo>
                  <a:lnTo>
                    <a:pt x="22009" y="2336"/>
                  </a:lnTo>
                  <a:lnTo>
                    <a:pt x="21425" y="2651"/>
                  </a:lnTo>
                  <a:lnTo>
                    <a:pt x="20751" y="2920"/>
                  </a:lnTo>
                  <a:lnTo>
                    <a:pt x="19314" y="3459"/>
                  </a:lnTo>
                  <a:lnTo>
                    <a:pt x="17742" y="3953"/>
                  </a:lnTo>
                  <a:lnTo>
                    <a:pt x="15990" y="4402"/>
                  </a:lnTo>
                  <a:lnTo>
                    <a:pt x="14149" y="4852"/>
                  </a:lnTo>
                  <a:lnTo>
                    <a:pt x="14149" y="4852"/>
                  </a:lnTo>
                  <a:lnTo>
                    <a:pt x="14778" y="6334"/>
                  </a:lnTo>
                  <a:lnTo>
                    <a:pt x="15766" y="8894"/>
                  </a:lnTo>
                  <a:lnTo>
                    <a:pt x="16350" y="10511"/>
                  </a:lnTo>
                  <a:lnTo>
                    <a:pt x="17023" y="12352"/>
                  </a:lnTo>
                  <a:lnTo>
                    <a:pt x="17652" y="14329"/>
                  </a:lnTo>
                  <a:lnTo>
                    <a:pt x="18326" y="16530"/>
                  </a:lnTo>
                  <a:lnTo>
                    <a:pt x="19000" y="18820"/>
                  </a:lnTo>
                  <a:lnTo>
                    <a:pt x="19629" y="21246"/>
                  </a:lnTo>
                  <a:lnTo>
                    <a:pt x="20168" y="23761"/>
                  </a:lnTo>
                  <a:lnTo>
                    <a:pt x="20707" y="26366"/>
                  </a:lnTo>
                  <a:lnTo>
                    <a:pt x="21156" y="29016"/>
                  </a:lnTo>
                  <a:lnTo>
                    <a:pt x="21335" y="30363"/>
                  </a:lnTo>
                  <a:lnTo>
                    <a:pt x="21470" y="31711"/>
                  </a:lnTo>
                  <a:lnTo>
                    <a:pt x="21605" y="33058"/>
                  </a:lnTo>
                  <a:lnTo>
                    <a:pt x="21695" y="34406"/>
                  </a:lnTo>
                  <a:lnTo>
                    <a:pt x="21784" y="35753"/>
                  </a:lnTo>
                  <a:lnTo>
                    <a:pt x="21784" y="37101"/>
                  </a:lnTo>
                  <a:lnTo>
                    <a:pt x="21784" y="37101"/>
                  </a:lnTo>
                  <a:lnTo>
                    <a:pt x="21784" y="40020"/>
                  </a:lnTo>
                  <a:lnTo>
                    <a:pt x="21740" y="41592"/>
                  </a:lnTo>
                  <a:lnTo>
                    <a:pt x="21650" y="43164"/>
                  </a:lnTo>
                  <a:lnTo>
                    <a:pt x="21560" y="44736"/>
                  </a:lnTo>
                  <a:lnTo>
                    <a:pt x="21425" y="46353"/>
                  </a:lnTo>
                  <a:lnTo>
                    <a:pt x="21245" y="48015"/>
                  </a:lnTo>
                  <a:lnTo>
                    <a:pt x="21021" y="49677"/>
                  </a:lnTo>
                  <a:lnTo>
                    <a:pt x="20751" y="51339"/>
                  </a:lnTo>
                  <a:lnTo>
                    <a:pt x="20482" y="53001"/>
                  </a:lnTo>
                  <a:lnTo>
                    <a:pt x="20123" y="54707"/>
                  </a:lnTo>
                  <a:lnTo>
                    <a:pt x="19763" y="56369"/>
                  </a:lnTo>
                  <a:lnTo>
                    <a:pt x="19359" y="58031"/>
                  </a:lnTo>
                  <a:lnTo>
                    <a:pt x="18865" y="59693"/>
                  </a:lnTo>
                  <a:lnTo>
                    <a:pt x="18371" y="61355"/>
                  </a:lnTo>
                  <a:lnTo>
                    <a:pt x="17787" y="62972"/>
                  </a:lnTo>
                  <a:lnTo>
                    <a:pt x="17158" y="64589"/>
                  </a:lnTo>
                  <a:lnTo>
                    <a:pt x="16484" y="66161"/>
                  </a:lnTo>
                  <a:lnTo>
                    <a:pt x="15721" y="67688"/>
                  </a:lnTo>
                  <a:lnTo>
                    <a:pt x="14957" y="69215"/>
                  </a:lnTo>
                  <a:lnTo>
                    <a:pt x="14104" y="70652"/>
                  </a:lnTo>
                  <a:lnTo>
                    <a:pt x="13161" y="72089"/>
                  </a:lnTo>
                  <a:lnTo>
                    <a:pt x="12173" y="73437"/>
                  </a:lnTo>
                  <a:lnTo>
                    <a:pt x="11095" y="74784"/>
                  </a:lnTo>
                  <a:lnTo>
                    <a:pt x="9972" y="76042"/>
                  </a:lnTo>
                  <a:lnTo>
                    <a:pt x="8804" y="77210"/>
                  </a:lnTo>
                  <a:lnTo>
                    <a:pt x="7546" y="78333"/>
                  </a:lnTo>
                  <a:lnTo>
                    <a:pt x="6199" y="79411"/>
                  </a:lnTo>
                  <a:lnTo>
                    <a:pt x="5480" y="79905"/>
                  </a:lnTo>
                  <a:lnTo>
                    <a:pt x="4762" y="80354"/>
                  </a:lnTo>
                  <a:lnTo>
                    <a:pt x="4043" y="80803"/>
                  </a:lnTo>
                  <a:lnTo>
                    <a:pt x="3279" y="81252"/>
                  </a:lnTo>
                  <a:lnTo>
                    <a:pt x="2471" y="81656"/>
                  </a:lnTo>
                  <a:lnTo>
                    <a:pt x="1662" y="82061"/>
                  </a:lnTo>
                  <a:lnTo>
                    <a:pt x="854" y="82420"/>
                  </a:lnTo>
                  <a:lnTo>
                    <a:pt x="1" y="82779"/>
                  </a:lnTo>
                  <a:lnTo>
                    <a:pt x="1" y="82779"/>
                  </a:lnTo>
                  <a:lnTo>
                    <a:pt x="2022" y="82600"/>
                  </a:lnTo>
                  <a:lnTo>
                    <a:pt x="3953" y="82375"/>
                  </a:lnTo>
                  <a:lnTo>
                    <a:pt x="5840" y="82061"/>
                  </a:lnTo>
                  <a:lnTo>
                    <a:pt x="7636" y="81611"/>
                  </a:lnTo>
                  <a:lnTo>
                    <a:pt x="9388" y="81162"/>
                  </a:lnTo>
                  <a:lnTo>
                    <a:pt x="11050" y="80578"/>
                  </a:lnTo>
                  <a:lnTo>
                    <a:pt x="12667" y="79950"/>
                  </a:lnTo>
                  <a:lnTo>
                    <a:pt x="14239" y="79186"/>
                  </a:lnTo>
                  <a:lnTo>
                    <a:pt x="15721" y="78423"/>
                  </a:lnTo>
                  <a:lnTo>
                    <a:pt x="17158" y="77524"/>
                  </a:lnTo>
                  <a:lnTo>
                    <a:pt x="18506" y="76581"/>
                  </a:lnTo>
                  <a:lnTo>
                    <a:pt x="19808" y="75503"/>
                  </a:lnTo>
                  <a:lnTo>
                    <a:pt x="21021" y="74425"/>
                  </a:lnTo>
                  <a:lnTo>
                    <a:pt x="22189" y="73212"/>
                  </a:lnTo>
                  <a:lnTo>
                    <a:pt x="23267" y="71955"/>
                  </a:lnTo>
                  <a:lnTo>
                    <a:pt x="24300" y="70562"/>
                  </a:lnTo>
                  <a:lnTo>
                    <a:pt x="24300" y="70562"/>
                  </a:lnTo>
                  <a:lnTo>
                    <a:pt x="24794" y="69844"/>
                  </a:lnTo>
                  <a:lnTo>
                    <a:pt x="25288" y="69080"/>
                  </a:lnTo>
                  <a:lnTo>
                    <a:pt x="26231" y="67553"/>
                  </a:lnTo>
                  <a:lnTo>
                    <a:pt x="27040" y="65936"/>
                  </a:lnTo>
                  <a:lnTo>
                    <a:pt x="27803" y="64229"/>
                  </a:lnTo>
                  <a:lnTo>
                    <a:pt x="28477" y="62523"/>
                  </a:lnTo>
                  <a:lnTo>
                    <a:pt x="29106" y="60771"/>
                  </a:lnTo>
                  <a:lnTo>
                    <a:pt x="29645" y="58974"/>
                  </a:lnTo>
                  <a:lnTo>
                    <a:pt x="30094" y="57133"/>
                  </a:lnTo>
                  <a:lnTo>
                    <a:pt x="30498" y="55246"/>
                  </a:lnTo>
                  <a:lnTo>
                    <a:pt x="30857" y="53315"/>
                  </a:lnTo>
                  <a:lnTo>
                    <a:pt x="31127" y="51384"/>
                  </a:lnTo>
                  <a:lnTo>
                    <a:pt x="31351" y="49407"/>
                  </a:lnTo>
                  <a:lnTo>
                    <a:pt x="31531" y="47431"/>
                  </a:lnTo>
                  <a:lnTo>
                    <a:pt x="31621" y="45455"/>
                  </a:lnTo>
                  <a:lnTo>
                    <a:pt x="31711" y="43479"/>
                  </a:lnTo>
                  <a:lnTo>
                    <a:pt x="31711" y="41457"/>
                  </a:lnTo>
                  <a:lnTo>
                    <a:pt x="31711" y="41457"/>
                  </a:lnTo>
                  <a:lnTo>
                    <a:pt x="31711" y="39796"/>
                  </a:lnTo>
                  <a:lnTo>
                    <a:pt x="31666" y="38089"/>
                  </a:lnTo>
                  <a:lnTo>
                    <a:pt x="31486" y="34765"/>
                  </a:lnTo>
                  <a:lnTo>
                    <a:pt x="31217" y="31441"/>
                  </a:lnTo>
                  <a:lnTo>
                    <a:pt x="30902" y="28163"/>
                  </a:lnTo>
                  <a:lnTo>
                    <a:pt x="30453" y="25018"/>
                  </a:lnTo>
                  <a:lnTo>
                    <a:pt x="30004" y="21919"/>
                  </a:lnTo>
                  <a:lnTo>
                    <a:pt x="29465" y="18955"/>
                  </a:lnTo>
                  <a:lnTo>
                    <a:pt x="28926" y="16080"/>
                  </a:lnTo>
                  <a:lnTo>
                    <a:pt x="28342" y="13385"/>
                  </a:lnTo>
                  <a:lnTo>
                    <a:pt x="27758" y="10870"/>
                  </a:lnTo>
                  <a:lnTo>
                    <a:pt x="27219" y="8535"/>
                  </a:lnTo>
                  <a:lnTo>
                    <a:pt x="26680" y="6424"/>
                  </a:lnTo>
                  <a:lnTo>
                    <a:pt x="25692" y="2875"/>
                  </a:lnTo>
                  <a:lnTo>
                    <a:pt x="24929" y="360"/>
                  </a:lnTo>
                  <a:lnTo>
                    <a:pt x="2483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61"/>
            <p:cNvSpPr/>
            <p:nvPr/>
          </p:nvSpPr>
          <p:spPr>
            <a:xfrm>
              <a:off x="6356675" y="1889575"/>
              <a:ext cx="360475" cy="110050"/>
            </a:xfrm>
            <a:custGeom>
              <a:rect b="b" l="l" r="r" t="t"/>
              <a:pathLst>
                <a:path extrusionOk="0" h="4402" w="14419">
                  <a:moveTo>
                    <a:pt x="1393" y="0"/>
                  </a:moveTo>
                  <a:lnTo>
                    <a:pt x="674" y="45"/>
                  </a:lnTo>
                  <a:lnTo>
                    <a:pt x="360" y="90"/>
                  </a:lnTo>
                  <a:lnTo>
                    <a:pt x="90" y="180"/>
                  </a:lnTo>
                  <a:lnTo>
                    <a:pt x="1" y="315"/>
                  </a:lnTo>
                  <a:lnTo>
                    <a:pt x="45" y="449"/>
                  </a:lnTo>
                  <a:lnTo>
                    <a:pt x="135" y="539"/>
                  </a:lnTo>
                  <a:lnTo>
                    <a:pt x="315" y="674"/>
                  </a:lnTo>
                  <a:lnTo>
                    <a:pt x="584" y="719"/>
                  </a:lnTo>
                  <a:lnTo>
                    <a:pt x="854" y="809"/>
                  </a:lnTo>
                  <a:lnTo>
                    <a:pt x="1438" y="898"/>
                  </a:lnTo>
                  <a:lnTo>
                    <a:pt x="2965" y="1078"/>
                  </a:lnTo>
                  <a:lnTo>
                    <a:pt x="4492" y="1258"/>
                  </a:lnTo>
                  <a:lnTo>
                    <a:pt x="5211" y="1393"/>
                  </a:lnTo>
                  <a:lnTo>
                    <a:pt x="5884" y="1527"/>
                  </a:lnTo>
                  <a:lnTo>
                    <a:pt x="6513" y="1752"/>
                  </a:lnTo>
                  <a:lnTo>
                    <a:pt x="7007" y="1976"/>
                  </a:lnTo>
                  <a:lnTo>
                    <a:pt x="7187" y="2111"/>
                  </a:lnTo>
                  <a:lnTo>
                    <a:pt x="7322" y="2246"/>
                  </a:lnTo>
                  <a:lnTo>
                    <a:pt x="7411" y="2426"/>
                  </a:lnTo>
                  <a:lnTo>
                    <a:pt x="7411" y="2560"/>
                  </a:lnTo>
                  <a:lnTo>
                    <a:pt x="7411" y="2695"/>
                  </a:lnTo>
                  <a:lnTo>
                    <a:pt x="7322" y="2830"/>
                  </a:lnTo>
                  <a:lnTo>
                    <a:pt x="7142" y="3010"/>
                  </a:lnTo>
                  <a:lnTo>
                    <a:pt x="6917" y="3099"/>
                  </a:lnTo>
                  <a:lnTo>
                    <a:pt x="6558" y="3234"/>
                  </a:lnTo>
                  <a:lnTo>
                    <a:pt x="6199" y="3324"/>
                  </a:lnTo>
                  <a:lnTo>
                    <a:pt x="5390" y="3548"/>
                  </a:lnTo>
                  <a:lnTo>
                    <a:pt x="5031" y="3683"/>
                  </a:lnTo>
                  <a:lnTo>
                    <a:pt x="4806" y="3863"/>
                  </a:lnTo>
                  <a:lnTo>
                    <a:pt x="4762" y="3953"/>
                  </a:lnTo>
                  <a:lnTo>
                    <a:pt x="4762" y="4043"/>
                  </a:lnTo>
                  <a:lnTo>
                    <a:pt x="4851" y="4132"/>
                  </a:lnTo>
                  <a:lnTo>
                    <a:pt x="4941" y="4222"/>
                  </a:lnTo>
                  <a:lnTo>
                    <a:pt x="5211" y="4312"/>
                  </a:lnTo>
                  <a:lnTo>
                    <a:pt x="5480" y="4357"/>
                  </a:lnTo>
                  <a:lnTo>
                    <a:pt x="6154" y="4402"/>
                  </a:lnTo>
                  <a:lnTo>
                    <a:pt x="6423" y="4357"/>
                  </a:lnTo>
                  <a:lnTo>
                    <a:pt x="7636" y="4357"/>
                  </a:lnTo>
                  <a:lnTo>
                    <a:pt x="8894" y="4312"/>
                  </a:lnTo>
                  <a:lnTo>
                    <a:pt x="10106" y="4222"/>
                  </a:lnTo>
                  <a:lnTo>
                    <a:pt x="11319" y="4087"/>
                  </a:lnTo>
                  <a:lnTo>
                    <a:pt x="11858" y="3998"/>
                  </a:lnTo>
                  <a:lnTo>
                    <a:pt x="12397" y="3863"/>
                  </a:lnTo>
                  <a:lnTo>
                    <a:pt x="12891" y="3728"/>
                  </a:lnTo>
                  <a:lnTo>
                    <a:pt x="13340" y="3548"/>
                  </a:lnTo>
                  <a:lnTo>
                    <a:pt x="13745" y="3369"/>
                  </a:lnTo>
                  <a:lnTo>
                    <a:pt x="14059" y="3144"/>
                  </a:lnTo>
                  <a:lnTo>
                    <a:pt x="14284" y="2920"/>
                  </a:lnTo>
                  <a:lnTo>
                    <a:pt x="14418" y="2695"/>
                  </a:lnTo>
                  <a:lnTo>
                    <a:pt x="14418" y="2560"/>
                  </a:lnTo>
                  <a:lnTo>
                    <a:pt x="14418" y="2471"/>
                  </a:lnTo>
                  <a:lnTo>
                    <a:pt x="14373" y="2336"/>
                  </a:lnTo>
                  <a:lnTo>
                    <a:pt x="14328" y="2201"/>
                  </a:lnTo>
                  <a:lnTo>
                    <a:pt x="14104" y="1976"/>
                  </a:lnTo>
                  <a:lnTo>
                    <a:pt x="13834" y="1707"/>
                  </a:lnTo>
                  <a:lnTo>
                    <a:pt x="13430" y="1527"/>
                  </a:lnTo>
                  <a:lnTo>
                    <a:pt x="13026" y="1303"/>
                  </a:lnTo>
                  <a:lnTo>
                    <a:pt x="12487" y="1123"/>
                  </a:lnTo>
                  <a:lnTo>
                    <a:pt x="11948" y="988"/>
                  </a:lnTo>
                  <a:lnTo>
                    <a:pt x="10870" y="719"/>
                  </a:lnTo>
                  <a:lnTo>
                    <a:pt x="9612" y="539"/>
                  </a:lnTo>
                  <a:lnTo>
                    <a:pt x="8310" y="360"/>
                  </a:lnTo>
                  <a:lnTo>
                    <a:pt x="6917" y="225"/>
                  </a:lnTo>
                  <a:lnTo>
                    <a:pt x="5525" y="135"/>
                  </a:lnTo>
                  <a:lnTo>
                    <a:pt x="4178" y="90"/>
                  </a:lnTo>
                  <a:lnTo>
                    <a:pt x="1573" y="0"/>
                  </a:lnTo>
                  <a:close/>
                </a:path>
              </a:pathLst>
            </a:custGeom>
            <a:solidFill>
              <a:srgbClr val="99C462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61"/>
            <p:cNvSpPr/>
            <p:nvPr/>
          </p:nvSpPr>
          <p:spPr>
            <a:xfrm>
              <a:off x="6356675" y="1889575"/>
              <a:ext cx="360475" cy="110050"/>
            </a:xfrm>
            <a:custGeom>
              <a:rect b="b" l="l" r="r" t="t"/>
              <a:pathLst>
                <a:path extrusionOk="0" fill="none" h="4402" w="14419">
                  <a:moveTo>
                    <a:pt x="1393" y="0"/>
                  </a:moveTo>
                  <a:lnTo>
                    <a:pt x="1393" y="0"/>
                  </a:lnTo>
                  <a:lnTo>
                    <a:pt x="674" y="45"/>
                  </a:lnTo>
                  <a:lnTo>
                    <a:pt x="360" y="90"/>
                  </a:lnTo>
                  <a:lnTo>
                    <a:pt x="90" y="180"/>
                  </a:lnTo>
                  <a:lnTo>
                    <a:pt x="90" y="180"/>
                  </a:lnTo>
                  <a:lnTo>
                    <a:pt x="1" y="315"/>
                  </a:lnTo>
                  <a:lnTo>
                    <a:pt x="45" y="449"/>
                  </a:lnTo>
                  <a:lnTo>
                    <a:pt x="135" y="539"/>
                  </a:lnTo>
                  <a:lnTo>
                    <a:pt x="315" y="674"/>
                  </a:lnTo>
                  <a:lnTo>
                    <a:pt x="315" y="674"/>
                  </a:lnTo>
                  <a:lnTo>
                    <a:pt x="584" y="719"/>
                  </a:lnTo>
                  <a:lnTo>
                    <a:pt x="854" y="809"/>
                  </a:lnTo>
                  <a:lnTo>
                    <a:pt x="1438" y="898"/>
                  </a:lnTo>
                  <a:lnTo>
                    <a:pt x="1438" y="898"/>
                  </a:lnTo>
                  <a:lnTo>
                    <a:pt x="2965" y="1078"/>
                  </a:lnTo>
                  <a:lnTo>
                    <a:pt x="4492" y="1258"/>
                  </a:lnTo>
                  <a:lnTo>
                    <a:pt x="4492" y="1258"/>
                  </a:lnTo>
                  <a:lnTo>
                    <a:pt x="5211" y="1393"/>
                  </a:lnTo>
                  <a:lnTo>
                    <a:pt x="5884" y="1527"/>
                  </a:lnTo>
                  <a:lnTo>
                    <a:pt x="6513" y="1752"/>
                  </a:lnTo>
                  <a:lnTo>
                    <a:pt x="7007" y="1976"/>
                  </a:lnTo>
                  <a:lnTo>
                    <a:pt x="7007" y="1976"/>
                  </a:lnTo>
                  <a:lnTo>
                    <a:pt x="7187" y="2111"/>
                  </a:lnTo>
                  <a:lnTo>
                    <a:pt x="7322" y="2246"/>
                  </a:lnTo>
                  <a:lnTo>
                    <a:pt x="7411" y="2426"/>
                  </a:lnTo>
                  <a:lnTo>
                    <a:pt x="7411" y="2560"/>
                  </a:lnTo>
                  <a:lnTo>
                    <a:pt x="7411" y="2695"/>
                  </a:lnTo>
                  <a:lnTo>
                    <a:pt x="7322" y="2830"/>
                  </a:lnTo>
                  <a:lnTo>
                    <a:pt x="7142" y="3010"/>
                  </a:lnTo>
                  <a:lnTo>
                    <a:pt x="6917" y="3099"/>
                  </a:lnTo>
                  <a:lnTo>
                    <a:pt x="6917" y="3099"/>
                  </a:lnTo>
                  <a:lnTo>
                    <a:pt x="6558" y="3234"/>
                  </a:lnTo>
                  <a:lnTo>
                    <a:pt x="6199" y="3324"/>
                  </a:lnTo>
                  <a:lnTo>
                    <a:pt x="5390" y="3548"/>
                  </a:lnTo>
                  <a:lnTo>
                    <a:pt x="5390" y="3548"/>
                  </a:lnTo>
                  <a:lnTo>
                    <a:pt x="5031" y="3683"/>
                  </a:lnTo>
                  <a:lnTo>
                    <a:pt x="4806" y="3863"/>
                  </a:lnTo>
                  <a:lnTo>
                    <a:pt x="4762" y="3953"/>
                  </a:lnTo>
                  <a:lnTo>
                    <a:pt x="4762" y="4043"/>
                  </a:lnTo>
                  <a:lnTo>
                    <a:pt x="4851" y="4132"/>
                  </a:lnTo>
                  <a:lnTo>
                    <a:pt x="4941" y="4222"/>
                  </a:lnTo>
                  <a:lnTo>
                    <a:pt x="4941" y="4222"/>
                  </a:lnTo>
                  <a:lnTo>
                    <a:pt x="5211" y="4312"/>
                  </a:lnTo>
                  <a:lnTo>
                    <a:pt x="5480" y="4357"/>
                  </a:lnTo>
                  <a:lnTo>
                    <a:pt x="6154" y="4402"/>
                  </a:lnTo>
                  <a:lnTo>
                    <a:pt x="6154" y="4402"/>
                  </a:lnTo>
                  <a:lnTo>
                    <a:pt x="6423" y="4357"/>
                  </a:lnTo>
                  <a:lnTo>
                    <a:pt x="6423" y="4357"/>
                  </a:lnTo>
                  <a:lnTo>
                    <a:pt x="7636" y="4357"/>
                  </a:lnTo>
                  <a:lnTo>
                    <a:pt x="8894" y="4312"/>
                  </a:lnTo>
                  <a:lnTo>
                    <a:pt x="10106" y="4222"/>
                  </a:lnTo>
                  <a:lnTo>
                    <a:pt x="11319" y="4087"/>
                  </a:lnTo>
                  <a:lnTo>
                    <a:pt x="11319" y="4087"/>
                  </a:lnTo>
                  <a:lnTo>
                    <a:pt x="11858" y="3998"/>
                  </a:lnTo>
                  <a:lnTo>
                    <a:pt x="12397" y="3863"/>
                  </a:lnTo>
                  <a:lnTo>
                    <a:pt x="12891" y="3728"/>
                  </a:lnTo>
                  <a:lnTo>
                    <a:pt x="13340" y="3548"/>
                  </a:lnTo>
                  <a:lnTo>
                    <a:pt x="13745" y="3369"/>
                  </a:lnTo>
                  <a:lnTo>
                    <a:pt x="14059" y="3144"/>
                  </a:lnTo>
                  <a:lnTo>
                    <a:pt x="14284" y="2920"/>
                  </a:lnTo>
                  <a:lnTo>
                    <a:pt x="14418" y="2695"/>
                  </a:lnTo>
                  <a:lnTo>
                    <a:pt x="14418" y="2695"/>
                  </a:lnTo>
                  <a:lnTo>
                    <a:pt x="14418" y="2560"/>
                  </a:lnTo>
                  <a:lnTo>
                    <a:pt x="14418" y="2471"/>
                  </a:lnTo>
                  <a:lnTo>
                    <a:pt x="14373" y="2336"/>
                  </a:lnTo>
                  <a:lnTo>
                    <a:pt x="14328" y="2201"/>
                  </a:lnTo>
                  <a:lnTo>
                    <a:pt x="14104" y="1976"/>
                  </a:lnTo>
                  <a:lnTo>
                    <a:pt x="13834" y="1707"/>
                  </a:lnTo>
                  <a:lnTo>
                    <a:pt x="13430" y="1527"/>
                  </a:lnTo>
                  <a:lnTo>
                    <a:pt x="13026" y="1303"/>
                  </a:lnTo>
                  <a:lnTo>
                    <a:pt x="12487" y="1123"/>
                  </a:lnTo>
                  <a:lnTo>
                    <a:pt x="11948" y="988"/>
                  </a:lnTo>
                  <a:lnTo>
                    <a:pt x="11948" y="988"/>
                  </a:lnTo>
                  <a:lnTo>
                    <a:pt x="10870" y="719"/>
                  </a:lnTo>
                  <a:lnTo>
                    <a:pt x="9612" y="539"/>
                  </a:lnTo>
                  <a:lnTo>
                    <a:pt x="8310" y="360"/>
                  </a:lnTo>
                  <a:lnTo>
                    <a:pt x="6917" y="225"/>
                  </a:lnTo>
                  <a:lnTo>
                    <a:pt x="5525" y="135"/>
                  </a:lnTo>
                  <a:lnTo>
                    <a:pt x="4178" y="90"/>
                  </a:lnTo>
                  <a:lnTo>
                    <a:pt x="1573" y="0"/>
                  </a:lnTo>
                  <a:lnTo>
                    <a:pt x="1573" y="0"/>
                  </a:lnTo>
                  <a:lnTo>
                    <a:pt x="13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61"/>
            <p:cNvSpPr/>
            <p:nvPr/>
          </p:nvSpPr>
          <p:spPr>
            <a:xfrm>
              <a:off x="6379125" y="1981650"/>
              <a:ext cx="52800" cy="17975"/>
            </a:xfrm>
            <a:custGeom>
              <a:rect b="b" l="l" r="r" t="t"/>
              <a:pathLst>
                <a:path extrusionOk="0" h="719" w="2112">
                  <a:moveTo>
                    <a:pt x="630" y="0"/>
                  </a:moveTo>
                  <a:lnTo>
                    <a:pt x="315" y="90"/>
                  </a:lnTo>
                  <a:lnTo>
                    <a:pt x="91" y="225"/>
                  </a:lnTo>
                  <a:lnTo>
                    <a:pt x="1" y="270"/>
                  </a:lnTo>
                  <a:lnTo>
                    <a:pt x="1" y="360"/>
                  </a:lnTo>
                  <a:lnTo>
                    <a:pt x="1" y="449"/>
                  </a:lnTo>
                  <a:lnTo>
                    <a:pt x="91" y="494"/>
                  </a:lnTo>
                  <a:lnTo>
                    <a:pt x="315" y="629"/>
                  </a:lnTo>
                  <a:lnTo>
                    <a:pt x="630" y="719"/>
                  </a:lnTo>
                  <a:lnTo>
                    <a:pt x="1438" y="719"/>
                  </a:lnTo>
                  <a:lnTo>
                    <a:pt x="1797" y="629"/>
                  </a:lnTo>
                  <a:lnTo>
                    <a:pt x="2022" y="494"/>
                  </a:lnTo>
                  <a:lnTo>
                    <a:pt x="2067" y="449"/>
                  </a:lnTo>
                  <a:lnTo>
                    <a:pt x="2112" y="360"/>
                  </a:lnTo>
                  <a:lnTo>
                    <a:pt x="2067" y="270"/>
                  </a:lnTo>
                  <a:lnTo>
                    <a:pt x="2022" y="225"/>
                  </a:lnTo>
                  <a:lnTo>
                    <a:pt x="1797" y="90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rgbClr val="99C462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61"/>
            <p:cNvSpPr/>
            <p:nvPr/>
          </p:nvSpPr>
          <p:spPr>
            <a:xfrm>
              <a:off x="6379125" y="1981650"/>
              <a:ext cx="52800" cy="17975"/>
            </a:xfrm>
            <a:custGeom>
              <a:rect b="b" l="l" r="r" t="t"/>
              <a:pathLst>
                <a:path extrusionOk="0" fill="none" h="719" w="2112">
                  <a:moveTo>
                    <a:pt x="1034" y="0"/>
                  </a:moveTo>
                  <a:lnTo>
                    <a:pt x="1034" y="0"/>
                  </a:lnTo>
                  <a:lnTo>
                    <a:pt x="630" y="0"/>
                  </a:lnTo>
                  <a:lnTo>
                    <a:pt x="315" y="90"/>
                  </a:lnTo>
                  <a:lnTo>
                    <a:pt x="91" y="225"/>
                  </a:lnTo>
                  <a:lnTo>
                    <a:pt x="1" y="270"/>
                  </a:lnTo>
                  <a:lnTo>
                    <a:pt x="1" y="360"/>
                  </a:lnTo>
                  <a:lnTo>
                    <a:pt x="1" y="360"/>
                  </a:lnTo>
                  <a:lnTo>
                    <a:pt x="1" y="449"/>
                  </a:lnTo>
                  <a:lnTo>
                    <a:pt x="91" y="494"/>
                  </a:lnTo>
                  <a:lnTo>
                    <a:pt x="315" y="629"/>
                  </a:lnTo>
                  <a:lnTo>
                    <a:pt x="630" y="719"/>
                  </a:lnTo>
                  <a:lnTo>
                    <a:pt x="1034" y="719"/>
                  </a:lnTo>
                  <a:lnTo>
                    <a:pt x="1034" y="719"/>
                  </a:lnTo>
                  <a:lnTo>
                    <a:pt x="1438" y="719"/>
                  </a:lnTo>
                  <a:lnTo>
                    <a:pt x="1797" y="629"/>
                  </a:lnTo>
                  <a:lnTo>
                    <a:pt x="2022" y="494"/>
                  </a:lnTo>
                  <a:lnTo>
                    <a:pt x="2067" y="449"/>
                  </a:lnTo>
                  <a:lnTo>
                    <a:pt x="2112" y="360"/>
                  </a:lnTo>
                  <a:lnTo>
                    <a:pt x="2112" y="360"/>
                  </a:lnTo>
                  <a:lnTo>
                    <a:pt x="2067" y="270"/>
                  </a:lnTo>
                  <a:lnTo>
                    <a:pt x="2022" y="225"/>
                  </a:lnTo>
                  <a:lnTo>
                    <a:pt x="1797" y="90"/>
                  </a:lnTo>
                  <a:lnTo>
                    <a:pt x="1438" y="0"/>
                  </a:lnTo>
                  <a:lnTo>
                    <a:pt x="103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61"/>
            <p:cNvSpPr/>
            <p:nvPr/>
          </p:nvSpPr>
          <p:spPr>
            <a:xfrm>
              <a:off x="5522375" y="1736850"/>
              <a:ext cx="1442925" cy="394150"/>
            </a:xfrm>
            <a:custGeom>
              <a:rect b="b" l="l" r="r" t="t"/>
              <a:pathLst>
                <a:path extrusionOk="0" h="15766" w="57717">
                  <a:moveTo>
                    <a:pt x="28881" y="1348"/>
                  </a:moveTo>
                  <a:lnTo>
                    <a:pt x="31845" y="1393"/>
                  </a:lnTo>
                  <a:lnTo>
                    <a:pt x="34675" y="1528"/>
                  </a:lnTo>
                  <a:lnTo>
                    <a:pt x="37415" y="1708"/>
                  </a:lnTo>
                  <a:lnTo>
                    <a:pt x="39975" y="1932"/>
                  </a:lnTo>
                  <a:lnTo>
                    <a:pt x="42400" y="2246"/>
                  </a:lnTo>
                  <a:lnTo>
                    <a:pt x="44691" y="2606"/>
                  </a:lnTo>
                  <a:lnTo>
                    <a:pt x="46757" y="3010"/>
                  </a:lnTo>
                  <a:lnTo>
                    <a:pt x="48689" y="3459"/>
                  </a:lnTo>
                  <a:lnTo>
                    <a:pt x="50395" y="3953"/>
                  </a:lnTo>
                  <a:lnTo>
                    <a:pt x="51922" y="4447"/>
                  </a:lnTo>
                  <a:lnTo>
                    <a:pt x="53225" y="4986"/>
                  </a:lnTo>
                  <a:lnTo>
                    <a:pt x="53809" y="5301"/>
                  </a:lnTo>
                  <a:lnTo>
                    <a:pt x="54303" y="5570"/>
                  </a:lnTo>
                  <a:lnTo>
                    <a:pt x="54797" y="5840"/>
                  </a:lnTo>
                  <a:lnTo>
                    <a:pt x="55201" y="6154"/>
                  </a:lnTo>
                  <a:lnTo>
                    <a:pt x="55516" y="6424"/>
                  </a:lnTo>
                  <a:lnTo>
                    <a:pt x="55830" y="6693"/>
                  </a:lnTo>
                  <a:lnTo>
                    <a:pt x="56055" y="7007"/>
                  </a:lnTo>
                  <a:lnTo>
                    <a:pt x="56189" y="7277"/>
                  </a:lnTo>
                  <a:lnTo>
                    <a:pt x="56324" y="7591"/>
                  </a:lnTo>
                  <a:lnTo>
                    <a:pt x="56324" y="7861"/>
                  </a:lnTo>
                  <a:lnTo>
                    <a:pt x="56324" y="8175"/>
                  </a:lnTo>
                  <a:lnTo>
                    <a:pt x="56189" y="8445"/>
                  </a:lnTo>
                  <a:lnTo>
                    <a:pt x="56055" y="8759"/>
                  </a:lnTo>
                  <a:lnTo>
                    <a:pt x="55830" y="9029"/>
                  </a:lnTo>
                  <a:lnTo>
                    <a:pt x="55516" y="9343"/>
                  </a:lnTo>
                  <a:lnTo>
                    <a:pt x="55201" y="9613"/>
                  </a:lnTo>
                  <a:lnTo>
                    <a:pt x="54797" y="9927"/>
                  </a:lnTo>
                  <a:lnTo>
                    <a:pt x="54303" y="10196"/>
                  </a:lnTo>
                  <a:lnTo>
                    <a:pt x="53809" y="10466"/>
                  </a:lnTo>
                  <a:lnTo>
                    <a:pt x="53225" y="10735"/>
                  </a:lnTo>
                  <a:lnTo>
                    <a:pt x="51922" y="11274"/>
                  </a:lnTo>
                  <a:lnTo>
                    <a:pt x="50395" y="11813"/>
                  </a:lnTo>
                  <a:lnTo>
                    <a:pt x="48689" y="12307"/>
                  </a:lnTo>
                  <a:lnTo>
                    <a:pt x="46757" y="12757"/>
                  </a:lnTo>
                  <a:lnTo>
                    <a:pt x="44691" y="13161"/>
                  </a:lnTo>
                  <a:lnTo>
                    <a:pt x="42400" y="13520"/>
                  </a:lnTo>
                  <a:lnTo>
                    <a:pt x="39975" y="13790"/>
                  </a:lnTo>
                  <a:lnTo>
                    <a:pt x="37415" y="14059"/>
                  </a:lnTo>
                  <a:lnTo>
                    <a:pt x="34675" y="14239"/>
                  </a:lnTo>
                  <a:lnTo>
                    <a:pt x="31845" y="14374"/>
                  </a:lnTo>
                  <a:lnTo>
                    <a:pt x="25872" y="14374"/>
                  </a:lnTo>
                  <a:lnTo>
                    <a:pt x="23042" y="14239"/>
                  </a:lnTo>
                  <a:lnTo>
                    <a:pt x="20302" y="14059"/>
                  </a:lnTo>
                  <a:lnTo>
                    <a:pt x="17742" y="13790"/>
                  </a:lnTo>
                  <a:lnTo>
                    <a:pt x="15317" y="13520"/>
                  </a:lnTo>
                  <a:lnTo>
                    <a:pt x="13071" y="13161"/>
                  </a:lnTo>
                  <a:lnTo>
                    <a:pt x="10960" y="12757"/>
                  </a:lnTo>
                  <a:lnTo>
                    <a:pt x="9029" y="12307"/>
                  </a:lnTo>
                  <a:lnTo>
                    <a:pt x="7322" y="11813"/>
                  </a:lnTo>
                  <a:lnTo>
                    <a:pt x="5795" y="11274"/>
                  </a:lnTo>
                  <a:lnTo>
                    <a:pt x="4492" y="10735"/>
                  </a:lnTo>
                  <a:lnTo>
                    <a:pt x="3908" y="10466"/>
                  </a:lnTo>
                  <a:lnTo>
                    <a:pt x="3414" y="10196"/>
                  </a:lnTo>
                  <a:lnTo>
                    <a:pt x="2920" y="9927"/>
                  </a:lnTo>
                  <a:lnTo>
                    <a:pt x="2516" y="9613"/>
                  </a:lnTo>
                  <a:lnTo>
                    <a:pt x="2201" y="9343"/>
                  </a:lnTo>
                  <a:lnTo>
                    <a:pt x="1887" y="9029"/>
                  </a:lnTo>
                  <a:lnTo>
                    <a:pt x="1662" y="8759"/>
                  </a:lnTo>
                  <a:lnTo>
                    <a:pt x="1528" y="8445"/>
                  </a:lnTo>
                  <a:lnTo>
                    <a:pt x="1438" y="8175"/>
                  </a:lnTo>
                  <a:lnTo>
                    <a:pt x="1393" y="7861"/>
                  </a:lnTo>
                  <a:lnTo>
                    <a:pt x="1438" y="7591"/>
                  </a:lnTo>
                  <a:lnTo>
                    <a:pt x="1528" y="7277"/>
                  </a:lnTo>
                  <a:lnTo>
                    <a:pt x="1662" y="7007"/>
                  </a:lnTo>
                  <a:lnTo>
                    <a:pt x="1887" y="6693"/>
                  </a:lnTo>
                  <a:lnTo>
                    <a:pt x="2201" y="6424"/>
                  </a:lnTo>
                  <a:lnTo>
                    <a:pt x="2516" y="6154"/>
                  </a:lnTo>
                  <a:lnTo>
                    <a:pt x="2920" y="5840"/>
                  </a:lnTo>
                  <a:lnTo>
                    <a:pt x="3414" y="5570"/>
                  </a:lnTo>
                  <a:lnTo>
                    <a:pt x="3908" y="5301"/>
                  </a:lnTo>
                  <a:lnTo>
                    <a:pt x="4492" y="4986"/>
                  </a:lnTo>
                  <a:lnTo>
                    <a:pt x="5795" y="4447"/>
                  </a:lnTo>
                  <a:lnTo>
                    <a:pt x="7322" y="3953"/>
                  </a:lnTo>
                  <a:lnTo>
                    <a:pt x="9029" y="3459"/>
                  </a:lnTo>
                  <a:lnTo>
                    <a:pt x="10960" y="3010"/>
                  </a:lnTo>
                  <a:lnTo>
                    <a:pt x="13071" y="2606"/>
                  </a:lnTo>
                  <a:lnTo>
                    <a:pt x="15317" y="2246"/>
                  </a:lnTo>
                  <a:lnTo>
                    <a:pt x="17742" y="1932"/>
                  </a:lnTo>
                  <a:lnTo>
                    <a:pt x="20302" y="1708"/>
                  </a:lnTo>
                  <a:lnTo>
                    <a:pt x="23042" y="1528"/>
                  </a:lnTo>
                  <a:lnTo>
                    <a:pt x="25872" y="1393"/>
                  </a:lnTo>
                  <a:lnTo>
                    <a:pt x="28881" y="1348"/>
                  </a:lnTo>
                  <a:close/>
                  <a:moveTo>
                    <a:pt x="26231" y="1"/>
                  </a:moveTo>
                  <a:lnTo>
                    <a:pt x="23626" y="91"/>
                  </a:lnTo>
                  <a:lnTo>
                    <a:pt x="21021" y="270"/>
                  </a:lnTo>
                  <a:lnTo>
                    <a:pt x="18461" y="495"/>
                  </a:lnTo>
                  <a:lnTo>
                    <a:pt x="15990" y="764"/>
                  </a:lnTo>
                  <a:lnTo>
                    <a:pt x="13565" y="1124"/>
                  </a:lnTo>
                  <a:lnTo>
                    <a:pt x="11319" y="1528"/>
                  </a:lnTo>
                  <a:lnTo>
                    <a:pt x="9208" y="2022"/>
                  </a:lnTo>
                  <a:lnTo>
                    <a:pt x="7232" y="2516"/>
                  </a:lnTo>
                  <a:lnTo>
                    <a:pt x="6289" y="2830"/>
                  </a:lnTo>
                  <a:lnTo>
                    <a:pt x="5435" y="3145"/>
                  </a:lnTo>
                  <a:lnTo>
                    <a:pt x="4627" y="3459"/>
                  </a:lnTo>
                  <a:lnTo>
                    <a:pt x="3863" y="3774"/>
                  </a:lnTo>
                  <a:lnTo>
                    <a:pt x="3190" y="4133"/>
                  </a:lnTo>
                  <a:lnTo>
                    <a:pt x="2561" y="4492"/>
                  </a:lnTo>
                  <a:lnTo>
                    <a:pt x="1977" y="4852"/>
                  </a:lnTo>
                  <a:lnTo>
                    <a:pt x="1483" y="5256"/>
                  </a:lnTo>
                  <a:lnTo>
                    <a:pt x="1034" y="5660"/>
                  </a:lnTo>
                  <a:lnTo>
                    <a:pt x="674" y="6064"/>
                  </a:lnTo>
                  <a:lnTo>
                    <a:pt x="360" y="6513"/>
                  </a:lnTo>
                  <a:lnTo>
                    <a:pt x="180" y="6963"/>
                  </a:lnTo>
                  <a:lnTo>
                    <a:pt x="45" y="7412"/>
                  </a:lnTo>
                  <a:lnTo>
                    <a:pt x="1" y="7861"/>
                  </a:lnTo>
                  <a:lnTo>
                    <a:pt x="45" y="8355"/>
                  </a:lnTo>
                  <a:lnTo>
                    <a:pt x="180" y="8804"/>
                  </a:lnTo>
                  <a:lnTo>
                    <a:pt x="360" y="9253"/>
                  </a:lnTo>
                  <a:lnTo>
                    <a:pt x="674" y="9702"/>
                  </a:lnTo>
                  <a:lnTo>
                    <a:pt x="1034" y="10107"/>
                  </a:lnTo>
                  <a:lnTo>
                    <a:pt x="1483" y="10511"/>
                  </a:lnTo>
                  <a:lnTo>
                    <a:pt x="1977" y="10915"/>
                  </a:lnTo>
                  <a:lnTo>
                    <a:pt x="2561" y="11274"/>
                  </a:lnTo>
                  <a:lnTo>
                    <a:pt x="3190" y="11634"/>
                  </a:lnTo>
                  <a:lnTo>
                    <a:pt x="3863" y="11993"/>
                  </a:lnTo>
                  <a:lnTo>
                    <a:pt x="4627" y="12307"/>
                  </a:lnTo>
                  <a:lnTo>
                    <a:pt x="5435" y="12622"/>
                  </a:lnTo>
                  <a:lnTo>
                    <a:pt x="6289" y="12936"/>
                  </a:lnTo>
                  <a:lnTo>
                    <a:pt x="7232" y="13206"/>
                  </a:lnTo>
                  <a:lnTo>
                    <a:pt x="9208" y="13745"/>
                  </a:lnTo>
                  <a:lnTo>
                    <a:pt x="11319" y="14239"/>
                  </a:lnTo>
                  <a:lnTo>
                    <a:pt x="13565" y="14643"/>
                  </a:lnTo>
                  <a:lnTo>
                    <a:pt x="15990" y="14957"/>
                  </a:lnTo>
                  <a:lnTo>
                    <a:pt x="18461" y="15272"/>
                  </a:lnTo>
                  <a:lnTo>
                    <a:pt x="21021" y="15496"/>
                  </a:lnTo>
                  <a:lnTo>
                    <a:pt x="23626" y="15631"/>
                  </a:lnTo>
                  <a:lnTo>
                    <a:pt x="26231" y="15766"/>
                  </a:lnTo>
                  <a:lnTo>
                    <a:pt x="31486" y="15766"/>
                  </a:lnTo>
                  <a:lnTo>
                    <a:pt x="34136" y="15631"/>
                  </a:lnTo>
                  <a:lnTo>
                    <a:pt x="36741" y="15496"/>
                  </a:lnTo>
                  <a:lnTo>
                    <a:pt x="39256" y="15272"/>
                  </a:lnTo>
                  <a:lnTo>
                    <a:pt x="41772" y="14957"/>
                  </a:lnTo>
                  <a:lnTo>
                    <a:pt x="44152" y="14643"/>
                  </a:lnTo>
                  <a:lnTo>
                    <a:pt x="46398" y="14239"/>
                  </a:lnTo>
                  <a:lnTo>
                    <a:pt x="48554" y="13745"/>
                  </a:lnTo>
                  <a:lnTo>
                    <a:pt x="50485" y="13206"/>
                  </a:lnTo>
                  <a:lnTo>
                    <a:pt x="51428" y="12936"/>
                  </a:lnTo>
                  <a:lnTo>
                    <a:pt x="52282" y="12622"/>
                  </a:lnTo>
                  <a:lnTo>
                    <a:pt x="53090" y="12307"/>
                  </a:lnTo>
                  <a:lnTo>
                    <a:pt x="53854" y="11993"/>
                  </a:lnTo>
                  <a:lnTo>
                    <a:pt x="54528" y="11634"/>
                  </a:lnTo>
                  <a:lnTo>
                    <a:pt x="55156" y="11274"/>
                  </a:lnTo>
                  <a:lnTo>
                    <a:pt x="55740" y="10915"/>
                  </a:lnTo>
                  <a:lnTo>
                    <a:pt x="56234" y="10511"/>
                  </a:lnTo>
                  <a:lnTo>
                    <a:pt x="56683" y="10107"/>
                  </a:lnTo>
                  <a:lnTo>
                    <a:pt x="57043" y="9702"/>
                  </a:lnTo>
                  <a:lnTo>
                    <a:pt x="57357" y="9253"/>
                  </a:lnTo>
                  <a:lnTo>
                    <a:pt x="57537" y="8804"/>
                  </a:lnTo>
                  <a:lnTo>
                    <a:pt x="57672" y="8355"/>
                  </a:lnTo>
                  <a:lnTo>
                    <a:pt x="57717" y="7861"/>
                  </a:lnTo>
                  <a:lnTo>
                    <a:pt x="57672" y="7412"/>
                  </a:lnTo>
                  <a:lnTo>
                    <a:pt x="57537" y="6963"/>
                  </a:lnTo>
                  <a:lnTo>
                    <a:pt x="57357" y="6513"/>
                  </a:lnTo>
                  <a:lnTo>
                    <a:pt x="57043" y="6064"/>
                  </a:lnTo>
                  <a:lnTo>
                    <a:pt x="56683" y="5660"/>
                  </a:lnTo>
                  <a:lnTo>
                    <a:pt x="56234" y="5256"/>
                  </a:lnTo>
                  <a:lnTo>
                    <a:pt x="55740" y="4852"/>
                  </a:lnTo>
                  <a:lnTo>
                    <a:pt x="55156" y="4492"/>
                  </a:lnTo>
                  <a:lnTo>
                    <a:pt x="54528" y="4133"/>
                  </a:lnTo>
                  <a:lnTo>
                    <a:pt x="53854" y="3774"/>
                  </a:lnTo>
                  <a:lnTo>
                    <a:pt x="53090" y="3459"/>
                  </a:lnTo>
                  <a:lnTo>
                    <a:pt x="52282" y="3145"/>
                  </a:lnTo>
                  <a:lnTo>
                    <a:pt x="51428" y="2830"/>
                  </a:lnTo>
                  <a:lnTo>
                    <a:pt x="50485" y="2516"/>
                  </a:lnTo>
                  <a:lnTo>
                    <a:pt x="48554" y="2022"/>
                  </a:lnTo>
                  <a:lnTo>
                    <a:pt x="46398" y="1528"/>
                  </a:lnTo>
                  <a:lnTo>
                    <a:pt x="44152" y="1124"/>
                  </a:lnTo>
                  <a:lnTo>
                    <a:pt x="41772" y="764"/>
                  </a:lnTo>
                  <a:lnTo>
                    <a:pt x="39256" y="495"/>
                  </a:lnTo>
                  <a:lnTo>
                    <a:pt x="36741" y="270"/>
                  </a:lnTo>
                  <a:lnTo>
                    <a:pt x="34136" y="91"/>
                  </a:lnTo>
                  <a:lnTo>
                    <a:pt x="31486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61"/>
            <p:cNvSpPr/>
            <p:nvPr/>
          </p:nvSpPr>
          <p:spPr>
            <a:xfrm>
              <a:off x="5650375" y="1826675"/>
              <a:ext cx="1186925" cy="146000"/>
            </a:xfrm>
            <a:custGeom>
              <a:rect b="b" l="l" r="r" t="t"/>
              <a:pathLst>
                <a:path extrusionOk="0" h="5840" w="47477">
                  <a:moveTo>
                    <a:pt x="21785" y="1"/>
                  </a:moveTo>
                  <a:lnTo>
                    <a:pt x="19853" y="46"/>
                  </a:lnTo>
                  <a:lnTo>
                    <a:pt x="17877" y="136"/>
                  </a:lnTo>
                  <a:lnTo>
                    <a:pt x="15946" y="270"/>
                  </a:lnTo>
                  <a:lnTo>
                    <a:pt x="14014" y="450"/>
                  </a:lnTo>
                  <a:lnTo>
                    <a:pt x="12173" y="630"/>
                  </a:lnTo>
                  <a:lnTo>
                    <a:pt x="10376" y="899"/>
                  </a:lnTo>
                  <a:lnTo>
                    <a:pt x="8670" y="1169"/>
                  </a:lnTo>
                  <a:lnTo>
                    <a:pt x="7053" y="1483"/>
                  </a:lnTo>
                  <a:lnTo>
                    <a:pt x="5570" y="1842"/>
                  </a:lnTo>
                  <a:lnTo>
                    <a:pt x="4223" y="2247"/>
                  </a:lnTo>
                  <a:lnTo>
                    <a:pt x="3010" y="2651"/>
                  </a:lnTo>
                  <a:lnTo>
                    <a:pt x="2471" y="2920"/>
                  </a:lnTo>
                  <a:lnTo>
                    <a:pt x="1977" y="3145"/>
                  </a:lnTo>
                  <a:lnTo>
                    <a:pt x="1528" y="3414"/>
                  </a:lnTo>
                  <a:lnTo>
                    <a:pt x="1169" y="3684"/>
                  </a:lnTo>
                  <a:lnTo>
                    <a:pt x="809" y="3953"/>
                  </a:lnTo>
                  <a:lnTo>
                    <a:pt x="495" y="4223"/>
                  </a:lnTo>
                  <a:lnTo>
                    <a:pt x="270" y="4537"/>
                  </a:lnTo>
                  <a:lnTo>
                    <a:pt x="91" y="4852"/>
                  </a:lnTo>
                  <a:lnTo>
                    <a:pt x="46" y="4987"/>
                  </a:lnTo>
                  <a:lnTo>
                    <a:pt x="1" y="5076"/>
                  </a:lnTo>
                  <a:lnTo>
                    <a:pt x="46" y="5346"/>
                  </a:lnTo>
                  <a:lnTo>
                    <a:pt x="181" y="5570"/>
                  </a:lnTo>
                  <a:lnTo>
                    <a:pt x="270" y="5660"/>
                  </a:lnTo>
                  <a:lnTo>
                    <a:pt x="405" y="5750"/>
                  </a:lnTo>
                  <a:lnTo>
                    <a:pt x="540" y="5795"/>
                  </a:lnTo>
                  <a:lnTo>
                    <a:pt x="675" y="5840"/>
                  </a:lnTo>
                  <a:lnTo>
                    <a:pt x="944" y="5795"/>
                  </a:lnTo>
                  <a:lnTo>
                    <a:pt x="1169" y="5660"/>
                  </a:lnTo>
                  <a:lnTo>
                    <a:pt x="1259" y="5570"/>
                  </a:lnTo>
                  <a:lnTo>
                    <a:pt x="1348" y="5436"/>
                  </a:lnTo>
                  <a:lnTo>
                    <a:pt x="1438" y="5256"/>
                  </a:lnTo>
                  <a:lnTo>
                    <a:pt x="1618" y="5076"/>
                  </a:lnTo>
                  <a:lnTo>
                    <a:pt x="1797" y="4897"/>
                  </a:lnTo>
                  <a:lnTo>
                    <a:pt x="2067" y="4717"/>
                  </a:lnTo>
                  <a:lnTo>
                    <a:pt x="2651" y="4313"/>
                  </a:lnTo>
                  <a:lnTo>
                    <a:pt x="3459" y="3953"/>
                  </a:lnTo>
                  <a:lnTo>
                    <a:pt x="4403" y="3639"/>
                  </a:lnTo>
                  <a:lnTo>
                    <a:pt x="5525" y="3280"/>
                  </a:lnTo>
                  <a:lnTo>
                    <a:pt x="6783" y="2965"/>
                  </a:lnTo>
                  <a:lnTo>
                    <a:pt x="8175" y="2651"/>
                  </a:lnTo>
                  <a:lnTo>
                    <a:pt x="9703" y="2381"/>
                  </a:lnTo>
                  <a:lnTo>
                    <a:pt x="11364" y="2157"/>
                  </a:lnTo>
                  <a:lnTo>
                    <a:pt x="13161" y="1932"/>
                  </a:lnTo>
                  <a:lnTo>
                    <a:pt x="15047" y="1708"/>
                  </a:lnTo>
                  <a:lnTo>
                    <a:pt x="17069" y="1573"/>
                  </a:lnTo>
                  <a:lnTo>
                    <a:pt x="19180" y="1438"/>
                  </a:lnTo>
                  <a:lnTo>
                    <a:pt x="21425" y="1393"/>
                  </a:lnTo>
                  <a:lnTo>
                    <a:pt x="23761" y="1348"/>
                  </a:lnTo>
                  <a:lnTo>
                    <a:pt x="26097" y="1393"/>
                  </a:lnTo>
                  <a:lnTo>
                    <a:pt x="28297" y="1483"/>
                  </a:lnTo>
                  <a:lnTo>
                    <a:pt x="30453" y="1573"/>
                  </a:lnTo>
                  <a:lnTo>
                    <a:pt x="32475" y="1708"/>
                  </a:lnTo>
                  <a:lnTo>
                    <a:pt x="34406" y="1932"/>
                  </a:lnTo>
                  <a:lnTo>
                    <a:pt x="36158" y="2157"/>
                  </a:lnTo>
                  <a:lnTo>
                    <a:pt x="37819" y="2381"/>
                  </a:lnTo>
                  <a:lnTo>
                    <a:pt x="39391" y="2651"/>
                  </a:lnTo>
                  <a:lnTo>
                    <a:pt x="40784" y="2965"/>
                  </a:lnTo>
                  <a:lnTo>
                    <a:pt x="41997" y="3280"/>
                  </a:lnTo>
                  <a:lnTo>
                    <a:pt x="43119" y="3639"/>
                  </a:lnTo>
                  <a:lnTo>
                    <a:pt x="44063" y="3998"/>
                  </a:lnTo>
                  <a:lnTo>
                    <a:pt x="44826" y="4358"/>
                  </a:lnTo>
                  <a:lnTo>
                    <a:pt x="45455" y="4717"/>
                  </a:lnTo>
                  <a:lnTo>
                    <a:pt x="45680" y="4897"/>
                  </a:lnTo>
                  <a:lnTo>
                    <a:pt x="45904" y="5076"/>
                  </a:lnTo>
                  <a:lnTo>
                    <a:pt x="46039" y="5256"/>
                  </a:lnTo>
                  <a:lnTo>
                    <a:pt x="46174" y="5436"/>
                  </a:lnTo>
                  <a:lnTo>
                    <a:pt x="46263" y="5615"/>
                  </a:lnTo>
                  <a:lnTo>
                    <a:pt x="46398" y="5750"/>
                  </a:lnTo>
                  <a:lnTo>
                    <a:pt x="46578" y="5840"/>
                  </a:lnTo>
                  <a:lnTo>
                    <a:pt x="46937" y="5840"/>
                  </a:lnTo>
                  <a:lnTo>
                    <a:pt x="47072" y="5795"/>
                  </a:lnTo>
                  <a:lnTo>
                    <a:pt x="47207" y="5705"/>
                  </a:lnTo>
                  <a:lnTo>
                    <a:pt x="47297" y="5615"/>
                  </a:lnTo>
                  <a:lnTo>
                    <a:pt x="47431" y="5391"/>
                  </a:lnTo>
                  <a:lnTo>
                    <a:pt x="47476" y="5121"/>
                  </a:lnTo>
                  <a:lnTo>
                    <a:pt x="47476" y="4987"/>
                  </a:lnTo>
                  <a:lnTo>
                    <a:pt x="47431" y="4897"/>
                  </a:lnTo>
                  <a:lnTo>
                    <a:pt x="47252" y="4582"/>
                  </a:lnTo>
                  <a:lnTo>
                    <a:pt x="47027" y="4313"/>
                  </a:lnTo>
                  <a:lnTo>
                    <a:pt x="46758" y="3998"/>
                  </a:lnTo>
                  <a:lnTo>
                    <a:pt x="46398" y="3729"/>
                  </a:lnTo>
                  <a:lnTo>
                    <a:pt x="46039" y="3504"/>
                  </a:lnTo>
                  <a:lnTo>
                    <a:pt x="45590" y="3235"/>
                  </a:lnTo>
                  <a:lnTo>
                    <a:pt x="45096" y="3010"/>
                  </a:lnTo>
                  <a:lnTo>
                    <a:pt x="44602" y="2741"/>
                  </a:lnTo>
                  <a:lnTo>
                    <a:pt x="43434" y="2337"/>
                  </a:lnTo>
                  <a:lnTo>
                    <a:pt x="42086" y="1932"/>
                  </a:lnTo>
                  <a:lnTo>
                    <a:pt x="40604" y="1573"/>
                  </a:lnTo>
                  <a:lnTo>
                    <a:pt x="39032" y="1214"/>
                  </a:lnTo>
                  <a:lnTo>
                    <a:pt x="37325" y="944"/>
                  </a:lnTo>
                  <a:lnTo>
                    <a:pt x="35529" y="675"/>
                  </a:lnTo>
                  <a:lnTo>
                    <a:pt x="33642" y="495"/>
                  </a:lnTo>
                  <a:lnTo>
                    <a:pt x="31711" y="315"/>
                  </a:lnTo>
                  <a:lnTo>
                    <a:pt x="29735" y="181"/>
                  </a:lnTo>
                  <a:lnTo>
                    <a:pt x="27758" y="46"/>
                  </a:lnTo>
                  <a:lnTo>
                    <a:pt x="25737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61"/>
            <p:cNvSpPr/>
            <p:nvPr/>
          </p:nvSpPr>
          <p:spPr>
            <a:xfrm>
              <a:off x="5636900" y="1785150"/>
              <a:ext cx="1213875" cy="288600"/>
            </a:xfrm>
            <a:custGeom>
              <a:rect b="b" l="l" r="r" t="t"/>
              <a:pathLst>
                <a:path extrusionOk="0" h="11544" w="48555">
                  <a:moveTo>
                    <a:pt x="24300" y="1392"/>
                  </a:moveTo>
                  <a:lnTo>
                    <a:pt x="26860" y="1437"/>
                  </a:lnTo>
                  <a:lnTo>
                    <a:pt x="29330" y="1527"/>
                  </a:lnTo>
                  <a:lnTo>
                    <a:pt x="31666" y="1662"/>
                  </a:lnTo>
                  <a:lnTo>
                    <a:pt x="33867" y="1842"/>
                  </a:lnTo>
                  <a:lnTo>
                    <a:pt x="35888" y="2066"/>
                  </a:lnTo>
                  <a:lnTo>
                    <a:pt x="37775" y="2291"/>
                  </a:lnTo>
                  <a:lnTo>
                    <a:pt x="39481" y="2605"/>
                  </a:lnTo>
                  <a:lnTo>
                    <a:pt x="41053" y="2920"/>
                  </a:lnTo>
                  <a:lnTo>
                    <a:pt x="42446" y="3234"/>
                  </a:lnTo>
                  <a:lnTo>
                    <a:pt x="43658" y="3593"/>
                  </a:lnTo>
                  <a:lnTo>
                    <a:pt x="44736" y="3953"/>
                  </a:lnTo>
                  <a:lnTo>
                    <a:pt x="45590" y="4312"/>
                  </a:lnTo>
                  <a:lnTo>
                    <a:pt x="46308" y="4716"/>
                  </a:lnTo>
                  <a:lnTo>
                    <a:pt x="46578" y="4896"/>
                  </a:lnTo>
                  <a:lnTo>
                    <a:pt x="46802" y="5075"/>
                  </a:lnTo>
                  <a:lnTo>
                    <a:pt x="46937" y="5255"/>
                  </a:lnTo>
                  <a:lnTo>
                    <a:pt x="47072" y="5435"/>
                  </a:lnTo>
                  <a:lnTo>
                    <a:pt x="47162" y="5614"/>
                  </a:lnTo>
                  <a:lnTo>
                    <a:pt x="47207" y="5794"/>
                  </a:lnTo>
                  <a:lnTo>
                    <a:pt x="47162" y="5974"/>
                  </a:lnTo>
                  <a:lnTo>
                    <a:pt x="47072" y="6153"/>
                  </a:lnTo>
                  <a:lnTo>
                    <a:pt x="46937" y="6333"/>
                  </a:lnTo>
                  <a:lnTo>
                    <a:pt x="46802" y="6513"/>
                  </a:lnTo>
                  <a:lnTo>
                    <a:pt x="46578" y="6692"/>
                  </a:lnTo>
                  <a:lnTo>
                    <a:pt x="46308" y="6872"/>
                  </a:lnTo>
                  <a:lnTo>
                    <a:pt x="45590" y="7231"/>
                  </a:lnTo>
                  <a:lnTo>
                    <a:pt x="44736" y="7591"/>
                  </a:lnTo>
                  <a:lnTo>
                    <a:pt x="43658" y="7950"/>
                  </a:lnTo>
                  <a:lnTo>
                    <a:pt x="42446" y="8309"/>
                  </a:lnTo>
                  <a:lnTo>
                    <a:pt x="41053" y="8669"/>
                  </a:lnTo>
                  <a:lnTo>
                    <a:pt x="39481" y="8983"/>
                  </a:lnTo>
                  <a:lnTo>
                    <a:pt x="37775" y="9253"/>
                  </a:lnTo>
                  <a:lnTo>
                    <a:pt x="35888" y="9522"/>
                  </a:lnTo>
                  <a:lnTo>
                    <a:pt x="33867" y="9747"/>
                  </a:lnTo>
                  <a:lnTo>
                    <a:pt x="31666" y="9926"/>
                  </a:lnTo>
                  <a:lnTo>
                    <a:pt x="29330" y="10061"/>
                  </a:lnTo>
                  <a:lnTo>
                    <a:pt x="26860" y="10151"/>
                  </a:lnTo>
                  <a:lnTo>
                    <a:pt x="21695" y="10151"/>
                  </a:lnTo>
                  <a:lnTo>
                    <a:pt x="19225" y="10061"/>
                  </a:lnTo>
                  <a:lnTo>
                    <a:pt x="16889" y="9926"/>
                  </a:lnTo>
                  <a:lnTo>
                    <a:pt x="14733" y="9747"/>
                  </a:lnTo>
                  <a:lnTo>
                    <a:pt x="12667" y="9522"/>
                  </a:lnTo>
                  <a:lnTo>
                    <a:pt x="10781" y="9253"/>
                  </a:lnTo>
                  <a:lnTo>
                    <a:pt x="9074" y="8983"/>
                  </a:lnTo>
                  <a:lnTo>
                    <a:pt x="7502" y="8669"/>
                  </a:lnTo>
                  <a:lnTo>
                    <a:pt x="6109" y="8309"/>
                  </a:lnTo>
                  <a:lnTo>
                    <a:pt x="4897" y="7950"/>
                  </a:lnTo>
                  <a:lnTo>
                    <a:pt x="3819" y="7591"/>
                  </a:lnTo>
                  <a:lnTo>
                    <a:pt x="2965" y="7231"/>
                  </a:lnTo>
                  <a:lnTo>
                    <a:pt x="2292" y="6872"/>
                  </a:lnTo>
                  <a:lnTo>
                    <a:pt x="2022" y="6692"/>
                  </a:lnTo>
                  <a:lnTo>
                    <a:pt x="1798" y="6513"/>
                  </a:lnTo>
                  <a:lnTo>
                    <a:pt x="1618" y="6333"/>
                  </a:lnTo>
                  <a:lnTo>
                    <a:pt x="1483" y="6153"/>
                  </a:lnTo>
                  <a:lnTo>
                    <a:pt x="1393" y="5974"/>
                  </a:lnTo>
                  <a:lnTo>
                    <a:pt x="1393" y="5794"/>
                  </a:lnTo>
                  <a:lnTo>
                    <a:pt x="1393" y="5614"/>
                  </a:lnTo>
                  <a:lnTo>
                    <a:pt x="1483" y="5435"/>
                  </a:lnTo>
                  <a:lnTo>
                    <a:pt x="1618" y="5255"/>
                  </a:lnTo>
                  <a:lnTo>
                    <a:pt x="1798" y="5075"/>
                  </a:lnTo>
                  <a:lnTo>
                    <a:pt x="2022" y="4896"/>
                  </a:lnTo>
                  <a:lnTo>
                    <a:pt x="2292" y="4716"/>
                  </a:lnTo>
                  <a:lnTo>
                    <a:pt x="2965" y="4312"/>
                  </a:lnTo>
                  <a:lnTo>
                    <a:pt x="3819" y="3953"/>
                  </a:lnTo>
                  <a:lnTo>
                    <a:pt x="4897" y="3593"/>
                  </a:lnTo>
                  <a:lnTo>
                    <a:pt x="6109" y="3234"/>
                  </a:lnTo>
                  <a:lnTo>
                    <a:pt x="7502" y="2920"/>
                  </a:lnTo>
                  <a:lnTo>
                    <a:pt x="9074" y="2605"/>
                  </a:lnTo>
                  <a:lnTo>
                    <a:pt x="10781" y="2291"/>
                  </a:lnTo>
                  <a:lnTo>
                    <a:pt x="12667" y="2066"/>
                  </a:lnTo>
                  <a:lnTo>
                    <a:pt x="14733" y="1842"/>
                  </a:lnTo>
                  <a:lnTo>
                    <a:pt x="16889" y="1662"/>
                  </a:lnTo>
                  <a:lnTo>
                    <a:pt x="19225" y="1527"/>
                  </a:lnTo>
                  <a:lnTo>
                    <a:pt x="21695" y="1437"/>
                  </a:lnTo>
                  <a:lnTo>
                    <a:pt x="24300" y="1392"/>
                  </a:lnTo>
                  <a:close/>
                  <a:moveTo>
                    <a:pt x="24300" y="0"/>
                  </a:moveTo>
                  <a:lnTo>
                    <a:pt x="22009" y="45"/>
                  </a:lnTo>
                  <a:lnTo>
                    <a:pt x="19764" y="90"/>
                  </a:lnTo>
                  <a:lnTo>
                    <a:pt x="17563" y="225"/>
                  </a:lnTo>
                  <a:lnTo>
                    <a:pt x="15407" y="404"/>
                  </a:lnTo>
                  <a:lnTo>
                    <a:pt x="13296" y="584"/>
                  </a:lnTo>
                  <a:lnTo>
                    <a:pt x="11275" y="853"/>
                  </a:lnTo>
                  <a:lnTo>
                    <a:pt x="9388" y="1123"/>
                  </a:lnTo>
                  <a:lnTo>
                    <a:pt x="7592" y="1482"/>
                  </a:lnTo>
                  <a:lnTo>
                    <a:pt x="5975" y="1842"/>
                  </a:lnTo>
                  <a:lnTo>
                    <a:pt x="4492" y="2291"/>
                  </a:lnTo>
                  <a:lnTo>
                    <a:pt x="3190" y="2785"/>
                  </a:lnTo>
                  <a:lnTo>
                    <a:pt x="2606" y="3009"/>
                  </a:lnTo>
                  <a:lnTo>
                    <a:pt x="2112" y="3279"/>
                  </a:lnTo>
                  <a:lnTo>
                    <a:pt x="1618" y="3548"/>
                  </a:lnTo>
                  <a:lnTo>
                    <a:pt x="1214" y="3863"/>
                  </a:lnTo>
                  <a:lnTo>
                    <a:pt x="854" y="4132"/>
                  </a:lnTo>
                  <a:lnTo>
                    <a:pt x="540" y="4447"/>
                  </a:lnTo>
                  <a:lnTo>
                    <a:pt x="315" y="4761"/>
                  </a:lnTo>
                  <a:lnTo>
                    <a:pt x="136" y="5075"/>
                  </a:lnTo>
                  <a:lnTo>
                    <a:pt x="46" y="5435"/>
                  </a:lnTo>
                  <a:lnTo>
                    <a:pt x="1" y="5794"/>
                  </a:lnTo>
                  <a:lnTo>
                    <a:pt x="46" y="6109"/>
                  </a:lnTo>
                  <a:lnTo>
                    <a:pt x="136" y="6468"/>
                  </a:lnTo>
                  <a:lnTo>
                    <a:pt x="315" y="6782"/>
                  </a:lnTo>
                  <a:lnTo>
                    <a:pt x="540" y="7097"/>
                  </a:lnTo>
                  <a:lnTo>
                    <a:pt x="854" y="7411"/>
                  </a:lnTo>
                  <a:lnTo>
                    <a:pt x="1214" y="7725"/>
                  </a:lnTo>
                  <a:lnTo>
                    <a:pt x="1618" y="7995"/>
                  </a:lnTo>
                  <a:lnTo>
                    <a:pt x="2112" y="8264"/>
                  </a:lnTo>
                  <a:lnTo>
                    <a:pt x="2606" y="8534"/>
                  </a:lnTo>
                  <a:lnTo>
                    <a:pt x="3190" y="8803"/>
                  </a:lnTo>
                  <a:lnTo>
                    <a:pt x="4492" y="9253"/>
                  </a:lnTo>
                  <a:lnTo>
                    <a:pt x="5975" y="9702"/>
                  </a:lnTo>
                  <a:lnTo>
                    <a:pt x="7592" y="10061"/>
                  </a:lnTo>
                  <a:lnTo>
                    <a:pt x="9388" y="10420"/>
                  </a:lnTo>
                  <a:lnTo>
                    <a:pt x="11275" y="10735"/>
                  </a:lnTo>
                  <a:lnTo>
                    <a:pt x="13296" y="10959"/>
                  </a:lnTo>
                  <a:lnTo>
                    <a:pt x="15407" y="11184"/>
                  </a:lnTo>
                  <a:lnTo>
                    <a:pt x="17563" y="11319"/>
                  </a:lnTo>
                  <a:lnTo>
                    <a:pt x="19764" y="11453"/>
                  </a:lnTo>
                  <a:lnTo>
                    <a:pt x="22009" y="11543"/>
                  </a:lnTo>
                  <a:lnTo>
                    <a:pt x="26546" y="11543"/>
                  </a:lnTo>
                  <a:lnTo>
                    <a:pt x="28792" y="11453"/>
                  </a:lnTo>
                  <a:lnTo>
                    <a:pt x="30992" y="11319"/>
                  </a:lnTo>
                  <a:lnTo>
                    <a:pt x="33148" y="11184"/>
                  </a:lnTo>
                  <a:lnTo>
                    <a:pt x="35259" y="10959"/>
                  </a:lnTo>
                  <a:lnTo>
                    <a:pt x="37280" y="10735"/>
                  </a:lnTo>
                  <a:lnTo>
                    <a:pt x="39167" y="10420"/>
                  </a:lnTo>
                  <a:lnTo>
                    <a:pt x="40964" y="10061"/>
                  </a:lnTo>
                  <a:lnTo>
                    <a:pt x="42580" y="9702"/>
                  </a:lnTo>
                  <a:lnTo>
                    <a:pt x="44063" y="9253"/>
                  </a:lnTo>
                  <a:lnTo>
                    <a:pt x="45365" y="8803"/>
                  </a:lnTo>
                  <a:lnTo>
                    <a:pt x="45949" y="8534"/>
                  </a:lnTo>
                  <a:lnTo>
                    <a:pt x="46488" y="8264"/>
                  </a:lnTo>
                  <a:lnTo>
                    <a:pt x="46937" y="7995"/>
                  </a:lnTo>
                  <a:lnTo>
                    <a:pt x="47341" y="7725"/>
                  </a:lnTo>
                  <a:lnTo>
                    <a:pt x="47701" y="7411"/>
                  </a:lnTo>
                  <a:lnTo>
                    <a:pt x="48015" y="7097"/>
                  </a:lnTo>
                  <a:lnTo>
                    <a:pt x="48240" y="6782"/>
                  </a:lnTo>
                  <a:lnTo>
                    <a:pt x="48419" y="6468"/>
                  </a:lnTo>
                  <a:lnTo>
                    <a:pt x="48509" y="6109"/>
                  </a:lnTo>
                  <a:lnTo>
                    <a:pt x="48554" y="5794"/>
                  </a:lnTo>
                  <a:lnTo>
                    <a:pt x="48509" y="5435"/>
                  </a:lnTo>
                  <a:lnTo>
                    <a:pt x="48419" y="5075"/>
                  </a:lnTo>
                  <a:lnTo>
                    <a:pt x="48240" y="4761"/>
                  </a:lnTo>
                  <a:lnTo>
                    <a:pt x="48015" y="4447"/>
                  </a:lnTo>
                  <a:lnTo>
                    <a:pt x="47701" y="4132"/>
                  </a:lnTo>
                  <a:lnTo>
                    <a:pt x="47341" y="3863"/>
                  </a:lnTo>
                  <a:lnTo>
                    <a:pt x="46937" y="3548"/>
                  </a:lnTo>
                  <a:lnTo>
                    <a:pt x="46488" y="3279"/>
                  </a:lnTo>
                  <a:lnTo>
                    <a:pt x="45949" y="3009"/>
                  </a:lnTo>
                  <a:lnTo>
                    <a:pt x="45365" y="2785"/>
                  </a:lnTo>
                  <a:lnTo>
                    <a:pt x="44063" y="2291"/>
                  </a:lnTo>
                  <a:lnTo>
                    <a:pt x="42580" y="1842"/>
                  </a:lnTo>
                  <a:lnTo>
                    <a:pt x="40964" y="1482"/>
                  </a:lnTo>
                  <a:lnTo>
                    <a:pt x="39167" y="1123"/>
                  </a:lnTo>
                  <a:lnTo>
                    <a:pt x="37280" y="853"/>
                  </a:lnTo>
                  <a:lnTo>
                    <a:pt x="35259" y="584"/>
                  </a:lnTo>
                  <a:lnTo>
                    <a:pt x="33148" y="404"/>
                  </a:lnTo>
                  <a:lnTo>
                    <a:pt x="30992" y="225"/>
                  </a:lnTo>
                  <a:lnTo>
                    <a:pt x="28792" y="90"/>
                  </a:lnTo>
                  <a:lnTo>
                    <a:pt x="26546" y="45"/>
                  </a:lnTo>
                  <a:lnTo>
                    <a:pt x="2430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61"/>
            <p:cNvSpPr/>
            <p:nvPr/>
          </p:nvSpPr>
          <p:spPr>
            <a:xfrm>
              <a:off x="5341600" y="1916525"/>
              <a:ext cx="919650" cy="2142475"/>
            </a:xfrm>
            <a:custGeom>
              <a:rect b="b" l="l" r="r" t="t"/>
              <a:pathLst>
                <a:path extrusionOk="0" h="85699" w="36786">
                  <a:moveTo>
                    <a:pt x="7860" y="0"/>
                  </a:moveTo>
                  <a:lnTo>
                    <a:pt x="7636" y="90"/>
                  </a:lnTo>
                  <a:lnTo>
                    <a:pt x="7411" y="225"/>
                  </a:lnTo>
                  <a:lnTo>
                    <a:pt x="7321" y="359"/>
                  </a:lnTo>
                  <a:lnTo>
                    <a:pt x="7276" y="449"/>
                  </a:lnTo>
                  <a:lnTo>
                    <a:pt x="6558" y="2695"/>
                  </a:lnTo>
                  <a:lnTo>
                    <a:pt x="5839" y="5210"/>
                  </a:lnTo>
                  <a:lnTo>
                    <a:pt x="4896" y="8534"/>
                  </a:lnTo>
                  <a:lnTo>
                    <a:pt x="3908" y="12576"/>
                  </a:lnTo>
                  <a:lnTo>
                    <a:pt x="3414" y="14822"/>
                  </a:lnTo>
                  <a:lnTo>
                    <a:pt x="2875" y="17203"/>
                  </a:lnTo>
                  <a:lnTo>
                    <a:pt x="2381" y="19673"/>
                  </a:lnTo>
                  <a:lnTo>
                    <a:pt x="1932" y="22278"/>
                  </a:lnTo>
                  <a:lnTo>
                    <a:pt x="1482" y="24973"/>
                  </a:lnTo>
                  <a:lnTo>
                    <a:pt x="1078" y="27713"/>
                  </a:lnTo>
                  <a:lnTo>
                    <a:pt x="719" y="30408"/>
                  </a:lnTo>
                  <a:lnTo>
                    <a:pt x="449" y="33147"/>
                  </a:lnTo>
                  <a:lnTo>
                    <a:pt x="225" y="35977"/>
                  </a:lnTo>
                  <a:lnTo>
                    <a:pt x="45" y="38897"/>
                  </a:lnTo>
                  <a:lnTo>
                    <a:pt x="0" y="41861"/>
                  </a:lnTo>
                  <a:lnTo>
                    <a:pt x="0" y="44870"/>
                  </a:lnTo>
                  <a:lnTo>
                    <a:pt x="45" y="46397"/>
                  </a:lnTo>
                  <a:lnTo>
                    <a:pt x="90" y="47880"/>
                  </a:lnTo>
                  <a:lnTo>
                    <a:pt x="225" y="49407"/>
                  </a:lnTo>
                  <a:lnTo>
                    <a:pt x="315" y="50934"/>
                  </a:lnTo>
                  <a:lnTo>
                    <a:pt x="494" y="52416"/>
                  </a:lnTo>
                  <a:lnTo>
                    <a:pt x="674" y="53943"/>
                  </a:lnTo>
                  <a:lnTo>
                    <a:pt x="899" y="55425"/>
                  </a:lnTo>
                  <a:lnTo>
                    <a:pt x="1168" y="56908"/>
                  </a:lnTo>
                  <a:lnTo>
                    <a:pt x="1482" y="58345"/>
                  </a:lnTo>
                  <a:lnTo>
                    <a:pt x="1797" y="59782"/>
                  </a:lnTo>
                  <a:lnTo>
                    <a:pt x="2201" y="61219"/>
                  </a:lnTo>
                  <a:lnTo>
                    <a:pt x="2605" y="62657"/>
                  </a:lnTo>
                  <a:lnTo>
                    <a:pt x="3054" y="64049"/>
                  </a:lnTo>
                  <a:lnTo>
                    <a:pt x="3593" y="65397"/>
                  </a:lnTo>
                  <a:lnTo>
                    <a:pt x="4132" y="66744"/>
                  </a:lnTo>
                  <a:lnTo>
                    <a:pt x="4716" y="68047"/>
                  </a:lnTo>
                  <a:lnTo>
                    <a:pt x="5345" y="69304"/>
                  </a:lnTo>
                  <a:lnTo>
                    <a:pt x="6064" y="70562"/>
                  </a:lnTo>
                  <a:lnTo>
                    <a:pt x="6827" y="71774"/>
                  </a:lnTo>
                  <a:lnTo>
                    <a:pt x="7591" y="72942"/>
                  </a:lnTo>
                  <a:lnTo>
                    <a:pt x="8175" y="73751"/>
                  </a:lnTo>
                  <a:lnTo>
                    <a:pt x="8759" y="74469"/>
                  </a:lnTo>
                  <a:lnTo>
                    <a:pt x="9387" y="75233"/>
                  </a:lnTo>
                  <a:lnTo>
                    <a:pt x="10016" y="75907"/>
                  </a:lnTo>
                  <a:lnTo>
                    <a:pt x="10690" y="76625"/>
                  </a:lnTo>
                  <a:lnTo>
                    <a:pt x="11364" y="77254"/>
                  </a:lnTo>
                  <a:lnTo>
                    <a:pt x="12082" y="77883"/>
                  </a:lnTo>
                  <a:lnTo>
                    <a:pt x="12801" y="78512"/>
                  </a:lnTo>
                  <a:lnTo>
                    <a:pt x="13520" y="79096"/>
                  </a:lnTo>
                  <a:lnTo>
                    <a:pt x="14283" y="79635"/>
                  </a:lnTo>
                  <a:lnTo>
                    <a:pt x="15092" y="80174"/>
                  </a:lnTo>
                  <a:lnTo>
                    <a:pt x="15900" y="80713"/>
                  </a:lnTo>
                  <a:lnTo>
                    <a:pt x="16709" y="81162"/>
                  </a:lnTo>
                  <a:lnTo>
                    <a:pt x="17562" y="81656"/>
                  </a:lnTo>
                  <a:lnTo>
                    <a:pt x="18415" y="82060"/>
                  </a:lnTo>
                  <a:lnTo>
                    <a:pt x="19314" y="82509"/>
                  </a:lnTo>
                  <a:lnTo>
                    <a:pt x="20212" y="82869"/>
                  </a:lnTo>
                  <a:lnTo>
                    <a:pt x="21110" y="83228"/>
                  </a:lnTo>
                  <a:lnTo>
                    <a:pt x="22054" y="83587"/>
                  </a:lnTo>
                  <a:lnTo>
                    <a:pt x="23042" y="83902"/>
                  </a:lnTo>
                  <a:lnTo>
                    <a:pt x="23985" y="84171"/>
                  </a:lnTo>
                  <a:lnTo>
                    <a:pt x="25018" y="84441"/>
                  </a:lnTo>
                  <a:lnTo>
                    <a:pt x="26051" y="84665"/>
                  </a:lnTo>
                  <a:lnTo>
                    <a:pt x="27084" y="84890"/>
                  </a:lnTo>
                  <a:lnTo>
                    <a:pt x="28117" y="85069"/>
                  </a:lnTo>
                  <a:lnTo>
                    <a:pt x="29195" y="85249"/>
                  </a:lnTo>
                  <a:lnTo>
                    <a:pt x="30318" y="85384"/>
                  </a:lnTo>
                  <a:lnTo>
                    <a:pt x="31441" y="85474"/>
                  </a:lnTo>
                  <a:lnTo>
                    <a:pt x="33731" y="85653"/>
                  </a:lnTo>
                  <a:lnTo>
                    <a:pt x="36112" y="85698"/>
                  </a:lnTo>
                  <a:lnTo>
                    <a:pt x="36247" y="85698"/>
                  </a:lnTo>
                  <a:lnTo>
                    <a:pt x="36381" y="85653"/>
                  </a:lnTo>
                  <a:lnTo>
                    <a:pt x="36606" y="85474"/>
                  </a:lnTo>
                  <a:lnTo>
                    <a:pt x="36741" y="85249"/>
                  </a:lnTo>
                  <a:lnTo>
                    <a:pt x="36786" y="85159"/>
                  </a:lnTo>
                  <a:lnTo>
                    <a:pt x="36786" y="84980"/>
                  </a:lnTo>
                  <a:lnTo>
                    <a:pt x="36786" y="84845"/>
                  </a:lnTo>
                  <a:lnTo>
                    <a:pt x="36741" y="84710"/>
                  </a:lnTo>
                  <a:lnTo>
                    <a:pt x="36606" y="84530"/>
                  </a:lnTo>
                  <a:lnTo>
                    <a:pt x="36381" y="84351"/>
                  </a:lnTo>
                  <a:lnTo>
                    <a:pt x="36247" y="84306"/>
                  </a:lnTo>
                  <a:lnTo>
                    <a:pt x="36112" y="84306"/>
                  </a:lnTo>
                  <a:lnTo>
                    <a:pt x="33821" y="84261"/>
                  </a:lnTo>
                  <a:lnTo>
                    <a:pt x="31620" y="84126"/>
                  </a:lnTo>
                  <a:lnTo>
                    <a:pt x="29465" y="83902"/>
                  </a:lnTo>
                  <a:lnTo>
                    <a:pt x="27398" y="83542"/>
                  </a:lnTo>
                  <a:lnTo>
                    <a:pt x="26410" y="83363"/>
                  </a:lnTo>
                  <a:lnTo>
                    <a:pt x="25422" y="83093"/>
                  </a:lnTo>
                  <a:lnTo>
                    <a:pt x="24479" y="82869"/>
                  </a:lnTo>
                  <a:lnTo>
                    <a:pt x="23536" y="82599"/>
                  </a:lnTo>
                  <a:lnTo>
                    <a:pt x="22593" y="82285"/>
                  </a:lnTo>
                  <a:lnTo>
                    <a:pt x="21694" y="81970"/>
                  </a:lnTo>
                  <a:lnTo>
                    <a:pt x="20796" y="81611"/>
                  </a:lnTo>
                  <a:lnTo>
                    <a:pt x="19943" y="81252"/>
                  </a:lnTo>
                  <a:lnTo>
                    <a:pt x="19089" y="80847"/>
                  </a:lnTo>
                  <a:lnTo>
                    <a:pt x="18236" y="80443"/>
                  </a:lnTo>
                  <a:lnTo>
                    <a:pt x="17427" y="79994"/>
                  </a:lnTo>
                  <a:lnTo>
                    <a:pt x="16664" y="79545"/>
                  </a:lnTo>
                  <a:lnTo>
                    <a:pt x="15900" y="79051"/>
                  </a:lnTo>
                  <a:lnTo>
                    <a:pt x="15137" y="78557"/>
                  </a:lnTo>
                  <a:lnTo>
                    <a:pt x="14418" y="78018"/>
                  </a:lnTo>
                  <a:lnTo>
                    <a:pt x="13699" y="77434"/>
                  </a:lnTo>
                  <a:lnTo>
                    <a:pt x="13026" y="76895"/>
                  </a:lnTo>
                  <a:lnTo>
                    <a:pt x="12352" y="76266"/>
                  </a:lnTo>
                  <a:lnTo>
                    <a:pt x="11678" y="75637"/>
                  </a:lnTo>
                  <a:lnTo>
                    <a:pt x="11049" y="75008"/>
                  </a:lnTo>
                  <a:lnTo>
                    <a:pt x="10421" y="74335"/>
                  </a:lnTo>
                  <a:lnTo>
                    <a:pt x="9837" y="73616"/>
                  </a:lnTo>
                  <a:lnTo>
                    <a:pt x="9298" y="72897"/>
                  </a:lnTo>
                  <a:lnTo>
                    <a:pt x="8714" y="72134"/>
                  </a:lnTo>
                  <a:lnTo>
                    <a:pt x="7995" y="71056"/>
                  </a:lnTo>
                  <a:lnTo>
                    <a:pt x="7276" y="69933"/>
                  </a:lnTo>
                  <a:lnTo>
                    <a:pt x="6648" y="68765"/>
                  </a:lnTo>
                  <a:lnTo>
                    <a:pt x="6019" y="67597"/>
                  </a:lnTo>
                  <a:lnTo>
                    <a:pt x="5480" y="66385"/>
                  </a:lnTo>
                  <a:lnTo>
                    <a:pt x="4941" y="65127"/>
                  </a:lnTo>
                  <a:lnTo>
                    <a:pt x="4447" y="63825"/>
                  </a:lnTo>
                  <a:lnTo>
                    <a:pt x="3998" y="62522"/>
                  </a:lnTo>
                  <a:lnTo>
                    <a:pt x="3593" y="61219"/>
                  </a:lnTo>
                  <a:lnTo>
                    <a:pt x="3234" y="59872"/>
                  </a:lnTo>
                  <a:lnTo>
                    <a:pt x="2920" y="58525"/>
                  </a:lnTo>
                  <a:lnTo>
                    <a:pt x="2605" y="57132"/>
                  </a:lnTo>
                  <a:lnTo>
                    <a:pt x="2381" y="55695"/>
                  </a:lnTo>
                  <a:lnTo>
                    <a:pt x="2111" y="54303"/>
                  </a:lnTo>
                  <a:lnTo>
                    <a:pt x="1932" y="52865"/>
                  </a:lnTo>
                  <a:lnTo>
                    <a:pt x="1752" y="51428"/>
                  </a:lnTo>
                  <a:lnTo>
                    <a:pt x="1617" y="49991"/>
                  </a:lnTo>
                  <a:lnTo>
                    <a:pt x="1527" y="48508"/>
                  </a:lnTo>
                  <a:lnTo>
                    <a:pt x="1438" y="47071"/>
                  </a:lnTo>
                  <a:lnTo>
                    <a:pt x="1393" y="45589"/>
                  </a:lnTo>
                  <a:lnTo>
                    <a:pt x="1393" y="42625"/>
                  </a:lnTo>
                  <a:lnTo>
                    <a:pt x="1438" y="39660"/>
                  </a:lnTo>
                  <a:lnTo>
                    <a:pt x="1572" y="36741"/>
                  </a:lnTo>
                  <a:lnTo>
                    <a:pt x="1797" y="33821"/>
                  </a:lnTo>
                  <a:lnTo>
                    <a:pt x="2111" y="30947"/>
                  </a:lnTo>
                  <a:lnTo>
                    <a:pt x="2471" y="28117"/>
                  </a:lnTo>
                  <a:lnTo>
                    <a:pt x="2830" y="25377"/>
                  </a:lnTo>
                  <a:lnTo>
                    <a:pt x="3279" y="22682"/>
                  </a:lnTo>
                  <a:lnTo>
                    <a:pt x="3728" y="20122"/>
                  </a:lnTo>
                  <a:lnTo>
                    <a:pt x="4222" y="17652"/>
                  </a:lnTo>
                  <a:lnTo>
                    <a:pt x="4716" y="15271"/>
                  </a:lnTo>
                  <a:lnTo>
                    <a:pt x="5255" y="13026"/>
                  </a:lnTo>
                  <a:lnTo>
                    <a:pt x="6243" y="9028"/>
                  </a:lnTo>
                  <a:lnTo>
                    <a:pt x="7142" y="5704"/>
                  </a:lnTo>
                  <a:lnTo>
                    <a:pt x="7860" y="3189"/>
                  </a:lnTo>
                  <a:lnTo>
                    <a:pt x="8579" y="898"/>
                  </a:lnTo>
                  <a:lnTo>
                    <a:pt x="8624" y="764"/>
                  </a:lnTo>
                  <a:lnTo>
                    <a:pt x="8624" y="629"/>
                  </a:lnTo>
                  <a:lnTo>
                    <a:pt x="8534" y="404"/>
                  </a:lnTo>
                  <a:lnTo>
                    <a:pt x="8399" y="180"/>
                  </a:lnTo>
                  <a:lnTo>
                    <a:pt x="8265" y="90"/>
                  </a:lnTo>
                  <a:lnTo>
                    <a:pt x="8130" y="45"/>
                  </a:lnTo>
                  <a:lnTo>
                    <a:pt x="7995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61"/>
            <p:cNvSpPr/>
            <p:nvPr/>
          </p:nvSpPr>
          <p:spPr>
            <a:xfrm>
              <a:off x="5879450" y="3971375"/>
              <a:ext cx="381800" cy="158350"/>
            </a:xfrm>
            <a:custGeom>
              <a:rect b="b" l="l" r="r" t="t"/>
              <a:pathLst>
                <a:path extrusionOk="0" h="6334" w="15272">
                  <a:moveTo>
                    <a:pt x="674" y="1"/>
                  </a:moveTo>
                  <a:lnTo>
                    <a:pt x="540" y="46"/>
                  </a:lnTo>
                  <a:lnTo>
                    <a:pt x="405" y="91"/>
                  </a:lnTo>
                  <a:lnTo>
                    <a:pt x="180" y="225"/>
                  </a:lnTo>
                  <a:lnTo>
                    <a:pt x="45" y="450"/>
                  </a:lnTo>
                  <a:lnTo>
                    <a:pt x="1" y="585"/>
                  </a:lnTo>
                  <a:lnTo>
                    <a:pt x="1" y="719"/>
                  </a:lnTo>
                  <a:lnTo>
                    <a:pt x="1" y="2786"/>
                  </a:lnTo>
                  <a:lnTo>
                    <a:pt x="1" y="2965"/>
                  </a:lnTo>
                  <a:lnTo>
                    <a:pt x="90" y="3100"/>
                  </a:lnTo>
                  <a:lnTo>
                    <a:pt x="180" y="3235"/>
                  </a:lnTo>
                  <a:lnTo>
                    <a:pt x="270" y="3369"/>
                  </a:lnTo>
                  <a:lnTo>
                    <a:pt x="540" y="3549"/>
                  </a:lnTo>
                  <a:lnTo>
                    <a:pt x="1168" y="3863"/>
                  </a:lnTo>
                  <a:lnTo>
                    <a:pt x="2201" y="4358"/>
                  </a:lnTo>
                  <a:lnTo>
                    <a:pt x="2920" y="4627"/>
                  </a:lnTo>
                  <a:lnTo>
                    <a:pt x="3729" y="4897"/>
                  </a:lnTo>
                  <a:lnTo>
                    <a:pt x="4627" y="5166"/>
                  </a:lnTo>
                  <a:lnTo>
                    <a:pt x="5660" y="5391"/>
                  </a:lnTo>
                  <a:lnTo>
                    <a:pt x="6828" y="5660"/>
                  </a:lnTo>
                  <a:lnTo>
                    <a:pt x="8130" y="5885"/>
                  </a:lnTo>
                  <a:lnTo>
                    <a:pt x="9523" y="6064"/>
                  </a:lnTo>
                  <a:lnTo>
                    <a:pt x="11095" y="6199"/>
                  </a:lnTo>
                  <a:lnTo>
                    <a:pt x="12756" y="6289"/>
                  </a:lnTo>
                  <a:lnTo>
                    <a:pt x="14598" y="6334"/>
                  </a:lnTo>
                  <a:lnTo>
                    <a:pt x="14733" y="6289"/>
                  </a:lnTo>
                  <a:lnTo>
                    <a:pt x="14867" y="6244"/>
                  </a:lnTo>
                  <a:lnTo>
                    <a:pt x="15092" y="6109"/>
                  </a:lnTo>
                  <a:lnTo>
                    <a:pt x="15227" y="5885"/>
                  </a:lnTo>
                  <a:lnTo>
                    <a:pt x="15272" y="5750"/>
                  </a:lnTo>
                  <a:lnTo>
                    <a:pt x="15272" y="5615"/>
                  </a:lnTo>
                  <a:lnTo>
                    <a:pt x="15272" y="5480"/>
                  </a:lnTo>
                  <a:lnTo>
                    <a:pt x="15227" y="5346"/>
                  </a:lnTo>
                  <a:lnTo>
                    <a:pt x="15092" y="5121"/>
                  </a:lnTo>
                  <a:lnTo>
                    <a:pt x="14867" y="4986"/>
                  </a:lnTo>
                  <a:lnTo>
                    <a:pt x="14733" y="4941"/>
                  </a:lnTo>
                  <a:lnTo>
                    <a:pt x="14598" y="4941"/>
                  </a:lnTo>
                  <a:lnTo>
                    <a:pt x="13116" y="4897"/>
                  </a:lnTo>
                  <a:lnTo>
                    <a:pt x="11723" y="4852"/>
                  </a:lnTo>
                  <a:lnTo>
                    <a:pt x="10421" y="4762"/>
                  </a:lnTo>
                  <a:lnTo>
                    <a:pt x="9253" y="4627"/>
                  </a:lnTo>
                  <a:lnTo>
                    <a:pt x="8130" y="4447"/>
                  </a:lnTo>
                  <a:lnTo>
                    <a:pt x="7097" y="4313"/>
                  </a:lnTo>
                  <a:lnTo>
                    <a:pt x="6199" y="4088"/>
                  </a:lnTo>
                  <a:lnTo>
                    <a:pt x="5345" y="3908"/>
                  </a:lnTo>
                  <a:lnTo>
                    <a:pt x="3863" y="3459"/>
                  </a:lnTo>
                  <a:lnTo>
                    <a:pt x="2740" y="3055"/>
                  </a:lnTo>
                  <a:lnTo>
                    <a:pt x="1932" y="2696"/>
                  </a:lnTo>
                  <a:lnTo>
                    <a:pt x="1393" y="2426"/>
                  </a:lnTo>
                  <a:lnTo>
                    <a:pt x="1393" y="719"/>
                  </a:lnTo>
                  <a:lnTo>
                    <a:pt x="1348" y="585"/>
                  </a:lnTo>
                  <a:lnTo>
                    <a:pt x="1303" y="450"/>
                  </a:lnTo>
                  <a:lnTo>
                    <a:pt x="1168" y="225"/>
                  </a:lnTo>
                  <a:lnTo>
                    <a:pt x="944" y="91"/>
                  </a:lnTo>
                  <a:lnTo>
                    <a:pt x="809" y="46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61"/>
            <p:cNvSpPr/>
            <p:nvPr/>
          </p:nvSpPr>
          <p:spPr>
            <a:xfrm>
              <a:off x="6226425" y="1916525"/>
              <a:ext cx="920775" cy="2142475"/>
            </a:xfrm>
            <a:custGeom>
              <a:rect b="b" l="l" r="r" t="t"/>
              <a:pathLst>
                <a:path extrusionOk="0" h="85699" w="36831">
                  <a:moveTo>
                    <a:pt x="28791" y="0"/>
                  </a:moveTo>
                  <a:lnTo>
                    <a:pt x="28656" y="45"/>
                  </a:lnTo>
                  <a:lnTo>
                    <a:pt x="28521" y="90"/>
                  </a:lnTo>
                  <a:lnTo>
                    <a:pt x="28432" y="180"/>
                  </a:lnTo>
                  <a:lnTo>
                    <a:pt x="28252" y="404"/>
                  </a:lnTo>
                  <a:lnTo>
                    <a:pt x="28207" y="629"/>
                  </a:lnTo>
                  <a:lnTo>
                    <a:pt x="28207" y="764"/>
                  </a:lnTo>
                  <a:lnTo>
                    <a:pt x="28207" y="898"/>
                  </a:lnTo>
                  <a:lnTo>
                    <a:pt x="28926" y="3189"/>
                  </a:lnTo>
                  <a:lnTo>
                    <a:pt x="29689" y="5704"/>
                  </a:lnTo>
                  <a:lnTo>
                    <a:pt x="30588" y="9028"/>
                  </a:lnTo>
                  <a:lnTo>
                    <a:pt x="31576" y="13026"/>
                  </a:lnTo>
                  <a:lnTo>
                    <a:pt x="32070" y="15271"/>
                  </a:lnTo>
                  <a:lnTo>
                    <a:pt x="32564" y="17607"/>
                  </a:lnTo>
                  <a:lnTo>
                    <a:pt x="33058" y="20122"/>
                  </a:lnTo>
                  <a:lnTo>
                    <a:pt x="33507" y="22682"/>
                  </a:lnTo>
                  <a:lnTo>
                    <a:pt x="33956" y="25377"/>
                  </a:lnTo>
                  <a:lnTo>
                    <a:pt x="34360" y="28117"/>
                  </a:lnTo>
                  <a:lnTo>
                    <a:pt x="34720" y="30947"/>
                  </a:lnTo>
                  <a:lnTo>
                    <a:pt x="34989" y="33821"/>
                  </a:lnTo>
                  <a:lnTo>
                    <a:pt x="35214" y="36741"/>
                  </a:lnTo>
                  <a:lnTo>
                    <a:pt x="35349" y="39660"/>
                  </a:lnTo>
                  <a:lnTo>
                    <a:pt x="35438" y="42625"/>
                  </a:lnTo>
                  <a:lnTo>
                    <a:pt x="35393" y="45589"/>
                  </a:lnTo>
                  <a:lnTo>
                    <a:pt x="35349" y="47071"/>
                  </a:lnTo>
                  <a:lnTo>
                    <a:pt x="35259" y="48508"/>
                  </a:lnTo>
                  <a:lnTo>
                    <a:pt x="35169" y="49991"/>
                  </a:lnTo>
                  <a:lnTo>
                    <a:pt x="35034" y="51428"/>
                  </a:lnTo>
                  <a:lnTo>
                    <a:pt x="34854" y="52865"/>
                  </a:lnTo>
                  <a:lnTo>
                    <a:pt x="34675" y="54303"/>
                  </a:lnTo>
                  <a:lnTo>
                    <a:pt x="34450" y="55695"/>
                  </a:lnTo>
                  <a:lnTo>
                    <a:pt x="34181" y="57132"/>
                  </a:lnTo>
                  <a:lnTo>
                    <a:pt x="33866" y="58480"/>
                  </a:lnTo>
                  <a:lnTo>
                    <a:pt x="33552" y="59872"/>
                  </a:lnTo>
                  <a:lnTo>
                    <a:pt x="33193" y="61219"/>
                  </a:lnTo>
                  <a:lnTo>
                    <a:pt x="32788" y="62522"/>
                  </a:lnTo>
                  <a:lnTo>
                    <a:pt x="32339" y="63825"/>
                  </a:lnTo>
                  <a:lnTo>
                    <a:pt x="31845" y="65127"/>
                  </a:lnTo>
                  <a:lnTo>
                    <a:pt x="31351" y="66340"/>
                  </a:lnTo>
                  <a:lnTo>
                    <a:pt x="30767" y="67597"/>
                  </a:lnTo>
                  <a:lnTo>
                    <a:pt x="30183" y="68765"/>
                  </a:lnTo>
                  <a:lnTo>
                    <a:pt x="29510" y="69933"/>
                  </a:lnTo>
                  <a:lnTo>
                    <a:pt x="28836" y="71056"/>
                  </a:lnTo>
                  <a:lnTo>
                    <a:pt x="28072" y="72134"/>
                  </a:lnTo>
                  <a:lnTo>
                    <a:pt x="27533" y="72897"/>
                  </a:lnTo>
                  <a:lnTo>
                    <a:pt x="26949" y="73616"/>
                  </a:lnTo>
                  <a:lnTo>
                    <a:pt x="26366" y="74335"/>
                  </a:lnTo>
                  <a:lnTo>
                    <a:pt x="25737" y="75008"/>
                  </a:lnTo>
                  <a:lnTo>
                    <a:pt x="25108" y="75637"/>
                  </a:lnTo>
                  <a:lnTo>
                    <a:pt x="24479" y="76266"/>
                  </a:lnTo>
                  <a:lnTo>
                    <a:pt x="23805" y="76895"/>
                  </a:lnTo>
                  <a:lnTo>
                    <a:pt x="23087" y="77434"/>
                  </a:lnTo>
                  <a:lnTo>
                    <a:pt x="22413" y="78018"/>
                  </a:lnTo>
                  <a:lnTo>
                    <a:pt x="21649" y="78557"/>
                  </a:lnTo>
                  <a:lnTo>
                    <a:pt x="20931" y="79051"/>
                  </a:lnTo>
                  <a:lnTo>
                    <a:pt x="20122" y="79545"/>
                  </a:lnTo>
                  <a:lnTo>
                    <a:pt x="19359" y="79994"/>
                  </a:lnTo>
                  <a:lnTo>
                    <a:pt x="18550" y="80443"/>
                  </a:lnTo>
                  <a:lnTo>
                    <a:pt x="17697" y="80847"/>
                  </a:lnTo>
                  <a:lnTo>
                    <a:pt x="16888" y="81252"/>
                  </a:lnTo>
                  <a:lnTo>
                    <a:pt x="15990" y="81611"/>
                  </a:lnTo>
                  <a:lnTo>
                    <a:pt x="15137" y="81970"/>
                  </a:lnTo>
                  <a:lnTo>
                    <a:pt x="14194" y="82285"/>
                  </a:lnTo>
                  <a:lnTo>
                    <a:pt x="13295" y="82599"/>
                  </a:lnTo>
                  <a:lnTo>
                    <a:pt x="12352" y="82869"/>
                  </a:lnTo>
                  <a:lnTo>
                    <a:pt x="11364" y="83093"/>
                  </a:lnTo>
                  <a:lnTo>
                    <a:pt x="10376" y="83363"/>
                  </a:lnTo>
                  <a:lnTo>
                    <a:pt x="9388" y="83542"/>
                  </a:lnTo>
                  <a:lnTo>
                    <a:pt x="7322" y="83902"/>
                  </a:lnTo>
                  <a:lnTo>
                    <a:pt x="5211" y="84126"/>
                  </a:lnTo>
                  <a:lnTo>
                    <a:pt x="2965" y="84261"/>
                  </a:lnTo>
                  <a:lnTo>
                    <a:pt x="719" y="84306"/>
                  </a:lnTo>
                  <a:lnTo>
                    <a:pt x="539" y="84306"/>
                  </a:lnTo>
                  <a:lnTo>
                    <a:pt x="449" y="84351"/>
                  </a:lnTo>
                  <a:lnTo>
                    <a:pt x="225" y="84530"/>
                  </a:lnTo>
                  <a:lnTo>
                    <a:pt x="45" y="84710"/>
                  </a:lnTo>
                  <a:lnTo>
                    <a:pt x="45" y="84845"/>
                  </a:lnTo>
                  <a:lnTo>
                    <a:pt x="0" y="84980"/>
                  </a:lnTo>
                  <a:lnTo>
                    <a:pt x="45" y="85159"/>
                  </a:lnTo>
                  <a:lnTo>
                    <a:pt x="45" y="85249"/>
                  </a:lnTo>
                  <a:lnTo>
                    <a:pt x="225" y="85474"/>
                  </a:lnTo>
                  <a:lnTo>
                    <a:pt x="449" y="85653"/>
                  </a:lnTo>
                  <a:lnTo>
                    <a:pt x="539" y="85698"/>
                  </a:lnTo>
                  <a:lnTo>
                    <a:pt x="719" y="85698"/>
                  </a:lnTo>
                  <a:lnTo>
                    <a:pt x="3055" y="85653"/>
                  </a:lnTo>
                  <a:lnTo>
                    <a:pt x="5390" y="85474"/>
                  </a:lnTo>
                  <a:lnTo>
                    <a:pt x="6468" y="85384"/>
                  </a:lnTo>
                  <a:lnTo>
                    <a:pt x="7591" y="85249"/>
                  </a:lnTo>
                  <a:lnTo>
                    <a:pt x="8669" y="85069"/>
                  </a:lnTo>
                  <a:lnTo>
                    <a:pt x="9747" y="84890"/>
                  </a:lnTo>
                  <a:lnTo>
                    <a:pt x="10780" y="84665"/>
                  </a:lnTo>
                  <a:lnTo>
                    <a:pt x="11813" y="84441"/>
                  </a:lnTo>
                  <a:lnTo>
                    <a:pt x="12801" y="84171"/>
                  </a:lnTo>
                  <a:lnTo>
                    <a:pt x="13789" y="83902"/>
                  </a:lnTo>
                  <a:lnTo>
                    <a:pt x="14733" y="83587"/>
                  </a:lnTo>
                  <a:lnTo>
                    <a:pt x="15676" y="83228"/>
                  </a:lnTo>
                  <a:lnTo>
                    <a:pt x="16619" y="82869"/>
                  </a:lnTo>
                  <a:lnTo>
                    <a:pt x="17517" y="82509"/>
                  </a:lnTo>
                  <a:lnTo>
                    <a:pt x="18371" y="82060"/>
                  </a:lnTo>
                  <a:lnTo>
                    <a:pt x="19269" y="81656"/>
                  </a:lnTo>
                  <a:lnTo>
                    <a:pt x="20077" y="81162"/>
                  </a:lnTo>
                  <a:lnTo>
                    <a:pt x="20931" y="80713"/>
                  </a:lnTo>
                  <a:lnTo>
                    <a:pt x="21739" y="80174"/>
                  </a:lnTo>
                  <a:lnTo>
                    <a:pt x="22503" y="79635"/>
                  </a:lnTo>
                  <a:lnTo>
                    <a:pt x="23266" y="79096"/>
                  </a:lnTo>
                  <a:lnTo>
                    <a:pt x="23985" y="78512"/>
                  </a:lnTo>
                  <a:lnTo>
                    <a:pt x="24704" y="77883"/>
                  </a:lnTo>
                  <a:lnTo>
                    <a:pt x="25422" y="77254"/>
                  </a:lnTo>
                  <a:lnTo>
                    <a:pt x="26096" y="76625"/>
                  </a:lnTo>
                  <a:lnTo>
                    <a:pt x="26770" y="75907"/>
                  </a:lnTo>
                  <a:lnTo>
                    <a:pt x="27399" y="75233"/>
                  </a:lnTo>
                  <a:lnTo>
                    <a:pt x="28027" y="74469"/>
                  </a:lnTo>
                  <a:lnTo>
                    <a:pt x="28611" y="73751"/>
                  </a:lnTo>
                  <a:lnTo>
                    <a:pt x="29195" y="72942"/>
                  </a:lnTo>
                  <a:lnTo>
                    <a:pt x="30004" y="71774"/>
                  </a:lnTo>
                  <a:lnTo>
                    <a:pt x="30722" y="70562"/>
                  </a:lnTo>
                  <a:lnTo>
                    <a:pt x="31441" y="69304"/>
                  </a:lnTo>
                  <a:lnTo>
                    <a:pt x="32070" y="68047"/>
                  </a:lnTo>
                  <a:lnTo>
                    <a:pt x="32654" y="66744"/>
                  </a:lnTo>
                  <a:lnTo>
                    <a:pt x="33238" y="65397"/>
                  </a:lnTo>
                  <a:lnTo>
                    <a:pt x="33732" y="64049"/>
                  </a:lnTo>
                  <a:lnTo>
                    <a:pt x="34181" y="62657"/>
                  </a:lnTo>
                  <a:lnTo>
                    <a:pt x="34630" y="61219"/>
                  </a:lnTo>
                  <a:lnTo>
                    <a:pt x="34989" y="59782"/>
                  </a:lnTo>
                  <a:lnTo>
                    <a:pt x="35304" y="58345"/>
                  </a:lnTo>
                  <a:lnTo>
                    <a:pt x="35618" y="56908"/>
                  </a:lnTo>
                  <a:lnTo>
                    <a:pt x="35888" y="55425"/>
                  </a:lnTo>
                  <a:lnTo>
                    <a:pt x="36112" y="53943"/>
                  </a:lnTo>
                  <a:lnTo>
                    <a:pt x="36292" y="52416"/>
                  </a:lnTo>
                  <a:lnTo>
                    <a:pt x="36471" y="50934"/>
                  </a:lnTo>
                  <a:lnTo>
                    <a:pt x="36606" y="49407"/>
                  </a:lnTo>
                  <a:lnTo>
                    <a:pt x="36696" y="47880"/>
                  </a:lnTo>
                  <a:lnTo>
                    <a:pt x="36741" y="46397"/>
                  </a:lnTo>
                  <a:lnTo>
                    <a:pt x="36786" y="44870"/>
                  </a:lnTo>
                  <a:lnTo>
                    <a:pt x="36831" y="41861"/>
                  </a:lnTo>
                  <a:lnTo>
                    <a:pt x="36741" y="38897"/>
                  </a:lnTo>
                  <a:lnTo>
                    <a:pt x="36561" y="35977"/>
                  </a:lnTo>
                  <a:lnTo>
                    <a:pt x="36337" y="33147"/>
                  </a:lnTo>
                  <a:lnTo>
                    <a:pt x="36067" y="30408"/>
                  </a:lnTo>
                  <a:lnTo>
                    <a:pt x="35708" y="27713"/>
                  </a:lnTo>
                  <a:lnTo>
                    <a:pt x="35349" y="24973"/>
                  </a:lnTo>
                  <a:lnTo>
                    <a:pt x="34899" y="22278"/>
                  </a:lnTo>
                  <a:lnTo>
                    <a:pt x="34405" y="19673"/>
                  </a:lnTo>
                  <a:lnTo>
                    <a:pt x="33911" y="17203"/>
                  </a:lnTo>
                  <a:lnTo>
                    <a:pt x="33417" y="14822"/>
                  </a:lnTo>
                  <a:lnTo>
                    <a:pt x="32878" y="12576"/>
                  </a:lnTo>
                  <a:lnTo>
                    <a:pt x="31890" y="8534"/>
                  </a:lnTo>
                  <a:lnTo>
                    <a:pt x="30992" y="5210"/>
                  </a:lnTo>
                  <a:lnTo>
                    <a:pt x="30228" y="2695"/>
                  </a:lnTo>
                  <a:lnTo>
                    <a:pt x="29510" y="449"/>
                  </a:lnTo>
                  <a:lnTo>
                    <a:pt x="29465" y="359"/>
                  </a:lnTo>
                  <a:lnTo>
                    <a:pt x="29375" y="225"/>
                  </a:lnTo>
                  <a:lnTo>
                    <a:pt x="29195" y="90"/>
                  </a:lnTo>
                  <a:lnTo>
                    <a:pt x="28926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61"/>
            <p:cNvSpPr/>
            <p:nvPr/>
          </p:nvSpPr>
          <p:spPr>
            <a:xfrm>
              <a:off x="6226425" y="3971375"/>
              <a:ext cx="381800" cy="158350"/>
            </a:xfrm>
            <a:custGeom>
              <a:rect b="b" l="l" r="r" t="t"/>
              <a:pathLst>
                <a:path extrusionOk="0" h="6334" w="15272">
                  <a:moveTo>
                    <a:pt x="14598" y="1"/>
                  </a:moveTo>
                  <a:lnTo>
                    <a:pt x="14463" y="46"/>
                  </a:lnTo>
                  <a:lnTo>
                    <a:pt x="14328" y="91"/>
                  </a:lnTo>
                  <a:lnTo>
                    <a:pt x="14104" y="225"/>
                  </a:lnTo>
                  <a:lnTo>
                    <a:pt x="13969" y="450"/>
                  </a:lnTo>
                  <a:lnTo>
                    <a:pt x="13924" y="585"/>
                  </a:lnTo>
                  <a:lnTo>
                    <a:pt x="13924" y="719"/>
                  </a:lnTo>
                  <a:lnTo>
                    <a:pt x="13924" y="2426"/>
                  </a:lnTo>
                  <a:lnTo>
                    <a:pt x="13385" y="2696"/>
                  </a:lnTo>
                  <a:lnTo>
                    <a:pt x="12577" y="3055"/>
                  </a:lnTo>
                  <a:lnTo>
                    <a:pt x="11409" y="3459"/>
                  </a:lnTo>
                  <a:lnTo>
                    <a:pt x="9972" y="3908"/>
                  </a:lnTo>
                  <a:lnTo>
                    <a:pt x="9118" y="4088"/>
                  </a:lnTo>
                  <a:lnTo>
                    <a:pt x="8175" y="4313"/>
                  </a:lnTo>
                  <a:lnTo>
                    <a:pt x="7187" y="4447"/>
                  </a:lnTo>
                  <a:lnTo>
                    <a:pt x="6064" y="4627"/>
                  </a:lnTo>
                  <a:lnTo>
                    <a:pt x="4851" y="4762"/>
                  </a:lnTo>
                  <a:lnTo>
                    <a:pt x="3594" y="4852"/>
                  </a:lnTo>
                  <a:lnTo>
                    <a:pt x="2201" y="4897"/>
                  </a:lnTo>
                  <a:lnTo>
                    <a:pt x="719" y="4941"/>
                  </a:lnTo>
                  <a:lnTo>
                    <a:pt x="539" y="4941"/>
                  </a:lnTo>
                  <a:lnTo>
                    <a:pt x="449" y="4986"/>
                  </a:lnTo>
                  <a:lnTo>
                    <a:pt x="225" y="5121"/>
                  </a:lnTo>
                  <a:lnTo>
                    <a:pt x="45" y="5346"/>
                  </a:lnTo>
                  <a:lnTo>
                    <a:pt x="45" y="5480"/>
                  </a:lnTo>
                  <a:lnTo>
                    <a:pt x="0" y="5615"/>
                  </a:lnTo>
                  <a:lnTo>
                    <a:pt x="45" y="5750"/>
                  </a:lnTo>
                  <a:lnTo>
                    <a:pt x="45" y="5885"/>
                  </a:lnTo>
                  <a:lnTo>
                    <a:pt x="225" y="6109"/>
                  </a:lnTo>
                  <a:lnTo>
                    <a:pt x="449" y="6244"/>
                  </a:lnTo>
                  <a:lnTo>
                    <a:pt x="539" y="6289"/>
                  </a:lnTo>
                  <a:lnTo>
                    <a:pt x="719" y="6334"/>
                  </a:lnTo>
                  <a:lnTo>
                    <a:pt x="2516" y="6289"/>
                  </a:lnTo>
                  <a:lnTo>
                    <a:pt x="4222" y="6199"/>
                  </a:lnTo>
                  <a:lnTo>
                    <a:pt x="5749" y="6064"/>
                  </a:lnTo>
                  <a:lnTo>
                    <a:pt x="7187" y="5885"/>
                  </a:lnTo>
                  <a:lnTo>
                    <a:pt x="8444" y="5660"/>
                  </a:lnTo>
                  <a:lnTo>
                    <a:pt x="9612" y="5391"/>
                  </a:lnTo>
                  <a:lnTo>
                    <a:pt x="10645" y="5166"/>
                  </a:lnTo>
                  <a:lnTo>
                    <a:pt x="11588" y="4897"/>
                  </a:lnTo>
                  <a:lnTo>
                    <a:pt x="12352" y="4627"/>
                  </a:lnTo>
                  <a:lnTo>
                    <a:pt x="13071" y="4358"/>
                  </a:lnTo>
                  <a:lnTo>
                    <a:pt x="14104" y="3863"/>
                  </a:lnTo>
                  <a:lnTo>
                    <a:pt x="14777" y="3549"/>
                  </a:lnTo>
                  <a:lnTo>
                    <a:pt x="15002" y="3369"/>
                  </a:lnTo>
                  <a:lnTo>
                    <a:pt x="15137" y="3235"/>
                  </a:lnTo>
                  <a:lnTo>
                    <a:pt x="15227" y="3100"/>
                  </a:lnTo>
                  <a:lnTo>
                    <a:pt x="15271" y="2965"/>
                  </a:lnTo>
                  <a:lnTo>
                    <a:pt x="15271" y="2786"/>
                  </a:lnTo>
                  <a:lnTo>
                    <a:pt x="15271" y="719"/>
                  </a:lnTo>
                  <a:lnTo>
                    <a:pt x="15271" y="585"/>
                  </a:lnTo>
                  <a:lnTo>
                    <a:pt x="15227" y="450"/>
                  </a:lnTo>
                  <a:lnTo>
                    <a:pt x="15092" y="225"/>
                  </a:lnTo>
                  <a:lnTo>
                    <a:pt x="14867" y="91"/>
                  </a:lnTo>
                  <a:lnTo>
                    <a:pt x="14733" y="46"/>
                  </a:lnTo>
                  <a:lnTo>
                    <a:pt x="14598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61"/>
            <p:cNvSpPr/>
            <p:nvPr/>
          </p:nvSpPr>
          <p:spPr>
            <a:xfrm>
              <a:off x="5465100" y="2904650"/>
              <a:ext cx="467150" cy="996025"/>
            </a:xfrm>
            <a:custGeom>
              <a:rect b="b" l="l" r="r" t="t"/>
              <a:pathLst>
                <a:path extrusionOk="0" h="39841" w="18686">
                  <a:moveTo>
                    <a:pt x="1124" y="0"/>
                  </a:moveTo>
                  <a:lnTo>
                    <a:pt x="989" y="45"/>
                  </a:lnTo>
                  <a:lnTo>
                    <a:pt x="899" y="135"/>
                  </a:lnTo>
                  <a:lnTo>
                    <a:pt x="854" y="270"/>
                  </a:lnTo>
                  <a:lnTo>
                    <a:pt x="585" y="1797"/>
                  </a:lnTo>
                  <a:lnTo>
                    <a:pt x="360" y="3279"/>
                  </a:lnTo>
                  <a:lnTo>
                    <a:pt x="181" y="4806"/>
                  </a:lnTo>
                  <a:lnTo>
                    <a:pt x="46" y="6289"/>
                  </a:lnTo>
                  <a:lnTo>
                    <a:pt x="1" y="7771"/>
                  </a:lnTo>
                  <a:lnTo>
                    <a:pt x="1" y="9253"/>
                  </a:lnTo>
                  <a:lnTo>
                    <a:pt x="1" y="10690"/>
                  </a:lnTo>
                  <a:lnTo>
                    <a:pt x="91" y="12172"/>
                  </a:lnTo>
                  <a:lnTo>
                    <a:pt x="270" y="13610"/>
                  </a:lnTo>
                  <a:lnTo>
                    <a:pt x="450" y="15002"/>
                  </a:lnTo>
                  <a:lnTo>
                    <a:pt x="675" y="16439"/>
                  </a:lnTo>
                  <a:lnTo>
                    <a:pt x="989" y="17787"/>
                  </a:lnTo>
                  <a:lnTo>
                    <a:pt x="1348" y="19179"/>
                  </a:lnTo>
                  <a:lnTo>
                    <a:pt x="1708" y="20527"/>
                  </a:lnTo>
                  <a:lnTo>
                    <a:pt x="2157" y="21829"/>
                  </a:lnTo>
                  <a:lnTo>
                    <a:pt x="2651" y="23132"/>
                  </a:lnTo>
                  <a:lnTo>
                    <a:pt x="3280" y="24524"/>
                  </a:lnTo>
                  <a:lnTo>
                    <a:pt x="3953" y="25916"/>
                  </a:lnTo>
                  <a:lnTo>
                    <a:pt x="4627" y="27219"/>
                  </a:lnTo>
                  <a:lnTo>
                    <a:pt x="5436" y="28477"/>
                  </a:lnTo>
                  <a:lnTo>
                    <a:pt x="6244" y="29734"/>
                  </a:lnTo>
                  <a:lnTo>
                    <a:pt x="7142" y="30902"/>
                  </a:lnTo>
                  <a:lnTo>
                    <a:pt x="8041" y="32070"/>
                  </a:lnTo>
                  <a:lnTo>
                    <a:pt x="9029" y="33148"/>
                  </a:lnTo>
                  <a:lnTo>
                    <a:pt x="10017" y="34181"/>
                  </a:lnTo>
                  <a:lnTo>
                    <a:pt x="11095" y="35169"/>
                  </a:lnTo>
                  <a:lnTo>
                    <a:pt x="12173" y="36112"/>
                  </a:lnTo>
                  <a:lnTo>
                    <a:pt x="13341" y="36966"/>
                  </a:lnTo>
                  <a:lnTo>
                    <a:pt x="14508" y="37774"/>
                  </a:lnTo>
                  <a:lnTo>
                    <a:pt x="15721" y="38538"/>
                  </a:lnTo>
                  <a:lnTo>
                    <a:pt x="16934" y="39211"/>
                  </a:lnTo>
                  <a:lnTo>
                    <a:pt x="18192" y="39840"/>
                  </a:lnTo>
                  <a:lnTo>
                    <a:pt x="18461" y="39840"/>
                  </a:lnTo>
                  <a:lnTo>
                    <a:pt x="18551" y="39795"/>
                  </a:lnTo>
                  <a:lnTo>
                    <a:pt x="18596" y="39750"/>
                  </a:lnTo>
                  <a:lnTo>
                    <a:pt x="18686" y="39660"/>
                  </a:lnTo>
                  <a:lnTo>
                    <a:pt x="18686" y="39526"/>
                  </a:lnTo>
                  <a:lnTo>
                    <a:pt x="18686" y="39391"/>
                  </a:lnTo>
                  <a:lnTo>
                    <a:pt x="18596" y="39301"/>
                  </a:lnTo>
                  <a:lnTo>
                    <a:pt x="18506" y="39211"/>
                  </a:lnTo>
                  <a:lnTo>
                    <a:pt x="17248" y="38583"/>
                  </a:lnTo>
                  <a:lnTo>
                    <a:pt x="16036" y="37954"/>
                  </a:lnTo>
                  <a:lnTo>
                    <a:pt x="14868" y="37190"/>
                  </a:lnTo>
                  <a:lnTo>
                    <a:pt x="13745" y="36427"/>
                  </a:lnTo>
                  <a:lnTo>
                    <a:pt x="12622" y="35573"/>
                  </a:lnTo>
                  <a:lnTo>
                    <a:pt x="11544" y="34630"/>
                  </a:lnTo>
                  <a:lnTo>
                    <a:pt x="10511" y="33687"/>
                  </a:lnTo>
                  <a:lnTo>
                    <a:pt x="9523" y="32654"/>
                  </a:lnTo>
                  <a:lnTo>
                    <a:pt x="8580" y="31621"/>
                  </a:lnTo>
                  <a:lnTo>
                    <a:pt x="7681" y="30498"/>
                  </a:lnTo>
                  <a:lnTo>
                    <a:pt x="6828" y="29330"/>
                  </a:lnTo>
                  <a:lnTo>
                    <a:pt x="6020" y="28117"/>
                  </a:lnTo>
                  <a:lnTo>
                    <a:pt x="5256" y="26860"/>
                  </a:lnTo>
                  <a:lnTo>
                    <a:pt x="4537" y="25557"/>
                  </a:lnTo>
                  <a:lnTo>
                    <a:pt x="3909" y="24255"/>
                  </a:lnTo>
                  <a:lnTo>
                    <a:pt x="3325" y="22907"/>
                  </a:lnTo>
                  <a:lnTo>
                    <a:pt x="2831" y="21605"/>
                  </a:lnTo>
                  <a:lnTo>
                    <a:pt x="2381" y="20302"/>
                  </a:lnTo>
                  <a:lnTo>
                    <a:pt x="1977" y="19000"/>
                  </a:lnTo>
                  <a:lnTo>
                    <a:pt x="1663" y="17652"/>
                  </a:lnTo>
                  <a:lnTo>
                    <a:pt x="1348" y="16260"/>
                  </a:lnTo>
                  <a:lnTo>
                    <a:pt x="1124" y="14912"/>
                  </a:lnTo>
                  <a:lnTo>
                    <a:pt x="944" y="13520"/>
                  </a:lnTo>
                  <a:lnTo>
                    <a:pt x="809" y="12083"/>
                  </a:lnTo>
                  <a:lnTo>
                    <a:pt x="720" y="10645"/>
                  </a:lnTo>
                  <a:lnTo>
                    <a:pt x="675" y="9208"/>
                  </a:lnTo>
                  <a:lnTo>
                    <a:pt x="675" y="7771"/>
                  </a:lnTo>
                  <a:lnTo>
                    <a:pt x="764" y="6333"/>
                  </a:lnTo>
                  <a:lnTo>
                    <a:pt x="854" y="4851"/>
                  </a:lnTo>
                  <a:lnTo>
                    <a:pt x="1034" y="3369"/>
                  </a:lnTo>
                  <a:lnTo>
                    <a:pt x="1259" y="1887"/>
                  </a:lnTo>
                  <a:lnTo>
                    <a:pt x="1528" y="405"/>
                  </a:lnTo>
                  <a:lnTo>
                    <a:pt x="1528" y="270"/>
                  </a:lnTo>
                  <a:lnTo>
                    <a:pt x="1483" y="135"/>
                  </a:lnTo>
                  <a:lnTo>
                    <a:pt x="1348" y="45"/>
                  </a:lnTo>
                  <a:lnTo>
                    <a:pt x="1259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61"/>
            <p:cNvSpPr/>
            <p:nvPr/>
          </p:nvSpPr>
          <p:spPr>
            <a:xfrm>
              <a:off x="5563925" y="3070825"/>
              <a:ext cx="296475" cy="674875"/>
            </a:xfrm>
            <a:custGeom>
              <a:rect b="b" l="l" r="r" t="t"/>
              <a:pathLst>
                <a:path extrusionOk="0" h="26995" w="11859">
                  <a:moveTo>
                    <a:pt x="764" y="1"/>
                  </a:moveTo>
                  <a:lnTo>
                    <a:pt x="674" y="46"/>
                  </a:lnTo>
                  <a:lnTo>
                    <a:pt x="584" y="181"/>
                  </a:lnTo>
                  <a:lnTo>
                    <a:pt x="494" y="270"/>
                  </a:lnTo>
                  <a:lnTo>
                    <a:pt x="315" y="1214"/>
                  </a:lnTo>
                  <a:lnTo>
                    <a:pt x="180" y="2157"/>
                  </a:lnTo>
                  <a:lnTo>
                    <a:pt x="90" y="3100"/>
                  </a:lnTo>
                  <a:lnTo>
                    <a:pt x="45" y="4043"/>
                  </a:lnTo>
                  <a:lnTo>
                    <a:pt x="0" y="5031"/>
                  </a:lnTo>
                  <a:lnTo>
                    <a:pt x="0" y="5975"/>
                  </a:lnTo>
                  <a:lnTo>
                    <a:pt x="45" y="6918"/>
                  </a:lnTo>
                  <a:lnTo>
                    <a:pt x="135" y="7861"/>
                  </a:lnTo>
                  <a:lnTo>
                    <a:pt x="225" y="8804"/>
                  </a:lnTo>
                  <a:lnTo>
                    <a:pt x="405" y="9747"/>
                  </a:lnTo>
                  <a:lnTo>
                    <a:pt x="584" y="10691"/>
                  </a:lnTo>
                  <a:lnTo>
                    <a:pt x="764" y="11589"/>
                  </a:lnTo>
                  <a:lnTo>
                    <a:pt x="1033" y="12532"/>
                  </a:lnTo>
                  <a:lnTo>
                    <a:pt x="1303" y="13430"/>
                  </a:lnTo>
                  <a:lnTo>
                    <a:pt x="1617" y="14329"/>
                  </a:lnTo>
                  <a:lnTo>
                    <a:pt x="1977" y="15227"/>
                  </a:lnTo>
                  <a:lnTo>
                    <a:pt x="2336" y="16080"/>
                  </a:lnTo>
                  <a:lnTo>
                    <a:pt x="2740" y="16934"/>
                  </a:lnTo>
                  <a:lnTo>
                    <a:pt x="3189" y="17787"/>
                  </a:lnTo>
                  <a:lnTo>
                    <a:pt x="3639" y="18641"/>
                  </a:lnTo>
                  <a:lnTo>
                    <a:pt x="4133" y="19449"/>
                  </a:lnTo>
                  <a:lnTo>
                    <a:pt x="4672" y="20258"/>
                  </a:lnTo>
                  <a:lnTo>
                    <a:pt x="5211" y="21021"/>
                  </a:lnTo>
                  <a:lnTo>
                    <a:pt x="5794" y="21785"/>
                  </a:lnTo>
                  <a:lnTo>
                    <a:pt x="6378" y="22503"/>
                  </a:lnTo>
                  <a:lnTo>
                    <a:pt x="7007" y="23222"/>
                  </a:lnTo>
                  <a:lnTo>
                    <a:pt x="7681" y="23896"/>
                  </a:lnTo>
                  <a:lnTo>
                    <a:pt x="8355" y="24569"/>
                  </a:lnTo>
                  <a:lnTo>
                    <a:pt x="9073" y="25198"/>
                  </a:lnTo>
                  <a:lnTo>
                    <a:pt x="9792" y="25782"/>
                  </a:lnTo>
                  <a:lnTo>
                    <a:pt x="10555" y="26366"/>
                  </a:lnTo>
                  <a:lnTo>
                    <a:pt x="11319" y="26950"/>
                  </a:lnTo>
                  <a:lnTo>
                    <a:pt x="11409" y="26995"/>
                  </a:lnTo>
                  <a:lnTo>
                    <a:pt x="11544" y="26995"/>
                  </a:lnTo>
                  <a:lnTo>
                    <a:pt x="11678" y="26950"/>
                  </a:lnTo>
                  <a:lnTo>
                    <a:pt x="11813" y="26860"/>
                  </a:lnTo>
                  <a:lnTo>
                    <a:pt x="11858" y="26725"/>
                  </a:lnTo>
                  <a:lnTo>
                    <a:pt x="11858" y="26591"/>
                  </a:lnTo>
                  <a:lnTo>
                    <a:pt x="11813" y="26456"/>
                  </a:lnTo>
                  <a:lnTo>
                    <a:pt x="11723" y="26366"/>
                  </a:lnTo>
                  <a:lnTo>
                    <a:pt x="10960" y="25827"/>
                  </a:lnTo>
                  <a:lnTo>
                    <a:pt x="10196" y="25243"/>
                  </a:lnTo>
                  <a:lnTo>
                    <a:pt x="9522" y="24659"/>
                  </a:lnTo>
                  <a:lnTo>
                    <a:pt x="8804" y="24030"/>
                  </a:lnTo>
                  <a:lnTo>
                    <a:pt x="8130" y="23402"/>
                  </a:lnTo>
                  <a:lnTo>
                    <a:pt x="7501" y="22728"/>
                  </a:lnTo>
                  <a:lnTo>
                    <a:pt x="6917" y="22054"/>
                  </a:lnTo>
                  <a:lnTo>
                    <a:pt x="6289" y="21336"/>
                  </a:lnTo>
                  <a:lnTo>
                    <a:pt x="5750" y="20617"/>
                  </a:lnTo>
                  <a:lnTo>
                    <a:pt x="5211" y="19853"/>
                  </a:lnTo>
                  <a:lnTo>
                    <a:pt x="4717" y="19090"/>
                  </a:lnTo>
                  <a:lnTo>
                    <a:pt x="4222" y="18281"/>
                  </a:lnTo>
                  <a:lnTo>
                    <a:pt x="3773" y="17473"/>
                  </a:lnTo>
                  <a:lnTo>
                    <a:pt x="3369" y="16664"/>
                  </a:lnTo>
                  <a:lnTo>
                    <a:pt x="2965" y="15811"/>
                  </a:lnTo>
                  <a:lnTo>
                    <a:pt x="2606" y="14958"/>
                  </a:lnTo>
                  <a:lnTo>
                    <a:pt x="2246" y="14104"/>
                  </a:lnTo>
                  <a:lnTo>
                    <a:pt x="1977" y="13206"/>
                  </a:lnTo>
                  <a:lnTo>
                    <a:pt x="1707" y="12353"/>
                  </a:lnTo>
                  <a:lnTo>
                    <a:pt x="1438" y="11454"/>
                  </a:lnTo>
                  <a:lnTo>
                    <a:pt x="1258" y="10556"/>
                  </a:lnTo>
                  <a:lnTo>
                    <a:pt x="1078" y="9613"/>
                  </a:lnTo>
                  <a:lnTo>
                    <a:pt x="944" y="8714"/>
                  </a:lnTo>
                  <a:lnTo>
                    <a:pt x="809" y="7816"/>
                  </a:lnTo>
                  <a:lnTo>
                    <a:pt x="719" y="6873"/>
                  </a:lnTo>
                  <a:lnTo>
                    <a:pt x="719" y="5975"/>
                  </a:lnTo>
                  <a:lnTo>
                    <a:pt x="674" y="5031"/>
                  </a:lnTo>
                  <a:lnTo>
                    <a:pt x="719" y="4088"/>
                  </a:lnTo>
                  <a:lnTo>
                    <a:pt x="764" y="3190"/>
                  </a:lnTo>
                  <a:lnTo>
                    <a:pt x="899" y="2247"/>
                  </a:lnTo>
                  <a:lnTo>
                    <a:pt x="1033" y="1348"/>
                  </a:lnTo>
                  <a:lnTo>
                    <a:pt x="1168" y="405"/>
                  </a:lnTo>
                  <a:lnTo>
                    <a:pt x="1168" y="270"/>
                  </a:lnTo>
                  <a:lnTo>
                    <a:pt x="1123" y="181"/>
                  </a:lnTo>
                  <a:lnTo>
                    <a:pt x="1033" y="91"/>
                  </a:lnTo>
                  <a:lnTo>
                    <a:pt x="94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61"/>
            <p:cNvSpPr/>
            <p:nvPr/>
          </p:nvSpPr>
          <p:spPr>
            <a:xfrm>
              <a:off x="5664975" y="3232525"/>
              <a:ext cx="123550" cy="321175"/>
            </a:xfrm>
            <a:custGeom>
              <a:rect b="b" l="l" r="r" t="t"/>
              <a:pathLst>
                <a:path extrusionOk="0" h="12847" w="4942">
                  <a:moveTo>
                    <a:pt x="270" y="1"/>
                  </a:moveTo>
                  <a:lnTo>
                    <a:pt x="136" y="90"/>
                  </a:lnTo>
                  <a:lnTo>
                    <a:pt x="91" y="180"/>
                  </a:lnTo>
                  <a:lnTo>
                    <a:pt x="46" y="315"/>
                  </a:lnTo>
                  <a:lnTo>
                    <a:pt x="1" y="1168"/>
                  </a:lnTo>
                  <a:lnTo>
                    <a:pt x="1" y="1977"/>
                  </a:lnTo>
                  <a:lnTo>
                    <a:pt x="46" y="2830"/>
                  </a:lnTo>
                  <a:lnTo>
                    <a:pt x="180" y="3684"/>
                  </a:lnTo>
                  <a:lnTo>
                    <a:pt x="315" y="4492"/>
                  </a:lnTo>
                  <a:lnTo>
                    <a:pt x="495" y="5346"/>
                  </a:lnTo>
                  <a:lnTo>
                    <a:pt x="719" y="6154"/>
                  </a:lnTo>
                  <a:lnTo>
                    <a:pt x="944" y="6962"/>
                  </a:lnTo>
                  <a:lnTo>
                    <a:pt x="1258" y="7726"/>
                  </a:lnTo>
                  <a:lnTo>
                    <a:pt x="1573" y="8535"/>
                  </a:lnTo>
                  <a:lnTo>
                    <a:pt x="1977" y="9253"/>
                  </a:lnTo>
                  <a:lnTo>
                    <a:pt x="2381" y="10017"/>
                  </a:lnTo>
                  <a:lnTo>
                    <a:pt x="2830" y="10735"/>
                  </a:lnTo>
                  <a:lnTo>
                    <a:pt x="3280" y="11409"/>
                  </a:lnTo>
                  <a:lnTo>
                    <a:pt x="3819" y="12083"/>
                  </a:lnTo>
                  <a:lnTo>
                    <a:pt x="4358" y="12712"/>
                  </a:lnTo>
                  <a:lnTo>
                    <a:pt x="4492" y="12801"/>
                  </a:lnTo>
                  <a:lnTo>
                    <a:pt x="4627" y="12846"/>
                  </a:lnTo>
                  <a:lnTo>
                    <a:pt x="4717" y="12801"/>
                  </a:lnTo>
                  <a:lnTo>
                    <a:pt x="4852" y="12757"/>
                  </a:lnTo>
                  <a:lnTo>
                    <a:pt x="4941" y="12622"/>
                  </a:lnTo>
                  <a:lnTo>
                    <a:pt x="4941" y="12487"/>
                  </a:lnTo>
                  <a:lnTo>
                    <a:pt x="4941" y="12352"/>
                  </a:lnTo>
                  <a:lnTo>
                    <a:pt x="4852" y="12262"/>
                  </a:lnTo>
                  <a:lnTo>
                    <a:pt x="4358" y="11634"/>
                  </a:lnTo>
                  <a:lnTo>
                    <a:pt x="3863" y="11005"/>
                  </a:lnTo>
                  <a:lnTo>
                    <a:pt x="3414" y="10331"/>
                  </a:lnTo>
                  <a:lnTo>
                    <a:pt x="2965" y="9657"/>
                  </a:lnTo>
                  <a:lnTo>
                    <a:pt x="2561" y="8939"/>
                  </a:lnTo>
                  <a:lnTo>
                    <a:pt x="2202" y="8220"/>
                  </a:lnTo>
                  <a:lnTo>
                    <a:pt x="1887" y="7501"/>
                  </a:lnTo>
                  <a:lnTo>
                    <a:pt x="1618" y="6738"/>
                  </a:lnTo>
                  <a:lnTo>
                    <a:pt x="1348" y="5929"/>
                  </a:lnTo>
                  <a:lnTo>
                    <a:pt x="1169" y="5166"/>
                  </a:lnTo>
                  <a:lnTo>
                    <a:pt x="989" y="4357"/>
                  </a:lnTo>
                  <a:lnTo>
                    <a:pt x="854" y="3594"/>
                  </a:lnTo>
                  <a:lnTo>
                    <a:pt x="764" y="2785"/>
                  </a:lnTo>
                  <a:lnTo>
                    <a:pt x="719" y="1977"/>
                  </a:lnTo>
                  <a:lnTo>
                    <a:pt x="675" y="1168"/>
                  </a:lnTo>
                  <a:lnTo>
                    <a:pt x="719" y="360"/>
                  </a:lnTo>
                  <a:lnTo>
                    <a:pt x="719" y="225"/>
                  </a:lnTo>
                  <a:lnTo>
                    <a:pt x="630" y="90"/>
                  </a:lnTo>
                  <a:lnTo>
                    <a:pt x="540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61"/>
            <p:cNvSpPr/>
            <p:nvPr/>
          </p:nvSpPr>
          <p:spPr>
            <a:xfrm>
              <a:off x="5543700" y="2118625"/>
              <a:ext cx="50575" cy="248200"/>
            </a:xfrm>
            <a:custGeom>
              <a:rect b="b" l="l" r="r" t="t"/>
              <a:pathLst>
                <a:path extrusionOk="0" h="9928" w="2023">
                  <a:moveTo>
                    <a:pt x="1618" y="1"/>
                  </a:moveTo>
                  <a:lnTo>
                    <a:pt x="1483" y="46"/>
                  </a:lnTo>
                  <a:lnTo>
                    <a:pt x="1393" y="136"/>
                  </a:lnTo>
                  <a:lnTo>
                    <a:pt x="1348" y="270"/>
                  </a:lnTo>
                  <a:lnTo>
                    <a:pt x="1" y="9523"/>
                  </a:lnTo>
                  <a:lnTo>
                    <a:pt x="1" y="9658"/>
                  </a:lnTo>
                  <a:lnTo>
                    <a:pt x="46" y="9747"/>
                  </a:lnTo>
                  <a:lnTo>
                    <a:pt x="181" y="9837"/>
                  </a:lnTo>
                  <a:lnTo>
                    <a:pt x="270" y="9882"/>
                  </a:lnTo>
                  <a:lnTo>
                    <a:pt x="360" y="9927"/>
                  </a:lnTo>
                  <a:lnTo>
                    <a:pt x="450" y="9882"/>
                  </a:lnTo>
                  <a:lnTo>
                    <a:pt x="585" y="9837"/>
                  </a:lnTo>
                  <a:lnTo>
                    <a:pt x="630" y="9747"/>
                  </a:lnTo>
                  <a:lnTo>
                    <a:pt x="675" y="9613"/>
                  </a:lnTo>
                  <a:lnTo>
                    <a:pt x="2022" y="360"/>
                  </a:lnTo>
                  <a:lnTo>
                    <a:pt x="2022" y="225"/>
                  </a:lnTo>
                  <a:lnTo>
                    <a:pt x="1977" y="136"/>
                  </a:lnTo>
                  <a:lnTo>
                    <a:pt x="1842" y="46"/>
                  </a:lnTo>
                  <a:lnTo>
                    <a:pt x="1753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61"/>
            <p:cNvSpPr/>
            <p:nvPr/>
          </p:nvSpPr>
          <p:spPr>
            <a:xfrm>
              <a:off x="5642525" y="2138850"/>
              <a:ext cx="29225" cy="102200"/>
            </a:xfrm>
            <a:custGeom>
              <a:rect b="b" l="l" r="r" t="t"/>
              <a:pathLst>
                <a:path extrusionOk="0" h="4088" w="1169">
                  <a:moveTo>
                    <a:pt x="719" y="0"/>
                  </a:moveTo>
                  <a:lnTo>
                    <a:pt x="584" y="45"/>
                  </a:lnTo>
                  <a:lnTo>
                    <a:pt x="495" y="135"/>
                  </a:lnTo>
                  <a:lnTo>
                    <a:pt x="450" y="270"/>
                  </a:lnTo>
                  <a:lnTo>
                    <a:pt x="0" y="3683"/>
                  </a:lnTo>
                  <a:lnTo>
                    <a:pt x="0" y="3818"/>
                  </a:lnTo>
                  <a:lnTo>
                    <a:pt x="45" y="3953"/>
                  </a:lnTo>
                  <a:lnTo>
                    <a:pt x="135" y="4043"/>
                  </a:lnTo>
                  <a:lnTo>
                    <a:pt x="270" y="4088"/>
                  </a:lnTo>
                  <a:lnTo>
                    <a:pt x="315" y="4088"/>
                  </a:lnTo>
                  <a:lnTo>
                    <a:pt x="450" y="4043"/>
                  </a:lnTo>
                  <a:lnTo>
                    <a:pt x="539" y="3998"/>
                  </a:lnTo>
                  <a:lnTo>
                    <a:pt x="629" y="3908"/>
                  </a:lnTo>
                  <a:lnTo>
                    <a:pt x="674" y="3773"/>
                  </a:lnTo>
                  <a:lnTo>
                    <a:pt x="1168" y="360"/>
                  </a:lnTo>
                  <a:lnTo>
                    <a:pt x="1123" y="225"/>
                  </a:lnTo>
                  <a:lnTo>
                    <a:pt x="1078" y="135"/>
                  </a:lnTo>
                  <a:lnTo>
                    <a:pt x="989" y="45"/>
                  </a:lnTo>
                  <a:lnTo>
                    <a:pt x="854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61"/>
            <p:cNvSpPr/>
            <p:nvPr/>
          </p:nvSpPr>
          <p:spPr>
            <a:xfrm>
              <a:off x="6909125" y="2086075"/>
              <a:ext cx="108950" cy="656900"/>
            </a:xfrm>
            <a:custGeom>
              <a:rect b="b" l="l" r="r" t="t"/>
              <a:pathLst>
                <a:path extrusionOk="0" h="26276" w="4358">
                  <a:moveTo>
                    <a:pt x="225" y="0"/>
                  </a:moveTo>
                  <a:lnTo>
                    <a:pt x="135" y="90"/>
                  </a:lnTo>
                  <a:lnTo>
                    <a:pt x="46" y="180"/>
                  </a:lnTo>
                  <a:lnTo>
                    <a:pt x="1" y="315"/>
                  </a:lnTo>
                  <a:lnTo>
                    <a:pt x="1" y="449"/>
                  </a:lnTo>
                  <a:lnTo>
                    <a:pt x="764" y="3594"/>
                  </a:lnTo>
                  <a:lnTo>
                    <a:pt x="1393" y="6738"/>
                  </a:lnTo>
                  <a:lnTo>
                    <a:pt x="2022" y="9927"/>
                  </a:lnTo>
                  <a:lnTo>
                    <a:pt x="2516" y="13116"/>
                  </a:lnTo>
                  <a:lnTo>
                    <a:pt x="2920" y="16305"/>
                  </a:lnTo>
                  <a:lnTo>
                    <a:pt x="3280" y="19493"/>
                  </a:lnTo>
                  <a:lnTo>
                    <a:pt x="3504" y="22727"/>
                  </a:lnTo>
                  <a:lnTo>
                    <a:pt x="3684" y="25961"/>
                  </a:lnTo>
                  <a:lnTo>
                    <a:pt x="3684" y="26096"/>
                  </a:lnTo>
                  <a:lnTo>
                    <a:pt x="3774" y="26186"/>
                  </a:lnTo>
                  <a:lnTo>
                    <a:pt x="3908" y="26276"/>
                  </a:lnTo>
                  <a:lnTo>
                    <a:pt x="4043" y="26276"/>
                  </a:lnTo>
                  <a:lnTo>
                    <a:pt x="4178" y="26231"/>
                  </a:lnTo>
                  <a:lnTo>
                    <a:pt x="4268" y="26186"/>
                  </a:lnTo>
                  <a:lnTo>
                    <a:pt x="4358" y="26051"/>
                  </a:lnTo>
                  <a:lnTo>
                    <a:pt x="4358" y="25916"/>
                  </a:lnTo>
                  <a:lnTo>
                    <a:pt x="4178" y="22682"/>
                  </a:lnTo>
                  <a:lnTo>
                    <a:pt x="3953" y="19449"/>
                  </a:lnTo>
                  <a:lnTo>
                    <a:pt x="3594" y="16215"/>
                  </a:lnTo>
                  <a:lnTo>
                    <a:pt x="3190" y="12981"/>
                  </a:lnTo>
                  <a:lnTo>
                    <a:pt x="2696" y="9792"/>
                  </a:lnTo>
                  <a:lnTo>
                    <a:pt x="2112" y="6603"/>
                  </a:lnTo>
                  <a:lnTo>
                    <a:pt x="1438" y="3414"/>
                  </a:lnTo>
                  <a:lnTo>
                    <a:pt x="674" y="270"/>
                  </a:lnTo>
                  <a:lnTo>
                    <a:pt x="585" y="135"/>
                  </a:lnTo>
                  <a:lnTo>
                    <a:pt x="495" y="45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61"/>
            <p:cNvSpPr/>
            <p:nvPr/>
          </p:nvSpPr>
          <p:spPr>
            <a:xfrm>
              <a:off x="6849625" y="2122000"/>
              <a:ext cx="78625" cy="321175"/>
            </a:xfrm>
            <a:custGeom>
              <a:rect b="b" l="l" r="r" t="t"/>
              <a:pathLst>
                <a:path extrusionOk="0" h="12847" w="3145">
                  <a:moveTo>
                    <a:pt x="270" y="1"/>
                  </a:moveTo>
                  <a:lnTo>
                    <a:pt x="135" y="90"/>
                  </a:lnTo>
                  <a:lnTo>
                    <a:pt x="45" y="180"/>
                  </a:lnTo>
                  <a:lnTo>
                    <a:pt x="0" y="315"/>
                  </a:lnTo>
                  <a:lnTo>
                    <a:pt x="0" y="450"/>
                  </a:lnTo>
                  <a:lnTo>
                    <a:pt x="449" y="1932"/>
                  </a:lnTo>
                  <a:lnTo>
                    <a:pt x="809" y="3414"/>
                  </a:lnTo>
                  <a:lnTo>
                    <a:pt x="1168" y="4941"/>
                  </a:lnTo>
                  <a:lnTo>
                    <a:pt x="1482" y="6423"/>
                  </a:lnTo>
                  <a:lnTo>
                    <a:pt x="1752" y="7951"/>
                  </a:lnTo>
                  <a:lnTo>
                    <a:pt x="2021" y="9478"/>
                  </a:lnTo>
                  <a:lnTo>
                    <a:pt x="2246" y="11005"/>
                  </a:lnTo>
                  <a:lnTo>
                    <a:pt x="2426" y="12532"/>
                  </a:lnTo>
                  <a:lnTo>
                    <a:pt x="2471" y="12667"/>
                  </a:lnTo>
                  <a:lnTo>
                    <a:pt x="2560" y="12757"/>
                  </a:lnTo>
                  <a:lnTo>
                    <a:pt x="2650" y="12846"/>
                  </a:lnTo>
                  <a:lnTo>
                    <a:pt x="2830" y="12846"/>
                  </a:lnTo>
                  <a:lnTo>
                    <a:pt x="2965" y="12801"/>
                  </a:lnTo>
                  <a:lnTo>
                    <a:pt x="3054" y="12712"/>
                  </a:lnTo>
                  <a:lnTo>
                    <a:pt x="3099" y="12622"/>
                  </a:lnTo>
                  <a:lnTo>
                    <a:pt x="3144" y="12487"/>
                  </a:lnTo>
                  <a:lnTo>
                    <a:pt x="2920" y="10915"/>
                  </a:lnTo>
                  <a:lnTo>
                    <a:pt x="2695" y="9388"/>
                  </a:lnTo>
                  <a:lnTo>
                    <a:pt x="2471" y="7861"/>
                  </a:lnTo>
                  <a:lnTo>
                    <a:pt x="2156" y="6289"/>
                  </a:lnTo>
                  <a:lnTo>
                    <a:pt x="1842" y="4762"/>
                  </a:lnTo>
                  <a:lnTo>
                    <a:pt x="1482" y="3279"/>
                  </a:lnTo>
                  <a:lnTo>
                    <a:pt x="1078" y="1752"/>
                  </a:lnTo>
                  <a:lnTo>
                    <a:pt x="674" y="270"/>
                  </a:lnTo>
                  <a:lnTo>
                    <a:pt x="629" y="135"/>
                  </a:lnTo>
                  <a:lnTo>
                    <a:pt x="494" y="46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61"/>
            <p:cNvSpPr/>
            <p:nvPr/>
          </p:nvSpPr>
          <p:spPr>
            <a:xfrm>
              <a:off x="6767650" y="2166925"/>
              <a:ext cx="33700" cy="102200"/>
            </a:xfrm>
            <a:custGeom>
              <a:rect b="b" l="l" r="r" t="t"/>
              <a:pathLst>
                <a:path extrusionOk="0" h="4088" w="1348">
                  <a:moveTo>
                    <a:pt x="315" y="0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4"/>
                  </a:lnTo>
                  <a:lnTo>
                    <a:pt x="674" y="3818"/>
                  </a:lnTo>
                  <a:lnTo>
                    <a:pt x="719" y="3908"/>
                  </a:lnTo>
                  <a:lnTo>
                    <a:pt x="809" y="3998"/>
                  </a:lnTo>
                  <a:lnTo>
                    <a:pt x="899" y="4087"/>
                  </a:lnTo>
                  <a:lnTo>
                    <a:pt x="1078" y="4087"/>
                  </a:lnTo>
                  <a:lnTo>
                    <a:pt x="1213" y="4043"/>
                  </a:lnTo>
                  <a:lnTo>
                    <a:pt x="1303" y="3953"/>
                  </a:lnTo>
                  <a:lnTo>
                    <a:pt x="1348" y="3818"/>
                  </a:lnTo>
                  <a:lnTo>
                    <a:pt x="1348" y="3683"/>
                  </a:lnTo>
                  <a:lnTo>
                    <a:pt x="719" y="270"/>
                  </a:lnTo>
                  <a:lnTo>
                    <a:pt x="629" y="135"/>
                  </a:lnTo>
                  <a:lnTo>
                    <a:pt x="539" y="45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61"/>
            <p:cNvSpPr/>
            <p:nvPr/>
          </p:nvSpPr>
          <p:spPr>
            <a:xfrm>
              <a:off x="6659850" y="3313375"/>
              <a:ext cx="344750" cy="565950"/>
            </a:xfrm>
            <a:custGeom>
              <a:rect b="b" l="l" r="r" t="t"/>
              <a:pathLst>
                <a:path extrusionOk="0" h="22638" w="13790">
                  <a:moveTo>
                    <a:pt x="13340" y="1"/>
                  </a:moveTo>
                  <a:lnTo>
                    <a:pt x="13206" y="90"/>
                  </a:lnTo>
                  <a:lnTo>
                    <a:pt x="13116" y="180"/>
                  </a:lnTo>
                  <a:lnTo>
                    <a:pt x="13116" y="315"/>
                  </a:lnTo>
                  <a:lnTo>
                    <a:pt x="12936" y="1977"/>
                  </a:lnTo>
                  <a:lnTo>
                    <a:pt x="12712" y="3594"/>
                  </a:lnTo>
                  <a:lnTo>
                    <a:pt x="12352" y="5211"/>
                  </a:lnTo>
                  <a:lnTo>
                    <a:pt x="11903" y="6783"/>
                  </a:lnTo>
                  <a:lnTo>
                    <a:pt x="11409" y="8310"/>
                  </a:lnTo>
                  <a:lnTo>
                    <a:pt x="10780" y="9837"/>
                  </a:lnTo>
                  <a:lnTo>
                    <a:pt x="10062" y="11319"/>
                  </a:lnTo>
                  <a:lnTo>
                    <a:pt x="9253" y="12712"/>
                  </a:lnTo>
                  <a:lnTo>
                    <a:pt x="8355" y="14104"/>
                  </a:lnTo>
                  <a:lnTo>
                    <a:pt x="7412" y="15451"/>
                  </a:lnTo>
                  <a:lnTo>
                    <a:pt x="6379" y="16709"/>
                  </a:lnTo>
                  <a:lnTo>
                    <a:pt x="5256" y="17922"/>
                  </a:lnTo>
                  <a:lnTo>
                    <a:pt x="4088" y="19045"/>
                  </a:lnTo>
                  <a:lnTo>
                    <a:pt x="2830" y="20122"/>
                  </a:lnTo>
                  <a:lnTo>
                    <a:pt x="1528" y="21111"/>
                  </a:lnTo>
                  <a:lnTo>
                    <a:pt x="180" y="22009"/>
                  </a:lnTo>
                  <a:lnTo>
                    <a:pt x="46" y="22099"/>
                  </a:lnTo>
                  <a:lnTo>
                    <a:pt x="1" y="22189"/>
                  </a:lnTo>
                  <a:lnTo>
                    <a:pt x="1" y="22323"/>
                  </a:lnTo>
                  <a:lnTo>
                    <a:pt x="46" y="22458"/>
                  </a:lnTo>
                  <a:lnTo>
                    <a:pt x="180" y="22593"/>
                  </a:lnTo>
                  <a:lnTo>
                    <a:pt x="360" y="22638"/>
                  </a:lnTo>
                  <a:lnTo>
                    <a:pt x="450" y="22638"/>
                  </a:lnTo>
                  <a:lnTo>
                    <a:pt x="540" y="22593"/>
                  </a:lnTo>
                  <a:lnTo>
                    <a:pt x="1932" y="21650"/>
                  </a:lnTo>
                  <a:lnTo>
                    <a:pt x="3279" y="20661"/>
                  </a:lnTo>
                  <a:lnTo>
                    <a:pt x="4537" y="19539"/>
                  </a:lnTo>
                  <a:lnTo>
                    <a:pt x="5750" y="18371"/>
                  </a:lnTo>
                  <a:lnTo>
                    <a:pt x="6918" y="17158"/>
                  </a:lnTo>
                  <a:lnTo>
                    <a:pt x="7951" y="15856"/>
                  </a:lnTo>
                  <a:lnTo>
                    <a:pt x="8939" y="14508"/>
                  </a:lnTo>
                  <a:lnTo>
                    <a:pt x="9837" y="13071"/>
                  </a:lnTo>
                  <a:lnTo>
                    <a:pt x="10645" y="11634"/>
                  </a:lnTo>
                  <a:lnTo>
                    <a:pt x="11409" y="10106"/>
                  </a:lnTo>
                  <a:lnTo>
                    <a:pt x="12038" y="8534"/>
                  </a:lnTo>
                  <a:lnTo>
                    <a:pt x="12577" y="6962"/>
                  </a:lnTo>
                  <a:lnTo>
                    <a:pt x="13026" y="5345"/>
                  </a:lnTo>
                  <a:lnTo>
                    <a:pt x="13385" y="3728"/>
                  </a:lnTo>
                  <a:lnTo>
                    <a:pt x="13655" y="2067"/>
                  </a:lnTo>
                  <a:lnTo>
                    <a:pt x="13790" y="360"/>
                  </a:lnTo>
                  <a:lnTo>
                    <a:pt x="13745" y="225"/>
                  </a:lnTo>
                  <a:lnTo>
                    <a:pt x="13700" y="135"/>
                  </a:lnTo>
                  <a:lnTo>
                    <a:pt x="13610" y="45"/>
                  </a:lnTo>
                  <a:lnTo>
                    <a:pt x="1347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61"/>
            <p:cNvSpPr/>
            <p:nvPr/>
          </p:nvSpPr>
          <p:spPr>
            <a:xfrm>
              <a:off x="6731725" y="3454850"/>
              <a:ext cx="146000" cy="265025"/>
            </a:xfrm>
            <a:custGeom>
              <a:rect b="b" l="l" r="r" t="t"/>
              <a:pathLst>
                <a:path extrusionOk="0" h="10601" w="5840">
                  <a:moveTo>
                    <a:pt x="5525" y="1"/>
                  </a:moveTo>
                  <a:lnTo>
                    <a:pt x="5390" y="46"/>
                  </a:lnTo>
                  <a:lnTo>
                    <a:pt x="5255" y="136"/>
                  </a:lnTo>
                  <a:lnTo>
                    <a:pt x="5210" y="225"/>
                  </a:lnTo>
                  <a:lnTo>
                    <a:pt x="5165" y="360"/>
                  </a:lnTo>
                  <a:lnTo>
                    <a:pt x="5120" y="1034"/>
                  </a:lnTo>
                  <a:lnTo>
                    <a:pt x="5076" y="1753"/>
                  </a:lnTo>
                  <a:lnTo>
                    <a:pt x="4941" y="2426"/>
                  </a:lnTo>
                  <a:lnTo>
                    <a:pt x="4806" y="3145"/>
                  </a:lnTo>
                  <a:lnTo>
                    <a:pt x="4582" y="3819"/>
                  </a:lnTo>
                  <a:lnTo>
                    <a:pt x="4357" y="4447"/>
                  </a:lnTo>
                  <a:lnTo>
                    <a:pt x="4087" y="5121"/>
                  </a:lnTo>
                  <a:lnTo>
                    <a:pt x="3773" y="5750"/>
                  </a:lnTo>
                  <a:lnTo>
                    <a:pt x="3414" y="6379"/>
                  </a:lnTo>
                  <a:lnTo>
                    <a:pt x="3054" y="6963"/>
                  </a:lnTo>
                  <a:lnTo>
                    <a:pt x="2650" y="7502"/>
                  </a:lnTo>
                  <a:lnTo>
                    <a:pt x="2201" y="8086"/>
                  </a:lnTo>
                  <a:lnTo>
                    <a:pt x="1752" y="8580"/>
                  </a:lnTo>
                  <a:lnTo>
                    <a:pt x="1213" y="9074"/>
                  </a:lnTo>
                  <a:lnTo>
                    <a:pt x="719" y="9523"/>
                  </a:lnTo>
                  <a:lnTo>
                    <a:pt x="135" y="9972"/>
                  </a:lnTo>
                  <a:lnTo>
                    <a:pt x="45" y="10062"/>
                  </a:lnTo>
                  <a:lnTo>
                    <a:pt x="0" y="10197"/>
                  </a:lnTo>
                  <a:lnTo>
                    <a:pt x="0" y="10331"/>
                  </a:lnTo>
                  <a:lnTo>
                    <a:pt x="90" y="10466"/>
                  </a:lnTo>
                  <a:lnTo>
                    <a:pt x="180" y="10556"/>
                  </a:lnTo>
                  <a:lnTo>
                    <a:pt x="359" y="10601"/>
                  </a:lnTo>
                  <a:lnTo>
                    <a:pt x="449" y="10601"/>
                  </a:lnTo>
                  <a:lnTo>
                    <a:pt x="539" y="10511"/>
                  </a:lnTo>
                  <a:lnTo>
                    <a:pt x="1123" y="10062"/>
                  </a:lnTo>
                  <a:lnTo>
                    <a:pt x="1707" y="9613"/>
                  </a:lnTo>
                  <a:lnTo>
                    <a:pt x="2246" y="9074"/>
                  </a:lnTo>
                  <a:lnTo>
                    <a:pt x="2740" y="8535"/>
                  </a:lnTo>
                  <a:lnTo>
                    <a:pt x="3189" y="7951"/>
                  </a:lnTo>
                  <a:lnTo>
                    <a:pt x="3638" y="7322"/>
                  </a:lnTo>
                  <a:lnTo>
                    <a:pt x="4043" y="6693"/>
                  </a:lnTo>
                  <a:lnTo>
                    <a:pt x="4402" y="6064"/>
                  </a:lnTo>
                  <a:lnTo>
                    <a:pt x="4716" y="5391"/>
                  </a:lnTo>
                  <a:lnTo>
                    <a:pt x="4986" y="4717"/>
                  </a:lnTo>
                  <a:lnTo>
                    <a:pt x="5255" y="3998"/>
                  </a:lnTo>
                  <a:lnTo>
                    <a:pt x="5435" y="3280"/>
                  </a:lnTo>
                  <a:lnTo>
                    <a:pt x="5615" y="2561"/>
                  </a:lnTo>
                  <a:lnTo>
                    <a:pt x="5749" y="1842"/>
                  </a:lnTo>
                  <a:lnTo>
                    <a:pt x="5839" y="1124"/>
                  </a:lnTo>
                  <a:lnTo>
                    <a:pt x="5839" y="360"/>
                  </a:lnTo>
                  <a:lnTo>
                    <a:pt x="5839" y="225"/>
                  </a:lnTo>
                  <a:lnTo>
                    <a:pt x="5749" y="136"/>
                  </a:lnTo>
                  <a:lnTo>
                    <a:pt x="5659" y="46"/>
                  </a:lnTo>
                  <a:lnTo>
                    <a:pt x="552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61"/>
            <p:cNvSpPr/>
            <p:nvPr/>
          </p:nvSpPr>
          <p:spPr>
            <a:xfrm>
              <a:off x="6124250" y="2244400"/>
              <a:ext cx="16850" cy="85350"/>
            </a:xfrm>
            <a:custGeom>
              <a:rect b="b" l="l" r="r" t="t"/>
              <a:pathLst>
                <a:path extrusionOk="0" h="3414" w="674">
                  <a:moveTo>
                    <a:pt x="180" y="0"/>
                  </a:moveTo>
                  <a:lnTo>
                    <a:pt x="90" y="90"/>
                  </a:lnTo>
                  <a:lnTo>
                    <a:pt x="0" y="180"/>
                  </a:lnTo>
                  <a:lnTo>
                    <a:pt x="0" y="315"/>
                  </a:lnTo>
                  <a:lnTo>
                    <a:pt x="0" y="3100"/>
                  </a:lnTo>
                  <a:lnTo>
                    <a:pt x="0" y="3234"/>
                  </a:lnTo>
                  <a:lnTo>
                    <a:pt x="90" y="3324"/>
                  </a:lnTo>
                  <a:lnTo>
                    <a:pt x="180" y="3414"/>
                  </a:lnTo>
                  <a:lnTo>
                    <a:pt x="449" y="3414"/>
                  </a:lnTo>
                  <a:lnTo>
                    <a:pt x="584" y="3324"/>
                  </a:lnTo>
                  <a:lnTo>
                    <a:pt x="674" y="3234"/>
                  </a:lnTo>
                  <a:lnTo>
                    <a:pt x="674" y="3100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61"/>
            <p:cNvSpPr/>
            <p:nvPr/>
          </p:nvSpPr>
          <p:spPr>
            <a:xfrm>
              <a:off x="6220800" y="2207350"/>
              <a:ext cx="18000" cy="220100"/>
            </a:xfrm>
            <a:custGeom>
              <a:rect b="b" l="l" r="r" t="t"/>
              <a:pathLst>
                <a:path extrusionOk="0" h="8804" w="720">
                  <a:moveTo>
                    <a:pt x="360" y="0"/>
                  </a:moveTo>
                  <a:lnTo>
                    <a:pt x="225" y="45"/>
                  </a:lnTo>
                  <a:lnTo>
                    <a:pt x="136" y="90"/>
                  </a:lnTo>
                  <a:lnTo>
                    <a:pt x="46" y="225"/>
                  </a:lnTo>
                  <a:lnTo>
                    <a:pt x="1" y="359"/>
                  </a:lnTo>
                  <a:lnTo>
                    <a:pt x="1" y="8444"/>
                  </a:lnTo>
                  <a:lnTo>
                    <a:pt x="46" y="8579"/>
                  </a:lnTo>
                  <a:lnTo>
                    <a:pt x="136" y="8714"/>
                  </a:lnTo>
                  <a:lnTo>
                    <a:pt x="225" y="8759"/>
                  </a:lnTo>
                  <a:lnTo>
                    <a:pt x="360" y="8804"/>
                  </a:lnTo>
                  <a:lnTo>
                    <a:pt x="495" y="8759"/>
                  </a:lnTo>
                  <a:lnTo>
                    <a:pt x="630" y="8714"/>
                  </a:lnTo>
                  <a:lnTo>
                    <a:pt x="674" y="8579"/>
                  </a:lnTo>
                  <a:lnTo>
                    <a:pt x="719" y="8444"/>
                  </a:lnTo>
                  <a:lnTo>
                    <a:pt x="719" y="359"/>
                  </a:lnTo>
                  <a:lnTo>
                    <a:pt x="674" y="225"/>
                  </a:lnTo>
                  <a:lnTo>
                    <a:pt x="630" y="90"/>
                  </a:lnTo>
                  <a:lnTo>
                    <a:pt x="495" y="45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61"/>
            <p:cNvSpPr/>
            <p:nvPr/>
          </p:nvSpPr>
          <p:spPr>
            <a:xfrm>
              <a:off x="6358925" y="2252250"/>
              <a:ext cx="16875" cy="57300"/>
            </a:xfrm>
            <a:custGeom>
              <a:rect b="b" l="l" r="r" t="t"/>
              <a:pathLst>
                <a:path extrusionOk="0" h="2292" w="675">
                  <a:moveTo>
                    <a:pt x="225" y="1"/>
                  </a:moveTo>
                  <a:lnTo>
                    <a:pt x="90" y="91"/>
                  </a:lnTo>
                  <a:lnTo>
                    <a:pt x="45" y="180"/>
                  </a:lnTo>
                  <a:lnTo>
                    <a:pt x="0" y="315"/>
                  </a:lnTo>
                  <a:lnTo>
                    <a:pt x="0" y="1932"/>
                  </a:lnTo>
                  <a:lnTo>
                    <a:pt x="45" y="2067"/>
                  </a:lnTo>
                  <a:lnTo>
                    <a:pt x="90" y="2202"/>
                  </a:lnTo>
                  <a:lnTo>
                    <a:pt x="225" y="2291"/>
                  </a:lnTo>
                  <a:lnTo>
                    <a:pt x="494" y="2291"/>
                  </a:lnTo>
                  <a:lnTo>
                    <a:pt x="584" y="2202"/>
                  </a:lnTo>
                  <a:lnTo>
                    <a:pt x="674" y="2067"/>
                  </a:lnTo>
                  <a:lnTo>
                    <a:pt x="674" y="1932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1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61"/>
            <p:cNvSpPr/>
            <p:nvPr/>
          </p:nvSpPr>
          <p:spPr>
            <a:xfrm>
              <a:off x="6575625" y="3630025"/>
              <a:ext cx="780425" cy="370575"/>
            </a:xfrm>
            <a:custGeom>
              <a:rect b="b" l="l" r="r" t="t"/>
              <a:pathLst>
                <a:path extrusionOk="0" h="14823" w="31217">
                  <a:moveTo>
                    <a:pt x="23087" y="1528"/>
                  </a:moveTo>
                  <a:lnTo>
                    <a:pt x="23087" y="1618"/>
                  </a:lnTo>
                  <a:lnTo>
                    <a:pt x="21381" y="2920"/>
                  </a:lnTo>
                  <a:lnTo>
                    <a:pt x="21336" y="2920"/>
                  </a:lnTo>
                  <a:lnTo>
                    <a:pt x="21156" y="3055"/>
                  </a:lnTo>
                  <a:lnTo>
                    <a:pt x="21336" y="2875"/>
                  </a:lnTo>
                  <a:lnTo>
                    <a:pt x="22998" y="1528"/>
                  </a:lnTo>
                  <a:close/>
                  <a:moveTo>
                    <a:pt x="18281" y="3414"/>
                  </a:moveTo>
                  <a:lnTo>
                    <a:pt x="18371" y="3459"/>
                  </a:lnTo>
                  <a:lnTo>
                    <a:pt x="18326" y="3504"/>
                  </a:lnTo>
                  <a:lnTo>
                    <a:pt x="16530" y="4896"/>
                  </a:lnTo>
                  <a:lnTo>
                    <a:pt x="16485" y="4896"/>
                  </a:lnTo>
                  <a:lnTo>
                    <a:pt x="16305" y="5031"/>
                  </a:lnTo>
                  <a:lnTo>
                    <a:pt x="16305" y="5031"/>
                  </a:lnTo>
                  <a:lnTo>
                    <a:pt x="16485" y="4807"/>
                  </a:lnTo>
                  <a:lnTo>
                    <a:pt x="18281" y="3414"/>
                  </a:lnTo>
                  <a:close/>
                  <a:moveTo>
                    <a:pt x="15227" y="4717"/>
                  </a:moveTo>
                  <a:lnTo>
                    <a:pt x="15182" y="4807"/>
                  </a:lnTo>
                  <a:lnTo>
                    <a:pt x="14643" y="5390"/>
                  </a:lnTo>
                  <a:lnTo>
                    <a:pt x="14598" y="5390"/>
                  </a:lnTo>
                  <a:lnTo>
                    <a:pt x="14598" y="5345"/>
                  </a:lnTo>
                  <a:lnTo>
                    <a:pt x="15137" y="4717"/>
                  </a:lnTo>
                  <a:close/>
                  <a:moveTo>
                    <a:pt x="12667" y="4312"/>
                  </a:moveTo>
                  <a:lnTo>
                    <a:pt x="12667" y="4357"/>
                  </a:lnTo>
                  <a:lnTo>
                    <a:pt x="11140" y="6693"/>
                  </a:lnTo>
                  <a:lnTo>
                    <a:pt x="11050" y="6693"/>
                  </a:lnTo>
                  <a:lnTo>
                    <a:pt x="10960" y="6873"/>
                  </a:lnTo>
                  <a:lnTo>
                    <a:pt x="11050" y="6648"/>
                  </a:lnTo>
                  <a:lnTo>
                    <a:pt x="12577" y="4312"/>
                  </a:lnTo>
                  <a:close/>
                  <a:moveTo>
                    <a:pt x="11230" y="3684"/>
                  </a:moveTo>
                  <a:lnTo>
                    <a:pt x="11230" y="3729"/>
                  </a:lnTo>
                  <a:lnTo>
                    <a:pt x="11230" y="3773"/>
                  </a:lnTo>
                  <a:lnTo>
                    <a:pt x="10152" y="4851"/>
                  </a:lnTo>
                  <a:lnTo>
                    <a:pt x="9164" y="6019"/>
                  </a:lnTo>
                  <a:lnTo>
                    <a:pt x="8220" y="7232"/>
                  </a:lnTo>
                  <a:lnTo>
                    <a:pt x="7412" y="8490"/>
                  </a:lnTo>
                  <a:lnTo>
                    <a:pt x="7322" y="8490"/>
                  </a:lnTo>
                  <a:lnTo>
                    <a:pt x="7232" y="8669"/>
                  </a:lnTo>
                  <a:lnTo>
                    <a:pt x="7322" y="8445"/>
                  </a:lnTo>
                  <a:lnTo>
                    <a:pt x="8176" y="7142"/>
                  </a:lnTo>
                  <a:lnTo>
                    <a:pt x="9074" y="5929"/>
                  </a:lnTo>
                  <a:lnTo>
                    <a:pt x="10107" y="4762"/>
                  </a:lnTo>
                  <a:lnTo>
                    <a:pt x="11185" y="3684"/>
                  </a:lnTo>
                  <a:close/>
                  <a:moveTo>
                    <a:pt x="5570" y="7277"/>
                  </a:moveTo>
                  <a:lnTo>
                    <a:pt x="5570" y="7322"/>
                  </a:lnTo>
                  <a:lnTo>
                    <a:pt x="3998" y="10556"/>
                  </a:lnTo>
                  <a:lnTo>
                    <a:pt x="3953" y="10601"/>
                  </a:lnTo>
                  <a:lnTo>
                    <a:pt x="3864" y="10780"/>
                  </a:lnTo>
                  <a:lnTo>
                    <a:pt x="3909" y="10556"/>
                  </a:lnTo>
                  <a:lnTo>
                    <a:pt x="5481" y="7277"/>
                  </a:lnTo>
                  <a:close/>
                  <a:moveTo>
                    <a:pt x="12532" y="1"/>
                  </a:moveTo>
                  <a:lnTo>
                    <a:pt x="11724" y="90"/>
                  </a:lnTo>
                  <a:lnTo>
                    <a:pt x="10915" y="315"/>
                  </a:lnTo>
                  <a:lnTo>
                    <a:pt x="10556" y="450"/>
                  </a:lnTo>
                  <a:lnTo>
                    <a:pt x="10152" y="584"/>
                  </a:lnTo>
                  <a:lnTo>
                    <a:pt x="9792" y="764"/>
                  </a:lnTo>
                  <a:lnTo>
                    <a:pt x="9433" y="989"/>
                  </a:lnTo>
                  <a:lnTo>
                    <a:pt x="9074" y="1258"/>
                  </a:lnTo>
                  <a:lnTo>
                    <a:pt x="8714" y="1528"/>
                  </a:lnTo>
                  <a:lnTo>
                    <a:pt x="8400" y="1842"/>
                  </a:lnTo>
                  <a:lnTo>
                    <a:pt x="8086" y="2201"/>
                  </a:lnTo>
                  <a:lnTo>
                    <a:pt x="7996" y="2291"/>
                  </a:lnTo>
                  <a:lnTo>
                    <a:pt x="7861" y="2336"/>
                  </a:lnTo>
                  <a:lnTo>
                    <a:pt x="7187" y="2471"/>
                  </a:lnTo>
                  <a:lnTo>
                    <a:pt x="6514" y="2651"/>
                  </a:lnTo>
                  <a:lnTo>
                    <a:pt x="5705" y="2965"/>
                  </a:lnTo>
                  <a:lnTo>
                    <a:pt x="5256" y="3190"/>
                  </a:lnTo>
                  <a:lnTo>
                    <a:pt x="4762" y="3414"/>
                  </a:lnTo>
                  <a:lnTo>
                    <a:pt x="4268" y="3729"/>
                  </a:lnTo>
                  <a:lnTo>
                    <a:pt x="3819" y="4043"/>
                  </a:lnTo>
                  <a:lnTo>
                    <a:pt x="3325" y="4402"/>
                  </a:lnTo>
                  <a:lnTo>
                    <a:pt x="2831" y="4851"/>
                  </a:lnTo>
                  <a:lnTo>
                    <a:pt x="2381" y="5301"/>
                  </a:lnTo>
                  <a:lnTo>
                    <a:pt x="1932" y="5840"/>
                  </a:lnTo>
                  <a:lnTo>
                    <a:pt x="1663" y="6244"/>
                  </a:lnTo>
                  <a:lnTo>
                    <a:pt x="1348" y="6693"/>
                  </a:lnTo>
                  <a:lnTo>
                    <a:pt x="1124" y="7142"/>
                  </a:lnTo>
                  <a:lnTo>
                    <a:pt x="899" y="7591"/>
                  </a:lnTo>
                  <a:lnTo>
                    <a:pt x="720" y="8085"/>
                  </a:lnTo>
                  <a:lnTo>
                    <a:pt x="540" y="8579"/>
                  </a:lnTo>
                  <a:lnTo>
                    <a:pt x="405" y="9118"/>
                  </a:lnTo>
                  <a:lnTo>
                    <a:pt x="270" y="9657"/>
                  </a:lnTo>
                  <a:lnTo>
                    <a:pt x="181" y="10196"/>
                  </a:lnTo>
                  <a:lnTo>
                    <a:pt x="91" y="10780"/>
                  </a:lnTo>
                  <a:lnTo>
                    <a:pt x="1" y="11948"/>
                  </a:lnTo>
                  <a:lnTo>
                    <a:pt x="46" y="13206"/>
                  </a:lnTo>
                  <a:lnTo>
                    <a:pt x="181" y="14508"/>
                  </a:lnTo>
                  <a:lnTo>
                    <a:pt x="226" y="14823"/>
                  </a:lnTo>
                  <a:lnTo>
                    <a:pt x="450" y="14688"/>
                  </a:lnTo>
                  <a:lnTo>
                    <a:pt x="2247" y="13700"/>
                  </a:lnTo>
                  <a:lnTo>
                    <a:pt x="4043" y="12712"/>
                  </a:lnTo>
                  <a:lnTo>
                    <a:pt x="5885" y="11813"/>
                  </a:lnTo>
                  <a:lnTo>
                    <a:pt x="7681" y="10870"/>
                  </a:lnTo>
                  <a:lnTo>
                    <a:pt x="9523" y="10017"/>
                  </a:lnTo>
                  <a:lnTo>
                    <a:pt x="11364" y="9163"/>
                  </a:lnTo>
                  <a:lnTo>
                    <a:pt x="13251" y="8355"/>
                  </a:lnTo>
                  <a:lnTo>
                    <a:pt x="15137" y="7546"/>
                  </a:lnTo>
                  <a:lnTo>
                    <a:pt x="17024" y="6828"/>
                  </a:lnTo>
                  <a:lnTo>
                    <a:pt x="18910" y="6064"/>
                  </a:lnTo>
                  <a:lnTo>
                    <a:pt x="20842" y="5390"/>
                  </a:lnTo>
                  <a:lnTo>
                    <a:pt x="22773" y="4717"/>
                  </a:lnTo>
                  <a:lnTo>
                    <a:pt x="24704" y="4088"/>
                  </a:lnTo>
                  <a:lnTo>
                    <a:pt x="26636" y="3459"/>
                  </a:lnTo>
                  <a:lnTo>
                    <a:pt x="28612" y="2875"/>
                  </a:lnTo>
                  <a:lnTo>
                    <a:pt x="30588" y="2336"/>
                  </a:lnTo>
                  <a:lnTo>
                    <a:pt x="31217" y="2157"/>
                  </a:lnTo>
                  <a:lnTo>
                    <a:pt x="30588" y="1977"/>
                  </a:lnTo>
                  <a:lnTo>
                    <a:pt x="29555" y="1618"/>
                  </a:lnTo>
                  <a:lnTo>
                    <a:pt x="28253" y="1258"/>
                  </a:lnTo>
                  <a:lnTo>
                    <a:pt x="26770" y="854"/>
                  </a:lnTo>
                  <a:lnTo>
                    <a:pt x="25962" y="719"/>
                  </a:lnTo>
                  <a:lnTo>
                    <a:pt x="25109" y="584"/>
                  </a:lnTo>
                  <a:lnTo>
                    <a:pt x="24210" y="450"/>
                  </a:lnTo>
                  <a:lnTo>
                    <a:pt x="23357" y="360"/>
                  </a:lnTo>
                  <a:lnTo>
                    <a:pt x="22459" y="315"/>
                  </a:lnTo>
                  <a:lnTo>
                    <a:pt x="21515" y="315"/>
                  </a:lnTo>
                  <a:lnTo>
                    <a:pt x="20662" y="405"/>
                  </a:lnTo>
                  <a:lnTo>
                    <a:pt x="19764" y="495"/>
                  </a:lnTo>
                  <a:lnTo>
                    <a:pt x="18910" y="674"/>
                  </a:lnTo>
                  <a:lnTo>
                    <a:pt x="18057" y="944"/>
                  </a:lnTo>
                  <a:lnTo>
                    <a:pt x="17832" y="944"/>
                  </a:lnTo>
                  <a:lnTo>
                    <a:pt x="17473" y="764"/>
                  </a:lnTo>
                  <a:lnTo>
                    <a:pt x="16664" y="495"/>
                  </a:lnTo>
                  <a:lnTo>
                    <a:pt x="16081" y="360"/>
                  </a:lnTo>
                  <a:lnTo>
                    <a:pt x="15497" y="225"/>
                  </a:lnTo>
                  <a:lnTo>
                    <a:pt x="14823" y="90"/>
                  </a:lnTo>
                  <a:lnTo>
                    <a:pt x="14059" y="1"/>
                  </a:lnTo>
                  <a:close/>
                </a:path>
              </a:pathLst>
            </a:custGeom>
            <a:solidFill>
              <a:srgbClr val="9AC45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61"/>
            <p:cNvSpPr/>
            <p:nvPr/>
          </p:nvSpPr>
          <p:spPr>
            <a:xfrm>
              <a:off x="6583500" y="3687300"/>
              <a:ext cx="769200" cy="441300"/>
            </a:xfrm>
            <a:custGeom>
              <a:rect b="b" l="l" r="r" t="t"/>
              <a:pathLst>
                <a:path extrusionOk="0" h="17652" w="30768">
                  <a:moveTo>
                    <a:pt x="24479" y="4716"/>
                  </a:moveTo>
                  <a:lnTo>
                    <a:pt x="24434" y="4806"/>
                  </a:lnTo>
                  <a:lnTo>
                    <a:pt x="22997" y="5121"/>
                  </a:lnTo>
                  <a:lnTo>
                    <a:pt x="23042" y="5300"/>
                  </a:lnTo>
                  <a:lnTo>
                    <a:pt x="22952" y="5076"/>
                  </a:lnTo>
                  <a:lnTo>
                    <a:pt x="22952" y="5031"/>
                  </a:lnTo>
                  <a:lnTo>
                    <a:pt x="24434" y="4716"/>
                  </a:lnTo>
                  <a:close/>
                  <a:moveTo>
                    <a:pt x="20347" y="6333"/>
                  </a:moveTo>
                  <a:lnTo>
                    <a:pt x="20437" y="6378"/>
                  </a:lnTo>
                  <a:lnTo>
                    <a:pt x="20392" y="6423"/>
                  </a:lnTo>
                  <a:lnTo>
                    <a:pt x="19179" y="6648"/>
                  </a:lnTo>
                  <a:lnTo>
                    <a:pt x="19179" y="6872"/>
                  </a:lnTo>
                  <a:lnTo>
                    <a:pt x="19089" y="6648"/>
                  </a:lnTo>
                  <a:lnTo>
                    <a:pt x="19089" y="6603"/>
                  </a:lnTo>
                  <a:lnTo>
                    <a:pt x="19134" y="6558"/>
                  </a:lnTo>
                  <a:lnTo>
                    <a:pt x="20347" y="6333"/>
                  </a:lnTo>
                  <a:close/>
                  <a:moveTo>
                    <a:pt x="17607" y="8534"/>
                  </a:moveTo>
                  <a:lnTo>
                    <a:pt x="17652" y="8579"/>
                  </a:lnTo>
                  <a:lnTo>
                    <a:pt x="17607" y="8579"/>
                  </a:lnTo>
                  <a:lnTo>
                    <a:pt x="17562" y="8624"/>
                  </a:lnTo>
                  <a:lnTo>
                    <a:pt x="16170" y="8669"/>
                  </a:lnTo>
                  <a:lnTo>
                    <a:pt x="16170" y="8893"/>
                  </a:lnTo>
                  <a:lnTo>
                    <a:pt x="16125" y="8624"/>
                  </a:lnTo>
                  <a:lnTo>
                    <a:pt x="16125" y="8579"/>
                  </a:lnTo>
                  <a:lnTo>
                    <a:pt x="16170" y="8579"/>
                  </a:lnTo>
                  <a:lnTo>
                    <a:pt x="17562" y="8534"/>
                  </a:lnTo>
                  <a:close/>
                  <a:moveTo>
                    <a:pt x="12442" y="10061"/>
                  </a:moveTo>
                  <a:lnTo>
                    <a:pt x="14912" y="10421"/>
                  </a:lnTo>
                  <a:lnTo>
                    <a:pt x="14957" y="10421"/>
                  </a:lnTo>
                  <a:lnTo>
                    <a:pt x="14957" y="10465"/>
                  </a:lnTo>
                  <a:lnTo>
                    <a:pt x="14912" y="10510"/>
                  </a:lnTo>
                  <a:lnTo>
                    <a:pt x="12442" y="10151"/>
                  </a:lnTo>
                  <a:lnTo>
                    <a:pt x="12397" y="10106"/>
                  </a:lnTo>
                  <a:lnTo>
                    <a:pt x="12442" y="10061"/>
                  </a:lnTo>
                  <a:close/>
                  <a:moveTo>
                    <a:pt x="7950" y="11903"/>
                  </a:moveTo>
                  <a:lnTo>
                    <a:pt x="8220" y="12172"/>
                  </a:lnTo>
                  <a:lnTo>
                    <a:pt x="8534" y="12352"/>
                  </a:lnTo>
                  <a:lnTo>
                    <a:pt x="8849" y="12532"/>
                  </a:lnTo>
                  <a:lnTo>
                    <a:pt x="9163" y="12711"/>
                  </a:lnTo>
                  <a:lnTo>
                    <a:pt x="9522" y="12801"/>
                  </a:lnTo>
                  <a:lnTo>
                    <a:pt x="9882" y="12891"/>
                  </a:lnTo>
                  <a:lnTo>
                    <a:pt x="10241" y="12936"/>
                  </a:lnTo>
                  <a:lnTo>
                    <a:pt x="10645" y="12936"/>
                  </a:lnTo>
                  <a:lnTo>
                    <a:pt x="10645" y="12981"/>
                  </a:lnTo>
                  <a:lnTo>
                    <a:pt x="10600" y="13026"/>
                  </a:lnTo>
                  <a:lnTo>
                    <a:pt x="10196" y="13026"/>
                  </a:lnTo>
                  <a:lnTo>
                    <a:pt x="9837" y="12981"/>
                  </a:lnTo>
                  <a:lnTo>
                    <a:pt x="9477" y="12891"/>
                  </a:lnTo>
                  <a:lnTo>
                    <a:pt x="9118" y="12801"/>
                  </a:lnTo>
                  <a:lnTo>
                    <a:pt x="8804" y="12621"/>
                  </a:lnTo>
                  <a:lnTo>
                    <a:pt x="8489" y="12442"/>
                  </a:lnTo>
                  <a:lnTo>
                    <a:pt x="8175" y="12262"/>
                  </a:lnTo>
                  <a:lnTo>
                    <a:pt x="7905" y="11993"/>
                  </a:lnTo>
                  <a:lnTo>
                    <a:pt x="7771" y="12127"/>
                  </a:lnTo>
                  <a:lnTo>
                    <a:pt x="7905" y="11903"/>
                  </a:lnTo>
                  <a:close/>
                  <a:moveTo>
                    <a:pt x="4088" y="12846"/>
                  </a:moveTo>
                  <a:lnTo>
                    <a:pt x="4851" y="13385"/>
                  </a:lnTo>
                  <a:lnTo>
                    <a:pt x="5615" y="13834"/>
                  </a:lnTo>
                  <a:lnTo>
                    <a:pt x="6423" y="14238"/>
                  </a:lnTo>
                  <a:lnTo>
                    <a:pt x="7277" y="14553"/>
                  </a:lnTo>
                  <a:lnTo>
                    <a:pt x="8130" y="14777"/>
                  </a:lnTo>
                  <a:lnTo>
                    <a:pt x="9028" y="14957"/>
                  </a:lnTo>
                  <a:lnTo>
                    <a:pt x="9882" y="15047"/>
                  </a:lnTo>
                  <a:lnTo>
                    <a:pt x="10780" y="15047"/>
                  </a:lnTo>
                  <a:lnTo>
                    <a:pt x="10825" y="15092"/>
                  </a:lnTo>
                  <a:lnTo>
                    <a:pt x="10780" y="15137"/>
                  </a:lnTo>
                  <a:lnTo>
                    <a:pt x="9882" y="15137"/>
                  </a:lnTo>
                  <a:lnTo>
                    <a:pt x="8983" y="15047"/>
                  </a:lnTo>
                  <a:lnTo>
                    <a:pt x="8085" y="14867"/>
                  </a:lnTo>
                  <a:lnTo>
                    <a:pt x="7232" y="14643"/>
                  </a:lnTo>
                  <a:lnTo>
                    <a:pt x="6378" y="14328"/>
                  </a:lnTo>
                  <a:lnTo>
                    <a:pt x="5570" y="13924"/>
                  </a:lnTo>
                  <a:lnTo>
                    <a:pt x="4761" y="13475"/>
                  </a:lnTo>
                  <a:lnTo>
                    <a:pt x="4043" y="12936"/>
                  </a:lnTo>
                  <a:lnTo>
                    <a:pt x="4043" y="12846"/>
                  </a:lnTo>
                  <a:close/>
                  <a:moveTo>
                    <a:pt x="30767" y="0"/>
                  </a:moveTo>
                  <a:lnTo>
                    <a:pt x="30318" y="135"/>
                  </a:lnTo>
                  <a:lnTo>
                    <a:pt x="28387" y="674"/>
                  </a:lnTo>
                  <a:lnTo>
                    <a:pt x="26410" y="1258"/>
                  </a:lnTo>
                  <a:lnTo>
                    <a:pt x="24479" y="1887"/>
                  </a:lnTo>
                  <a:lnTo>
                    <a:pt x="22548" y="2516"/>
                  </a:lnTo>
                  <a:lnTo>
                    <a:pt x="20616" y="3189"/>
                  </a:lnTo>
                  <a:lnTo>
                    <a:pt x="18685" y="3863"/>
                  </a:lnTo>
                  <a:lnTo>
                    <a:pt x="16799" y="4582"/>
                  </a:lnTo>
                  <a:lnTo>
                    <a:pt x="14867" y="5345"/>
                  </a:lnTo>
                  <a:lnTo>
                    <a:pt x="12981" y="6154"/>
                  </a:lnTo>
                  <a:lnTo>
                    <a:pt x="11139" y="6962"/>
                  </a:lnTo>
                  <a:lnTo>
                    <a:pt x="9298" y="7815"/>
                  </a:lnTo>
                  <a:lnTo>
                    <a:pt x="7456" y="8669"/>
                  </a:lnTo>
                  <a:lnTo>
                    <a:pt x="5615" y="9567"/>
                  </a:lnTo>
                  <a:lnTo>
                    <a:pt x="3773" y="10510"/>
                  </a:lnTo>
                  <a:lnTo>
                    <a:pt x="1977" y="11499"/>
                  </a:lnTo>
                  <a:lnTo>
                    <a:pt x="225" y="12487"/>
                  </a:lnTo>
                  <a:lnTo>
                    <a:pt x="0" y="12576"/>
                  </a:lnTo>
                  <a:lnTo>
                    <a:pt x="135" y="12756"/>
                  </a:lnTo>
                  <a:lnTo>
                    <a:pt x="944" y="13789"/>
                  </a:lnTo>
                  <a:lnTo>
                    <a:pt x="1797" y="14643"/>
                  </a:lnTo>
                  <a:lnTo>
                    <a:pt x="2650" y="15406"/>
                  </a:lnTo>
                  <a:lnTo>
                    <a:pt x="3549" y="16080"/>
                  </a:lnTo>
                  <a:lnTo>
                    <a:pt x="3998" y="16349"/>
                  </a:lnTo>
                  <a:lnTo>
                    <a:pt x="4447" y="16619"/>
                  </a:lnTo>
                  <a:lnTo>
                    <a:pt x="4941" y="16843"/>
                  </a:lnTo>
                  <a:lnTo>
                    <a:pt x="5390" y="17068"/>
                  </a:lnTo>
                  <a:lnTo>
                    <a:pt x="5884" y="17248"/>
                  </a:lnTo>
                  <a:lnTo>
                    <a:pt x="6333" y="17382"/>
                  </a:lnTo>
                  <a:lnTo>
                    <a:pt x="6827" y="17472"/>
                  </a:lnTo>
                  <a:lnTo>
                    <a:pt x="7322" y="17562"/>
                  </a:lnTo>
                  <a:lnTo>
                    <a:pt x="8040" y="17652"/>
                  </a:lnTo>
                  <a:lnTo>
                    <a:pt x="9343" y="17652"/>
                  </a:lnTo>
                  <a:lnTo>
                    <a:pt x="9972" y="17562"/>
                  </a:lnTo>
                  <a:lnTo>
                    <a:pt x="10555" y="17472"/>
                  </a:lnTo>
                  <a:lnTo>
                    <a:pt x="11094" y="17337"/>
                  </a:lnTo>
                  <a:lnTo>
                    <a:pt x="11588" y="17158"/>
                  </a:lnTo>
                  <a:lnTo>
                    <a:pt x="12083" y="16978"/>
                  </a:lnTo>
                  <a:lnTo>
                    <a:pt x="12891" y="16619"/>
                  </a:lnTo>
                  <a:lnTo>
                    <a:pt x="13520" y="16304"/>
                  </a:lnTo>
                  <a:lnTo>
                    <a:pt x="14014" y="15945"/>
                  </a:lnTo>
                  <a:lnTo>
                    <a:pt x="14149" y="15900"/>
                  </a:lnTo>
                  <a:lnTo>
                    <a:pt x="14238" y="15900"/>
                  </a:lnTo>
                  <a:lnTo>
                    <a:pt x="14733" y="15945"/>
                  </a:lnTo>
                  <a:lnTo>
                    <a:pt x="15182" y="15945"/>
                  </a:lnTo>
                  <a:lnTo>
                    <a:pt x="15631" y="15900"/>
                  </a:lnTo>
                  <a:lnTo>
                    <a:pt x="16035" y="15855"/>
                  </a:lnTo>
                  <a:lnTo>
                    <a:pt x="16484" y="15721"/>
                  </a:lnTo>
                  <a:lnTo>
                    <a:pt x="16888" y="15631"/>
                  </a:lnTo>
                  <a:lnTo>
                    <a:pt x="17248" y="15451"/>
                  </a:lnTo>
                  <a:lnTo>
                    <a:pt x="17607" y="15271"/>
                  </a:lnTo>
                  <a:lnTo>
                    <a:pt x="18326" y="14867"/>
                  </a:lnTo>
                  <a:lnTo>
                    <a:pt x="18955" y="14373"/>
                  </a:lnTo>
                  <a:lnTo>
                    <a:pt x="19538" y="13879"/>
                  </a:lnTo>
                  <a:lnTo>
                    <a:pt x="20077" y="13295"/>
                  </a:lnTo>
                  <a:lnTo>
                    <a:pt x="20527" y="12756"/>
                  </a:lnTo>
                  <a:lnTo>
                    <a:pt x="20931" y="12172"/>
                  </a:lnTo>
                  <a:lnTo>
                    <a:pt x="21290" y="11633"/>
                  </a:lnTo>
                  <a:lnTo>
                    <a:pt x="21560" y="11139"/>
                  </a:lnTo>
                  <a:lnTo>
                    <a:pt x="21964" y="10376"/>
                  </a:lnTo>
                  <a:lnTo>
                    <a:pt x="22144" y="10016"/>
                  </a:lnTo>
                  <a:lnTo>
                    <a:pt x="22188" y="9926"/>
                  </a:lnTo>
                  <a:lnTo>
                    <a:pt x="22278" y="9882"/>
                  </a:lnTo>
                  <a:lnTo>
                    <a:pt x="23042" y="9477"/>
                  </a:lnTo>
                  <a:lnTo>
                    <a:pt x="23805" y="8983"/>
                  </a:lnTo>
                  <a:lnTo>
                    <a:pt x="24524" y="8444"/>
                  </a:lnTo>
                  <a:lnTo>
                    <a:pt x="25198" y="7860"/>
                  </a:lnTo>
                  <a:lnTo>
                    <a:pt x="25871" y="7277"/>
                  </a:lnTo>
                  <a:lnTo>
                    <a:pt x="26455" y="6603"/>
                  </a:lnTo>
                  <a:lnTo>
                    <a:pt x="27039" y="5929"/>
                  </a:lnTo>
                  <a:lnTo>
                    <a:pt x="27623" y="5255"/>
                  </a:lnTo>
                  <a:lnTo>
                    <a:pt x="28117" y="4537"/>
                  </a:lnTo>
                  <a:lnTo>
                    <a:pt x="28566" y="3863"/>
                  </a:lnTo>
                  <a:lnTo>
                    <a:pt x="29420" y="2560"/>
                  </a:lnTo>
                  <a:lnTo>
                    <a:pt x="30093" y="1393"/>
                  </a:lnTo>
                  <a:lnTo>
                    <a:pt x="30588" y="404"/>
                  </a:lnTo>
                  <a:lnTo>
                    <a:pt x="30767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61"/>
            <p:cNvSpPr/>
            <p:nvPr/>
          </p:nvSpPr>
          <p:spPr>
            <a:xfrm>
              <a:off x="6550925" y="3604200"/>
              <a:ext cx="830950" cy="414375"/>
            </a:xfrm>
            <a:custGeom>
              <a:rect b="b" l="l" r="r" t="t"/>
              <a:pathLst>
                <a:path extrusionOk="0" h="16575" w="33238">
                  <a:moveTo>
                    <a:pt x="13745" y="1"/>
                  </a:moveTo>
                  <a:lnTo>
                    <a:pt x="12936" y="90"/>
                  </a:lnTo>
                  <a:lnTo>
                    <a:pt x="12173" y="225"/>
                  </a:lnTo>
                  <a:lnTo>
                    <a:pt x="11364" y="450"/>
                  </a:lnTo>
                  <a:lnTo>
                    <a:pt x="10601" y="764"/>
                  </a:lnTo>
                  <a:lnTo>
                    <a:pt x="10241" y="989"/>
                  </a:lnTo>
                  <a:lnTo>
                    <a:pt x="9837" y="1213"/>
                  </a:lnTo>
                  <a:lnTo>
                    <a:pt x="9478" y="1438"/>
                  </a:lnTo>
                  <a:lnTo>
                    <a:pt x="9119" y="1752"/>
                  </a:lnTo>
                  <a:lnTo>
                    <a:pt x="8804" y="2067"/>
                  </a:lnTo>
                  <a:lnTo>
                    <a:pt x="8490" y="2426"/>
                  </a:lnTo>
                  <a:lnTo>
                    <a:pt x="7996" y="2516"/>
                  </a:lnTo>
                  <a:lnTo>
                    <a:pt x="7367" y="2695"/>
                  </a:lnTo>
                  <a:lnTo>
                    <a:pt x="6648" y="2965"/>
                  </a:lnTo>
                  <a:lnTo>
                    <a:pt x="5750" y="3324"/>
                  </a:lnTo>
                  <a:lnTo>
                    <a:pt x="4852" y="3818"/>
                  </a:lnTo>
                  <a:lnTo>
                    <a:pt x="4403" y="4133"/>
                  </a:lnTo>
                  <a:lnTo>
                    <a:pt x="3908" y="4447"/>
                  </a:lnTo>
                  <a:lnTo>
                    <a:pt x="3459" y="4851"/>
                  </a:lnTo>
                  <a:lnTo>
                    <a:pt x="3010" y="5256"/>
                  </a:lnTo>
                  <a:lnTo>
                    <a:pt x="2561" y="5750"/>
                  </a:lnTo>
                  <a:lnTo>
                    <a:pt x="2157" y="6244"/>
                  </a:lnTo>
                  <a:lnTo>
                    <a:pt x="1797" y="6738"/>
                  </a:lnTo>
                  <a:lnTo>
                    <a:pt x="1483" y="7187"/>
                  </a:lnTo>
                  <a:lnTo>
                    <a:pt x="1214" y="7726"/>
                  </a:lnTo>
                  <a:lnTo>
                    <a:pt x="989" y="8220"/>
                  </a:lnTo>
                  <a:lnTo>
                    <a:pt x="764" y="8804"/>
                  </a:lnTo>
                  <a:lnTo>
                    <a:pt x="540" y="9343"/>
                  </a:lnTo>
                  <a:lnTo>
                    <a:pt x="405" y="9927"/>
                  </a:lnTo>
                  <a:lnTo>
                    <a:pt x="270" y="10511"/>
                  </a:lnTo>
                  <a:lnTo>
                    <a:pt x="136" y="11139"/>
                  </a:lnTo>
                  <a:lnTo>
                    <a:pt x="91" y="11768"/>
                  </a:lnTo>
                  <a:lnTo>
                    <a:pt x="1" y="12442"/>
                  </a:lnTo>
                  <a:lnTo>
                    <a:pt x="1" y="13116"/>
                  </a:lnTo>
                  <a:lnTo>
                    <a:pt x="1" y="13789"/>
                  </a:lnTo>
                  <a:lnTo>
                    <a:pt x="46" y="14508"/>
                  </a:lnTo>
                  <a:lnTo>
                    <a:pt x="180" y="15945"/>
                  </a:lnTo>
                  <a:lnTo>
                    <a:pt x="270" y="16215"/>
                  </a:lnTo>
                  <a:lnTo>
                    <a:pt x="450" y="16395"/>
                  </a:lnTo>
                  <a:lnTo>
                    <a:pt x="630" y="16529"/>
                  </a:lnTo>
                  <a:lnTo>
                    <a:pt x="899" y="16574"/>
                  </a:lnTo>
                  <a:lnTo>
                    <a:pt x="989" y="16529"/>
                  </a:lnTo>
                  <a:lnTo>
                    <a:pt x="1124" y="16529"/>
                  </a:lnTo>
                  <a:lnTo>
                    <a:pt x="1258" y="16439"/>
                  </a:lnTo>
                  <a:lnTo>
                    <a:pt x="1438" y="16260"/>
                  </a:lnTo>
                  <a:lnTo>
                    <a:pt x="1573" y="16035"/>
                  </a:lnTo>
                  <a:lnTo>
                    <a:pt x="1573" y="15900"/>
                  </a:lnTo>
                  <a:lnTo>
                    <a:pt x="1573" y="15766"/>
                  </a:lnTo>
                  <a:lnTo>
                    <a:pt x="1438" y="14463"/>
                  </a:lnTo>
                  <a:lnTo>
                    <a:pt x="1393" y="13206"/>
                  </a:lnTo>
                  <a:lnTo>
                    <a:pt x="1438" y="11993"/>
                  </a:lnTo>
                  <a:lnTo>
                    <a:pt x="1483" y="11454"/>
                  </a:lnTo>
                  <a:lnTo>
                    <a:pt x="1618" y="10870"/>
                  </a:lnTo>
                  <a:lnTo>
                    <a:pt x="1708" y="10331"/>
                  </a:lnTo>
                  <a:lnTo>
                    <a:pt x="1842" y="9837"/>
                  </a:lnTo>
                  <a:lnTo>
                    <a:pt x="2022" y="9343"/>
                  </a:lnTo>
                  <a:lnTo>
                    <a:pt x="2202" y="8849"/>
                  </a:lnTo>
                  <a:lnTo>
                    <a:pt x="2426" y="8400"/>
                  </a:lnTo>
                  <a:lnTo>
                    <a:pt x="2651" y="7951"/>
                  </a:lnTo>
                  <a:lnTo>
                    <a:pt x="2920" y="7501"/>
                  </a:lnTo>
                  <a:lnTo>
                    <a:pt x="3235" y="7097"/>
                  </a:lnTo>
                  <a:lnTo>
                    <a:pt x="3639" y="6603"/>
                  </a:lnTo>
                  <a:lnTo>
                    <a:pt x="4088" y="6154"/>
                  </a:lnTo>
                  <a:lnTo>
                    <a:pt x="4582" y="5705"/>
                  </a:lnTo>
                  <a:lnTo>
                    <a:pt x="5031" y="5345"/>
                  </a:lnTo>
                  <a:lnTo>
                    <a:pt x="5525" y="5031"/>
                  </a:lnTo>
                  <a:lnTo>
                    <a:pt x="5975" y="4762"/>
                  </a:lnTo>
                  <a:lnTo>
                    <a:pt x="6873" y="4357"/>
                  </a:lnTo>
                  <a:lnTo>
                    <a:pt x="7681" y="4043"/>
                  </a:lnTo>
                  <a:lnTo>
                    <a:pt x="8310" y="3863"/>
                  </a:lnTo>
                  <a:lnTo>
                    <a:pt x="8939" y="3728"/>
                  </a:lnTo>
                  <a:lnTo>
                    <a:pt x="9164" y="3639"/>
                  </a:lnTo>
                  <a:lnTo>
                    <a:pt x="9388" y="3504"/>
                  </a:lnTo>
                  <a:lnTo>
                    <a:pt x="9658" y="3145"/>
                  </a:lnTo>
                  <a:lnTo>
                    <a:pt x="9972" y="2830"/>
                  </a:lnTo>
                  <a:lnTo>
                    <a:pt x="10331" y="2561"/>
                  </a:lnTo>
                  <a:lnTo>
                    <a:pt x="10646" y="2336"/>
                  </a:lnTo>
                  <a:lnTo>
                    <a:pt x="11005" y="2112"/>
                  </a:lnTo>
                  <a:lnTo>
                    <a:pt x="11364" y="1932"/>
                  </a:lnTo>
                  <a:lnTo>
                    <a:pt x="11724" y="1797"/>
                  </a:lnTo>
                  <a:lnTo>
                    <a:pt x="12128" y="1662"/>
                  </a:lnTo>
                  <a:lnTo>
                    <a:pt x="12891" y="1528"/>
                  </a:lnTo>
                  <a:lnTo>
                    <a:pt x="13655" y="1438"/>
                  </a:lnTo>
                  <a:lnTo>
                    <a:pt x="14419" y="1393"/>
                  </a:lnTo>
                  <a:lnTo>
                    <a:pt x="15137" y="1438"/>
                  </a:lnTo>
                  <a:lnTo>
                    <a:pt x="15856" y="1528"/>
                  </a:lnTo>
                  <a:lnTo>
                    <a:pt x="16530" y="1662"/>
                  </a:lnTo>
                  <a:lnTo>
                    <a:pt x="17113" y="1797"/>
                  </a:lnTo>
                  <a:lnTo>
                    <a:pt x="17608" y="1932"/>
                  </a:lnTo>
                  <a:lnTo>
                    <a:pt x="18371" y="2201"/>
                  </a:lnTo>
                  <a:lnTo>
                    <a:pt x="18641" y="2336"/>
                  </a:lnTo>
                  <a:lnTo>
                    <a:pt x="18910" y="2381"/>
                  </a:lnTo>
                  <a:lnTo>
                    <a:pt x="19180" y="2336"/>
                  </a:lnTo>
                  <a:lnTo>
                    <a:pt x="19674" y="2156"/>
                  </a:lnTo>
                  <a:lnTo>
                    <a:pt x="20213" y="2022"/>
                  </a:lnTo>
                  <a:lnTo>
                    <a:pt x="21246" y="1842"/>
                  </a:lnTo>
                  <a:lnTo>
                    <a:pt x="22369" y="1752"/>
                  </a:lnTo>
                  <a:lnTo>
                    <a:pt x="23447" y="1752"/>
                  </a:lnTo>
                  <a:lnTo>
                    <a:pt x="24569" y="1797"/>
                  </a:lnTo>
                  <a:lnTo>
                    <a:pt x="25647" y="1932"/>
                  </a:lnTo>
                  <a:lnTo>
                    <a:pt x="26680" y="2112"/>
                  </a:lnTo>
                  <a:lnTo>
                    <a:pt x="27713" y="2291"/>
                  </a:lnTo>
                  <a:lnTo>
                    <a:pt x="28657" y="2516"/>
                  </a:lnTo>
                  <a:lnTo>
                    <a:pt x="29510" y="2740"/>
                  </a:lnTo>
                  <a:lnTo>
                    <a:pt x="30947" y="3190"/>
                  </a:lnTo>
                  <a:lnTo>
                    <a:pt x="31935" y="3504"/>
                  </a:lnTo>
                  <a:lnTo>
                    <a:pt x="32295" y="3684"/>
                  </a:lnTo>
                  <a:lnTo>
                    <a:pt x="32430" y="3728"/>
                  </a:lnTo>
                  <a:lnTo>
                    <a:pt x="32564" y="3728"/>
                  </a:lnTo>
                  <a:lnTo>
                    <a:pt x="32789" y="3684"/>
                  </a:lnTo>
                  <a:lnTo>
                    <a:pt x="33013" y="3504"/>
                  </a:lnTo>
                  <a:lnTo>
                    <a:pt x="33103" y="3414"/>
                  </a:lnTo>
                  <a:lnTo>
                    <a:pt x="33193" y="3279"/>
                  </a:lnTo>
                  <a:lnTo>
                    <a:pt x="33238" y="3145"/>
                  </a:lnTo>
                  <a:lnTo>
                    <a:pt x="33238" y="3010"/>
                  </a:lnTo>
                  <a:lnTo>
                    <a:pt x="33193" y="2785"/>
                  </a:lnTo>
                  <a:lnTo>
                    <a:pt x="33058" y="2561"/>
                  </a:lnTo>
                  <a:lnTo>
                    <a:pt x="32924" y="2471"/>
                  </a:lnTo>
                  <a:lnTo>
                    <a:pt x="32834" y="2381"/>
                  </a:lnTo>
                  <a:lnTo>
                    <a:pt x="32385" y="2201"/>
                  </a:lnTo>
                  <a:lnTo>
                    <a:pt x="31307" y="1842"/>
                  </a:lnTo>
                  <a:lnTo>
                    <a:pt x="29824" y="1393"/>
                  </a:lnTo>
                  <a:lnTo>
                    <a:pt x="28926" y="1123"/>
                  </a:lnTo>
                  <a:lnTo>
                    <a:pt x="27938" y="899"/>
                  </a:lnTo>
                  <a:lnTo>
                    <a:pt x="26905" y="719"/>
                  </a:lnTo>
                  <a:lnTo>
                    <a:pt x="25827" y="540"/>
                  </a:lnTo>
                  <a:lnTo>
                    <a:pt x="24704" y="450"/>
                  </a:lnTo>
                  <a:lnTo>
                    <a:pt x="23536" y="360"/>
                  </a:lnTo>
                  <a:lnTo>
                    <a:pt x="22369" y="360"/>
                  </a:lnTo>
                  <a:lnTo>
                    <a:pt x="21201" y="450"/>
                  </a:lnTo>
                  <a:lnTo>
                    <a:pt x="20078" y="674"/>
                  </a:lnTo>
                  <a:lnTo>
                    <a:pt x="19494" y="764"/>
                  </a:lnTo>
                  <a:lnTo>
                    <a:pt x="18955" y="944"/>
                  </a:lnTo>
                  <a:lnTo>
                    <a:pt x="18281" y="719"/>
                  </a:lnTo>
                  <a:lnTo>
                    <a:pt x="17248" y="405"/>
                  </a:lnTo>
                  <a:lnTo>
                    <a:pt x="16664" y="270"/>
                  </a:lnTo>
                  <a:lnTo>
                    <a:pt x="15991" y="135"/>
                  </a:lnTo>
                  <a:lnTo>
                    <a:pt x="15272" y="45"/>
                  </a:lnTo>
                  <a:lnTo>
                    <a:pt x="14508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61"/>
            <p:cNvSpPr/>
            <p:nvPr/>
          </p:nvSpPr>
          <p:spPr>
            <a:xfrm>
              <a:off x="6555425" y="3662600"/>
              <a:ext cx="826450" cy="491825"/>
            </a:xfrm>
            <a:custGeom>
              <a:rect b="b" l="l" r="r" t="t"/>
              <a:pathLst>
                <a:path extrusionOk="0" h="19673" w="33058">
                  <a:moveTo>
                    <a:pt x="32384" y="0"/>
                  </a:moveTo>
                  <a:lnTo>
                    <a:pt x="32115" y="45"/>
                  </a:lnTo>
                  <a:lnTo>
                    <a:pt x="31890" y="180"/>
                  </a:lnTo>
                  <a:lnTo>
                    <a:pt x="31800" y="315"/>
                  </a:lnTo>
                  <a:lnTo>
                    <a:pt x="31711" y="404"/>
                  </a:lnTo>
                  <a:lnTo>
                    <a:pt x="31576" y="764"/>
                  </a:lnTo>
                  <a:lnTo>
                    <a:pt x="31127" y="1707"/>
                  </a:lnTo>
                  <a:lnTo>
                    <a:pt x="30408" y="3009"/>
                  </a:lnTo>
                  <a:lnTo>
                    <a:pt x="29914" y="3773"/>
                  </a:lnTo>
                  <a:lnTo>
                    <a:pt x="29420" y="4581"/>
                  </a:lnTo>
                  <a:lnTo>
                    <a:pt x="28836" y="5435"/>
                  </a:lnTo>
                  <a:lnTo>
                    <a:pt x="28162" y="6288"/>
                  </a:lnTo>
                  <a:lnTo>
                    <a:pt x="27489" y="7142"/>
                  </a:lnTo>
                  <a:lnTo>
                    <a:pt x="26725" y="7950"/>
                  </a:lnTo>
                  <a:lnTo>
                    <a:pt x="25917" y="8714"/>
                  </a:lnTo>
                  <a:lnTo>
                    <a:pt x="25063" y="9387"/>
                  </a:lnTo>
                  <a:lnTo>
                    <a:pt x="24210" y="10016"/>
                  </a:lnTo>
                  <a:lnTo>
                    <a:pt x="23716" y="10286"/>
                  </a:lnTo>
                  <a:lnTo>
                    <a:pt x="23267" y="10510"/>
                  </a:lnTo>
                  <a:lnTo>
                    <a:pt x="23042" y="10645"/>
                  </a:lnTo>
                  <a:lnTo>
                    <a:pt x="22907" y="10870"/>
                  </a:lnTo>
                  <a:lnTo>
                    <a:pt x="22772" y="11184"/>
                  </a:lnTo>
                  <a:lnTo>
                    <a:pt x="22413" y="11858"/>
                  </a:lnTo>
                  <a:lnTo>
                    <a:pt x="22144" y="12352"/>
                  </a:lnTo>
                  <a:lnTo>
                    <a:pt x="21829" y="12846"/>
                  </a:lnTo>
                  <a:lnTo>
                    <a:pt x="21425" y="13385"/>
                  </a:lnTo>
                  <a:lnTo>
                    <a:pt x="20976" y="13924"/>
                  </a:lnTo>
                  <a:lnTo>
                    <a:pt x="20482" y="14508"/>
                  </a:lnTo>
                  <a:lnTo>
                    <a:pt x="19943" y="15002"/>
                  </a:lnTo>
                  <a:lnTo>
                    <a:pt x="19314" y="15496"/>
                  </a:lnTo>
                  <a:lnTo>
                    <a:pt x="18640" y="15900"/>
                  </a:lnTo>
                  <a:lnTo>
                    <a:pt x="18281" y="16080"/>
                  </a:lnTo>
                  <a:lnTo>
                    <a:pt x="17922" y="16214"/>
                  </a:lnTo>
                  <a:lnTo>
                    <a:pt x="17562" y="16349"/>
                  </a:lnTo>
                  <a:lnTo>
                    <a:pt x="17158" y="16439"/>
                  </a:lnTo>
                  <a:lnTo>
                    <a:pt x="16754" y="16529"/>
                  </a:lnTo>
                  <a:lnTo>
                    <a:pt x="15856" y="16529"/>
                  </a:lnTo>
                  <a:lnTo>
                    <a:pt x="15406" y="16484"/>
                  </a:lnTo>
                  <a:lnTo>
                    <a:pt x="15137" y="16529"/>
                  </a:lnTo>
                  <a:lnTo>
                    <a:pt x="14912" y="16619"/>
                  </a:lnTo>
                  <a:lnTo>
                    <a:pt x="14418" y="16978"/>
                  </a:lnTo>
                  <a:lnTo>
                    <a:pt x="13834" y="17292"/>
                  </a:lnTo>
                  <a:lnTo>
                    <a:pt x="13071" y="17607"/>
                  </a:lnTo>
                  <a:lnTo>
                    <a:pt x="12622" y="17787"/>
                  </a:lnTo>
                  <a:lnTo>
                    <a:pt x="12128" y="17921"/>
                  </a:lnTo>
                  <a:lnTo>
                    <a:pt x="11589" y="18056"/>
                  </a:lnTo>
                  <a:lnTo>
                    <a:pt x="11005" y="18191"/>
                  </a:lnTo>
                  <a:lnTo>
                    <a:pt x="10421" y="18236"/>
                  </a:lnTo>
                  <a:lnTo>
                    <a:pt x="9792" y="18281"/>
                  </a:lnTo>
                  <a:lnTo>
                    <a:pt x="9163" y="18236"/>
                  </a:lnTo>
                  <a:lnTo>
                    <a:pt x="8489" y="18191"/>
                  </a:lnTo>
                  <a:lnTo>
                    <a:pt x="7995" y="18101"/>
                  </a:lnTo>
                  <a:lnTo>
                    <a:pt x="7501" y="17966"/>
                  </a:lnTo>
                  <a:lnTo>
                    <a:pt x="7052" y="17831"/>
                  </a:lnTo>
                  <a:lnTo>
                    <a:pt x="6558" y="17652"/>
                  </a:lnTo>
                  <a:lnTo>
                    <a:pt x="6064" y="17427"/>
                  </a:lnTo>
                  <a:lnTo>
                    <a:pt x="5615" y="17203"/>
                  </a:lnTo>
                  <a:lnTo>
                    <a:pt x="5166" y="16933"/>
                  </a:lnTo>
                  <a:lnTo>
                    <a:pt x="4717" y="16619"/>
                  </a:lnTo>
                  <a:lnTo>
                    <a:pt x="4223" y="16304"/>
                  </a:lnTo>
                  <a:lnTo>
                    <a:pt x="3818" y="15945"/>
                  </a:lnTo>
                  <a:lnTo>
                    <a:pt x="2920" y="15092"/>
                  </a:lnTo>
                  <a:lnTo>
                    <a:pt x="2067" y="14193"/>
                  </a:lnTo>
                  <a:lnTo>
                    <a:pt x="1258" y="13115"/>
                  </a:lnTo>
                  <a:lnTo>
                    <a:pt x="1168" y="13026"/>
                  </a:lnTo>
                  <a:lnTo>
                    <a:pt x="1078" y="12936"/>
                  </a:lnTo>
                  <a:lnTo>
                    <a:pt x="809" y="12846"/>
                  </a:lnTo>
                  <a:lnTo>
                    <a:pt x="539" y="12846"/>
                  </a:lnTo>
                  <a:lnTo>
                    <a:pt x="405" y="12891"/>
                  </a:lnTo>
                  <a:lnTo>
                    <a:pt x="315" y="12981"/>
                  </a:lnTo>
                  <a:lnTo>
                    <a:pt x="180" y="13070"/>
                  </a:lnTo>
                  <a:lnTo>
                    <a:pt x="135" y="13160"/>
                  </a:lnTo>
                  <a:lnTo>
                    <a:pt x="0" y="13430"/>
                  </a:lnTo>
                  <a:lnTo>
                    <a:pt x="45" y="13699"/>
                  </a:lnTo>
                  <a:lnTo>
                    <a:pt x="90" y="13834"/>
                  </a:lnTo>
                  <a:lnTo>
                    <a:pt x="135" y="13924"/>
                  </a:lnTo>
                  <a:lnTo>
                    <a:pt x="1034" y="15092"/>
                  </a:lnTo>
                  <a:lnTo>
                    <a:pt x="1528" y="15631"/>
                  </a:lnTo>
                  <a:lnTo>
                    <a:pt x="1977" y="16125"/>
                  </a:lnTo>
                  <a:lnTo>
                    <a:pt x="2471" y="16619"/>
                  </a:lnTo>
                  <a:lnTo>
                    <a:pt x="2965" y="17023"/>
                  </a:lnTo>
                  <a:lnTo>
                    <a:pt x="3459" y="17427"/>
                  </a:lnTo>
                  <a:lnTo>
                    <a:pt x="3998" y="17787"/>
                  </a:lnTo>
                  <a:lnTo>
                    <a:pt x="4492" y="18146"/>
                  </a:lnTo>
                  <a:lnTo>
                    <a:pt x="5031" y="18415"/>
                  </a:lnTo>
                  <a:lnTo>
                    <a:pt x="5525" y="18685"/>
                  </a:lnTo>
                  <a:lnTo>
                    <a:pt x="6064" y="18954"/>
                  </a:lnTo>
                  <a:lnTo>
                    <a:pt x="6603" y="19134"/>
                  </a:lnTo>
                  <a:lnTo>
                    <a:pt x="7187" y="19314"/>
                  </a:lnTo>
                  <a:lnTo>
                    <a:pt x="7726" y="19448"/>
                  </a:lnTo>
                  <a:lnTo>
                    <a:pt x="8310" y="19538"/>
                  </a:lnTo>
                  <a:lnTo>
                    <a:pt x="9028" y="19628"/>
                  </a:lnTo>
                  <a:lnTo>
                    <a:pt x="9747" y="19673"/>
                  </a:lnTo>
                  <a:lnTo>
                    <a:pt x="10241" y="19628"/>
                  </a:lnTo>
                  <a:lnTo>
                    <a:pt x="10780" y="19583"/>
                  </a:lnTo>
                  <a:lnTo>
                    <a:pt x="11768" y="19448"/>
                  </a:lnTo>
                  <a:lnTo>
                    <a:pt x="12667" y="19224"/>
                  </a:lnTo>
                  <a:lnTo>
                    <a:pt x="13430" y="18954"/>
                  </a:lnTo>
                  <a:lnTo>
                    <a:pt x="14149" y="18685"/>
                  </a:lnTo>
                  <a:lnTo>
                    <a:pt x="14733" y="18370"/>
                  </a:lnTo>
                  <a:lnTo>
                    <a:pt x="15182" y="18101"/>
                  </a:lnTo>
                  <a:lnTo>
                    <a:pt x="15541" y="17921"/>
                  </a:lnTo>
                  <a:lnTo>
                    <a:pt x="16484" y="17921"/>
                  </a:lnTo>
                  <a:lnTo>
                    <a:pt x="16933" y="17876"/>
                  </a:lnTo>
                  <a:lnTo>
                    <a:pt x="17383" y="17831"/>
                  </a:lnTo>
                  <a:lnTo>
                    <a:pt x="17787" y="17742"/>
                  </a:lnTo>
                  <a:lnTo>
                    <a:pt x="18191" y="17607"/>
                  </a:lnTo>
                  <a:lnTo>
                    <a:pt x="19000" y="17292"/>
                  </a:lnTo>
                  <a:lnTo>
                    <a:pt x="19718" y="16933"/>
                  </a:lnTo>
                  <a:lnTo>
                    <a:pt x="20347" y="16439"/>
                  </a:lnTo>
                  <a:lnTo>
                    <a:pt x="20976" y="15945"/>
                  </a:lnTo>
                  <a:lnTo>
                    <a:pt x="21515" y="15406"/>
                  </a:lnTo>
                  <a:lnTo>
                    <a:pt x="22054" y="14867"/>
                  </a:lnTo>
                  <a:lnTo>
                    <a:pt x="22503" y="14283"/>
                  </a:lnTo>
                  <a:lnTo>
                    <a:pt x="22862" y="13744"/>
                  </a:lnTo>
                  <a:lnTo>
                    <a:pt x="23222" y="13205"/>
                  </a:lnTo>
                  <a:lnTo>
                    <a:pt x="23761" y="12307"/>
                  </a:lnTo>
                  <a:lnTo>
                    <a:pt x="24075" y="11633"/>
                  </a:lnTo>
                  <a:lnTo>
                    <a:pt x="24569" y="11364"/>
                  </a:lnTo>
                  <a:lnTo>
                    <a:pt x="25063" y="11094"/>
                  </a:lnTo>
                  <a:lnTo>
                    <a:pt x="26006" y="10420"/>
                  </a:lnTo>
                  <a:lnTo>
                    <a:pt x="26905" y="9702"/>
                  </a:lnTo>
                  <a:lnTo>
                    <a:pt x="27758" y="8893"/>
                  </a:lnTo>
                  <a:lnTo>
                    <a:pt x="28522" y="8040"/>
                  </a:lnTo>
                  <a:lnTo>
                    <a:pt x="29285" y="7142"/>
                  </a:lnTo>
                  <a:lnTo>
                    <a:pt x="29914" y="6288"/>
                  </a:lnTo>
                  <a:lnTo>
                    <a:pt x="30543" y="5390"/>
                  </a:lnTo>
                  <a:lnTo>
                    <a:pt x="31082" y="4581"/>
                  </a:lnTo>
                  <a:lnTo>
                    <a:pt x="31576" y="3773"/>
                  </a:lnTo>
                  <a:lnTo>
                    <a:pt x="32339" y="2381"/>
                  </a:lnTo>
                  <a:lnTo>
                    <a:pt x="32789" y="1392"/>
                  </a:lnTo>
                  <a:lnTo>
                    <a:pt x="33013" y="943"/>
                  </a:lnTo>
                  <a:lnTo>
                    <a:pt x="33058" y="809"/>
                  </a:lnTo>
                  <a:lnTo>
                    <a:pt x="33058" y="674"/>
                  </a:lnTo>
                  <a:lnTo>
                    <a:pt x="33013" y="449"/>
                  </a:lnTo>
                  <a:lnTo>
                    <a:pt x="32878" y="225"/>
                  </a:lnTo>
                  <a:lnTo>
                    <a:pt x="32744" y="135"/>
                  </a:lnTo>
                  <a:lnTo>
                    <a:pt x="32654" y="45"/>
                  </a:lnTo>
                  <a:lnTo>
                    <a:pt x="3251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61"/>
            <p:cNvSpPr/>
            <p:nvPr/>
          </p:nvSpPr>
          <p:spPr>
            <a:xfrm>
              <a:off x="6565525" y="3676075"/>
              <a:ext cx="801775" cy="338000"/>
            </a:xfrm>
            <a:custGeom>
              <a:rect b="b" l="l" r="r" t="t"/>
              <a:pathLst>
                <a:path extrusionOk="0" h="13520" w="32071">
                  <a:moveTo>
                    <a:pt x="31621" y="0"/>
                  </a:moveTo>
                  <a:lnTo>
                    <a:pt x="29600" y="584"/>
                  </a:lnTo>
                  <a:lnTo>
                    <a:pt x="27534" y="1168"/>
                  </a:lnTo>
                  <a:lnTo>
                    <a:pt x="25513" y="1797"/>
                  </a:lnTo>
                  <a:lnTo>
                    <a:pt x="23491" y="2470"/>
                  </a:lnTo>
                  <a:lnTo>
                    <a:pt x="21470" y="3144"/>
                  </a:lnTo>
                  <a:lnTo>
                    <a:pt x="19449" y="3863"/>
                  </a:lnTo>
                  <a:lnTo>
                    <a:pt x="17473" y="4626"/>
                  </a:lnTo>
                  <a:lnTo>
                    <a:pt x="15496" y="5435"/>
                  </a:lnTo>
                  <a:lnTo>
                    <a:pt x="13520" y="6243"/>
                  </a:lnTo>
                  <a:lnTo>
                    <a:pt x="11589" y="7097"/>
                  </a:lnTo>
                  <a:lnTo>
                    <a:pt x="9613" y="7995"/>
                  </a:lnTo>
                  <a:lnTo>
                    <a:pt x="7726" y="8893"/>
                  </a:lnTo>
                  <a:lnTo>
                    <a:pt x="5795" y="9837"/>
                  </a:lnTo>
                  <a:lnTo>
                    <a:pt x="3908" y="10825"/>
                  </a:lnTo>
                  <a:lnTo>
                    <a:pt x="2022" y="11858"/>
                  </a:lnTo>
                  <a:lnTo>
                    <a:pt x="180" y="12891"/>
                  </a:lnTo>
                  <a:lnTo>
                    <a:pt x="46" y="12981"/>
                  </a:lnTo>
                  <a:lnTo>
                    <a:pt x="1" y="13115"/>
                  </a:lnTo>
                  <a:lnTo>
                    <a:pt x="1" y="13250"/>
                  </a:lnTo>
                  <a:lnTo>
                    <a:pt x="46" y="13340"/>
                  </a:lnTo>
                  <a:lnTo>
                    <a:pt x="180" y="13475"/>
                  </a:lnTo>
                  <a:lnTo>
                    <a:pt x="360" y="13520"/>
                  </a:lnTo>
                  <a:lnTo>
                    <a:pt x="495" y="13475"/>
                  </a:lnTo>
                  <a:lnTo>
                    <a:pt x="2381" y="12442"/>
                  </a:lnTo>
                  <a:lnTo>
                    <a:pt x="4223" y="11453"/>
                  </a:lnTo>
                  <a:lnTo>
                    <a:pt x="6109" y="10465"/>
                  </a:lnTo>
                  <a:lnTo>
                    <a:pt x="7996" y="9522"/>
                  </a:lnTo>
                  <a:lnTo>
                    <a:pt x="9927" y="8624"/>
                  </a:lnTo>
                  <a:lnTo>
                    <a:pt x="11858" y="7726"/>
                  </a:lnTo>
                  <a:lnTo>
                    <a:pt x="13790" y="6872"/>
                  </a:lnTo>
                  <a:lnTo>
                    <a:pt x="15766" y="6064"/>
                  </a:lnTo>
                  <a:lnTo>
                    <a:pt x="17697" y="5255"/>
                  </a:lnTo>
                  <a:lnTo>
                    <a:pt x="19674" y="4537"/>
                  </a:lnTo>
                  <a:lnTo>
                    <a:pt x="21695" y="3773"/>
                  </a:lnTo>
                  <a:lnTo>
                    <a:pt x="23671" y="3099"/>
                  </a:lnTo>
                  <a:lnTo>
                    <a:pt x="25692" y="2426"/>
                  </a:lnTo>
                  <a:lnTo>
                    <a:pt x="27713" y="1842"/>
                  </a:lnTo>
                  <a:lnTo>
                    <a:pt x="29779" y="1213"/>
                  </a:lnTo>
                  <a:lnTo>
                    <a:pt x="31801" y="674"/>
                  </a:lnTo>
                  <a:lnTo>
                    <a:pt x="31935" y="629"/>
                  </a:lnTo>
                  <a:lnTo>
                    <a:pt x="32025" y="494"/>
                  </a:lnTo>
                  <a:lnTo>
                    <a:pt x="32070" y="404"/>
                  </a:lnTo>
                  <a:lnTo>
                    <a:pt x="32070" y="270"/>
                  </a:lnTo>
                  <a:lnTo>
                    <a:pt x="32025" y="135"/>
                  </a:lnTo>
                  <a:lnTo>
                    <a:pt x="31890" y="45"/>
                  </a:lnTo>
                  <a:lnTo>
                    <a:pt x="31801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61"/>
            <p:cNvSpPr/>
            <p:nvPr/>
          </p:nvSpPr>
          <p:spPr>
            <a:xfrm>
              <a:off x="6665475" y="3804075"/>
              <a:ext cx="57275" cy="98825"/>
            </a:xfrm>
            <a:custGeom>
              <a:rect b="b" l="l" r="r" t="t"/>
              <a:pathLst>
                <a:path extrusionOk="0" h="3953" w="2291">
                  <a:moveTo>
                    <a:pt x="1842" y="0"/>
                  </a:moveTo>
                  <a:lnTo>
                    <a:pt x="1707" y="90"/>
                  </a:lnTo>
                  <a:lnTo>
                    <a:pt x="1617" y="180"/>
                  </a:lnTo>
                  <a:lnTo>
                    <a:pt x="45" y="3459"/>
                  </a:lnTo>
                  <a:lnTo>
                    <a:pt x="0" y="3594"/>
                  </a:lnTo>
                  <a:lnTo>
                    <a:pt x="45" y="3728"/>
                  </a:lnTo>
                  <a:lnTo>
                    <a:pt x="90" y="3818"/>
                  </a:lnTo>
                  <a:lnTo>
                    <a:pt x="225" y="3908"/>
                  </a:lnTo>
                  <a:lnTo>
                    <a:pt x="359" y="3953"/>
                  </a:lnTo>
                  <a:lnTo>
                    <a:pt x="539" y="3908"/>
                  </a:lnTo>
                  <a:lnTo>
                    <a:pt x="629" y="3818"/>
                  </a:lnTo>
                  <a:lnTo>
                    <a:pt x="674" y="3728"/>
                  </a:lnTo>
                  <a:lnTo>
                    <a:pt x="2246" y="494"/>
                  </a:lnTo>
                  <a:lnTo>
                    <a:pt x="2291" y="360"/>
                  </a:lnTo>
                  <a:lnTo>
                    <a:pt x="2291" y="225"/>
                  </a:lnTo>
                  <a:lnTo>
                    <a:pt x="2201" y="135"/>
                  </a:lnTo>
                  <a:lnTo>
                    <a:pt x="2111" y="45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61"/>
            <p:cNvSpPr/>
            <p:nvPr/>
          </p:nvSpPr>
          <p:spPr>
            <a:xfrm>
              <a:off x="6750800" y="3714250"/>
              <a:ext cx="113450" cy="135875"/>
            </a:xfrm>
            <a:custGeom>
              <a:rect b="b" l="l" r="r" t="t"/>
              <a:pathLst>
                <a:path extrusionOk="0" h="5435" w="4538">
                  <a:moveTo>
                    <a:pt x="4223" y="0"/>
                  </a:moveTo>
                  <a:lnTo>
                    <a:pt x="4088" y="45"/>
                  </a:lnTo>
                  <a:lnTo>
                    <a:pt x="3953" y="90"/>
                  </a:lnTo>
                  <a:lnTo>
                    <a:pt x="2875" y="1213"/>
                  </a:lnTo>
                  <a:lnTo>
                    <a:pt x="1842" y="2381"/>
                  </a:lnTo>
                  <a:lnTo>
                    <a:pt x="899" y="3593"/>
                  </a:lnTo>
                  <a:lnTo>
                    <a:pt x="46" y="4896"/>
                  </a:lnTo>
                  <a:lnTo>
                    <a:pt x="1" y="5031"/>
                  </a:lnTo>
                  <a:lnTo>
                    <a:pt x="1" y="5165"/>
                  </a:lnTo>
                  <a:lnTo>
                    <a:pt x="46" y="5300"/>
                  </a:lnTo>
                  <a:lnTo>
                    <a:pt x="135" y="5390"/>
                  </a:lnTo>
                  <a:lnTo>
                    <a:pt x="225" y="5435"/>
                  </a:lnTo>
                  <a:lnTo>
                    <a:pt x="360" y="5435"/>
                  </a:lnTo>
                  <a:lnTo>
                    <a:pt x="495" y="5390"/>
                  </a:lnTo>
                  <a:lnTo>
                    <a:pt x="630" y="5255"/>
                  </a:lnTo>
                  <a:lnTo>
                    <a:pt x="1483" y="3998"/>
                  </a:lnTo>
                  <a:lnTo>
                    <a:pt x="2381" y="2830"/>
                  </a:lnTo>
                  <a:lnTo>
                    <a:pt x="3369" y="1662"/>
                  </a:lnTo>
                  <a:lnTo>
                    <a:pt x="4447" y="629"/>
                  </a:lnTo>
                  <a:lnTo>
                    <a:pt x="4492" y="494"/>
                  </a:lnTo>
                  <a:lnTo>
                    <a:pt x="4537" y="360"/>
                  </a:lnTo>
                  <a:lnTo>
                    <a:pt x="4537" y="225"/>
                  </a:lnTo>
                  <a:lnTo>
                    <a:pt x="4447" y="135"/>
                  </a:lnTo>
                  <a:lnTo>
                    <a:pt x="4313" y="45"/>
                  </a:lnTo>
                  <a:lnTo>
                    <a:pt x="422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61"/>
            <p:cNvSpPr/>
            <p:nvPr/>
          </p:nvSpPr>
          <p:spPr>
            <a:xfrm>
              <a:off x="6844000" y="3729975"/>
              <a:ext cx="56175" cy="75250"/>
            </a:xfrm>
            <a:custGeom>
              <a:rect b="b" l="l" r="r" t="t"/>
              <a:pathLst>
                <a:path extrusionOk="0" h="3010" w="2247">
                  <a:moveTo>
                    <a:pt x="1842" y="0"/>
                  </a:moveTo>
                  <a:lnTo>
                    <a:pt x="1707" y="45"/>
                  </a:lnTo>
                  <a:lnTo>
                    <a:pt x="1618" y="135"/>
                  </a:lnTo>
                  <a:lnTo>
                    <a:pt x="46" y="2470"/>
                  </a:lnTo>
                  <a:lnTo>
                    <a:pt x="1" y="2605"/>
                  </a:lnTo>
                  <a:lnTo>
                    <a:pt x="1" y="2740"/>
                  </a:lnTo>
                  <a:lnTo>
                    <a:pt x="46" y="2875"/>
                  </a:lnTo>
                  <a:lnTo>
                    <a:pt x="135" y="2964"/>
                  </a:lnTo>
                  <a:lnTo>
                    <a:pt x="270" y="3009"/>
                  </a:lnTo>
                  <a:lnTo>
                    <a:pt x="360" y="3009"/>
                  </a:lnTo>
                  <a:lnTo>
                    <a:pt x="495" y="2964"/>
                  </a:lnTo>
                  <a:lnTo>
                    <a:pt x="629" y="2875"/>
                  </a:lnTo>
                  <a:lnTo>
                    <a:pt x="2202" y="539"/>
                  </a:lnTo>
                  <a:lnTo>
                    <a:pt x="2246" y="404"/>
                  </a:lnTo>
                  <a:lnTo>
                    <a:pt x="2246" y="270"/>
                  </a:lnTo>
                  <a:lnTo>
                    <a:pt x="2202" y="135"/>
                  </a:lnTo>
                  <a:lnTo>
                    <a:pt x="2067" y="45"/>
                  </a:lnTo>
                  <a:lnTo>
                    <a:pt x="1977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61"/>
            <p:cNvSpPr/>
            <p:nvPr/>
          </p:nvSpPr>
          <p:spPr>
            <a:xfrm>
              <a:off x="6932700" y="3740075"/>
              <a:ext cx="30350" cy="32575"/>
            </a:xfrm>
            <a:custGeom>
              <a:rect b="b" l="l" r="r" t="t"/>
              <a:pathLst>
                <a:path extrusionOk="0" h="1303" w="1214">
                  <a:moveTo>
                    <a:pt x="854" y="0"/>
                  </a:moveTo>
                  <a:lnTo>
                    <a:pt x="720" y="45"/>
                  </a:lnTo>
                  <a:lnTo>
                    <a:pt x="630" y="135"/>
                  </a:lnTo>
                  <a:lnTo>
                    <a:pt x="91" y="719"/>
                  </a:lnTo>
                  <a:lnTo>
                    <a:pt x="1" y="854"/>
                  </a:lnTo>
                  <a:lnTo>
                    <a:pt x="1" y="988"/>
                  </a:lnTo>
                  <a:lnTo>
                    <a:pt x="46" y="1123"/>
                  </a:lnTo>
                  <a:lnTo>
                    <a:pt x="91" y="1213"/>
                  </a:lnTo>
                  <a:lnTo>
                    <a:pt x="226" y="1303"/>
                  </a:lnTo>
                  <a:lnTo>
                    <a:pt x="315" y="1303"/>
                  </a:lnTo>
                  <a:lnTo>
                    <a:pt x="495" y="1258"/>
                  </a:lnTo>
                  <a:lnTo>
                    <a:pt x="585" y="1213"/>
                  </a:lnTo>
                  <a:lnTo>
                    <a:pt x="1124" y="584"/>
                  </a:lnTo>
                  <a:lnTo>
                    <a:pt x="1214" y="449"/>
                  </a:lnTo>
                  <a:lnTo>
                    <a:pt x="1214" y="315"/>
                  </a:lnTo>
                  <a:lnTo>
                    <a:pt x="1169" y="225"/>
                  </a:lnTo>
                  <a:lnTo>
                    <a:pt x="1124" y="90"/>
                  </a:lnTo>
                  <a:lnTo>
                    <a:pt x="989" y="45"/>
                  </a:lnTo>
                  <a:lnTo>
                    <a:pt x="854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61"/>
            <p:cNvSpPr/>
            <p:nvPr/>
          </p:nvSpPr>
          <p:spPr>
            <a:xfrm>
              <a:off x="6979875" y="3708625"/>
              <a:ext cx="61775" cy="51675"/>
            </a:xfrm>
            <a:custGeom>
              <a:rect b="b" l="l" r="r" t="t"/>
              <a:pathLst>
                <a:path extrusionOk="0" h="2067" w="2471">
                  <a:moveTo>
                    <a:pt x="2066" y="1"/>
                  </a:moveTo>
                  <a:lnTo>
                    <a:pt x="1932" y="46"/>
                  </a:lnTo>
                  <a:lnTo>
                    <a:pt x="135" y="1438"/>
                  </a:lnTo>
                  <a:lnTo>
                    <a:pt x="45" y="1528"/>
                  </a:lnTo>
                  <a:lnTo>
                    <a:pt x="0" y="1663"/>
                  </a:lnTo>
                  <a:lnTo>
                    <a:pt x="0" y="1797"/>
                  </a:lnTo>
                  <a:lnTo>
                    <a:pt x="90" y="1932"/>
                  </a:lnTo>
                  <a:lnTo>
                    <a:pt x="180" y="2022"/>
                  </a:lnTo>
                  <a:lnTo>
                    <a:pt x="360" y="2067"/>
                  </a:lnTo>
                  <a:lnTo>
                    <a:pt x="450" y="2067"/>
                  </a:lnTo>
                  <a:lnTo>
                    <a:pt x="539" y="1977"/>
                  </a:lnTo>
                  <a:lnTo>
                    <a:pt x="2336" y="585"/>
                  </a:lnTo>
                  <a:lnTo>
                    <a:pt x="2426" y="495"/>
                  </a:lnTo>
                  <a:lnTo>
                    <a:pt x="2471" y="360"/>
                  </a:lnTo>
                  <a:lnTo>
                    <a:pt x="2471" y="225"/>
                  </a:lnTo>
                  <a:lnTo>
                    <a:pt x="2426" y="135"/>
                  </a:lnTo>
                  <a:lnTo>
                    <a:pt x="2336" y="46"/>
                  </a:lnTo>
                  <a:lnTo>
                    <a:pt x="2201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61"/>
            <p:cNvSpPr/>
            <p:nvPr/>
          </p:nvSpPr>
          <p:spPr>
            <a:xfrm>
              <a:off x="7101150" y="3660350"/>
              <a:ext cx="59525" cy="50550"/>
            </a:xfrm>
            <a:custGeom>
              <a:rect b="b" l="l" r="r" t="t"/>
              <a:pathLst>
                <a:path extrusionOk="0" h="2022" w="2381">
                  <a:moveTo>
                    <a:pt x="1932" y="0"/>
                  </a:moveTo>
                  <a:lnTo>
                    <a:pt x="1797" y="90"/>
                  </a:lnTo>
                  <a:lnTo>
                    <a:pt x="135" y="1393"/>
                  </a:lnTo>
                  <a:lnTo>
                    <a:pt x="45" y="1527"/>
                  </a:lnTo>
                  <a:lnTo>
                    <a:pt x="0" y="1662"/>
                  </a:lnTo>
                  <a:lnTo>
                    <a:pt x="0" y="1797"/>
                  </a:lnTo>
                  <a:lnTo>
                    <a:pt x="45" y="1887"/>
                  </a:lnTo>
                  <a:lnTo>
                    <a:pt x="180" y="1977"/>
                  </a:lnTo>
                  <a:lnTo>
                    <a:pt x="315" y="2021"/>
                  </a:lnTo>
                  <a:lnTo>
                    <a:pt x="449" y="2021"/>
                  </a:lnTo>
                  <a:lnTo>
                    <a:pt x="539" y="1977"/>
                  </a:lnTo>
                  <a:lnTo>
                    <a:pt x="2246" y="629"/>
                  </a:lnTo>
                  <a:lnTo>
                    <a:pt x="2336" y="494"/>
                  </a:lnTo>
                  <a:lnTo>
                    <a:pt x="2381" y="405"/>
                  </a:lnTo>
                  <a:lnTo>
                    <a:pt x="2336" y="270"/>
                  </a:lnTo>
                  <a:lnTo>
                    <a:pt x="2291" y="135"/>
                  </a:lnTo>
                  <a:lnTo>
                    <a:pt x="2201" y="45"/>
                  </a:lnTo>
                  <a:lnTo>
                    <a:pt x="206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61"/>
            <p:cNvSpPr/>
            <p:nvPr/>
          </p:nvSpPr>
          <p:spPr>
            <a:xfrm>
              <a:off x="6676700" y="4000575"/>
              <a:ext cx="185300" cy="73025"/>
            </a:xfrm>
            <a:custGeom>
              <a:rect b="b" l="l" r="r" t="t"/>
              <a:pathLst>
                <a:path extrusionOk="0" h="2921" w="7412">
                  <a:moveTo>
                    <a:pt x="315" y="1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135" y="629"/>
                  </a:lnTo>
                  <a:lnTo>
                    <a:pt x="854" y="1168"/>
                  </a:lnTo>
                  <a:lnTo>
                    <a:pt x="1617" y="1618"/>
                  </a:lnTo>
                  <a:lnTo>
                    <a:pt x="2426" y="1977"/>
                  </a:lnTo>
                  <a:lnTo>
                    <a:pt x="3234" y="2336"/>
                  </a:lnTo>
                  <a:lnTo>
                    <a:pt x="4088" y="2561"/>
                  </a:lnTo>
                  <a:lnTo>
                    <a:pt x="4986" y="2785"/>
                  </a:lnTo>
                  <a:lnTo>
                    <a:pt x="5839" y="2875"/>
                  </a:lnTo>
                  <a:lnTo>
                    <a:pt x="6738" y="2920"/>
                  </a:lnTo>
                  <a:lnTo>
                    <a:pt x="7097" y="2920"/>
                  </a:lnTo>
                  <a:lnTo>
                    <a:pt x="7232" y="2875"/>
                  </a:lnTo>
                  <a:lnTo>
                    <a:pt x="7321" y="2785"/>
                  </a:lnTo>
                  <a:lnTo>
                    <a:pt x="7411" y="2695"/>
                  </a:lnTo>
                  <a:lnTo>
                    <a:pt x="7411" y="2561"/>
                  </a:lnTo>
                  <a:lnTo>
                    <a:pt x="7366" y="2426"/>
                  </a:lnTo>
                  <a:lnTo>
                    <a:pt x="7321" y="2336"/>
                  </a:lnTo>
                  <a:lnTo>
                    <a:pt x="7187" y="2246"/>
                  </a:lnTo>
                  <a:lnTo>
                    <a:pt x="7052" y="2246"/>
                  </a:lnTo>
                  <a:lnTo>
                    <a:pt x="6199" y="2201"/>
                  </a:lnTo>
                  <a:lnTo>
                    <a:pt x="5300" y="2112"/>
                  </a:lnTo>
                  <a:lnTo>
                    <a:pt x="4447" y="1977"/>
                  </a:lnTo>
                  <a:lnTo>
                    <a:pt x="3638" y="1707"/>
                  </a:lnTo>
                  <a:lnTo>
                    <a:pt x="2785" y="1438"/>
                  </a:lnTo>
                  <a:lnTo>
                    <a:pt x="2022" y="1034"/>
                  </a:lnTo>
                  <a:lnTo>
                    <a:pt x="1258" y="584"/>
                  </a:lnTo>
                  <a:lnTo>
                    <a:pt x="539" y="90"/>
                  </a:lnTo>
                  <a:lnTo>
                    <a:pt x="449" y="45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61"/>
            <p:cNvSpPr/>
            <p:nvPr/>
          </p:nvSpPr>
          <p:spPr>
            <a:xfrm>
              <a:off x="6773275" y="3978125"/>
              <a:ext cx="83100" cy="42700"/>
            </a:xfrm>
            <a:custGeom>
              <a:rect b="b" l="l" r="r" t="t"/>
              <a:pathLst>
                <a:path extrusionOk="0" h="1708" w="3324">
                  <a:moveTo>
                    <a:pt x="225" y="0"/>
                  </a:moveTo>
                  <a:lnTo>
                    <a:pt x="90" y="90"/>
                  </a:lnTo>
                  <a:lnTo>
                    <a:pt x="0" y="180"/>
                  </a:lnTo>
                  <a:lnTo>
                    <a:pt x="0" y="315"/>
                  </a:lnTo>
                  <a:lnTo>
                    <a:pt x="0" y="449"/>
                  </a:lnTo>
                  <a:lnTo>
                    <a:pt x="90" y="584"/>
                  </a:lnTo>
                  <a:lnTo>
                    <a:pt x="359" y="809"/>
                  </a:lnTo>
                  <a:lnTo>
                    <a:pt x="674" y="1033"/>
                  </a:lnTo>
                  <a:lnTo>
                    <a:pt x="988" y="1258"/>
                  </a:lnTo>
                  <a:lnTo>
                    <a:pt x="1347" y="1393"/>
                  </a:lnTo>
                  <a:lnTo>
                    <a:pt x="1707" y="1527"/>
                  </a:lnTo>
                  <a:lnTo>
                    <a:pt x="2066" y="1617"/>
                  </a:lnTo>
                  <a:lnTo>
                    <a:pt x="2425" y="1662"/>
                  </a:lnTo>
                  <a:lnTo>
                    <a:pt x="2830" y="1707"/>
                  </a:lnTo>
                  <a:lnTo>
                    <a:pt x="3009" y="1662"/>
                  </a:lnTo>
                  <a:lnTo>
                    <a:pt x="3144" y="1662"/>
                  </a:lnTo>
                  <a:lnTo>
                    <a:pt x="3234" y="1572"/>
                  </a:lnTo>
                  <a:lnTo>
                    <a:pt x="3324" y="1438"/>
                  </a:lnTo>
                  <a:lnTo>
                    <a:pt x="3324" y="1303"/>
                  </a:lnTo>
                  <a:lnTo>
                    <a:pt x="3324" y="1168"/>
                  </a:lnTo>
                  <a:lnTo>
                    <a:pt x="3234" y="1078"/>
                  </a:lnTo>
                  <a:lnTo>
                    <a:pt x="3099" y="988"/>
                  </a:lnTo>
                  <a:lnTo>
                    <a:pt x="2650" y="988"/>
                  </a:lnTo>
                  <a:lnTo>
                    <a:pt x="2336" y="943"/>
                  </a:lnTo>
                  <a:lnTo>
                    <a:pt x="1976" y="899"/>
                  </a:lnTo>
                  <a:lnTo>
                    <a:pt x="1662" y="764"/>
                  </a:lnTo>
                  <a:lnTo>
                    <a:pt x="1392" y="629"/>
                  </a:lnTo>
                  <a:lnTo>
                    <a:pt x="1078" y="494"/>
                  </a:lnTo>
                  <a:lnTo>
                    <a:pt x="808" y="315"/>
                  </a:lnTo>
                  <a:lnTo>
                    <a:pt x="584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61"/>
            <p:cNvSpPr/>
            <p:nvPr/>
          </p:nvSpPr>
          <p:spPr>
            <a:xfrm>
              <a:off x="6885550" y="3932075"/>
              <a:ext cx="79750" cy="24725"/>
            </a:xfrm>
            <a:custGeom>
              <a:rect b="b" l="l" r="r" t="t"/>
              <a:pathLst>
                <a:path extrusionOk="0" h="989" w="3190">
                  <a:moveTo>
                    <a:pt x="270" y="1"/>
                  </a:moveTo>
                  <a:lnTo>
                    <a:pt x="135" y="46"/>
                  </a:lnTo>
                  <a:lnTo>
                    <a:pt x="45" y="135"/>
                  </a:lnTo>
                  <a:lnTo>
                    <a:pt x="1" y="270"/>
                  </a:lnTo>
                  <a:lnTo>
                    <a:pt x="45" y="405"/>
                  </a:lnTo>
                  <a:lnTo>
                    <a:pt x="90" y="540"/>
                  </a:lnTo>
                  <a:lnTo>
                    <a:pt x="180" y="630"/>
                  </a:lnTo>
                  <a:lnTo>
                    <a:pt x="315" y="674"/>
                  </a:lnTo>
                  <a:lnTo>
                    <a:pt x="2785" y="989"/>
                  </a:lnTo>
                  <a:lnTo>
                    <a:pt x="2965" y="989"/>
                  </a:lnTo>
                  <a:lnTo>
                    <a:pt x="3055" y="899"/>
                  </a:lnTo>
                  <a:lnTo>
                    <a:pt x="3145" y="809"/>
                  </a:lnTo>
                  <a:lnTo>
                    <a:pt x="3190" y="719"/>
                  </a:lnTo>
                  <a:lnTo>
                    <a:pt x="3190" y="585"/>
                  </a:lnTo>
                  <a:lnTo>
                    <a:pt x="3100" y="450"/>
                  </a:lnTo>
                  <a:lnTo>
                    <a:pt x="3010" y="360"/>
                  </a:lnTo>
                  <a:lnTo>
                    <a:pt x="2875" y="31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61"/>
            <p:cNvSpPr/>
            <p:nvPr/>
          </p:nvSpPr>
          <p:spPr>
            <a:xfrm>
              <a:off x="6978750" y="3892775"/>
              <a:ext cx="52800" cy="19125"/>
            </a:xfrm>
            <a:custGeom>
              <a:rect b="b" l="l" r="r" t="t"/>
              <a:pathLst>
                <a:path extrusionOk="0" h="765" w="2112">
                  <a:moveTo>
                    <a:pt x="1752" y="1"/>
                  </a:moveTo>
                  <a:lnTo>
                    <a:pt x="315" y="46"/>
                  </a:lnTo>
                  <a:lnTo>
                    <a:pt x="225" y="91"/>
                  </a:lnTo>
                  <a:lnTo>
                    <a:pt x="90" y="180"/>
                  </a:lnTo>
                  <a:lnTo>
                    <a:pt x="45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90" y="630"/>
                  </a:lnTo>
                  <a:lnTo>
                    <a:pt x="225" y="719"/>
                  </a:lnTo>
                  <a:lnTo>
                    <a:pt x="360" y="764"/>
                  </a:lnTo>
                  <a:lnTo>
                    <a:pt x="1797" y="674"/>
                  </a:lnTo>
                  <a:lnTo>
                    <a:pt x="1932" y="674"/>
                  </a:lnTo>
                  <a:lnTo>
                    <a:pt x="2022" y="585"/>
                  </a:lnTo>
                  <a:lnTo>
                    <a:pt x="2111" y="450"/>
                  </a:lnTo>
                  <a:lnTo>
                    <a:pt x="2111" y="315"/>
                  </a:lnTo>
                  <a:lnTo>
                    <a:pt x="2067" y="225"/>
                  </a:lnTo>
                  <a:lnTo>
                    <a:pt x="2022" y="91"/>
                  </a:lnTo>
                  <a:lnTo>
                    <a:pt x="1887" y="46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61"/>
            <p:cNvSpPr/>
            <p:nvPr/>
          </p:nvSpPr>
          <p:spPr>
            <a:xfrm>
              <a:off x="7053975" y="3838875"/>
              <a:ext cx="47200" cy="22500"/>
            </a:xfrm>
            <a:custGeom>
              <a:rect b="b" l="l" r="r" t="t"/>
              <a:pathLst>
                <a:path extrusionOk="0" h="900" w="1888">
                  <a:moveTo>
                    <a:pt x="1483" y="1"/>
                  </a:moveTo>
                  <a:lnTo>
                    <a:pt x="270" y="225"/>
                  </a:lnTo>
                  <a:lnTo>
                    <a:pt x="136" y="270"/>
                  </a:lnTo>
                  <a:lnTo>
                    <a:pt x="46" y="360"/>
                  </a:lnTo>
                  <a:lnTo>
                    <a:pt x="1" y="495"/>
                  </a:lnTo>
                  <a:lnTo>
                    <a:pt x="1" y="630"/>
                  </a:lnTo>
                  <a:lnTo>
                    <a:pt x="46" y="719"/>
                  </a:lnTo>
                  <a:lnTo>
                    <a:pt x="136" y="809"/>
                  </a:lnTo>
                  <a:lnTo>
                    <a:pt x="225" y="899"/>
                  </a:lnTo>
                  <a:lnTo>
                    <a:pt x="405" y="899"/>
                  </a:lnTo>
                  <a:lnTo>
                    <a:pt x="1618" y="675"/>
                  </a:lnTo>
                  <a:lnTo>
                    <a:pt x="1752" y="630"/>
                  </a:lnTo>
                  <a:lnTo>
                    <a:pt x="1842" y="540"/>
                  </a:lnTo>
                  <a:lnTo>
                    <a:pt x="1887" y="405"/>
                  </a:lnTo>
                  <a:lnTo>
                    <a:pt x="1887" y="270"/>
                  </a:lnTo>
                  <a:lnTo>
                    <a:pt x="1842" y="136"/>
                  </a:lnTo>
                  <a:lnTo>
                    <a:pt x="1752" y="46"/>
                  </a:lnTo>
                  <a:lnTo>
                    <a:pt x="1618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61"/>
            <p:cNvSpPr/>
            <p:nvPr/>
          </p:nvSpPr>
          <p:spPr>
            <a:xfrm>
              <a:off x="7149425" y="3797325"/>
              <a:ext cx="52800" cy="24750"/>
            </a:xfrm>
            <a:custGeom>
              <a:rect b="b" l="l" r="r" t="t"/>
              <a:pathLst>
                <a:path extrusionOk="0" h="990" w="2112">
                  <a:moveTo>
                    <a:pt x="1707" y="1"/>
                  </a:moveTo>
                  <a:lnTo>
                    <a:pt x="270" y="315"/>
                  </a:lnTo>
                  <a:lnTo>
                    <a:pt x="135" y="405"/>
                  </a:lnTo>
                  <a:lnTo>
                    <a:pt x="46" y="495"/>
                  </a:lnTo>
                  <a:lnTo>
                    <a:pt x="1" y="585"/>
                  </a:lnTo>
                  <a:lnTo>
                    <a:pt x="1" y="720"/>
                  </a:lnTo>
                  <a:lnTo>
                    <a:pt x="46" y="854"/>
                  </a:lnTo>
                  <a:lnTo>
                    <a:pt x="135" y="944"/>
                  </a:lnTo>
                  <a:lnTo>
                    <a:pt x="225" y="989"/>
                  </a:lnTo>
                  <a:lnTo>
                    <a:pt x="405" y="989"/>
                  </a:lnTo>
                  <a:lnTo>
                    <a:pt x="1842" y="675"/>
                  </a:lnTo>
                  <a:lnTo>
                    <a:pt x="1977" y="630"/>
                  </a:lnTo>
                  <a:lnTo>
                    <a:pt x="2067" y="540"/>
                  </a:lnTo>
                  <a:lnTo>
                    <a:pt x="2112" y="405"/>
                  </a:lnTo>
                  <a:lnTo>
                    <a:pt x="2112" y="270"/>
                  </a:lnTo>
                  <a:lnTo>
                    <a:pt x="2067" y="136"/>
                  </a:lnTo>
                  <a:lnTo>
                    <a:pt x="1977" y="46"/>
                  </a:lnTo>
                  <a:lnTo>
                    <a:pt x="1842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61"/>
            <p:cNvSpPr/>
            <p:nvPr/>
          </p:nvSpPr>
          <p:spPr>
            <a:xfrm>
              <a:off x="6394850" y="2986625"/>
              <a:ext cx="463775" cy="1002750"/>
            </a:xfrm>
            <a:custGeom>
              <a:rect b="b" l="l" r="r" t="t"/>
              <a:pathLst>
                <a:path extrusionOk="0" h="40110" w="18551">
                  <a:moveTo>
                    <a:pt x="13385" y="7636"/>
                  </a:moveTo>
                  <a:lnTo>
                    <a:pt x="13430" y="7681"/>
                  </a:lnTo>
                  <a:lnTo>
                    <a:pt x="13655" y="10421"/>
                  </a:lnTo>
                  <a:lnTo>
                    <a:pt x="13655" y="10465"/>
                  </a:lnTo>
                  <a:lnTo>
                    <a:pt x="13610" y="10465"/>
                  </a:lnTo>
                  <a:lnTo>
                    <a:pt x="13610" y="10690"/>
                  </a:lnTo>
                  <a:lnTo>
                    <a:pt x="13565" y="10421"/>
                  </a:lnTo>
                  <a:lnTo>
                    <a:pt x="13296" y="7681"/>
                  </a:lnTo>
                  <a:lnTo>
                    <a:pt x="13340" y="7636"/>
                  </a:lnTo>
                  <a:close/>
                  <a:moveTo>
                    <a:pt x="11095" y="12711"/>
                  </a:moveTo>
                  <a:lnTo>
                    <a:pt x="12038" y="17113"/>
                  </a:lnTo>
                  <a:lnTo>
                    <a:pt x="11993" y="17158"/>
                  </a:lnTo>
                  <a:lnTo>
                    <a:pt x="11948" y="17158"/>
                  </a:lnTo>
                  <a:lnTo>
                    <a:pt x="10960" y="12756"/>
                  </a:lnTo>
                  <a:lnTo>
                    <a:pt x="11005" y="12711"/>
                  </a:lnTo>
                  <a:close/>
                  <a:moveTo>
                    <a:pt x="6154" y="13744"/>
                  </a:moveTo>
                  <a:lnTo>
                    <a:pt x="6199" y="13789"/>
                  </a:lnTo>
                  <a:lnTo>
                    <a:pt x="6289" y="15271"/>
                  </a:lnTo>
                  <a:lnTo>
                    <a:pt x="6513" y="16754"/>
                  </a:lnTo>
                  <a:lnTo>
                    <a:pt x="6873" y="18191"/>
                  </a:lnTo>
                  <a:lnTo>
                    <a:pt x="7277" y="19628"/>
                  </a:lnTo>
                  <a:lnTo>
                    <a:pt x="7816" y="21021"/>
                  </a:lnTo>
                  <a:lnTo>
                    <a:pt x="8400" y="22368"/>
                  </a:lnTo>
                  <a:lnTo>
                    <a:pt x="9118" y="23670"/>
                  </a:lnTo>
                  <a:lnTo>
                    <a:pt x="9882" y="24928"/>
                  </a:lnTo>
                  <a:lnTo>
                    <a:pt x="9882" y="25018"/>
                  </a:lnTo>
                  <a:lnTo>
                    <a:pt x="9792" y="24973"/>
                  </a:lnTo>
                  <a:lnTo>
                    <a:pt x="9029" y="23715"/>
                  </a:lnTo>
                  <a:lnTo>
                    <a:pt x="8310" y="22413"/>
                  </a:lnTo>
                  <a:lnTo>
                    <a:pt x="7726" y="21065"/>
                  </a:lnTo>
                  <a:lnTo>
                    <a:pt x="7187" y="19628"/>
                  </a:lnTo>
                  <a:lnTo>
                    <a:pt x="6783" y="18236"/>
                  </a:lnTo>
                  <a:lnTo>
                    <a:pt x="6423" y="16754"/>
                  </a:lnTo>
                  <a:lnTo>
                    <a:pt x="6199" y="15271"/>
                  </a:lnTo>
                  <a:lnTo>
                    <a:pt x="6064" y="13789"/>
                  </a:lnTo>
                  <a:lnTo>
                    <a:pt x="6109" y="13744"/>
                  </a:lnTo>
                  <a:close/>
                  <a:moveTo>
                    <a:pt x="6468" y="23356"/>
                  </a:moveTo>
                  <a:lnTo>
                    <a:pt x="8579" y="26725"/>
                  </a:lnTo>
                  <a:lnTo>
                    <a:pt x="8579" y="26770"/>
                  </a:lnTo>
                  <a:lnTo>
                    <a:pt x="8534" y="26815"/>
                  </a:lnTo>
                  <a:lnTo>
                    <a:pt x="8669" y="26994"/>
                  </a:lnTo>
                  <a:lnTo>
                    <a:pt x="8490" y="26815"/>
                  </a:lnTo>
                  <a:lnTo>
                    <a:pt x="6379" y="23446"/>
                  </a:lnTo>
                  <a:lnTo>
                    <a:pt x="6379" y="23401"/>
                  </a:lnTo>
                  <a:lnTo>
                    <a:pt x="6423" y="23356"/>
                  </a:lnTo>
                  <a:close/>
                  <a:moveTo>
                    <a:pt x="7322" y="28701"/>
                  </a:moveTo>
                  <a:lnTo>
                    <a:pt x="7322" y="28746"/>
                  </a:lnTo>
                  <a:lnTo>
                    <a:pt x="7996" y="29689"/>
                  </a:lnTo>
                  <a:lnTo>
                    <a:pt x="7996" y="29734"/>
                  </a:lnTo>
                  <a:lnTo>
                    <a:pt x="8085" y="29914"/>
                  </a:lnTo>
                  <a:lnTo>
                    <a:pt x="7906" y="29734"/>
                  </a:lnTo>
                  <a:lnTo>
                    <a:pt x="7232" y="28791"/>
                  </a:lnTo>
                  <a:lnTo>
                    <a:pt x="7232" y="28746"/>
                  </a:lnTo>
                  <a:lnTo>
                    <a:pt x="7277" y="28746"/>
                  </a:lnTo>
                  <a:lnTo>
                    <a:pt x="7322" y="28701"/>
                  </a:lnTo>
                  <a:close/>
                  <a:moveTo>
                    <a:pt x="2830" y="26410"/>
                  </a:moveTo>
                  <a:lnTo>
                    <a:pt x="2875" y="26455"/>
                  </a:lnTo>
                  <a:lnTo>
                    <a:pt x="3235" y="27578"/>
                  </a:lnTo>
                  <a:lnTo>
                    <a:pt x="3639" y="28701"/>
                  </a:lnTo>
                  <a:lnTo>
                    <a:pt x="4133" y="29824"/>
                  </a:lnTo>
                  <a:lnTo>
                    <a:pt x="4672" y="30902"/>
                  </a:lnTo>
                  <a:lnTo>
                    <a:pt x="5256" y="31980"/>
                  </a:lnTo>
                  <a:lnTo>
                    <a:pt x="5884" y="32968"/>
                  </a:lnTo>
                  <a:lnTo>
                    <a:pt x="6558" y="33956"/>
                  </a:lnTo>
                  <a:lnTo>
                    <a:pt x="7322" y="34899"/>
                  </a:lnTo>
                  <a:lnTo>
                    <a:pt x="7322" y="34944"/>
                  </a:lnTo>
                  <a:lnTo>
                    <a:pt x="7277" y="34989"/>
                  </a:lnTo>
                  <a:lnTo>
                    <a:pt x="7412" y="35124"/>
                  </a:lnTo>
                  <a:lnTo>
                    <a:pt x="7232" y="34989"/>
                  </a:lnTo>
                  <a:lnTo>
                    <a:pt x="6468" y="34046"/>
                  </a:lnTo>
                  <a:lnTo>
                    <a:pt x="5795" y="33058"/>
                  </a:lnTo>
                  <a:lnTo>
                    <a:pt x="5166" y="32025"/>
                  </a:lnTo>
                  <a:lnTo>
                    <a:pt x="4582" y="30947"/>
                  </a:lnTo>
                  <a:lnTo>
                    <a:pt x="4043" y="29869"/>
                  </a:lnTo>
                  <a:lnTo>
                    <a:pt x="3549" y="28746"/>
                  </a:lnTo>
                  <a:lnTo>
                    <a:pt x="3145" y="27623"/>
                  </a:lnTo>
                  <a:lnTo>
                    <a:pt x="2785" y="26455"/>
                  </a:lnTo>
                  <a:lnTo>
                    <a:pt x="2561" y="26545"/>
                  </a:lnTo>
                  <a:lnTo>
                    <a:pt x="2785" y="26410"/>
                  </a:lnTo>
                  <a:close/>
                  <a:moveTo>
                    <a:pt x="4807" y="35169"/>
                  </a:moveTo>
                  <a:lnTo>
                    <a:pt x="4851" y="35214"/>
                  </a:lnTo>
                  <a:lnTo>
                    <a:pt x="5076" y="35618"/>
                  </a:lnTo>
                  <a:lnTo>
                    <a:pt x="5346" y="35977"/>
                  </a:lnTo>
                  <a:lnTo>
                    <a:pt x="5660" y="36292"/>
                  </a:lnTo>
                  <a:lnTo>
                    <a:pt x="6019" y="36606"/>
                  </a:lnTo>
                  <a:lnTo>
                    <a:pt x="6019" y="36696"/>
                  </a:lnTo>
                  <a:lnTo>
                    <a:pt x="6199" y="36831"/>
                  </a:lnTo>
                  <a:lnTo>
                    <a:pt x="6199" y="36831"/>
                  </a:lnTo>
                  <a:lnTo>
                    <a:pt x="5974" y="36696"/>
                  </a:lnTo>
                  <a:lnTo>
                    <a:pt x="5615" y="36381"/>
                  </a:lnTo>
                  <a:lnTo>
                    <a:pt x="5301" y="36022"/>
                  </a:lnTo>
                  <a:lnTo>
                    <a:pt x="4986" y="35663"/>
                  </a:lnTo>
                  <a:lnTo>
                    <a:pt x="4762" y="35259"/>
                  </a:lnTo>
                  <a:lnTo>
                    <a:pt x="4762" y="35169"/>
                  </a:lnTo>
                  <a:close/>
                  <a:moveTo>
                    <a:pt x="18551" y="0"/>
                  </a:moveTo>
                  <a:lnTo>
                    <a:pt x="18236" y="225"/>
                  </a:lnTo>
                  <a:lnTo>
                    <a:pt x="17203" y="899"/>
                  </a:lnTo>
                  <a:lnTo>
                    <a:pt x="16215" y="1662"/>
                  </a:lnTo>
                  <a:lnTo>
                    <a:pt x="15227" y="2471"/>
                  </a:lnTo>
                  <a:lnTo>
                    <a:pt x="14239" y="3279"/>
                  </a:lnTo>
                  <a:lnTo>
                    <a:pt x="13251" y="4132"/>
                  </a:lnTo>
                  <a:lnTo>
                    <a:pt x="12352" y="4986"/>
                  </a:lnTo>
                  <a:lnTo>
                    <a:pt x="10601" y="6693"/>
                  </a:lnTo>
                  <a:lnTo>
                    <a:pt x="9118" y="8220"/>
                  </a:lnTo>
                  <a:lnTo>
                    <a:pt x="7861" y="9567"/>
                  </a:lnTo>
                  <a:lnTo>
                    <a:pt x="6513" y="11049"/>
                  </a:lnTo>
                  <a:lnTo>
                    <a:pt x="6289" y="11274"/>
                  </a:lnTo>
                  <a:lnTo>
                    <a:pt x="6019" y="11364"/>
                  </a:lnTo>
                  <a:lnTo>
                    <a:pt x="5795" y="11409"/>
                  </a:lnTo>
                  <a:lnTo>
                    <a:pt x="5570" y="11364"/>
                  </a:lnTo>
                  <a:lnTo>
                    <a:pt x="5435" y="11364"/>
                  </a:lnTo>
                  <a:lnTo>
                    <a:pt x="5390" y="11454"/>
                  </a:lnTo>
                  <a:lnTo>
                    <a:pt x="4537" y="12532"/>
                  </a:lnTo>
                  <a:lnTo>
                    <a:pt x="3773" y="13610"/>
                  </a:lnTo>
                  <a:lnTo>
                    <a:pt x="3145" y="14687"/>
                  </a:lnTo>
                  <a:lnTo>
                    <a:pt x="2651" y="15721"/>
                  </a:lnTo>
                  <a:lnTo>
                    <a:pt x="2201" y="16754"/>
                  </a:lnTo>
                  <a:lnTo>
                    <a:pt x="1842" y="17787"/>
                  </a:lnTo>
                  <a:lnTo>
                    <a:pt x="1528" y="18775"/>
                  </a:lnTo>
                  <a:lnTo>
                    <a:pt x="1348" y="19718"/>
                  </a:lnTo>
                  <a:lnTo>
                    <a:pt x="1168" y="20616"/>
                  </a:lnTo>
                  <a:lnTo>
                    <a:pt x="1079" y="21470"/>
                  </a:lnTo>
                  <a:lnTo>
                    <a:pt x="989" y="22323"/>
                  </a:lnTo>
                  <a:lnTo>
                    <a:pt x="944" y="23042"/>
                  </a:lnTo>
                  <a:lnTo>
                    <a:pt x="989" y="24344"/>
                  </a:lnTo>
                  <a:lnTo>
                    <a:pt x="1034" y="25377"/>
                  </a:lnTo>
                  <a:lnTo>
                    <a:pt x="1034" y="26096"/>
                  </a:lnTo>
                  <a:lnTo>
                    <a:pt x="1034" y="26320"/>
                  </a:lnTo>
                  <a:lnTo>
                    <a:pt x="944" y="26500"/>
                  </a:lnTo>
                  <a:lnTo>
                    <a:pt x="809" y="26680"/>
                  </a:lnTo>
                  <a:lnTo>
                    <a:pt x="585" y="26859"/>
                  </a:lnTo>
                  <a:lnTo>
                    <a:pt x="405" y="26949"/>
                  </a:lnTo>
                  <a:lnTo>
                    <a:pt x="225" y="26994"/>
                  </a:lnTo>
                  <a:lnTo>
                    <a:pt x="90" y="27039"/>
                  </a:lnTo>
                  <a:lnTo>
                    <a:pt x="90" y="27174"/>
                  </a:lnTo>
                  <a:lnTo>
                    <a:pt x="46" y="27848"/>
                  </a:lnTo>
                  <a:lnTo>
                    <a:pt x="1" y="28521"/>
                  </a:lnTo>
                  <a:lnTo>
                    <a:pt x="46" y="29195"/>
                  </a:lnTo>
                  <a:lnTo>
                    <a:pt x="90" y="29824"/>
                  </a:lnTo>
                  <a:lnTo>
                    <a:pt x="180" y="30453"/>
                  </a:lnTo>
                  <a:lnTo>
                    <a:pt x="315" y="31037"/>
                  </a:lnTo>
                  <a:lnTo>
                    <a:pt x="450" y="31620"/>
                  </a:lnTo>
                  <a:lnTo>
                    <a:pt x="629" y="32204"/>
                  </a:lnTo>
                  <a:lnTo>
                    <a:pt x="809" y="32743"/>
                  </a:lnTo>
                  <a:lnTo>
                    <a:pt x="1034" y="33282"/>
                  </a:lnTo>
                  <a:lnTo>
                    <a:pt x="1573" y="34270"/>
                  </a:lnTo>
                  <a:lnTo>
                    <a:pt x="2112" y="35214"/>
                  </a:lnTo>
                  <a:lnTo>
                    <a:pt x="2740" y="36067"/>
                  </a:lnTo>
                  <a:lnTo>
                    <a:pt x="3369" y="36831"/>
                  </a:lnTo>
                  <a:lnTo>
                    <a:pt x="3998" y="37504"/>
                  </a:lnTo>
                  <a:lnTo>
                    <a:pt x="4627" y="38133"/>
                  </a:lnTo>
                  <a:lnTo>
                    <a:pt x="5256" y="38672"/>
                  </a:lnTo>
                  <a:lnTo>
                    <a:pt x="5795" y="39121"/>
                  </a:lnTo>
                  <a:lnTo>
                    <a:pt x="6289" y="39481"/>
                  </a:lnTo>
                  <a:lnTo>
                    <a:pt x="7007" y="39975"/>
                  </a:lnTo>
                  <a:lnTo>
                    <a:pt x="7232" y="40109"/>
                  </a:lnTo>
                  <a:lnTo>
                    <a:pt x="7277" y="39840"/>
                  </a:lnTo>
                  <a:lnTo>
                    <a:pt x="9118" y="34585"/>
                  </a:lnTo>
                  <a:lnTo>
                    <a:pt x="10870" y="29330"/>
                  </a:lnTo>
                  <a:lnTo>
                    <a:pt x="12622" y="24075"/>
                  </a:lnTo>
                  <a:lnTo>
                    <a:pt x="14329" y="18865"/>
                  </a:lnTo>
                  <a:lnTo>
                    <a:pt x="15676" y="14687"/>
                  </a:lnTo>
                  <a:lnTo>
                    <a:pt x="16350" y="12442"/>
                  </a:lnTo>
                  <a:lnTo>
                    <a:pt x="16979" y="10106"/>
                  </a:lnTo>
                  <a:lnTo>
                    <a:pt x="17518" y="7726"/>
                  </a:lnTo>
                  <a:lnTo>
                    <a:pt x="17742" y="6558"/>
                  </a:lnTo>
                  <a:lnTo>
                    <a:pt x="17967" y="5300"/>
                  </a:lnTo>
                  <a:lnTo>
                    <a:pt x="18191" y="4088"/>
                  </a:lnTo>
                  <a:lnTo>
                    <a:pt x="18326" y="2875"/>
                  </a:lnTo>
                  <a:lnTo>
                    <a:pt x="18461" y="1617"/>
                  </a:lnTo>
                  <a:lnTo>
                    <a:pt x="18551" y="404"/>
                  </a:lnTo>
                  <a:lnTo>
                    <a:pt x="18551" y="0"/>
                  </a:lnTo>
                  <a:close/>
                </a:path>
              </a:pathLst>
            </a:custGeom>
            <a:solidFill>
              <a:srgbClr val="9AC45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61"/>
            <p:cNvSpPr/>
            <p:nvPr/>
          </p:nvSpPr>
          <p:spPr>
            <a:xfrm>
              <a:off x="6577875" y="3000100"/>
              <a:ext cx="413250" cy="988150"/>
            </a:xfrm>
            <a:custGeom>
              <a:rect b="b" l="l" r="r" t="t"/>
              <a:pathLst>
                <a:path extrusionOk="0" h="39526" w="16530">
                  <a:moveTo>
                    <a:pt x="11858" y="6917"/>
                  </a:moveTo>
                  <a:lnTo>
                    <a:pt x="11858" y="6962"/>
                  </a:lnTo>
                  <a:lnTo>
                    <a:pt x="11858" y="7007"/>
                  </a:lnTo>
                  <a:lnTo>
                    <a:pt x="11634" y="7860"/>
                  </a:lnTo>
                  <a:lnTo>
                    <a:pt x="11589" y="7905"/>
                  </a:lnTo>
                  <a:lnTo>
                    <a:pt x="11544" y="7860"/>
                  </a:lnTo>
                  <a:lnTo>
                    <a:pt x="11544" y="7815"/>
                  </a:lnTo>
                  <a:lnTo>
                    <a:pt x="11769" y="6962"/>
                  </a:lnTo>
                  <a:lnTo>
                    <a:pt x="11813" y="6962"/>
                  </a:lnTo>
                  <a:lnTo>
                    <a:pt x="11858" y="6917"/>
                  </a:lnTo>
                  <a:close/>
                  <a:moveTo>
                    <a:pt x="11858" y="10241"/>
                  </a:moveTo>
                  <a:lnTo>
                    <a:pt x="11903" y="10286"/>
                  </a:lnTo>
                  <a:lnTo>
                    <a:pt x="11230" y="11768"/>
                  </a:lnTo>
                  <a:lnTo>
                    <a:pt x="11409" y="11858"/>
                  </a:lnTo>
                  <a:lnTo>
                    <a:pt x="11140" y="11813"/>
                  </a:lnTo>
                  <a:lnTo>
                    <a:pt x="11140" y="11768"/>
                  </a:lnTo>
                  <a:lnTo>
                    <a:pt x="11813" y="10241"/>
                  </a:lnTo>
                  <a:close/>
                  <a:moveTo>
                    <a:pt x="12308" y="13789"/>
                  </a:moveTo>
                  <a:lnTo>
                    <a:pt x="12308" y="13879"/>
                  </a:lnTo>
                  <a:lnTo>
                    <a:pt x="9882" y="17248"/>
                  </a:lnTo>
                  <a:lnTo>
                    <a:pt x="10017" y="17337"/>
                  </a:lnTo>
                  <a:lnTo>
                    <a:pt x="9792" y="17248"/>
                  </a:lnTo>
                  <a:lnTo>
                    <a:pt x="9747" y="17203"/>
                  </a:lnTo>
                  <a:lnTo>
                    <a:pt x="9792" y="17158"/>
                  </a:lnTo>
                  <a:lnTo>
                    <a:pt x="12218" y="13834"/>
                  </a:lnTo>
                  <a:lnTo>
                    <a:pt x="12308" y="13789"/>
                  </a:lnTo>
                  <a:close/>
                  <a:moveTo>
                    <a:pt x="14149" y="17113"/>
                  </a:moveTo>
                  <a:lnTo>
                    <a:pt x="14149" y="17158"/>
                  </a:lnTo>
                  <a:lnTo>
                    <a:pt x="13385" y="18281"/>
                  </a:lnTo>
                  <a:lnTo>
                    <a:pt x="12577" y="19404"/>
                  </a:lnTo>
                  <a:lnTo>
                    <a:pt x="11724" y="20437"/>
                  </a:lnTo>
                  <a:lnTo>
                    <a:pt x="10825" y="21470"/>
                  </a:lnTo>
                  <a:lnTo>
                    <a:pt x="9837" y="22413"/>
                  </a:lnTo>
                  <a:lnTo>
                    <a:pt x="8849" y="23356"/>
                  </a:lnTo>
                  <a:lnTo>
                    <a:pt x="7816" y="24209"/>
                  </a:lnTo>
                  <a:lnTo>
                    <a:pt x="6738" y="25063"/>
                  </a:lnTo>
                  <a:lnTo>
                    <a:pt x="6873" y="25198"/>
                  </a:lnTo>
                  <a:lnTo>
                    <a:pt x="6648" y="25018"/>
                  </a:lnTo>
                  <a:lnTo>
                    <a:pt x="6693" y="24973"/>
                  </a:lnTo>
                  <a:lnTo>
                    <a:pt x="7771" y="24120"/>
                  </a:lnTo>
                  <a:lnTo>
                    <a:pt x="8804" y="23266"/>
                  </a:lnTo>
                  <a:lnTo>
                    <a:pt x="9792" y="22368"/>
                  </a:lnTo>
                  <a:lnTo>
                    <a:pt x="10736" y="21380"/>
                  </a:lnTo>
                  <a:lnTo>
                    <a:pt x="11634" y="20392"/>
                  </a:lnTo>
                  <a:lnTo>
                    <a:pt x="12487" y="19314"/>
                  </a:lnTo>
                  <a:lnTo>
                    <a:pt x="13296" y="18236"/>
                  </a:lnTo>
                  <a:lnTo>
                    <a:pt x="14059" y="17113"/>
                  </a:lnTo>
                  <a:close/>
                  <a:moveTo>
                    <a:pt x="8445" y="26186"/>
                  </a:moveTo>
                  <a:lnTo>
                    <a:pt x="8490" y="26231"/>
                  </a:lnTo>
                  <a:lnTo>
                    <a:pt x="8445" y="26276"/>
                  </a:lnTo>
                  <a:lnTo>
                    <a:pt x="6783" y="27219"/>
                  </a:lnTo>
                  <a:lnTo>
                    <a:pt x="6873" y="27398"/>
                  </a:lnTo>
                  <a:lnTo>
                    <a:pt x="6873" y="27398"/>
                  </a:lnTo>
                  <a:lnTo>
                    <a:pt x="6693" y="27219"/>
                  </a:lnTo>
                  <a:lnTo>
                    <a:pt x="6693" y="27174"/>
                  </a:lnTo>
                  <a:lnTo>
                    <a:pt x="6693" y="27129"/>
                  </a:lnTo>
                  <a:lnTo>
                    <a:pt x="8400" y="26186"/>
                  </a:lnTo>
                  <a:close/>
                  <a:moveTo>
                    <a:pt x="6783" y="30183"/>
                  </a:moveTo>
                  <a:lnTo>
                    <a:pt x="6783" y="30228"/>
                  </a:lnTo>
                  <a:lnTo>
                    <a:pt x="6738" y="30273"/>
                  </a:lnTo>
                  <a:lnTo>
                    <a:pt x="6064" y="30632"/>
                  </a:lnTo>
                  <a:lnTo>
                    <a:pt x="5975" y="30632"/>
                  </a:lnTo>
                  <a:lnTo>
                    <a:pt x="5975" y="30587"/>
                  </a:lnTo>
                  <a:lnTo>
                    <a:pt x="6019" y="30542"/>
                  </a:lnTo>
                  <a:lnTo>
                    <a:pt x="6693" y="30183"/>
                  </a:lnTo>
                  <a:close/>
                  <a:moveTo>
                    <a:pt x="10017" y="30812"/>
                  </a:moveTo>
                  <a:lnTo>
                    <a:pt x="10017" y="30857"/>
                  </a:lnTo>
                  <a:lnTo>
                    <a:pt x="10017" y="30902"/>
                  </a:lnTo>
                  <a:lnTo>
                    <a:pt x="9298" y="31576"/>
                  </a:lnTo>
                  <a:lnTo>
                    <a:pt x="8535" y="32159"/>
                  </a:lnTo>
                  <a:lnTo>
                    <a:pt x="7771" y="32743"/>
                  </a:lnTo>
                  <a:lnTo>
                    <a:pt x="6963" y="33282"/>
                  </a:lnTo>
                  <a:lnTo>
                    <a:pt x="6109" y="33731"/>
                  </a:lnTo>
                  <a:lnTo>
                    <a:pt x="5256" y="34181"/>
                  </a:lnTo>
                  <a:lnTo>
                    <a:pt x="4358" y="34585"/>
                  </a:lnTo>
                  <a:lnTo>
                    <a:pt x="3414" y="34899"/>
                  </a:lnTo>
                  <a:lnTo>
                    <a:pt x="3504" y="35079"/>
                  </a:lnTo>
                  <a:lnTo>
                    <a:pt x="3369" y="34854"/>
                  </a:lnTo>
                  <a:lnTo>
                    <a:pt x="3414" y="34809"/>
                  </a:lnTo>
                  <a:lnTo>
                    <a:pt x="4313" y="34450"/>
                  </a:lnTo>
                  <a:lnTo>
                    <a:pt x="5211" y="34091"/>
                  </a:lnTo>
                  <a:lnTo>
                    <a:pt x="6064" y="33642"/>
                  </a:lnTo>
                  <a:lnTo>
                    <a:pt x="6918" y="33192"/>
                  </a:lnTo>
                  <a:lnTo>
                    <a:pt x="7726" y="32653"/>
                  </a:lnTo>
                  <a:lnTo>
                    <a:pt x="8490" y="32115"/>
                  </a:lnTo>
                  <a:lnTo>
                    <a:pt x="9253" y="31486"/>
                  </a:lnTo>
                  <a:lnTo>
                    <a:pt x="9972" y="30857"/>
                  </a:lnTo>
                  <a:lnTo>
                    <a:pt x="10017" y="30812"/>
                  </a:lnTo>
                  <a:close/>
                  <a:moveTo>
                    <a:pt x="5121" y="36292"/>
                  </a:moveTo>
                  <a:lnTo>
                    <a:pt x="4941" y="36471"/>
                  </a:lnTo>
                  <a:lnTo>
                    <a:pt x="4492" y="36741"/>
                  </a:lnTo>
                  <a:lnTo>
                    <a:pt x="3998" y="36965"/>
                  </a:lnTo>
                  <a:lnTo>
                    <a:pt x="3549" y="37145"/>
                  </a:lnTo>
                  <a:lnTo>
                    <a:pt x="3010" y="37235"/>
                  </a:lnTo>
                  <a:lnTo>
                    <a:pt x="2965" y="37190"/>
                  </a:lnTo>
                  <a:lnTo>
                    <a:pt x="3010" y="37100"/>
                  </a:lnTo>
                  <a:lnTo>
                    <a:pt x="3504" y="37010"/>
                  </a:lnTo>
                  <a:lnTo>
                    <a:pt x="3998" y="36876"/>
                  </a:lnTo>
                  <a:lnTo>
                    <a:pt x="4447" y="36651"/>
                  </a:lnTo>
                  <a:lnTo>
                    <a:pt x="4852" y="36381"/>
                  </a:lnTo>
                  <a:lnTo>
                    <a:pt x="4897" y="36381"/>
                  </a:lnTo>
                  <a:lnTo>
                    <a:pt x="4941" y="36426"/>
                  </a:lnTo>
                  <a:lnTo>
                    <a:pt x="5121" y="36292"/>
                  </a:lnTo>
                  <a:close/>
                  <a:moveTo>
                    <a:pt x="11319" y="0"/>
                  </a:moveTo>
                  <a:lnTo>
                    <a:pt x="11274" y="809"/>
                  </a:lnTo>
                  <a:lnTo>
                    <a:pt x="11140" y="1976"/>
                  </a:lnTo>
                  <a:lnTo>
                    <a:pt x="11005" y="3144"/>
                  </a:lnTo>
                  <a:lnTo>
                    <a:pt x="10825" y="4357"/>
                  </a:lnTo>
                  <a:lnTo>
                    <a:pt x="10646" y="5480"/>
                  </a:lnTo>
                  <a:lnTo>
                    <a:pt x="10152" y="7815"/>
                  </a:lnTo>
                  <a:lnTo>
                    <a:pt x="9613" y="10061"/>
                  </a:lnTo>
                  <a:lnTo>
                    <a:pt x="9029" y="12262"/>
                  </a:lnTo>
                  <a:lnTo>
                    <a:pt x="8400" y="14373"/>
                  </a:lnTo>
                  <a:lnTo>
                    <a:pt x="7142" y="18370"/>
                  </a:lnTo>
                  <a:lnTo>
                    <a:pt x="5436" y="23581"/>
                  </a:lnTo>
                  <a:lnTo>
                    <a:pt x="3684" y="28791"/>
                  </a:lnTo>
                  <a:lnTo>
                    <a:pt x="1887" y="34046"/>
                  </a:lnTo>
                  <a:lnTo>
                    <a:pt x="91" y="39256"/>
                  </a:lnTo>
                  <a:lnTo>
                    <a:pt x="1" y="39526"/>
                  </a:lnTo>
                  <a:lnTo>
                    <a:pt x="315" y="39526"/>
                  </a:lnTo>
                  <a:lnTo>
                    <a:pt x="1303" y="39481"/>
                  </a:lnTo>
                  <a:lnTo>
                    <a:pt x="1977" y="39391"/>
                  </a:lnTo>
                  <a:lnTo>
                    <a:pt x="2696" y="39256"/>
                  </a:lnTo>
                  <a:lnTo>
                    <a:pt x="3504" y="39121"/>
                  </a:lnTo>
                  <a:lnTo>
                    <a:pt x="4358" y="38897"/>
                  </a:lnTo>
                  <a:lnTo>
                    <a:pt x="5256" y="38627"/>
                  </a:lnTo>
                  <a:lnTo>
                    <a:pt x="6154" y="38268"/>
                  </a:lnTo>
                  <a:lnTo>
                    <a:pt x="7052" y="37864"/>
                  </a:lnTo>
                  <a:lnTo>
                    <a:pt x="7996" y="37370"/>
                  </a:lnTo>
                  <a:lnTo>
                    <a:pt x="8894" y="36786"/>
                  </a:lnTo>
                  <a:lnTo>
                    <a:pt x="9747" y="36067"/>
                  </a:lnTo>
                  <a:lnTo>
                    <a:pt x="10152" y="35708"/>
                  </a:lnTo>
                  <a:lnTo>
                    <a:pt x="10556" y="35303"/>
                  </a:lnTo>
                  <a:lnTo>
                    <a:pt x="10960" y="34854"/>
                  </a:lnTo>
                  <a:lnTo>
                    <a:pt x="11319" y="34405"/>
                  </a:lnTo>
                  <a:lnTo>
                    <a:pt x="11679" y="33911"/>
                  </a:lnTo>
                  <a:lnTo>
                    <a:pt x="12038" y="33372"/>
                  </a:lnTo>
                  <a:lnTo>
                    <a:pt x="12352" y="32788"/>
                  </a:lnTo>
                  <a:lnTo>
                    <a:pt x="12622" y="32204"/>
                  </a:lnTo>
                  <a:lnTo>
                    <a:pt x="12712" y="32070"/>
                  </a:lnTo>
                  <a:lnTo>
                    <a:pt x="12577" y="31980"/>
                  </a:lnTo>
                  <a:lnTo>
                    <a:pt x="12487" y="31845"/>
                  </a:lnTo>
                  <a:lnTo>
                    <a:pt x="12352" y="31665"/>
                  </a:lnTo>
                  <a:lnTo>
                    <a:pt x="12263" y="31441"/>
                  </a:lnTo>
                  <a:lnTo>
                    <a:pt x="12263" y="31171"/>
                  </a:lnTo>
                  <a:lnTo>
                    <a:pt x="12263" y="30992"/>
                  </a:lnTo>
                  <a:lnTo>
                    <a:pt x="12352" y="30812"/>
                  </a:lnTo>
                  <a:lnTo>
                    <a:pt x="12802" y="30183"/>
                  </a:lnTo>
                  <a:lnTo>
                    <a:pt x="13341" y="29330"/>
                  </a:lnTo>
                  <a:lnTo>
                    <a:pt x="14059" y="28252"/>
                  </a:lnTo>
                  <a:lnTo>
                    <a:pt x="14419" y="27578"/>
                  </a:lnTo>
                  <a:lnTo>
                    <a:pt x="14778" y="26859"/>
                  </a:lnTo>
                  <a:lnTo>
                    <a:pt x="15137" y="26051"/>
                  </a:lnTo>
                  <a:lnTo>
                    <a:pt x="15452" y="25198"/>
                  </a:lnTo>
                  <a:lnTo>
                    <a:pt x="15766" y="24299"/>
                  </a:lnTo>
                  <a:lnTo>
                    <a:pt x="16035" y="23311"/>
                  </a:lnTo>
                  <a:lnTo>
                    <a:pt x="16260" y="22233"/>
                  </a:lnTo>
                  <a:lnTo>
                    <a:pt x="16440" y="21110"/>
                  </a:lnTo>
                  <a:lnTo>
                    <a:pt x="16530" y="19943"/>
                  </a:lnTo>
                  <a:lnTo>
                    <a:pt x="16530" y="18685"/>
                  </a:lnTo>
                  <a:lnTo>
                    <a:pt x="16485" y="17382"/>
                  </a:lnTo>
                  <a:lnTo>
                    <a:pt x="16305" y="16035"/>
                  </a:lnTo>
                  <a:lnTo>
                    <a:pt x="16305" y="15900"/>
                  </a:lnTo>
                  <a:lnTo>
                    <a:pt x="16170" y="15855"/>
                  </a:lnTo>
                  <a:lnTo>
                    <a:pt x="15991" y="15765"/>
                  </a:lnTo>
                  <a:lnTo>
                    <a:pt x="15811" y="15631"/>
                  </a:lnTo>
                  <a:lnTo>
                    <a:pt x="15631" y="15406"/>
                  </a:lnTo>
                  <a:lnTo>
                    <a:pt x="15541" y="15137"/>
                  </a:lnTo>
                  <a:lnTo>
                    <a:pt x="15182" y="13071"/>
                  </a:lnTo>
                  <a:lnTo>
                    <a:pt x="14823" y="11409"/>
                  </a:lnTo>
                  <a:lnTo>
                    <a:pt x="14374" y="9477"/>
                  </a:lnTo>
                  <a:lnTo>
                    <a:pt x="13835" y="7366"/>
                  </a:lnTo>
                  <a:lnTo>
                    <a:pt x="13206" y="5121"/>
                  </a:lnTo>
                  <a:lnTo>
                    <a:pt x="12847" y="3998"/>
                  </a:lnTo>
                  <a:lnTo>
                    <a:pt x="12487" y="2920"/>
                  </a:lnTo>
                  <a:lnTo>
                    <a:pt x="12083" y="1797"/>
                  </a:lnTo>
                  <a:lnTo>
                    <a:pt x="11634" y="764"/>
                  </a:lnTo>
                  <a:lnTo>
                    <a:pt x="11319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61"/>
            <p:cNvSpPr/>
            <p:nvPr/>
          </p:nvSpPr>
          <p:spPr>
            <a:xfrm>
              <a:off x="6370150" y="2960800"/>
              <a:ext cx="505325" cy="1053275"/>
            </a:xfrm>
            <a:custGeom>
              <a:rect b="b" l="l" r="r" t="t"/>
              <a:pathLst>
                <a:path extrusionOk="0" h="42131" w="20213">
                  <a:moveTo>
                    <a:pt x="19404" y="0"/>
                  </a:moveTo>
                  <a:lnTo>
                    <a:pt x="19314" y="45"/>
                  </a:lnTo>
                  <a:lnTo>
                    <a:pt x="19179" y="90"/>
                  </a:lnTo>
                  <a:lnTo>
                    <a:pt x="18146" y="764"/>
                  </a:lnTo>
                  <a:lnTo>
                    <a:pt x="17113" y="1482"/>
                  </a:lnTo>
                  <a:lnTo>
                    <a:pt x="16080" y="2291"/>
                  </a:lnTo>
                  <a:lnTo>
                    <a:pt x="15092" y="3144"/>
                  </a:lnTo>
                  <a:lnTo>
                    <a:pt x="14104" y="3998"/>
                  </a:lnTo>
                  <a:lnTo>
                    <a:pt x="13116" y="4851"/>
                  </a:lnTo>
                  <a:lnTo>
                    <a:pt x="11319" y="6558"/>
                  </a:lnTo>
                  <a:lnTo>
                    <a:pt x="9747" y="8175"/>
                  </a:lnTo>
                  <a:lnTo>
                    <a:pt x="8400" y="9612"/>
                  </a:lnTo>
                  <a:lnTo>
                    <a:pt x="6738" y="11409"/>
                  </a:lnTo>
                  <a:lnTo>
                    <a:pt x="6513" y="11319"/>
                  </a:lnTo>
                  <a:lnTo>
                    <a:pt x="6289" y="11319"/>
                  </a:lnTo>
                  <a:lnTo>
                    <a:pt x="6064" y="11409"/>
                  </a:lnTo>
                  <a:lnTo>
                    <a:pt x="5839" y="11543"/>
                  </a:lnTo>
                  <a:lnTo>
                    <a:pt x="4896" y="12711"/>
                  </a:lnTo>
                  <a:lnTo>
                    <a:pt x="4088" y="13834"/>
                  </a:lnTo>
                  <a:lnTo>
                    <a:pt x="3414" y="15002"/>
                  </a:lnTo>
                  <a:lnTo>
                    <a:pt x="2830" y="16125"/>
                  </a:lnTo>
                  <a:lnTo>
                    <a:pt x="2336" y="17248"/>
                  </a:lnTo>
                  <a:lnTo>
                    <a:pt x="1932" y="18326"/>
                  </a:lnTo>
                  <a:lnTo>
                    <a:pt x="1617" y="19404"/>
                  </a:lnTo>
                  <a:lnTo>
                    <a:pt x="1348" y="20392"/>
                  </a:lnTo>
                  <a:lnTo>
                    <a:pt x="1168" y="21380"/>
                  </a:lnTo>
                  <a:lnTo>
                    <a:pt x="1078" y="22323"/>
                  </a:lnTo>
                  <a:lnTo>
                    <a:pt x="989" y="23176"/>
                  </a:lnTo>
                  <a:lnTo>
                    <a:pt x="944" y="23985"/>
                  </a:lnTo>
                  <a:lnTo>
                    <a:pt x="944" y="25377"/>
                  </a:lnTo>
                  <a:lnTo>
                    <a:pt x="1034" y="26455"/>
                  </a:lnTo>
                  <a:lnTo>
                    <a:pt x="1034" y="27039"/>
                  </a:lnTo>
                  <a:lnTo>
                    <a:pt x="944" y="27084"/>
                  </a:lnTo>
                  <a:lnTo>
                    <a:pt x="674" y="27084"/>
                  </a:lnTo>
                  <a:lnTo>
                    <a:pt x="405" y="27219"/>
                  </a:lnTo>
                  <a:lnTo>
                    <a:pt x="225" y="27398"/>
                  </a:lnTo>
                  <a:lnTo>
                    <a:pt x="180" y="27533"/>
                  </a:lnTo>
                  <a:lnTo>
                    <a:pt x="135" y="27668"/>
                  </a:lnTo>
                  <a:lnTo>
                    <a:pt x="45" y="28521"/>
                  </a:lnTo>
                  <a:lnTo>
                    <a:pt x="0" y="29330"/>
                  </a:lnTo>
                  <a:lnTo>
                    <a:pt x="0" y="30138"/>
                  </a:lnTo>
                  <a:lnTo>
                    <a:pt x="90" y="30902"/>
                  </a:lnTo>
                  <a:lnTo>
                    <a:pt x="180" y="31665"/>
                  </a:lnTo>
                  <a:lnTo>
                    <a:pt x="360" y="32384"/>
                  </a:lnTo>
                  <a:lnTo>
                    <a:pt x="539" y="33103"/>
                  </a:lnTo>
                  <a:lnTo>
                    <a:pt x="764" y="33776"/>
                  </a:lnTo>
                  <a:lnTo>
                    <a:pt x="989" y="34405"/>
                  </a:lnTo>
                  <a:lnTo>
                    <a:pt x="1303" y="35034"/>
                  </a:lnTo>
                  <a:lnTo>
                    <a:pt x="1617" y="35663"/>
                  </a:lnTo>
                  <a:lnTo>
                    <a:pt x="1932" y="36247"/>
                  </a:lnTo>
                  <a:lnTo>
                    <a:pt x="2291" y="36786"/>
                  </a:lnTo>
                  <a:lnTo>
                    <a:pt x="2650" y="37280"/>
                  </a:lnTo>
                  <a:lnTo>
                    <a:pt x="3414" y="38268"/>
                  </a:lnTo>
                  <a:lnTo>
                    <a:pt x="4178" y="39121"/>
                  </a:lnTo>
                  <a:lnTo>
                    <a:pt x="4941" y="39885"/>
                  </a:lnTo>
                  <a:lnTo>
                    <a:pt x="5660" y="40514"/>
                  </a:lnTo>
                  <a:lnTo>
                    <a:pt x="6334" y="41053"/>
                  </a:lnTo>
                  <a:lnTo>
                    <a:pt x="6872" y="41457"/>
                  </a:lnTo>
                  <a:lnTo>
                    <a:pt x="7322" y="41771"/>
                  </a:lnTo>
                  <a:lnTo>
                    <a:pt x="7726" y="42041"/>
                  </a:lnTo>
                  <a:lnTo>
                    <a:pt x="7906" y="42086"/>
                  </a:lnTo>
                  <a:lnTo>
                    <a:pt x="8085" y="42131"/>
                  </a:lnTo>
                  <a:lnTo>
                    <a:pt x="8265" y="42086"/>
                  </a:lnTo>
                  <a:lnTo>
                    <a:pt x="8445" y="41996"/>
                  </a:lnTo>
                  <a:lnTo>
                    <a:pt x="8579" y="41906"/>
                  </a:lnTo>
                  <a:lnTo>
                    <a:pt x="8669" y="41771"/>
                  </a:lnTo>
                  <a:lnTo>
                    <a:pt x="8759" y="41636"/>
                  </a:lnTo>
                  <a:lnTo>
                    <a:pt x="8759" y="41502"/>
                  </a:lnTo>
                  <a:lnTo>
                    <a:pt x="8759" y="41232"/>
                  </a:lnTo>
                  <a:lnTo>
                    <a:pt x="8624" y="41008"/>
                  </a:lnTo>
                  <a:lnTo>
                    <a:pt x="8534" y="40918"/>
                  </a:lnTo>
                  <a:lnTo>
                    <a:pt x="8445" y="40828"/>
                  </a:lnTo>
                  <a:lnTo>
                    <a:pt x="8085" y="40603"/>
                  </a:lnTo>
                  <a:lnTo>
                    <a:pt x="7187" y="39975"/>
                  </a:lnTo>
                  <a:lnTo>
                    <a:pt x="6603" y="39525"/>
                  </a:lnTo>
                  <a:lnTo>
                    <a:pt x="5974" y="38942"/>
                  </a:lnTo>
                  <a:lnTo>
                    <a:pt x="5300" y="38313"/>
                  </a:lnTo>
                  <a:lnTo>
                    <a:pt x="4582" y="37549"/>
                  </a:lnTo>
                  <a:lnTo>
                    <a:pt x="3908" y="36696"/>
                  </a:lnTo>
                  <a:lnTo>
                    <a:pt x="3279" y="35798"/>
                  </a:lnTo>
                  <a:lnTo>
                    <a:pt x="2965" y="35303"/>
                  </a:lnTo>
                  <a:lnTo>
                    <a:pt x="2695" y="34764"/>
                  </a:lnTo>
                  <a:lnTo>
                    <a:pt x="2426" y="34225"/>
                  </a:lnTo>
                  <a:lnTo>
                    <a:pt x="2201" y="33642"/>
                  </a:lnTo>
                  <a:lnTo>
                    <a:pt x="1977" y="33058"/>
                  </a:lnTo>
                  <a:lnTo>
                    <a:pt x="1797" y="32474"/>
                  </a:lnTo>
                  <a:lnTo>
                    <a:pt x="1617" y="31845"/>
                  </a:lnTo>
                  <a:lnTo>
                    <a:pt x="1528" y="31171"/>
                  </a:lnTo>
                  <a:lnTo>
                    <a:pt x="1438" y="30498"/>
                  </a:lnTo>
                  <a:lnTo>
                    <a:pt x="1393" y="29824"/>
                  </a:lnTo>
                  <a:lnTo>
                    <a:pt x="1393" y="29105"/>
                  </a:lnTo>
                  <a:lnTo>
                    <a:pt x="1438" y="28387"/>
                  </a:lnTo>
                  <a:lnTo>
                    <a:pt x="1662" y="28297"/>
                  </a:lnTo>
                  <a:lnTo>
                    <a:pt x="1887" y="28162"/>
                  </a:lnTo>
                  <a:lnTo>
                    <a:pt x="2111" y="27982"/>
                  </a:lnTo>
                  <a:lnTo>
                    <a:pt x="2291" y="27713"/>
                  </a:lnTo>
                  <a:lnTo>
                    <a:pt x="2381" y="27488"/>
                  </a:lnTo>
                  <a:lnTo>
                    <a:pt x="2426" y="27219"/>
                  </a:lnTo>
                  <a:lnTo>
                    <a:pt x="2426" y="26859"/>
                  </a:lnTo>
                  <a:lnTo>
                    <a:pt x="2381" y="26365"/>
                  </a:lnTo>
                  <a:lnTo>
                    <a:pt x="2336" y="25377"/>
                  </a:lnTo>
                  <a:lnTo>
                    <a:pt x="2336" y="24120"/>
                  </a:lnTo>
                  <a:lnTo>
                    <a:pt x="2381" y="23356"/>
                  </a:lnTo>
                  <a:lnTo>
                    <a:pt x="2426" y="22592"/>
                  </a:lnTo>
                  <a:lnTo>
                    <a:pt x="2516" y="21739"/>
                  </a:lnTo>
                  <a:lnTo>
                    <a:pt x="2695" y="20886"/>
                  </a:lnTo>
                  <a:lnTo>
                    <a:pt x="2920" y="19942"/>
                  </a:lnTo>
                  <a:lnTo>
                    <a:pt x="3189" y="18999"/>
                  </a:lnTo>
                  <a:lnTo>
                    <a:pt x="3504" y="18011"/>
                  </a:lnTo>
                  <a:lnTo>
                    <a:pt x="3953" y="16978"/>
                  </a:lnTo>
                  <a:lnTo>
                    <a:pt x="4447" y="15945"/>
                  </a:lnTo>
                  <a:lnTo>
                    <a:pt x="5076" y="14912"/>
                  </a:lnTo>
                  <a:lnTo>
                    <a:pt x="5795" y="13834"/>
                  </a:lnTo>
                  <a:lnTo>
                    <a:pt x="6603" y="12801"/>
                  </a:lnTo>
                  <a:lnTo>
                    <a:pt x="6917" y="12801"/>
                  </a:lnTo>
                  <a:lnTo>
                    <a:pt x="7232" y="12756"/>
                  </a:lnTo>
                  <a:lnTo>
                    <a:pt x="7501" y="12621"/>
                  </a:lnTo>
                  <a:lnTo>
                    <a:pt x="7681" y="12487"/>
                  </a:lnTo>
                  <a:lnTo>
                    <a:pt x="7816" y="12352"/>
                  </a:lnTo>
                  <a:lnTo>
                    <a:pt x="9208" y="10780"/>
                  </a:lnTo>
                  <a:lnTo>
                    <a:pt x="10511" y="9387"/>
                  </a:lnTo>
                  <a:lnTo>
                    <a:pt x="12083" y="7771"/>
                  </a:lnTo>
                  <a:lnTo>
                    <a:pt x="13879" y="6064"/>
                  </a:lnTo>
                  <a:lnTo>
                    <a:pt x="14822" y="5165"/>
                  </a:lnTo>
                  <a:lnTo>
                    <a:pt x="15811" y="4312"/>
                  </a:lnTo>
                  <a:lnTo>
                    <a:pt x="16844" y="3459"/>
                  </a:lnTo>
                  <a:lnTo>
                    <a:pt x="17877" y="2695"/>
                  </a:lnTo>
                  <a:lnTo>
                    <a:pt x="18865" y="1932"/>
                  </a:lnTo>
                  <a:lnTo>
                    <a:pt x="19898" y="1258"/>
                  </a:lnTo>
                  <a:lnTo>
                    <a:pt x="20033" y="1168"/>
                  </a:lnTo>
                  <a:lnTo>
                    <a:pt x="20078" y="1078"/>
                  </a:lnTo>
                  <a:lnTo>
                    <a:pt x="20212" y="809"/>
                  </a:lnTo>
                  <a:lnTo>
                    <a:pt x="20212" y="539"/>
                  </a:lnTo>
                  <a:lnTo>
                    <a:pt x="20167" y="449"/>
                  </a:lnTo>
                  <a:lnTo>
                    <a:pt x="20122" y="315"/>
                  </a:lnTo>
                  <a:lnTo>
                    <a:pt x="20033" y="180"/>
                  </a:lnTo>
                  <a:lnTo>
                    <a:pt x="19943" y="90"/>
                  </a:lnTo>
                  <a:lnTo>
                    <a:pt x="1967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61"/>
            <p:cNvSpPr/>
            <p:nvPr/>
          </p:nvSpPr>
          <p:spPr>
            <a:xfrm>
              <a:off x="6555425" y="2960800"/>
              <a:ext cx="460400" cy="1053275"/>
            </a:xfrm>
            <a:custGeom>
              <a:rect b="b" l="l" r="r" t="t"/>
              <a:pathLst>
                <a:path extrusionOk="0" h="42131" w="18416">
                  <a:moveTo>
                    <a:pt x="11948" y="0"/>
                  </a:moveTo>
                  <a:lnTo>
                    <a:pt x="11813" y="45"/>
                  </a:lnTo>
                  <a:lnTo>
                    <a:pt x="11678" y="135"/>
                  </a:lnTo>
                  <a:lnTo>
                    <a:pt x="11589" y="225"/>
                  </a:lnTo>
                  <a:lnTo>
                    <a:pt x="11454" y="449"/>
                  </a:lnTo>
                  <a:lnTo>
                    <a:pt x="11454" y="719"/>
                  </a:lnTo>
                  <a:lnTo>
                    <a:pt x="11454" y="854"/>
                  </a:lnTo>
                  <a:lnTo>
                    <a:pt x="11499" y="988"/>
                  </a:lnTo>
                  <a:lnTo>
                    <a:pt x="11993" y="2066"/>
                  </a:lnTo>
                  <a:lnTo>
                    <a:pt x="12487" y="3189"/>
                  </a:lnTo>
                  <a:lnTo>
                    <a:pt x="12936" y="4357"/>
                  </a:lnTo>
                  <a:lnTo>
                    <a:pt x="13340" y="5525"/>
                  </a:lnTo>
                  <a:lnTo>
                    <a:pt x="13745" y="6737"/>
                  </a:lnTo>
                  <a:lnTo>
                    <a:pt x="14104" y="7950"/>
                  </a:lnTo>
                  <a:lnTo>
                    <a:pt x="14733" y="10331"/>
                  </a:lnTo>
                  <a:lnTo>
                    <a:pt x="15227" y="12487"/>
                  </a:lnTo>
                  <a:lnTo>
                    <a:pt x="15631" y="14373"/>
                  </a:lnTo>
                  <a:lnTo>
                    <a:pt x="16035" y="16754"/>
                  </a:lnTo>
                  <a:lnTo>
                    <a:pt x="16080" y="16933"/>
                  </a:lnTo>
                  <a:lnTo>
                    <a:pt x="16170" y="17113"/>
                  </a:lnTo>
                  <a:lnTo>
                    <a:pt x="16350" y="17382"/>
                  </a:lnTo>
                  <a:lnTo>
                    <a:pt x="16574" y="17607"/>
                  </a:lnTo>
                  <a:lnTo>
                    <a:pt x="16844" y="17787"/>
                  </a:lnTo>
                  <a:lnTo>
                    <a:pt x="17023" y="19089"/>
                  </a:lnTo>
                  <a:lnTo>
                    <a:pt x="17068" y="20347"/>
                  </a:lnTo>
                  <a:lnTo>
                    <a:pt x="17023" y="21559"/>
                  </a:lnTo>
                  <a:lnTo>
                    <a:pt x="16933" y="22727"/>
                  </a:lnTo>
                  <a:lnTo>
                    <a:pt x="16754" y="23805"/>
                  </a:lnTo>
                  <a:lnTo>
                    <a:pt x="16529" y="24838"/>
                  </a:lnTo>
                  <a:lnTo>
                    <a:pt x="16305" y="25781"/>
                  </a:lnTo>
                  <a:lnTo>
                    <a:pt x="15990" y="26680"/>
                  </a:lnTo>
                  <a:lnTo>
                    <a:pt x="15631" y="27533"/>
                  </a:lnTo>
                  <a:lnTo>
                    <a:pt x="15317" y="28297"/>
                  </a:lnTo>
                  <a:lnTo>
                    <a:pt x="14957" y="29015"/>
                  </a:lnTo>
                  <a:lnTo>
                    <a:pt x="14598" y="29644"/>
                  </a:lnTo>
                  <a:lnTo>
                    <a:pt x="13924" y="30722"/>
                  </a:lnTo>
                  <a:lnTo>
                    <a:pt x="13385" y="31531"/>
                  </a:lnTo>
                  <a:lnTo>
                    <a:pt x="13071" y="31935"/>
                  </a:lnTo>
                  <a:lnTo>
                    <a:pt x="12891" y="32249"/>
                  </a:lnTo>
                  <a:lnTo>
                    <a:pt x="12801" y="32519"/>
                  </a:lnTo>
                  <a:lnTo>
                    <a:pt x="12756" y="32743"/>
                  </a:lnTo>
                  <a:lnTo>
                    <a:pt x="12801" y="33058"/>
                  </a:lnTo>
                  <a:lnTo>
                    <a:pt x="12891" y="33327"/>
                  </a:lnTo>
                  <a:lnTo>
                    <a:pt x="12981" y="33552"/>
                  </a:lnTo>
                  <a:lnTo>
                    <a:pt x="13116" y="33731"/>
                  </a:lnTo>
                  <a:lnTo>
                    <a:pt x="12801" y="34405"/>
                  </a:lnTo>
                  <a:lnTo>
                    <a:pt x="12442" y="34989"/>
                  </a:lnTo>
                  <a:lnTo>
                    <a:pt x="12038" y="35573"/>
                  </a:lnTo>
                  <a:lnTo>
                    <a:pt x="11634" y="36112"/>
                  </a:lnTo>
                  <a:lnTo>
                    <a:pt x="11184" y="36606"/>
                  </a:lnTo>
                  <a:lnTo>
                    <a:pt x="10735" y="37055"/>
                  </a:lnTo>
                  <a:lnTo>
                    <a:pt x="10241" y="37459"/>
                  </a:lnTo>
                  <a:lnTo>
                    <a:pt x="9747" y="37864"/>
                  </a:lnTo>
                  <a:lnTo>
                    <a:pt x="9253" y="38223"/>
                  </a:lnTo>
                  <a:lnTo>
                    <a:pt x="8759" y="38537"/>
                  </a:lnTo>
                  <a:lnTo>
                    <a:pt x="8220" y="38852"/>
                  </a:lnTo>
                  <a:lnTo>
                    <a:pt x="7726" y="39121"/>
                  </a:lnTo>
                  <a:lnTo>
                    <a:pt x="6693" y="39570"/>
                  </a:lnTo>
                  <a:lnTo>
                    <a:pt x="5660" y="39930"/>
                  </a:lnTo>
                  <a:lnTo>
                    <a:pt x="4672" y="40199"/>
                  </a:lnTo>
                  <a:lnTo>
                    <a:pt x="3773" y="40424"/>
                  </a:lnTo>
                  <a:lnTo>
                    <a:pt x="2920" y="40559"/>
                  </a:lnTo>
                  <a:lnTo>
                    <a:pt x="2201" y="40648"/>
                  </a:lnTo>
                  <a:lnTo>
                    <a:pt x="1123" y="40738"/>
                  </a:lnTo>
                  <a:lnTo>
                    <a:pt x="674" y="40738"/>
                  </a:lnTo>
                  <a:lnTo>
                    <a:pt x="405" y="40783"/>
                  </a:lnTo>
                  <a:lnTo>
                    <a:pt x="180" y="40918"/>
                  </a:lnTo>
                  <a:lnTo>
                    <a:pt x="45" y="41142"/>
                  </a:lnTo>
                  <a:lnTo>
                    <a:pt x="0" y="41277"/>
                  </a:lnTo>
                  <a:lnTo>
                    <a:pt x="0" y="41412"/>
                  </a:lnTo>
                  <a:lnTo>
                    <a:pt x="0" y="41547"/>
                  </a:lnTo>
                  <a:lnTo>
                    <a:pt x="45" y="41681"/>
                  </a:lnTo>
                  <a:lnTo>
                    <a:pt x="180" y="41906"/>
                  </a:lnTo>
                  <a:lnTo>
                    <a:pt x="405" y="42041"/>
                  </a:lnTo>
                  <a:lnTo>
                    <a:pt x="495" y="42086"/>
                  </a:lnTo>
                  <a:lnTo>
                    <a:pt x="629" y="42131"/>
                  </a:lnTo>
                  <a:lnTo>
                    <a:pt x="764" y="42131"/>
                  </a:lnTo>
                  <a:lnTo>
                    <a:pt x="1573" y="42086"/>
                  </a:lnTo>
                  <a:lnTo>
                    <a:pt x="2201" y="42041"/>
                  </a:lnTo>
                  <a:lnTo>
                    <a:pt x="2920" y="41951"/>
                  </a:lnTo>
                  <a:lnTo>
                    <a:pt x="3818" y="41816"/>
                  </a:lnTo>
                  <a:lnTo>
                    <a:pt x="4761" y="41592"/>
                  </a:lnTo>
                  <a:lnTo>
                    <a:pt x="5795" y="41322"/>
                  </a:lnTo>
                  <a:lnTo>
                    <a:pt x="6828" y="40963"/>
                  </a:lnTo>
                  <a:lnTo>
                    <a:pt x="7950" y="40514"/>
                  </a:lnTo>
                  <a:lnTo>
                    <a:pt x="9028" y="39975"/>
                  </a:lnTo>
                  <a:lnTo>
                    <a:pt x="9567" y="39660"/>
                  </a:lnTo>
                  <a:lnTo>
                    <a:pt x="10106" y="39301"/>
                  </a:lnTo>
                  <a:lnTo>
                    <a:pt x="10645" y="38897"/>
                  </a:lnTo>
                  <a:lnTo>
                    <a:pt x="11184" y="38492"/>
                  </a:lnTo>
                  <a:lnTo>
                    <a:pt x="11678" y="38043"/>
                  </a:lnTo>
                  <a:lnTo>
                    <a:pt x="12172" y="37549"/>
                  </a:lnTo>
                  <a:lnTo>
                    <a:pt x="12622" y="37055"/>
                  </a:lnTo>
                  <a:lnTo>
                    <a:pt x="13071" y="36471"/>
                  </a:lnTo>
                  <a:lnTo>
                    <a:pt x="13520" y="35887"/>
                  </a:lnTo>
                  <a:lnTo>
                    <a:pt x="13924" y="35214"/>
                  </a:lnTo>
                  <a:lnTo>
                    <a:pt x="14283" y="34540"/>
                  </a:lnTo>
                  <a:lnTo>
                    <a:pt x="14598" y="33821"/>
                  </a:lnTo>
                  <a:lnTo>
                    <a:pt x="14643" y="33687"/>
                  </a:lnTo>
                  <a:lnTo>
                    <a:pt x="14688" y="33552"/>
                  </a:lnTo>
                  <a:lnTo>
                    <a:pt x="14598" y="33282"/>
                  </a:lnTo>
                  <a:lnTo>
                    <a:pt x="14463" y="33058"/>
                  </a:lnTo>
                  <a:lnTo>
                    <a:pt x="14373" y="32968"/>
                  </a:lnTo>
                  <a:lnTo>
                    <a:pt x="14239" y="32923"/>
                  </a:lnTo>
                  <a:lnTo>
                    <a:pt x="14239" y="32878"/>
                  </a:lnTo>
                  <a:lnTo>
                    <a:pt x="14149" y="32833"/>
                  </a:lnTo>
                  <a:lnTo>
                    <a:pt x="14508" y="32294"/>
                  </a:lnTo>
                  <a:lnTo>
                    <a:pt x="15092" y="31441"/>
                  </a:lnTo>
                  <a:lnTo>
                    <a:pt x="15856" y="30228"/>
                  </a:lnTo>
                  <a:lnTo>
                    <a:pt x="16215" y="29554"/>
                  </a:lnTo>
                  <a:lnTo>
                    <a:pt x="16619" y="28746"/>
                  </a:lnTo>
                  <a:lnTo>
                    <a:pt x="16978" y="27892"/>
                  </a:lnTo>
                  <a:lnTo>
                    <a:pt x="17338" y="26994"/>
                  </a:lnTo>
                  <a:lnTo>
                    <a:pt x="17652" y="26006"/>
                  </a:lnTo>
                  <a:lnTo>
                    <a:pt x="17967" y="24928"/>
                  </a:lnTo>
                  <a:lnTo>
                    <a:pt x="18191" y="23805"/>
                  </a:lnTo>
                  <a:lnTo>
                    <a:pt x="18326" y="22592"/>
                  </a:lnTo>
                  <a:lnTo>
                    <a:pt x="18416" y="21290"/>
                  </a:lnTo>
                  <a:lnTo>
                    <a:pt x="18416" y="19987"/>
                  </a:lnTo>
                  <a:lnTo>
                    <a:pt x="18326" y="18550"/>
                  </a:lnTo>
                  <a:lnTo>
                    <a:pt x="18146" y="17068"/>
                  </a:lnTo>
                  <a:lnTo>
                    <a:pt x="18056" y="16843"/>
                  </a:lnTo>
                  <a:lnTo>
                    <a:pt x="17877" y="16664"/>
                  </a:lnTo>
                  <a:lnTo>
                    <a:pt x="17697" y="16529"/>
                  </a:lnTo>
                  <a:lnTo>
                    <a:pt x="17428" y="16484"/>
                  </a:lnTo>
                  <a:lnTo>
                    <a:pt x="16978" y="14059"/>
                  </a:lnTo>
                  <a:lnTo>
                    <a:pt x="16574" y="12172"/>
                  </a:lnTo>
                  <a:lnTo>
                    <a:pt x="16035" y="9926"/>
                  </a:lnTo>
                  <a:lnTo>
                    <a:pt x="15406" y="7546"/>
                  </a:lnTo>
                  <a:lnTo>
                    <a:pt x="15047" y="6288"/>
                  </a:lnTo>
                  <a:lnTo>
                    <a:pt x="14643" y="5076"/>
                  </a:lnTo>
                  <a:lnTo>
                    <a:pt x="14194" y="3818"/>
                  </a:lnTo>
                  <a:lnTo>
                    <a:pt x="13745" y="2605"/>
                  </a:lnTo>
                  <a:lnTo>
                    <a:pt x="13250" y="1482"/>
                  </a:lnTo>
                  <a:lnTo>
                    <a:pt x="12756" y="360"/>
                  </a:lnTo>
                  <a:lnTo>
                    <a:pt x="12667" y="225"/>
                  </a:lnTo>
                  <a:lnTo>
                    <a:pt x="12577" y="135"/>
                  </a:lnTo>
                  <a:lnTo>
                    <a:pt x="12352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61"/>
            <p:cNvSpPr/>
            <p:nvPr/>
          </p:nvSpPr>
          <p:spPr>
            <a:xfrm>
              <a:off x="6563275" y="2974275"/>
              <a:ext cx="305450" cy="1035300"/>
            </a:xfrm>
            <a:custGeom>
              <a:rect b="b" l="l" r="r" t="t"/>
              <a:pathLst>
                <a:path extrusionOk="0" h="41412" w="12218">
                  <a:moveTo>
                    <a:pt x="11769" y="0"/>
                  </a:moveTo>
                  <a:lnTo>
                    <a:pt x="11634" y="90"/>
                  </a:lnTo>
                  <a:lnTo>
                    <a:pt x="11544" y="180"/>
                  </a:lnTo>
                  <a:lnTo>
                    <a:pt x="11544" y="315"/>
                  </a:lnTo>
                  <a:lnTo>
                    <a:pt x="11454" y="1572"/>
                  </a:lnTo>
                  <a:lnTo>
                    <a:pt x="11364" y="2830"/>
                  </a:lnTo>
                  <a:lnTo>
                    <a:pt x="11185" y="4087"/>
                  </a:lnTo>
                  <a:lnTo>
                    <a:pt x="11005" y="5345"/>
                  </a:lnTo>
                  <a:lnTo>
                    <a:pt x="10825" y="6603"/>
                  </a:lnTo>
                  <a:lnTo>
                    <a:pt x="10556" y="7860"/>
                  </a:lnTo>
                  <a:lnTo>
                    <a:pt x="10017" y="10286"/>
                  </a:lnTo>
                  <a:lnTo>
                    <a:pt x="9388" y="12666"/>
                  </a:lnTo>
                  <a:lnTo>
                    <a:pt x="8714" y="14957"/>
                  </a:lnTo>
                  <a:lnTo>
                    <a:pt x="7996" y="17203"/>
                  </a:lnTo>
                  <a:lnTo>
                    <a:pt x="7322" y="19269"/>
                  </a:lnTo>
                  <a:lnTo>
                    <a:pt x="5525" y="24703"/>
                  </a:lnTo>
                  <a:lnTo>
                    <a:pt x="3729" y="30183"/>
                  </a:lnTo>
                  <a:lnTo>
                    <a:pt x="1887" y="35573"/>
                  </a:lnTo>
                  <a:lnTo>
                    <a:pt x="46" y="40963"/>
                  </a:lnTo>
                  <a:lnTo>
                    <a:pt x="1" y="41097"/>
                  </a:lnTo>
                  <a:lnTo>
                    <a:pt x="46" y="41232"/>
                  </a:lnTo>
                  <a:lnTo>
                    <a:pt x="136" y="41322"/>
                  </a:lnTo>
                  <a:lnTo>
                    <a:pt x="270" y="41412"/>
                  </a:lnTo>
                  <a:lnTo>
                    <a:pt x="450" y="41412"/>
                  </a:lnTo>
                  <a:lnTo>
                    <a:pt x="540" y="41367"/>
                  </a:lnTo>
                  <a:lnTo>
                    <a:pt x="630" y="41277"/>
                  </a:lnTo>
                  <a:lnTo>
                    <a:pt x="675" y="41187"/>
                  </a:lnTo>
                  <a:lnTo>
                    <a:pt x="2561" y="35798"/>
                  </a:lnTo>
                  <a:lnTo>
                    <a:pt x="4403" y="30363"/>
                  </a:lnTo>
                  <a:lnTo>
                    <a:pt x="6199" y="24928"/>
                  </a:lnTo>
                  <a:lnTo>
                    <a:pt x="7996" y="19493"/>
                  </a:lnTo>
                  <a:lnTo>
                    <a:pt x="8670" y="17382"/>
                  </a:lnTo>
                  <a:lnTo>
                    <a:pt x="9388" y="15137"/>
                  </a:lnTo>
                  <a:lnTo>
                    <a:pt x="10062" y="12846"/>
                  </a:lnTo>
                  <a:lnTo>
                    <a:pt x="10691" y="10420"/>
                  </a:lnTo>
                  <a:lnTo>
                    <a:pt x="11230" y="7950"/>
                  </a:lnTo>
                  <a:lnTo>
                    <a:pt x="11499" y="6693"/>
                  </a:lnTo>
                  <a:lnTo>
                    <a:pt x="11724" y="5435"/>
                  </a:lnTo>
                  <a:lnTo>
                    <a:pt x="11903" y="4177"/>
                  </a:lnTo>
                  <a:lnTo>
                    <a:pt x="12038" y="2920"/>
                  </a:lnTo>
                  <a:lnTo>
                    <a:pt x="12173" y="1617"/>
                  </a:lnTo>
                  <a:lnTo>
                    <a:pt x="12218" y="359"/>
                  </a:lnTo>
                  <a:lnTo>
                    <a:pt x="12173" y="225"/>
                  </a:lnTo>
                  <a:lnTo>
                    <a:pt x="12128" y="90"/>
                  </a:lnTo>
                  <a:lnTo>
                    <a:pt x="12038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61"/>
            <p:cNvSpPr/>
            <p:nvPr/>
          </p:nvSpPr>
          <p:spPr>
            <a:xfrm>
              <a:off x="6456600" y="3639000"/>
              <a:ext cx="128050" cy="230225"/>
            </a:xfrm>
            <a:custGeom>
              <a:rect b="b" l="l" r="r" t="t"/>
              <a:pathLst>
                <a:path extrusionOk="0" h="9209" w="5122">
                  <a:moveTo>
                    <a:pt x="405" y="1"/>
                  </a:moveTo>
                  <a:lnTo>
                    <a:pt x="270" y="46"/>
                  </a:lnTo>
                  <a:lnTo>
                    <a:pt x="136" y="91"/>
                  </a:lnTo>
                  <a:lnTo>
                    <a:pt x="46" y="181"/>
                  </a:lnTo>
                  <a:lnTo>
                    <a:pt x="1" y="315"/>
                  </a:lnTo>
                  <a:lnTo>
                    <a:pt x="1" y="450"/>
                  </a:lnTo>
                  <a:lnTo>
                    <a:pt x="405" y="1618"/>
                  </a:lnTo>
                  <a:lnTo>
                    <a:pt x="809" y="2786"/>
                  </a:lnTo>
                  <a:lnTo>
                    <a:pt x="1303" y="3909"/>
                  </a:lnTo>
                  <a:lnTo>
                    <a:pt x="1842" y="4986"/>
                  </a:lnTo>
                  <a:lnTo>
                    <a:pt x="2426" y="6064"/>
                  </a:lnTo>
                  <a:lnTo>
                    <a:pt x="3055" y="7097"/>
                  </a:lnTo>
                  <a:lnTo>
                    <a:pt x="3774" y="8131"/>
                  </a:lnTo>
                  <a:lnTo>
                    <a:pt x="4537" y="9074"/>
                  </a:lnTo>
                  <a:lnTo>
                    <a:pt x="4627" y="9164"/>
                  </a:lnTo>
                  <a:lnTo>
                    <a:pt x="4807" y="9209"/>
                  </a:lnTo>
                  <a:lnTo>
                    <a:pt x="4897" y="9164"/>
                  </a:lnTo>
                  <a:lnTo>
                    <a:pt x="5031" y="9119"/>
                  </a:lnTo>
                  <a:lnTo>
                    <a:pt x="5076" y="9029"/>
                  </a:lnTo>
                  <a:lnTo>
                    <a:pt x="5121" y="8894"/>
                  </a:lnTo>
                  <a:lnTo>
                    <a:pt x="5121" y="8759"/>
                  </a:lnTo>
                  <a:lnTo>
                    <a:pt x="5076" y="8625"/>
                  </a:lnTo>
                  <a:lnTo>
                    <a:pt x="4313" y="7681"/>
                  </a:lnTo>
                  <a:lnTo>
                    <a:pt x="3639" y="6738"/>
                  </a:lnTo>
                  <a:lnTo>
                    <a:pt x="3010" y="5705"/>
                  </a:lnTo>
                  <a:lnTo>
                    <a:pt x="2426" y="4672"/>
                  </a:lnTo>
                  <a:lnTo>
                    <a:pt x="1932" y="3594"/>
                  </a:lnTo>
                  <a:lnTo>
                    <a:pt x="1438" y="2516"/>
                  </a:lnTo>
                  <a:lnTo>
                    <a:pt x="1034" y="1393"/>
                  </a:lnTo>
                  <a:lnTo>
                    <a:pt x="675" y="270"/>
                  </a:lnTo>
                  <a:lnTo>
                    <a:pt x="630" y="136"/>
                  </a:lnTo>
                  <a:lnTo>
                    <a:pt x="540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61"/>
            <p:cNvSpPr/>
            <p:nvPr/>
          </p:nvSpPr>
          <p:spPr>
            <a:xfrm>
              <a:off x="6539700" y="3322350"/>
              <a:ext cx="110075" cy="297600"/>
            </a:xfrm>
            <a:custGeom>
              <a:rect b="b" l="l" r="r" t="t"/>
              <a:pathLst>
                <a:path extrusionOk="0" h="11904" w="4403">
                  <a:moveTo>
                    <a:pt x="315" y="1"/>
                  </a:moveTo>
                  <a:lnTo>
                    <a:pt x="180" y="46"/>
                  </a:lnTo>
                  <a:lnTo>
                    <a:pt x="90" y="136"/>
                  </a:lnTo>
                  <a:lnTo>
                    <a:pt x="1" y="225"/>
                  </a:lnTo>
                  <a:lnTo>
                    <a:pt x="1" y="360"/>
                  </a:lnTo>
                  <a:lnTo>
                    <a:pt x="135" y="1887"/>
                  </a:lnTo>
                  <a:lnTo>
                    <a:pt x="360" y="3369"/>
                  </a:lnTo>
                  <a:lnTo>
                    <a:pt x="674" y="4852"/>
                  </a:lnTo>
                  <a:lnTo>
                    <a:pt x="1124" y="6334"/>
                  </a:lnTo>
                  <a:lnTo>
                    <a:pt x="1618" y="7726"/>
                  </a:lnTo>
                  <a:lnTo>
                    <a:pt x="2246" y="9119"/>
                  </a:lnTo>
                  <a:lnTo>
                    <a:pt x="2965" y="10421"/>
                  </a:lnTo>
                  <a:lnTo>
                    <a:pt x="3774" y="11724"/>
                  </a:lnTo>
                  <a:lnTo>
                    <a:pt x="3908" y="11858"/>
                  </a:lnTo>
                  <a:lnTo>
                    <a:pt x="4043" y="11903"/>
                  </a:lnTo>
                  <a:lnTo>
                    <a:pt x="4178" y="11858"/>
                  </a:lnTo>
                  <a:lnTo>
                    <a:pt x="4268" y="11814"/>
                  </a:lnTo>
                  <a:lnTo>
                    <a:pt x="4357" y="11724"/>
                  </a:lnTo>
                  <a:lnTo>
                    <a:pt x="4402" y="11589"/>
                  </a:lnTo>
                  <a:lnTo>
                    <a:pt x="4402" y="11454"/>
                  </a:lnTo>
                  <a:lnTo>
                    <a:pt x="4357" y="11364"/>
                  </a:lnTo>
                  <a:lnTo>
                    <a:pt x="3549" y="10107"/>
                  </a:lnTo>
                  <a:lnTo>
                    <a:pt x="2875" y="8804"/>
                  </a:lnTo>
                  <a:lnTo>
                    <a:pt x="2291" y="7457"/>
                  </a:lnTo>
                  <a:lnTo>
                    <a:pt x="1752" y="6109"/>
                  </a:lnTo>
                  <a:lnTo>
                    <a:pt x="1348" y="4672"/>
                  </a:lnTo>
                  <a:lnTo>
                    <a:pt x="1034" y="3280"/>
                  </a:lnTo>
                  <a:lnTo>
                    <a:pt x="809" y="1797"/>
                  </a:lnTo>
                  <a:lnTo>
                    <a:pt x="674" y="360"/>
                  </a:lnTo>
                  <a:lnTo>
                    <a:pt x="629" y="225"/>
                  </a:lnTo>
                  <a:lnTo>
                    <a:pt x="585" y="91"/>
                  </a:lnTo>
                  <a:lnTo>
                    <a:pt x="450" y="46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61"/>
            <p:cNvSpPr/>
            <p:nvPr/>
          </p:nvSpPr>
          <p:spPr>
            <a:xfrm>
              <a:off x="6662100" y="3296525"/>
              <a:ext cx="40450" cy="126925"/>
            </a:xfrm>
            <a:custGeom>
              <a:rect b="b" l="l" r="r" t="t"/>
              <a:pathLst>
                <a:path extrusionOk="0" h="5077" w="1618">
                  <a:moveTo>
                    <a:pt x="270" y="1"/>
                  </a:moveTo>
                  <a:lnTo>
                    <a:pt x="135" y="46"/>
                  </a:lnTo>
                  <a:lnTo>
                    <a:pt x="45" y="136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944" y="4807"/>
                  </a:lnTo>
                  <a:lnTo>
                    <a:pt x="989" y="4897"/>
                  </a:lnTo>
                  <a:lnTo>
                    <a:pt x="1078" y="4986"/>
                  </a:lnTo>
                  <a:lnTo>
                    <a:pt x="1168" y="5076"/>
                  </a:lnTo>
                  <a:lnTo>
                    <a:pt x="1348" y="5076"/>
                  </a:lnTo>
                  <a:lnTo>
                    <a:pt x="1483" y="5031"/>
                  </a:lnTo>
                  <a:lnTo>
                    <a:pt x="1572" y="4941"/>
                  </a:lnTo>
                  <a:lnTo>
                    <a:pt x="1617" y="4807"/>
                  </a:lnTo>
                  <a:lnTo>
                    <a:pt x="1617" y="4672"/>
                  </a:lnTo>
                  <a:lnTo>
                    <a:pt x="674" y="270"/>
                  </a:lnTo>
                  <a:lnTo>
                    <a:pt x="629" y="136"/>
                  </a:lnTo>
                  <a:lnTo>
                    <a:pt x="539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61"/>
            <p:cNvSpPr/>
            <p:nvPr/>
          </p:nvSpPr>
          <p:spPr>
            <a:xfrm>
              <a:off x="6720500" y="3169650"/>
              <a:ext cx="23600" cy="86475"/>
            </a:xfrm>
            <a:custGeom>
              <a:rect b="b" l="l" r="r" t="t"/>
              <a:pathLst>
                <a:path extrusionOk="0" h="3459" w="944">
                  <a:moveTo>
                    <a:pt x="314" y="0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225" y="3144"/>
                  </a:lnTo>
                  <a:lnTo>
                    <a:pt x="270" y="3279"/>
                  </a:lnTo>
                  <a:lnTo>
                    <a:pt x="359" y="3369"/>
                  </a:lnTo>
                  <a:lnTo>
                    <a:pt x="449" y="3414"/>
                  </a:lnTo>
                  <a:lnTo>
                    <a:pt x="584" y="3459"/>
                  </a:lnTo>
                  <a:lnTo>
                    <a:pt x="629" y="3459"/>
                  </a:lnTo>
                  <a:lnTo>
                    <a:pt x="719" y="3414"/>
                  </a:lnTo>
                  <a:lnTo>
                    <a:pt x="853" y="3324"/>
                  </a:lnTo>
                  <a:lnTo>
                    <a:pt x="898" y="3234"/>
                  </a:lnTo>
                  <a:lnTo>
                    <a:pt x="943" y="3100"/>
                  </a:lnTo>
                  <a:lnTo>
                    <a:pt x="674" y="315"/>
                  </a:lnTo>
                  <a:lnTo>
                    <a:pt x="629" y="180"/>
                  </a:lnTo>
                  <a:lnTo>
                    <a:pt x="539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61"/>
            <p:cNvSpPr/>
            <p:nvPr/>
          </p:nvSpPr>
          <p:spPr>
            <a:xfrm>
              <a:off x="6773275" y="3125850"/>
              <a:ext cx="17975" cy="35950"/>
            </a:xfrm>
            <a:custGeom>
              <a:rect b="b" l="l" r="r" t="t"/>
              <a:pathLst>
                <a:path extrusionOk="0" h="1438" w="719">
                  <a:moveTo>
                    <a:pt x="314" y="1"/>
                  </a:moveTo>
                  <a:lnTo>
                    <a:pt x="180" y="46"/>
                  </a:lnTo>
                  <a:lnTo>
                    <a:pt x="90" y="91"/>
                  </a:lnTo>
                  <a:lnTo>
                    <a:pt x="0" y="225"/>
                  </a:lnTo>
                  <a:lnTo>
                    <a:pt x="0" y="360"/>
                  </a:lnTo>
                  <a:lnTo>
                    <a:pt x="45" y="1124"/>
                  </a:lnTo>
                  <a:lnTo>
                    <a:pt x="45" y="1258"/>
                  </a:lnTo>
                  <a:lnTo>
                    <a:pt x="135" y="1348"/>
                  </a:lnTo>
                  <a:lnTo>
                    <a:pt x="270" y="1438"/>
                  </a:lnTo>
                  <a:lnTo>
                    <a:pt x="539" y="1438"/>
                  </a:lnTo>
                  <a:lnTo>
                    <a:pt x="629" y="1348"/>
                  </a:lnTo>
                  <a:lnTo>
                    <a:pt x="719" y="1213"/>
                  </a:lnTo>
                  <a:lnTo>
                    <a:pt x="719" y="1079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61"/>
            <p:cNvSpPr/>
            <p:nvPr/>
          </p:nvSpPr>
          <p:spPr>
            <a:xfrm>
              <a:off x="6547575" y="3562650"/>
              <a:ext cx="68500" cy="102200"/>
            </a:xfrm>
            <a:custGeom>
              <a:rect b="b" l="l" r="r" t="t"/>
              <a:pathLst>
                <a:path extrusionOk="0" h="4088" w="2740">
                  <a:moveTo>
                    <a:pt x="270" y="1"/>
                  </a:moveTo>
                  <a:lnTo>
                    <a:pt x="135" y="91"/>
                  </a:lnTo>
                  <a:lnTo>
                    <a:pt x="45" y="180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2111" y="3908"/>
                  </a:lnTo>
                  <a:lnTo>
                    <a:pt x="2246" y="4043"/>
                  </a:lnTo>
                  <a:lnTo>
                    <a:pt x="2425" y="4088"/>
                  </a:lnTo>
                  <a:lnTo>
                    <a:pt x="2605" y="3998"/>
                  </a:lnTo>
                  <a:lnTo>
                    <a:pt x="2695" y="3908"/>
                  </a:lnTo>
                  <a:lnTo>
                    <a:pt x="2740" y="3818"/>
                  </a:lnTo>
                  <a:lnTo>
                    <a:pt x="2740" y="3684"/>
                  </a:lnTo>
                  <a:lnTo>
                    <a:pt x="2695" y="3549"/>
                  </a:lnTo>
                  <a:lnTo>
                    <a:pt x="629" y="180"/>
                  </a:lnTo>
                  <a:lnTo>
                    <a:pt x="539" y="91"/>
                  </a:lnTo>
                  <a:lnTo>
                    <a:pt x="404" y="46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61"/>
            <p:cNvSpPr/>
            <p:nvPr/>
          </p:nvSpPr>
          <p:spPr>
            <a:xfrm>
              <a:off x="6568900" y="3697400"/>
              <a:ext cx="33700" cy="40450"/>
            </a:xfrm>
            <a:custGeom>
              <a:rect b="b" l="l" r="r" t="t"/>
              <a:pathLst>
                <a:path extrusionOk="0" h="1618" w="1348">
                  <a:moveTo>
                    <a:pt x="270" y="0"/>
                  </a:moveTo>
                  <a:lnTo>
                    <a:pt x="135" y="45"/>
                  </a:lnTo>
                  <a:lnTo>
                    <a:pt x="45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39"/>
                  </a:lnTo>
                  <a:lnTo>
                    <a:pt x="719" y="1483"/>
                  </a:lnTo>
                  <a:lnTo>
                    <a:pt x="809" y="1573"/>
                  </a:lnTo>
                  <a:lnTo>
                    <a:pt x="989" y="1617"/>
                  </a:lnTo>
                  <a:lnTo>
                    <a:pt x="1078" y="1617"/>
                  </a:lnTo>
                  <a:lnTo>
                    <a:pt x="1168" y="1573"/>
                  </a:lnTo>
                  <a:lnTo>
                    <a:pt x="1258" y="1483"/>
                  </a:lnTo>
                  <a:lnTo>
                    <a:pt x="1348" y="1348"/>
                  </a:lnTo>
                  <a:lnTo>
                    <a:pt x="1303" y="1213"/>
                  </a:lnTo>
                  <a:lnTo>
                    <a:pt x="1258" y="1078"/>
                  </a:lnTo>
                  <a:lnTo>
                    <a:pt x="629" y="135"/>
                  </a:lnTo>
                  <a:lnTo>
                    <a:pt x="495" y="45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61"/>
            <p:cNvSpPr/>
            <p:nvPr/>
          </p:nvSpPr>
          <p:spPr>
            <a:xfrm>
              <a:off x="6506025" y="3859100"/>
              <a:ext cx="47175" cy="52800"/>
            </a:xfrm>
            <a:custGeom>
              <a:rect b="b" l="l" r="r" t="t"/>
              <a:pathLst>
                <a:path extrusionOk="0" h="2112" w="1887">
                  <a:moveTo>
                    <a:pt x="180" y="0"/>
                  </a:moveTo>
                  <a:lnTo>
                    <a:pt x="90" y="90"/>
                  </a:lnTo>
                  <a:lnTo>
                    <a:pt x="45" y="225"/>
                  </a:lnTo>
                  <a:lnTo>
                    <a:pt x="0" y="360"/>
                  </a:lnTo>
                  <a:lnTo>
                    <a:pt x="45" y="494"/>
                  </a:lnTo>
                  <a:lnTo>
                    <a:pt x="315" y="899"/>
                  </a:lnTo>
                  <a:lnTo>
                    <a:pt x="584" y="1348"/>
                  </a:lnTo>
                  <a:lnTo>
                    <a:pt x="943" y="1707"/>
                  </a:lnTo>
                  <a:lnTo>
                    <a:pt x="1348" y="2021"/>
                  </a:lnTo>
                  <a:lnTo>
                    <a:pt x="1437" y="2066"/>
                  </a:lnTo>
                  <a:lnTo>
                    <a:pt x="1572" y="2111"/>
                  </a:lnTo>
                  <a:lnTo>
                    <a:pt x="1707" y="2066"/>
                  </a:lnTo>
                  <a:lnTo>
                    <a:pt x="1842" y="1977"/>
                  </a:lnTo>
                  <a:lnTo>
                    <a:pt x="1887" y="1842"/>
                  </a:lnTo>
                  <a:lnTo>
                    <a:pt x="1887" y="1707"/>
                  </a:lnTo>
                  <a:lnTo>
                    <a:pt x="1842" y="1572"/>
                  </a:lnTo>
                  <a:lnTo>
                    <a:pt x="1752" y="1482"/>
                  </a:lnTo>
                  <a:lnTo>
                    <a:pt x="1437" y="1213"/>
                  </a:lnTo>
                  <a:lnTo>
                    <a:pt x="1123" y="899"/>
                  </a:lnTo>
                  <a:lnTo>
                    <a:pt x="899" y="539"/>
                  </a:lnTo>
                  <a:lnTo>
                    <a:pt x="674" y="180"/>
                  </a:lnTo>
                  <a:lnTo>
                    <a:pt x="584" y="45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61"/>
            <p:cNvSpPr/>
            <p:nvPr/>
          </p:nvSpPr>
          <p:spPr>
            <a:xfrm>
              <a:off x="6654250" y="3763650"/>
              <a:ext cx="181925" cy="116800"/>
            </a:xfrm>
            <a:custGeom>
              <a:rect b="b" l="l" r="r" t="t"/>
              <a:pathLst>
                <a:path extrusionOk="0" h="4672" w="7277">
                  <a:moveTo>
                    <a:pt x="6827" y="0"/>
                  </a:moveTo>
                  <a:lnTo>
                    <a:pt x="6692" y="90"/>
                  </a:lnTo>
                  <a:lnTo>
                    <a:pt x="6019" y="719"/>
                  </a:lnTo>
                  <a:lnTo>
                    <a:pt x="5255" y="1303"/>
                  </a:lnTo>
                  <a:lnTo>
                    <a:pt x="4492" y="1887"/>
                  </a:lnTo>
                  <a:lnTo>
                    <a:pt x="3683" y="2381"/>
                  </a:lnTo>
                  <a:lnTo>
                    <a:pt x="2875" y="2875"/>
                  </a:lnTo>
                  <a:lnTo>
                    <a:pt x="2021" y="3279"/>
                  </a:lnTo>
                  <a:lnTo>
                    <a:pt x="1123" y="3639"/>
                  </a:lnTo>
                  <a:lnTo>
                    <a:pt x="270" y="3998"/>
                  </a:lnTo>
                  <a:lnTo>
                    <a:pt x="135" y="4043"/>
                  </a:lnTo>
                  <a:lnTo>
                    <a:pt x="45" y="4178"/>
                  </a:lnTo>
                  <a:lnTo>
                    <a:pt x="0" y="4267"/>
                  </a:lnTo>
                  <a:lnTo>
                    <a:pt x="45" y="4402"/>
                  </a:lnTo>
                  <a:lnTo>
                    <a:pt x="90" y="4537"/>
                  </a:lnTo>
                  <a:lnTo>
                    <a:pt x="180" y="4582"/>
                  </a:lnTo>
                  <a:lnTo>
                    <a:pt x="270" y="4627"/>
                  </a:lnTo>
                  <a:lnTo>
                    <a:pt x="359" y="4672"/>
                  </a:lnTo>
                  <a:lnTo>
                    <a:pt x="494" y="4627"/>
                  </a:lnTo>
                  <a:lnTo>
                    <a:pt x="1392" y="4312"/>
                  </a:lnTo>
                  <a:lnTo>
                    <a:pt x="2291" y="3908"/>
                  </a:lnTo>
                  <a:lnTo>
                    <a:pt x="3189" y="3459"/>
                  </a:lnTo>
                  <a:lnTo>
                    <a:pt x="4042" y="2965"/>
                  </a:lnTo>
                  <a:lnTo>
                    <a:pt x="4896" y="2426"/>
                  </a:lnTo>
                  <a:lnTo>
                    <a:pt x="5659" y="1887"/>
                  </a:lnTo>
                  <a:lnTo>
                    <a:pt x="6468" y="1258"/>
                  </a:lnTo>
                  <a:lnTo>
                    <a:pt x="7186" y="584"/>
                  </a:lnTo>
                  <a:lnTo>
                    <a:pt x="7276" y="495"/>
                  </a:lnTo>
                  <a:lnTo>
                    <a:pt x="7276" y="360"/>
                  </a:lnTo>
                  <a:lnTo>
                    <a:pt x="7276" y="225"/>
                  </a:lnTo>
                  <a:lnTo>
                    <a:pt x="7186" y="90"/>
                  </a:lnTo>
                  <a:lnTo>
                    <a:pt x="7097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61"/>
            <p:cNvSpPr/>
            <p:nvPr/>
          </p:nvSpPr>
          <p:spPr>
            <a:xfrm>
              <a:off x="6737325" y="3420050"/>
              <a:ext cx="202150" cy="213375"/>
            </a:xfrm>
            <a:custGeom>
              <a:rect b="b" l="l" r="r" t="t"/>
              <a:pathLst>
                <a:path extrusionOk="0" h="8535" w="8086">
                  <a:moveTo>
                    <a:pt x="7681" y="0"/>
                  </a:moveTo>
                  <a:lnTo>
                    <a:pt x="7546" y="45"/>
                  </a:lnTo>
                  <a:lnTo>
                    <a:pt x="7457" y="180"/>
                  </a:lnTo>
                  <a:lnTo>
                    <a:pt x="6693" y="1258"/>
                  </a:lnTo>
                  <a:lnTo>
                    <a:pt x="5885" y="2336"/>
                  </a:lnTo>
                  <a:lnTo>
                    <a:pt x="5031" y="3369"/>
                  </a:lnTo>
                  <a:lnTo>
                    <a:pt x="4133" y="4402"/>
                  </a:lnTo>
                  <a:lnTo>
                    <a:pt x="3190" y="5345"/>
                  </a:lnTo>
                  <a:lnTo>
                    <a:pt x="2202" y="6244"/>
                  </a:lnTo>
                  <a:lnTo>
                    <a:pt x="1213" y="7097"/>
                  </a:lnTo>
                  <a:lnTo>
                    <a:pt x="135" y="7950"/>
                  </a:lnTo>
                  <a:lnTo>
                    <a:pt x="46" y="8040"/>
                  </a:lnTo>
                  <a:lnTo>
                    <a:pt x="1" y="8175"/>
                  </a:lnTo>
                  <a:lnTo>
                    <a:pt x="1" y="8310"/>
                  </a:lnTo>
                  <a:lnTo>
                    <a:pt x="46" y="8400"/>
                  </a:lnTo>
                  <a:lnTo>
                    <a:pt x="180" y="8534"/>
                  </a:lnTo>
                  <a:lnTo>
                    <a:pt x="450" y="8534"/>
                  </a:lnTo>
                  <a:lnTo>
                    <a:pt x="540" y="8489"/>
                  </a:lnTo>
                  <a:lnTo>
                    <a:pt x="1618" y="7636"/>
                  </a:lnTo>
                  <a:lnTo>
                    <a:pt x="2696" y="6783"/>
                  </a:lnTo>
                  <a:lnTo>
                    <a:pt x="3684" y="5839"/>
                  </a:lnTo>
                  <a:lnTo>
                    <a:pt x="4627" y="4851"/>
                  </a:lnTo>
                  <a:lnTo>
                    <a:pt x="5570" y="3818"/>
                  </a:lnTo>
                  <a:lnTo>
                    <a:pt x="6424" y="2785"/>
                  </a:lnTo>
                  <a:lnTo>
                    <a:pt x="7277" y="1662"/>
                  </a:lnTo>
                  <a:lnTo>
                    <a:pt x="8041" y="539"/>
                  </a:lnTo>
                  <a:lnTo>
                    <a:pt x="8085" y="405"/>
                  </a:lnTo>
                  <a:lnTo>
                    <a:pt x="8085" y="270"/>
                  </a:lnTo>
                  <a:lnTo>
                    <a:pt x="8041" y="135"/>
                  </a:lnTo>
                  <a:lnTo>
                    <a:pt x="7906" y="45"/>
                  </a:lnTo>
                  <a:lnTo>
                    <a:pt x="781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61"/>
            <p:cNvSpPr/>
            <p:nvPr/>
          </p:nvSpPr>
          <p:spPr>
            <a:xfrm>
              <a:off x="6814800" y="3338075"/>
              <a:ext cx="78625" cy="101100"/>
            </a:xfrm>
            <a:custGeom>
              <a:rect b="b" l="l" r="r" t="t"/>
              <a:pathLst>
                <a:path extrusionOk="0" h="4044" w="3145">
                  <a:moveTo>
                    <a:pt x="2741" y="1"/>
                  </a:moveTo>
                  <a:lnTo>
                    <a:pt x="2606" y="46"/>
                  </a:lnTo>
                  <a:lnTo>
                    <a:pt x="2516" y="135"/>
                  </a:lnTo>
                  <a:lnTo>
                    <a:pt x="46" y="3459"/>
                  </a:lnTo>
                  <a:lnTo>
                    <a:pt x="1" y="3594"/>
                  </a:lnTo>
                  <a:lnTo>
                    <a:pt x="1" y="3729"/>
                  </a:lnTo>
                  <a:lnTo>
                    <a:pt x="46" y="3863"/>
                  </a:lnTo>
                  <a:lnTo>
                    <a:pt x="136" y="3953"/>
                  </a:lnTo>
                  <a:lnTo>
                    <a:pt x="225" y="3998"/>
                  </a:lnTo>
                  <a:lnTo>
                    <a:pt x="360" y="4043"/>
                  </a:lnTo>
                  <a:lnTo>
                    <a:pt x="495" y="3998"/>
                  </a:lnTo>
                  <a:lnTo>
                    <a:pt x="630" y="3908"/>
                  </a:lnTo>
                  <a:lnTo>
                    <a:pt x="3055" y="540"/>
                  </a:lnTo>
                  <a:lnTo>
                    <a:pt x="3145" y="405"/>
                  </a:lnTo>
                  <a:lnTo>
                    <a:pt x="3145" y="270"/>
                  </a:lnTo>
                  <a:lnTo>
                    <a:pt x="3100" y="135"/>
                  </a:lnTo>
                  <a:lnTo>
                    <a:pt x="3010" y="46"/>
                  </a:lnTo>
                  <a:lnTo>
                    <a:pt x="287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61"/>
            <p:cNvSpPr/>
            <p:nvPr/>
          </p:nvSpPr>
          <p:spPr>
            <a:xfrm>
              <a:off x="6848500" y="3248250"/>
              <a:ext cx="33700" cy="55050"/>
            </a:xfrm>
            <a:custGeom>
              <a:rect b="b" l="l" r="r" t="t"/>
              <a:pathLst>
                <a:path extrusionOk="0" h="2202" w="1348">
                  <a:moveTo>
                    <a:pt x="1033" y="0"/>
                  </a:moveTo>
                  <a:lnTo>
                    <a:pt x="899" y="45"/>
                  </a:lnTo>
                  <a:lnTo>
                    <a:pt x="809" y="90"/>
                  </a:lnTo>
                  <a:lnTo>
                    <a:pt x="719" y="225"/>
                  </a:lnTo>
                  <a:lnTo>
                    <a:pt x="45" y="1707"/>
                  </a:lnTo>
                  <a:lnTo>
                    <a:pt x="0" y="1842"/>
                  </a:lnTo>
                  <a:lnTo>
                    <a:pt x="0" y="1977"/>
                  </a:lnTo>
                  <a:lnTo>
                    <a:pt x="90" y="2067"/>
                  </a:lnTo>
                  <a:lnTo>
                    <a:pt x="180" y="2156"/>
                  </a:lnTo>
                  <a:lnTo>
                    <a:pt x="360" y="2201"/>
                  </a:lnTo>
                  <a:lnTo>
                    <a:pt x="449" y="2156"/>
                  </a:lnTo>
                  <a:lnTo>
                    <a:pt x="539" y="2111"/>
                  </a:lnTo>
                  <a:lnTo>
                    <a:pt x="584" y="2067"/>
                  </a:lnTo>
                  <a:lnTo>
                    <a:pt x="674" y="1977"/>
                  </a:lnTo>
                  <a:lnTo>
                    <a:pt x="1348" y="495"/>
                  </a:lnTo>
                  <a:lnTo>
                    <a:pt x="1348" y="360"/>
                  </a:lnTo>
                  <a:lnTo>
                    <a:pt x="1348" y="225"/>
                  </a:lnTo>
                  <a:lnTo>
                    <a:pt x="1258" y="135"/>
                  </a:lnTo>
                  <a:lnTo>
                    <a:pt x="1168" y="45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61"/>
            <p:cNvSpPr/>
            <p:nvPr/>
          </p:nvSpPr>
          <p:spPr>
            <a:xfrm>
              <a:off x="6858600" y="3166275"/>
              <a:ext cx="23600" cy="38200"/>
            </a:xfrm>
            <a:custGeom>
              <a:rect b="b" l="l" r="r" t="t"/>
              <a:pathLst>
                <a:path extrusionOk="0" h="1528" w="944">
                  <a:moveTo>
                    <a:pt x="540" y="1"/>
                  </a:moveTo>
                  <a:lnTo>
                    <a:pt x="450" y="46"/>
                  </a:lnTo>
                  <a:lnTo>
                    <a:pt x="315" y="135"/>
                  </a:lnTo>
                  <a:lnTo>
                    <a:pt x="270" y="225"/>
                  </a:lnTo>
                  <a:lnTo>
                    <a:pt x="45" y="1124"/>
                  </a:lnTo>
                  <a:lnTo>
                    <a:pt x="1" y="1258"/>
                  </a:lnTo>
                  <a:lnTo>
                    <a:pt x="45" y="1348"/>
                  </a:lnTo>
                  <a:lnTo>
                    <a:pt x="135" y="1483"/>
                  </a:lnTo>
                  <a:lnTo>
                    <a:pt x="270" y="1528"/>
                  </a:lnTo>
                  <a:lnTo>
                    <a:pt x="450" y="1528"/>
                  </a:lnTo>
                  <a:lnTo>
                    <a:pt x="584" y="1483"/>
                  </a:lnTo>
                  <a:lnTo>
                    <a:pt x="629" y="1393"/>
                  </a:lnTo>
                  <a:lnTo>
                    <a:pt x="674" y="1303"/>
                  </a:lnTo>
                  <a:lnTo>
                    <a:pt x="944" y="450"/>
                  </a:lnTo>
                  <a:lnTo>
                    <a:pt x="944" y="315"/>
                  </a:lnTo>
                  <a:lnTo>
                    <a:pt x="899" y="180"/>
                  </a:lnTo>
                  <a:lnTo>
                    <a:pt x="809" y="90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61"/>
            <p:cNvSpPr/>
            <p:nvPr/>
          </p:nvSpPr>
          <p:spPr>
            <a:xfrm>
              <a:off x="6737325" y="3646875"/>
              <a:ext cx="60675" cy="41575"/>
            </a:xfrm>
            <a:custGeom>
              <a:rect b="b" l="l" r="r" t="t"/>
              <a:pathLst>
                <a:path extrusionOk="0" h="1663" w="2427">
                  <a:moveTo>
                    <a:pt x="2022" y="0"/>
                  </a:moveTo>
                  <a:lnTo>
                    <a:pt x="1887" y="45"/>
                  </a:lnTo>
                  <a:lnTo>
                    <a:pt x="180" y="1033"/>
                  </a:lnTo>
                  <a:lnTo>
                    <a:pt x="91" y="1123"/>
                  </a:lnTo>
                  <a:lnTo>
                    <a:pt x="46" y="1213"/>
                  </a:lnTo>
                  <a:lnTo>
                    <a:pt x="1" y="1348"/>
                  </a:lnTo>
                  <a:lnTo>
                    <a:pt x="46" y="1483"/>
                  </a:lnTo>
                  <a:lnTo>
                    <a:pt x="180" y="1617"/>
                  </a:lnTo>
                  <a:lnTo>
                    <a:pt x="360" y="1662"/>
                  </a:lnTo>
                  <a:lnTo>
                    <a:pt x="540" y="1617"/>
                  </a:lnTo>
                  <a:lnTo>
                    <a:pt x="2246" y="674"/>
                  </a:lnTo>
                  <a:lnTo>
                    <a:pt x="2336" y="584"/>
                  </a:lnTo>
                  <a:lnTo>
                    <a:pt x="2381" y="449"/>
                  </a:lnTo>
                  <a:lnTo>
                    <a:pt x="2426" y="315"/>
                  </a:lnTo>
                  <a:lnTo>
                    <a:pt x="2381" y="180"/>
                  </a:lnTo>
                  <a:lnTo>
                    <a:pt x="2291" y="90"/>
                  </a:lnTo>
                  <a:lnTo>
                    <a:pt x="2157" y="45"/>
                  </a:lnTo>
                  <a:lnTo>
                    <a:pt x="2022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61"/>
            <p:cNvSpPr/>
            <p:nvPr/>
          </p:nvSpPr>
          <p:spPr>
            <a:xfrm>
              <a:off x="6720500" y="3746800"/>
              <a:ext cx="33700" cy="26975"/>
            </a:xfrm>
            <a:custGeom>
              <a:rect b="b" l="l" r="r" t="t"/>
              <a:pathLst>
                <a:path extrusionOk="0" h="1079" w="1348">
                  <a:moveTo>
                    <a:pt x="988" y="1"/>
                  </a:moveTo>
                  <a:lnTo>
                    <a:pt x="853" y="46"/>
                  </a:lnTo>
                  <a:lnTo>
                    <a:pt x="135" y="450"/>
                  </a:lnTo>
                  <a:lnTo>
                    <a:pt x="45" y="540"/>
                  </a:lnTo>
                  <a:lnTo>
                    <a:pt x="0" y="630"/>
                  </a:lnTo>
                  <a:lnTo>
                    <a:pt x="0" y="764"/>
                  </a:lnTo>
                  <a:lnTo>
                    <a:pt x="45" y="899"/>
                  </a:lnTo>
                  <a:lnTo>
                    <a:pt x="135" y="1034"/>
                  </a:lnTo>
                  <a:lnTo>
                    <a:pt x="314" y="1079"/>
                  </a:lnTo>
                  <a:lnTo>
                    <a:pt x="494" y="1034"/>
                  </a:lnTo>
                  <a:lnTo>
                    <a:pt x="1213" y="630"/>
                  </a:lnTo>
                  <a:lnTo>
                    <a:pt x="1303" y="540"/>
                  </a:lnTo>
                  <a:lnTo>
                    <a:pt x="1347" y="450"/>
                  </a:lnTo>
                  <a:lnTo>
                    <a:pt x="1347" y="315"/>
                  </a:lnTo>
                  <a:lnTo>
                    <a:pt x="1347" y="180"/>
                  </a:lnTo>
                  <a:lnTo>
                    <a:pt x="1258" y="91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61"/>
            <p:cNvSpPr/>
            <p:nvPr/>
          </p:nvSpPr>
          <p:spPr>
            <a:xfrm>
              <a:off x="6644125" y="3902875"/>
              <a:ext cx="65150" cy="34850"/>
            </a:xfrm>
            <a:custGeom>
              <a:rect b="b" l="l" r="r" t="t"/>
              <a:pathLst>
                <a:path extrusionOk="0" h="1394" w="2606">
                  <a:moveTo>
                    <a:pt x="2157" y="1"/>
                  </a:moveTo>
                  <a:lnTo>
                    <a:pt x="2067" y="46"/>
                  </a:lnTo>
                  <a:lnTo>
                    <a:pt x="1663" y="270"/>
                  </a:lnTo>
                  <a:lnTo>
                    <a:pt x="1213" y="495"/>
                  </a:lnTo>
                  <a:lnTo>
                    <a:pt x="764" y="630"/>
                  </a:lnTo>
                  <a:lnTo>
                    <a:pt x="315" y="720"/>
                  </a:lnTo>
                  <a:lnTo>
                    <a:pt x="180" y="765"/>
                  </a:lnTo>
                  <a:lnTo>
                    <a:pt x="91" y="854"/>
                  </a:lnTo>
                  <a:lnTo>
                    <a:pt x="46" y="944"/>
                  </a:lnTo>
                  <a:lnTo>
                    <a:pt x="1" y="1079"/>
                  </a:lnTo>
                  <a:lnTo>
                    <a:pt x="46" y="1214"/>
                  </a:lnTo>
                  <a:lnTo>
                    <a:pt x="136" y="1303"/>
                  </a:lnTo>
                  <a:lnTo>
                    <a:pt x="225" y="1393"/>
                  </a:lnTo>
                  <a:lnTo>
                    <a:pt x="405" y="1393"/>
                  </a:lnTo>
                  <a:lnTo>
                    <a:pt x="944" y="1303"/>
                  </a:lnTo>
                  <a:lnTo>
                    <a:pt x="1483" y="1124"/>
                  </a:lnTo>
                  <a:lnTo>
                    <a:pt x="1977" y="899"/>
                  </a:lnTo>
                  <a:lnTo>
                    <a:pt x="2471" y="585"/>
                  </a:lnTo>
                  <a:lnTo>
                    <a:pt x="2561" y="495"/>
                  </a:lnTo>
                  <a:lnTo>
                    <a:pt x="2606" y="360"/>
                  </a:lnTo>
                  <a:lnTo>
                    <a:pt x="2606" y="226"/>
                  </a:lnTo>
                  <a:lnTo>
                    <a:pt x="2516" y="136"/>
                  </a:lnTo>
                  <a:lnTo>
                    <a:pt x="2426" y="46"/>
                  </a:lnTo>
                  <a:lnTo>
                    <a:pt x="2291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62"/>
          <p:cNvSpPr txBox="1"/>
          <p:nvPr>
            <p:ph type="title"/>
          </p:nvPr>
        </p:nvSpPr>
        <p:spPr>
          <a:xfrm>
            <a:off x="699125" y="123650"/>
            <a:ext cx="3687600" cy="5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Queueing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91" name="Google Shape;2291;p62"/>
          <p:cNvSpPr txBox="1"/>
          <p:nvPr/>
        </p:nvSpPr>
        <p:spPr>
          <a:xfrm>
            <a:off x="3601025" y="254925"/>
            <a:ext cx="45675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D990F"/>
                </a:solidFill>
                <a:latin typeface="Outfit"/>
                <a:ea typeface="Outfit"/>
                <a:cs typeface="Outfit"/>
                <a:sym typeface="Outfit"/>
              </a:rPr>
              <a:t>What happens when many people order at once?</a:t>
            </a:r>
            <a:endParaRPr sz="1000">
              <a:solidFill>
                <a:srgbClr val="4D990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92" name="Google Shape;2292;p62"/>
          <p:cNvSpPr txBox="1"/>
          <p:nvPr/>
        </p:nvSpPr>
        <p:spPr>
          <a:xfrm>
            <a:off x="257525" y="694500"/>
            <a:ext cx="358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293" name="Google Shape;2293;p62"/>
          <p:cNvSpPr txBox="1"/>
          <p:nvPr/>
        </p:nvSpPr>
        <p:spPr>
          <a:xfrm>
            <a:off x="176200" y="694500"/>
            <a:ext cx="30183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Total time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as service time: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Robust recipe (30ml, 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2 tsp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): average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service time ≈ 1.73 min</a:t>
            </a:r>
            <a:br>
              <a:rPr b="1"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Service rate: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 μ(robust)≈1/1.73≈0.58≈0.58 cups/min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r>
              <a:rPr lang="en" sz="1000">
                <a:latin typeface="Outfit"/>
                <a:ea typeface="Outfit"/>
                <a:cs typeface="Outfit"/>
                <a:sym typeface="Outfit"/>
              </a:rPr>
              <a:t>Model: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M/M/1 queue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(People arrivals λ, one robot server μ)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94" name="Google Shape;2294;p62"/>
          <p:cNvSpPr txBox="1"/>
          <p:nvPr/>
        </p:nvSpPr>
        <p:spPr>
          <a:xfrm>
            <a:off x="212675" y="2369425"/>
            <a:ext cx="128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Key Formulas</a:t>
            </a:r>
            <a:endParaRPr b="1"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295" name="Google Shape;2295;p62" title="Screenshot 2025-12-04 at 2.57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425" y="2674525"/>
            <a:ext cx="748850" cy="576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6" name="Google Shape;2296;p62" title="Screenshot 2025-12-04 at 2.57.3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7525" y="2641800"/>
            <a:ext cx="1040200" cy="5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7" name="Google Shape;2297;p62" title="Screenshot 2025-12-04 at 2.58.0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8875" y="2622138"/>
            <a:ext cx="1013075" cy="615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8" name="Google Shape;2298;p62"/>
          <p:cNvGraphicFramePr/>
          <p:nvPr/>
        </p:nvGraphicFramePr>
        <p:xfrm>
          <a:off x="699125" y="328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{028A516D-68E9-41D4-B891-90AD83227573}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Arrival rate λ (cups/min)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Utilization ρ = λ/μ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Avg time in system T_r (min)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Avg waiting time T_q (min)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0.30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0.52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3.57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1.85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0.40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0.69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5.56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3.83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0.50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0.86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12.50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10.78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99" name="Google Shape;2299;p62"/>
          <p:cNvSpPr txBox="1"/>
          <p:nvPr/>
        </p:nvSpPr>
        <p:spPr>
          <a:xfrm>
            <a:off x="3521950" y="1048500"/>
            <a:ext cx="560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</a:pPr>
            <a:r>
              <a:rPr lang="en" sz="1000">
                <a:latin typeface="Outfit"/>
                <a:ea typeface="Outfit"/>
                <a:cs typeface="Outfit"/>
                <a:sym typeface="Outfit"/>
              </a:rPr>
              <a:t>At λ = 0.3, average wait is under 2 minutes; at λ = 0.5, average wait jumps to ~11 minutes because utilization is ~86%.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00" name="Google Shape;2300;p62"/>
          <p:cNvSpPr txBox="1"/>
          <p:nvPr/>
        </p:nvSpPr>
        <p:spPr>
          <a:xfrm>
            <a:off x="3844925" y="694488"/>
            <a:ext cx="358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Interpretation</a:t>
            </a:r>
            <a:endParaRPr b="1" sz="1000"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2301" name="Google Shape;2301;p62"/>
          <p:cNvGraphicFramePr/>
          <p:nvPr/>
        </p:nvGraphicFramePr>
        <p:xfrm>
          <a:off x="4058450" y="169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{028A516D-68E9-41D4-B891-90AD83227573}</a:tableStyleId>
              </a:tblPr>
              <a:tblGrid>
                <a:gridCol w="1434450"/>
                <a:gridCol w="3319025"/>
              </a:tblGrid>
              <a:tr h="30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Reliability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Impact on Queueing &amp; Service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30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Fewer Failures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Fewer remakes -&gt;effective          stays high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30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Higher Availability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Robot serves more time serving, less time down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30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Stable service time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More predictive waiting time ( T_q)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302" name="Google Shape;2302;p62" title="Screenshot 2025-12-04 at 3.10.06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8575" y="2106000"/>
            <a:ext cx="193850" cy="212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3" name="Google Shape;2303;p62"/>
          <p:cNvGrpSpPr/>
          <p:nvPr/>
        </p:nvGrpSpPr>
        <p:grpSpPr>
          <a:xfrm>
            <a:off x="7737661" y="4292020"/>
            <a:ext cx="634406" cy="713193"/>
            <a:chOff x="5157450" y="1736850"/>
            <a:chExt cx="2224425" cy="2500675"/>
          </a:xfrm>
        </p:grpSpPr>
        <p:sp>
          <p:nvSpPr>
            <p:cNvPr id="2304" name="Google Shape;2304;p62"/>
            <p:cNvSpPr/>
            <p:nvPr/>
          </p:nvSpPr>
          <p:spPr>
            <a:xfrm>
              <a:off x="5157450" y="3893900"/>
              <a:ext cx="2172775" cy="343625"/>
            </a:xfrm>
            <a:custGeom>
              <a:rect b="b" l="l" r="r" t="t"/>
              <a:pathLst>
                <a:path extrusionOk="0" h="13745" w="86911">
                  <a:moveTo>
                    <a:pt x="57042" y="4223"/>
                  </a:moveTo>
                  <a:lnTo>
                    <a:pt x="57042" y="5750"/>
                  </a:lnTo>
                  <a:lnTo>
                    <a:pt x="56953" y="5795"/>
                  </a:lnTo>
                  <a:lnTo>
                    <a:pt x="56503" y="6064"/>
                  </a:lnTo>
                  <a:lnTo>
                    <a:pt x="55830" y="6379"/>
                  </a:lnTo>
                  <a:lnTo>
                    <a:pt x="54931" y="6738"/>
                  </a:lnTo>
                  <a:lnTo>
                    <a:pt x="53764" y="7097"/>
                  </a:lnTo>
                  <a:lnTo>
                    <a:pt x="52326" y="7501"/>
                  </a:lnTo>
                  <a:lnTo>
                    <a:pt x="50664" y="7816"/>
                  </a:lnTo>
                  <a:lnTo>
                    <a:pt x="49721" y="7996"/>
                  </a:lnTo>
                  <a:lnTo>
                    <a:pt x="48733" y="8130"/>
                  </a:lnTo>
                  <a:lnTo>
                    <a:pt x="47610" y="8220"/>
                  </a:lnTo>
                  <a:lnTo>
                    <a:pt x="46487" y="8310"/>
                  </a:lnTo>
                  <a:lnTo>
                    <a:pt x="45005" y="8400"/>
                  </a:lnTo>
                  <a:lnTo>
                    <a:pt x="41726" y="8400"/>
                  </a:lnTo>
                  <a:lnTo>
                    <a:pt x="40109" y="8310"/>
                  </a:lnTo>
                  <a:lnTo>
                    <a:pt x="39031" y="8220"/>
                  </a:lnTo>
                  <a:lnTo>
                    <a:pt x="37953" y="8085"/>
                  </a:lnTo>
                  <a:lnTo>
                    <a:pt x="36965" y="7951"/>
                  </a:lnTo>
                  <a:lnTo>
                    <a:pt x="36067" y="7816"/>
                  </a:lnTo>
                  <a:lnTo>
                    <a:pt x="34450" y="7457"/>
                  </a:lnTo>
                  <a:lnTo>
                    <a:pt x="33103" y="7097"/>
                  </a:lnTo>
                  <a:lnTo>
                    <a:pt x="31935" y="6693"/>
                  </a:lnTo>
                  <a:lnTo>
                    <a:pt x="31081" y="6334"/>
                  </a:lnTo>
                  <a:lnTo>
                    <a:pt x="30408" y="6064"/>
                  </a:lnTo>
                  <a:lnTo>
                    <a:pt x="29959" y="5795"/>
                  </a:lnTo>
                  <a:lnTo>
                    <a:pt x="29869" y="5750"/>
                  </a:lnTo>
                  <a:lnTo>
                    <a:pt x="29869" y="4223"/>
                  </a:lnTo>
                  <a:lnTo>
                    <a:pt x="30138" y="4312"/>
                  </a:lnTo>
                  <a:lnTo>
                    <a:pt x="31351" y="4672"/>
                  </a:lnTo>
                  <a:lnTo>
                    <a:pt x="32564" y="4986"/>
                  </a:lnTo>
                  <a:lnTo>
                    <a:pt x="33821" y="5256"/>
                  </a:lnTo>
                  <a:lnTo>
                    <a:pt x="35124" y="5525"/>
                  </a:lnTo>
                  <a:lnTo>
                    <a:pt x="36426" y="5705"/>
                  </a:lnTo>
                  <a:lnTo>
                    <a:pt x="37774" y="5885"/>
                  </a:lnTo>
                  <a:lnTo>
                    <a:pt x="39166" y="6019"/>
                  </a:lnTo>
                  <a:lnTo>
                    <a:pt x="40559" y="6109"/>
                  </a:lnTo>
                  <a:lnTo>
                    <a:pt x="41996" y="6199"/>
                  </a:lnTo>
                  <a:lnTo>
                    <a:pt x="44736" y="6199"/>
                  </a:lnTo>
                  <a:lnTo>
                    <a:pt x="46038" y="6154"/>
                  </a:lnTo>
                  <a:lnTo>
                    <a:pt x="47475" y="6064"/>
                  </a:lnTo>
                  <a:lnTo>
                    <a:pt x="48913" y="5929"/>
                  </a:lnTo>
                  <a:lnTo>
                    <a:pt x="50305" y="5750"/>
                  </a:lnTo>
                  <a:lnTo>
                    <a:pt x="51653" y="5525"/>
                  </a:lnTo>
                  <a:lnTo>
                    <a:pt x="53000" y="5301"/>
                  </a:lnTo>
                  <a:lnTo>
                    <a:pt x="54303" y="4986"/>
                  </a:lnTo>
                  <a:lnTo>
                    <a:pt x="55560" y="4672"/>
                  </a:lnTo>
                  <a:lnTo>
                    <a:pt x="56773" y="4312"/>
                  </a:lnTo>
                  <a:lnTo>
                    <a:pt x="57042" y="4223"/>
                  </a:lnTo>
                  <a:close/>
                  <a:moveTo>
                    <a:pt x="22637" y="1"/>
                  </a:moveTo>
                  <a:lnTo>
                    <a:pt x="20167" y="270"/>
                  </a:lnTo>
                  <a:lnTo>
                    <a:pt x="17787" y="540"/>
                  </a:lnTo>
                  <a:lnTo>
                    <a:pt x="15541" y="809"/>
                  </a:lnTo>
                  <a:lnTo>
                    <a:pt x="13430" y="1124"/>
                  </a:lnTo>
                  <a:lnTo>
                    <a:pt x="11409" y="1483"/>
                  </a:lnTo>
                  <a:lnTo>
                    <a:pt x="9567" y="1842"/>
                  </a:lnTo>
                  <a:lnTo>
                    <a:pt x="7860" y="2246"/>
                  </a:lnTo>
                  <a:lnTo>
                    <a:pt x="6288" y="2651"/>
                  </a:lnTo>
                  <a:lnTo>
                    <a:pt x="4851" y="3055"/>
                  </a:lnTo>
                  <a:lnTo>
                    <a:pt x="3638" y="3504"/>
                  </a:lnTo>
                  <a:lnTo>
                    <a:pt x="2560" y="3953"/>
                  </a:lnTo>
                  <a:lnTo>
                    <a:pt x="1662" y="4447"/>
                  </a:lnTo>
                  <a:lnTo>
                    <a:pt x="1303" y="4672"/>
                  </a:lnTo>
                  <a:lnTo>
                    <a:pt x="943" y="4896"/>
                  </a:lnTo>
                  <a:lnTo>
                    <a:pt x="674" y="5166"/>
                  </a:lnTo>
                  <a:lnTo>
                    <a:pt x="449" y="5390"/>
                  </a:lnTo>
                  <a:lnTo>
                    <a:pt x="270" y="5660"/>
                  </a:lnTo>
                  <a:lnTo>
                    <a:pt x="135" y="5929"/>
                  </a:lnTo>
                  <a:lnTo>
                    <a:pt x="45" y="6154"/>
                  </a:lnTo>
                  <a:lnTo>
                    <a:pt x="0" y="6423"/>
                  </a:lnTo>
                  <a:lnTo>
                    <a:pt x="45" y="6603"/>
                  </a:lnTo>
                  <a:lnTo>
                    <a:pt x="90" y="6828"/>
                  </a:lnTo>
                  <a:lnTo>
                    <a:pt x="225" y="7187"/>
                  </a:lnTo>
                  <a:lnTo>
                    <a:pt x="539" y="7546"/>
                  </a:lnTo>
                  <a:lnTo>
                    <a:pt x="898" y="7906"/>
                  </a:lnTo>
                  <a:lnTo>
                    <a:pt x="1393" y="8265"/>
                  </a:lnTo>
                  <a:lnTo>
                    <a:pt x="1976" y="8624"/>
                  </a:lnTo>
                  <a:lnTo>
                    <a:pt x="2650" y="8939"/>
                  </a:lnTo>
                  <a:lnTo>
                    <a:pt x="3459" y="9298"/>
                  </a:lnTo>
                  <a:lnTo>
                    <a:pt x="4312" y="9612"/>
                  </a:lnTo>
                  <a:lnTo>
                    <a:pt x="5255" y="9927"/>
                  </a:lnTo>
                  <a:lnTo>
                    <a:pt x="6333" y="10241"/>
                  </a:lnTo>
                  <a:lnTo>
                    <a:pt x="7456" y="10511"/>
                  </a:lnTo>
                  <a:lnTo>
                    <a:pt x="8669" y="10825"/>
                  </a:lnTo>
                  <a:lnTo>
                    <a:pt x="9926" y="11095"/>
                  </a:lnTo>
                  <a:lnTo>
                    <a:pt x="12756" y="11589"/>
                  </a:lnTo>
                  <a:lnTo>
                    <a:pt x="15810" y="12083"/>
                  </a:lnTo>
                  <a:lnTo>
                    <a:pt x="19179" y="12487"/>
                  </a:lnTo>
                  <a:lnTo>
                    <a:pt x="22772" y="12846"/>
                  </a:lnTo>
                  <a:lnTo>
                    <a:pt x="26545" y="13161"/>
                  </a:lnTo>
                  <a:lnTo>
                    <a:pt x="30542" y="13430"/>
                  </a:lnTo>
                  <a:lnTo>
                    <a:pt x="34720" y="13610"/>
                  </a:lnTo>
                  <a:lnTo>
                    <a:pt x="39031" y="13700"/>
                  </a:lnTo>
                  <a:lnTo>
                    <a:pt x="43478" y="13745"/>
                  </a:lnTo>
                  <a:lnTo>
                    <a:pt x="47925" y="13700"/>
                  </a:lnTo>
                  <a:lnTo>
                    <a:pt x="52236" y="13610"/>
                  </a:lnTo>
                  <a:lnTo>
                    <a:pt x="56369" y="13430"/>
                  </a:lnTo>
                  <a:lnTo>
                    <a:pt x="60366" y="13161"/>
                  </a:lnTo>
                  <a:lnTo>
                    <a:pt x="64184" y="12846"/>
                  </a:lnTo>
                  <a:lnTo>
                    <a:pt x="67777" y="12487"/>
                  </a:lnTo>
                  <a:lnTo>
                    <a:pt x="71101" y="12083"/>
                  </a:lnTo>
                  <a:lnTo>
                    <a:pt x="74200" y="11589"/>
                  </a:lnTo>
                  <a:lnTo>
                    <a:pt x="76985" y="11095"/>
                  </a:lnTo>
                  <a:lnTo>
                    <a:pt x="78287" y="10825"/>
                  </a:lnTo>
                  <a:lnTo>
                    <a:pt x="79500" y="10511"/>
                  </a:lnTo>
                  <a:lnTo>
                    <a:pt x="80623" y="10241"/>
                  </a:lnTo>
                  <a:lnTo>
                    <a:pt x="81656" y="9927"/>
                  </a:lnTo>
                  <a:lnTo>
                    <a:pt x="82644" y="9612"/>
                  </a:lnTo>
                  <a:lnTo>
                    <a:pt x="83497" y="9298"/>
                  </a:lnTo>
                  <a:lnTo>
                    <a:pt x="84261" y="8939"/>
                  </a:lnTo>
                  <a:lnTo>
                    <a:pt x="84935" y="8624"/>
                  </a:lnTo>
                  <a:lnTo>
                    <a:pt x="85563" y="8265"/>
                  </a:lnTo>
                  <a:lnTo>
                    <a:pt x="86013" y="7906"/>
                  </a:lnTo>
                  <a:lnTo>
                    <a:pt x="86417" y="7546"/>
                  </a:lnTo>
                  <a:lnTo>
                    <a:pt x="86686" y="7187"/>
                  </a:lnTo>
                  <a:lnTo>
                    <a:pt x="86866" y="6828"/>
                  </a:lnTo>
                  <a:lnTo>
                    <a:pt x="86911" y="6603"/>
                  </a:lnTo>
                  <a:lnTo>
                    <a:pt x="86911" y="6423"/>
                  </a:lnTo>
                  <a:lnTo>
                    <a:pt x="86866" y="6154"/>
                  </a:lnTo>
                  <a:lnTo>
                    <a:pt x="86821" y="5929"/>
                  </a:lnTo>
                  <a:lnTo>
                    <a:pt x="86686" y="5660"/>
                  </a:lnTo>
                  <a:lnTo>
                    <a:pt x="86507" y="5390"/>
                  </a:lnTo>
                  <a:lnTo>
                    <a:pt x="86237" y="5166"/>
                  </a:lnTo>
                  <a:lnTo>
                    <a:pt x="85968" y="4896"/>
                  </a:lnTo>
                  <a:lnTo>
                    <a:pt x="85653" y="4672"/>
                  </a:lnTo>
                  <a:lnTo>
                    <a:pt x="85249" y="4447"/>
                  </a:lnTo>
                  <a:lnTo>
                    <a:pt x="84396" y="3953"/>
                  </a:lnTo>
                  <a:lnTo>
                    <a:pt x="83318" y="3504"/>
                  </a:lnTo>
                  <a:lnTo>
                    <a:pt x="82060" y="3055"/>
                  </a:lnTo>
                  <a:lnTo>
                    <a:pt x="80668" y="2651"/>
                  </a:lnTo>
                  <a:lnTo>
                    <a:pt x="79096" y="2246"/>
                  </a:lnTo>
                  <a:lnTo>
                    <a:pt x="77389" y="1842"/>
                  </a:lnTo>
                  <a:lnTo>
                    <a:pt x="75502" y="1483"/>
                  </a:lnTo>
                  <a:lnTo>
                    <a:pt x="73526" y="1124"/>
                  </a:lnTo>
                  <a:lnTo>
                    <a:pt x="71370" y="809"/>
                  </a:lnTo>
                  <a:lnTo>
                    <a:pt x="69125" y="540"/>
                  </a:lnTo>
                  <a:lnTo>
                    <a:pt x="66789" y="270"/>
                  </a:lnTo>
                  <a:lnTo>
                    <a:pt x="64319" y="1"/>
                  </a:lnTo>
                  <a:lnTo>
                    <a:pt x="63420" y="585"/>
                  </a:lnTo>
                  <a:lnTo>
                    <a:pt x="62477" y="1124"/>
                  </a:lnTo>
                  <a:lnTo>
                    <a:pt x="61534" y="1662"/>
                  </a:lnTo>
                  <a:lnTo>
                    <a:pt x="60591" y="2157"/>
                  </a:lnTo>
                  <a:lnTo>
                    <a:pt x="59558" y="2606"/>
                  </a:lnTo>
                  <a:lnTo>
                    <a:pt x="58569" y="3055"/>
                  </a:lnTo>
                  <a:lnTo>
                    <a:pt x="57492" y="3414"/>
                  </a:lnTo>
                  <a:lnTo>
                    <a:pt x="56414" y="3774"/>
                  </a:lnTo>
                  <a:lnTo>
                    <a:pt x="55336" y="4133"/>
                  </a:lnTo>
                  <a:lnTo>
                    <a:pt x="54168" y="4402"/>
                  </a:lnTo>
                  <a:lnTo>
                    <a:pt x="53045" y="4672"/>
                  </a:lnTo>
                  <a:lnTo>
                    <a:pt x="51832" y="4896"/>
                  </a:lnTo>
                  <a:lnTo>
                    <a:pt x="50664" y="5076"/>
                  </a:lnTo>
                  <a:lnTo>
                    <a:pt x="49407" y="5256"/>
                  </a:lnTo>
                  <a:lnTo>
                    <a:pt x="48149" y="5390"/>
                  </a:lnTo>
                  <a:lnTo>
                    <a:pt x="46847" y="5480"/>
                  </a:lnTo>
                  <a:lnTo>
                    <a:pt x="45185" y="5570"/>
                  </a:lnTo>
                  <a:lnTo>
                    <a:pt x="43478" y="5615"/>
                  </a:lnTo>
                  <a:lnTo>
                    <a:pt x="41547" y="5570"/>
                  </a:lnTo>
                  <a:lnTo>
                    <a:pt x="39660" y="5480"/>
                  </a:lnTo>
                  <a:lnTo>
                    <a:pt x="38403" y="5346"/>
                  </a:lnTo>
                  <a:lnTo>
                    <a:pt x="37190" y="5211"/>
                  </a:lnTo>
                  <a:lnTo>
                    <a:pt x="35977" y="5031"/>
                  </a:lnTo>
                  <a:lnTo>
                    <a:pt x="34809" y="4851"/>
                  </a:lnTo>
                  <a:lnTo>
                    <a:pt x="33642" y="4627"/>
                  </a:lnTo>
                  <a:lnTo>
                    <a:pt x="32519" y="4357"/>
                  </a:lnTo>
                  <a:lnTo>
                    <a:pt x="31441" y="4043"/>
                  </a:lnTo>
                  <a:lnTo>
                    <a:pt x="30363" y="3729"/>
                  </a:lnTo>
                  <a:lnTo>
                    <a:pt x="29285" y="3369"/>
                  </a:lnTo>
                  <a:lnTo>
                    <a:pt x="28252" y="2965"/>
                  </a:lnTo>
                  <a:lnTo>
                    <a:pt x="27264" y="2561"/>
                  </a:lnTo>
                  <a:lnTo>
                    <a:pt x="26275" y="2112"/>
                  </a:lnTo>
                  <a:lnTo>
                    <a:pt x="25332" y="1618"/>
                  </a:lnTo>
                  <a:lnTo>
                    <a:pt x="24389" y="1124"/>
                  </a:lnTo>
                  <a:lnTo>
                    <a:pt x="23491" y="585"/>
                  </a:lnTo>
                  <a:lnTo>
                    <a:pt x="22637" y="1"/>
                  </a:lnTo>
                  <a:close/>
                </a:path>
              </a:pathLst>
            </a:custGeom>
            <a:solidFill>
              <a:srgbClr val="E9E7E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62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fill="none" h="4178" w="27175">
                  <a:moveTo>
                    <a:pt x="16170" y="1932"/>
                  </a:moveTo>
                  <a:lnTo>
                    <a:pt x="16170" y="1932"/>
                  </a:lnTo>
                  <a:lnTo>
                    <a:pt x="16170" y="1932"/>
                  </a:lnTo>
                  <a:lnTo>
                    <a:pt x="17607" y="1842"/>
                  </a:lnTo>
                  <a:lnTo>
                    <a:pt x="19045" y="1707"/>
                  </a:lnTo>
                  <a:lnTo>
                    <a:pt x="20437" y="1528"/>
                  </a:lnTo>
                  <a:lnTo>
                    <a:pt x="21785" y="1303"/>
                  </a:lnTo>
                  <a:lnTo>
                    <a:pt x="23132" y="1079"/>
                  </a:lnTo>
                  <a:lnTo>
                    <a:pt x="24435" y="764"/>
                  </a:lnTo>
                  <a:lnTo>
                    <a:pt x="25692" y="450"/>
                  </a:lnTo>
                  <a:lnTo>
                    <a:pt x="26905" y="90"/>
                  </a:lnTo>
                  <a:lnTo>
                    <a:pt x="27174" y="1"/>
                  </a:lnTo>
                  <a:lnTo>
                    <a:pt x="27174" y="1528"/>
                  </a:lnTo>
                  <a:lnTo>
                    <a:pt x="27085" y="1573"/>
                  </a:lnTo>
                  <a:lnTo>
                    <a:pt x="27085" y="1573"/>
                  </a:lnTo>
                  <a:lnTo>
                    <a:pt x="26635" y="1842"/>
                  </a:lnTo>
                  <a:lnTo>
                    <a:pt x="25962" y="2157"/>
                  </a:lnTo>
                  <a:lnTo>
                    <a:pt x="25063" y="2516"/>
                  </a:lnTo>
                  <a:lnTo>
                    <a:pt x="23896" y="2875"/>
                  </a:lnTo>
                  <a:lnTo>
                    <a:pt x="22458" y="3279"/>
                  </a:lnTo>
                  <a:lnTo>
                    <a:pt x="20796" y="3594"/>
                  </a:lnTo>
                  <a:lnTo>
                    <a:pt x="19853" y="3774"/>
                  </a:lnTo>
                  <a:lnTo>
                    <a:pt x="18865" y="3908"/>
                  </a:lnTo>
                  <a:lnTo>
                    <a:pt x="17742" y="399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5137" y="4178"/>
                  </a:lnTo>
                  <a:lnTo>
                    <a:pt x="13610" y="4178"/>
                  </a:lnTo>
                  <a:lnTo>
                    <a:pt x="13610" y="4178"/>
                  </a:lnTo>
                  <a:lnTo>
                    <a:pt x="11858" y="4178"/>
                  </a:lnTo>
                  <a:lnTo>
                    <a:pt x="10241" y="4088"/>
                  </a:lnTo>
                  <a:lnTo>
                    <a:pt x="10241" y="4088"/>
                  </a:lnTo>
                  <a:lnTo>
                    <a:pt x="9163" y="3998"/>
                  </a:lnTo>
                  <a:lnTo>
                    <a:pt x="8085" y="3863"/>
                  </a:lnTo>
                  <a:lnTo>
                    <a:pt x="7097" y="3729"/>
                  </a:lnTo>
                  <a:lnTo>
                    <a:pt x="6199" y="3594"/>
                  </a:lnTo>
                  <a:lnTo>
                    <a:pt x="4582" y="3235"/>
                  </a:lnTo>
                  <a:lnTo>
                    <a:pt x="3235" y="2875"/>
                  </a:lnTo>
                  <a:lnTo>
                    <a:pt x="2067" y="2471"/>
                  </a:lnTo>
                  <a:lnTo>
                    <a:pt x="1213" y="2112"/>
                  </a:lnTo>
                  <a:lnTo>
                    <a:pt x="540" y="1842"/>
                  </a:lnTo>
                  <a:lnTo>
                    <a:pt x="91" y="1573"/>
                  </a:lnTo>
                  <a:lnTo>
                    <a:pt x="1" y="1528"/>
                  </a:lnTo>
                  <a:lnTo>
                    <a:pt x="1" y="1"/>
                  </a:lnTo>
                  <a:lnTo>
                    <a:pt x="270" y="90"/>
                  </a:lnTo>
                  <a:lnTo>
                    <a:pt x="270" y="90"/>
                  </a:lnTo>
                  <a:lnTo>
                    <a:pt x="1483" y="450"/>
                  </a:lnTo>
                  <a:lnTo>
                    <a:pt x="2696" y="764"/>
                  </a:lnTo>
                  <a:lnTo>
                    <a:pt x="3953" y="1034"/>
                  </a:lnTo>
                  <a:lnTo>
                    <a:pt x="5256" y="1303"/>
                  </a:lnTo>
                  <a:lnTo>
                    <a:pt x="6558" y="1483"/>
                  </a:lnTo>
                  <a:lnTo>
                    <a:pt x="7906" y="1663"/>
                  </a:lnTo>
                  <a:lnTo>
                    <a:pt x="9298" y="179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2128" y="1977"/>
                  </a:lnTo>
                  <a:lnTo>
                    <a:pt x="13610" y="1977"/>
                  </a:lnTo>
                  <a:lnTo>
                    <a:pt x="13610" y="1977"/>
                  </a:lnTo>
                  <a:lnTo>
                    <a:pt x="14868" y="1977"/>
                  </a:lnTo>
                  <a:lnTo>
                    <a:pt x="16170" y="1932"/>
                  </a:lnTo>
                  <a:lnTo>
                    <a:pt x="16170" y="193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62"/>
            <p:cNvSpPr/>
            <p:nvPr/>
          </p:nvSpPr>
          <p:spPr>
            <a:xfrm>
              <a:off x="5157450" y="3893900"/>
              <a:ext cx="2172775" cy="343625"/>
            </a:xfrm>
            <a:custGeom>
              <a:rect b="b" l="l" r="r" t="t"/>
              <a:pathLst>
                <a:path extrusionOk="0" fill="none" h="13745" w="86911">
                  <a:moveTo>
                    <a:pt x="64319" y="1"/>
                  </a:moveTo>
                  <a:lnTo>
                    <a:pt x="64319" y="1"/>
                  </a:lnTo>
                  <a:lnTo>
                    <a:pt x="63420" y="585"/>
                  </a:lnTo>
                  <a:lnTo>
                    <a:pt x="62477" y="1124"/>
                  </a:lnTo>
                  <a:lnTo>
                    <a:pt x="61534" y="1662"/>
                  </a:lnTo>
                  <a:lnTo>
                    <a:pt x="60591" y="2157"/>
                  </a:lnTo>
                  <a:lnTo>
                    <a:pt x="59558" y="2606"/>
                  </a:lnTo>
                  <a:lnTo>
                    <a:pt x="58569" y="3055"/>
                  </a:lnTo>
                  <a:lnTo>
                    <a:pt x="57492" y="3414"/>
                  </a:lnTo>
                  <a:lnTo>
                    <a:pt x="56414" y="3774"/>
                  </a:lnTo>
                  <a:lnTo>
                    <a:pt x="55336" y="4133"/>
                  </a:lnTo>
                  <a:lnTo>
                    <a:pt x="54168" y="4402"/>
                  </a:lnTo>
                  <a:lnTo>
                    <a:pt x="53045" y="4672"/>
                  </a:lnTo>
                  <a:lnTo>
                    <a:pt x="51832" y="4896"/>
                  </a:lnTo>
                  <a:lnTo>
                    <a:pt x="50664" y="5076"/>
                  </a:lnTo>
                  <a:lnTo>
                    <a:pt x="49407" y="5256"/>
                  </a:lnTo>
                  <a:lnTo>
                    <a:pt x="48149" y="5390"/>
                  </a:lnTo>
                  <a:lnTo>
                    <a:pt x="46847" y="5480"/>
                  </a:lnTo>
                  <a:lnTo>
                    <a:pt x="46847" y="5480"/>
                  </a:lnTo>
                  <a:lnTo>
                    <a:pt x="46847" y="5480"/>
                  </a:lnTo>
                  <a:lnTo>
                    <a:pt x="45185" y="5570"/>
                  </a:lnTo>
                  <a:lnTo>
                    <a:pt x="43478" y="5615"/>
                  </a:lnTo>
                  <a:lnTo>
                    <a:pt x="43478" y="5615"/>
                  </a:lnTo>
                  <a:lnTo>
                    <a:pt x="41547" y="5570"/>
                  </a:lnTo>
                  <a:lnTo>
                    <a:pt x="39660" y="5480"/>
                  </a:lnTo>
                  <a:lnTo>
                    <a:pt x="39660" y="5480"/>
                  </a:lnTo>
                  <a:lnTo>
                    <a:pt x="38403" y="5346"/>
                  </a:lnTo>
                  <a:lnTo>
                    <a:pt x="37190" y="5211"/>
                  </a:lnTo>
                  <a:lnTo>
                    <a:pt x="35977" y="5031"/>
                  </a:lnTo>
                  <a:lnTo>
                    <a:pt x="34809" y="4851"/>
                  </a:lnTo>
                  <a:lnTo>
                    <a:pt x="33642" y="4627"/>
                  </a:lnTo>
                  <a:lnTo>
                    <a:pt x="32519" y="4357"/>
                  </a:lnTo>
                  <a:lnTo>
                    <a:pt x="31441" y="4043"/>
                  </a:lnTo>
                  <a:lnTo>
                    <a:pt x="30363" y="3729"/>
                  </a:lnTo>
                  <a:lnTo>
                    <a:pt x="29285" y="3369"/>
                  </a:lnTo>
                  <a:lnTo>
                    <a:pt x="28252" y="2965"/>
                  </a:lnTo>
                  <a:lnTo>
                    <a:pt x="27264" y="2561"/>
                  </a:lnTo>
                  <a:lnTo>
                    <a:pt x="26275" y="2112"/>
                  </a:lnTo>
                  <a:lnTo>
                    <a:pt x="25332" y="1618"/>
                  </a:lnTo>
                  <a:lnTo>
                    <a:pt x="24389" y="1124"/>
                  </a:lnTo>
                  <a:lnTo>
                    <a:pt x="23491" y="585"/>
                  </a:lnTo>
                  <a:lnTo>
                    <a:pt x="22637" y="1"/>
                  </a:lnTo>
                  <a:lnTo>
                    <a:pt x="22637" y="1"/>
                  </a:lnTo>
                  <a:lnTo>
                    <a:pt x="20167" y="270"/>
                  </a:lnTo>
                  <a:lnTo>
                    <a:pt x="17787" y="540"/>
                  </a:lnTo>
                  <a:lnTo>
                    <a:pt x="15541" y="809"/>
                  </a:lnTo>
                  <a:lnTo>
                    <a:pt x="13430" y="1124"/>
                  </a:lnTo>
                  <a:lnTo>
                    <a:pt x="11409" y="1483"/>
                  </a:lnTo>
                  <a:lnTo>
                    <a:pt x="9567" y="1842"/>
                  </a:lnTo>
                  <a:lnTo>
                    <a:pt x="7860" y="2246"/>
                  </a:lnTo>
                  <a:lnTo>
                    <a:pt x="6288" y="2651"/>
                  </a:lnTo>
                  <a:lnTo>
                    <a:pt x="4851" y="3055"/>
                  </a:lnTo>
                  <a:lnTo>
                    <a:pt x="3638" y="3504"/>
                  </a:lnTo>
                  <a:lnTo>
                    <a:pt x="2560" y="3953"/>
                  </a:lnTo>
                  <a:lnTo>
                    <a:pt x="1662" y="4447"/>
                  </a:lnTo>
                  <a:lnTo>
                    <a:pt x="1303" y="4672"/>
                  </a:lnTo>
                  <a:lnTo>
                    <a:pt x="943" y="4896"/>
                  </a:lnTo>
                  <a:lnTo>
                    <a:pt x="674" y="5166"/>
                  </a:lnTo>
                  <a:lnTo>
                    <a:pt x="449" y="5390"/>
                  </a:lnTo>
                  <a:lnTo>
                    <a:pt x="270" y="5660"/>
                  </a:lnTo>
                  <a:lnTo>
                    <a:pt x="135" y="5929"/>
                  </a:lnTo>
                  <a:lnTo>
                    <a:pt x="45" y="6154"/>
                  </a:lnTo>
                  <a:lnTo>
                    <a:pt x="0" y="6423"/>
                  </a:lnTo>
                  <a:lnTo>
                    <a:pt x="0" y="6423"/>
                  </a:lnTo>
                  <a:lnTo>
                    <a:pt x="45" y="6603"/>
                  </a:lnTo>
                  <a:lnTo>
                    <a:pt x="90" y="6828"/>
                  </a:lnTo>
                  <a:lnTo>
                    <a:pt x="225" y="7187"/>
                  </a:lnTo>
                  <a:lnTo>
                    <a:pt x="539" y="7546"/>
                  </a:lnTo>
                  <a:lnTo>
                    <a:pt x="898" y="7906"/>
                  </a:lnTo>
                  <a:lnTo>
                    <a:pt x="1393" y="8265"/>
                  </a:lnTo>
                  <a:lnTo>
                    <a:pt x="1976" y="8624"/>
                  </a:lnTo>
                  <a:lnTo>
                    <a:pt x="2650" y="8939"/>
                  </a:lnTo>
                  <a:lnTo>
                    <a:pt x="3459" y="9298"/>
                  </a:lnTo>
                  <a:lnTo>
                    <a:pt x="4312" y="9612"/>
                  </a:lnTo>
                  <a:lnTo>
                    <a:pt x="5255" y="9927"/>
                  </a:lnTo>
                  <a:lnTo>
                    <a:pt x="6333" y="10241"/>
                  </a:lnTo>
                  <a:lnTo>
                    <a:pt x="7456" y="10511"/>
                  </a:lnTo>
                  <a:lnTo>
                    <a:pt x="8669" y="10825"/>
                  </a:lnTo>
                  <a:lnTo>
                    <a:pt x="9926" y="11095"/>
                  </a:lnTo>
                  <a:lnTo>
                    <a:pt x="12756" y="11589"/>
                  </a:lnTo>
                  <a:lnTo>
                    <a:pt x="15810" y="12083"/>
                  </a:lnTo>
                  <a:lnTo>
                    <a:pt x="19179" y="12487"/>
                  </a:lnTo>
                  <a:lnTo>
                    <a:pt x="22772" y="12846"/>
                  </a:lnTo>
                  <a:lnTo>
                    <a:pt x="26545" y="13161"/>
                  </a:lnTo>
                  <a:lnTo>
                    <a:pt x="30542" y="13430"/>
                  </a:lnTo>
                  <a:lnTo>
                    <a:pt x="34720" y="13610"/>
                  </a:lnTo>
                  <a:lnTo>
                    <a:pt x="39031" y="13700"/>
                  </a:lnTo>
                  <a:lnTo>
                    <a:pt x="43478" y="13745"/>
                  </a:lnTo>
                  <a:lnTo>
                    <a:pt x="43478" y="13745"/>
                  </a:lnTo>
                  <a:lnTo>
                    <a:pt x="47925" y="13700"/>
                  </a:lnTo>
                  <a:lnTo>
                    <a:pt x="52236" y="13610"/>
                  </a:lnTo>
                  <a:lnTo>
                    <a:pt x="56369" y="13430"/>
                  </a:lnTo>
                  <a:lnTo>
                    <a:pt x="60366" y="13161"/>
                  </a:lnTo>
                  <a:lnTo>
                    <a:pt x="64184" y="12846"/>
                  </a:lnTo>
                  <a:lnTo>
                    <a:pt x="67777" y="12487"/>
                  </a:lnTo>
                  <a:lnTo>
                    <a:pt x="71101" y="12083"/>
                  </a:lnTo>
                  <a:lnTo>
                    <a:pt x="74200" y="11589"/>
                  </a:lnTo>
                  <a:lnTo>
                    <a:pt x="76985" y="11095"/>
                  </a:lnTo>
                  <a:lnTo>
                    <a:pt x="78287" y="10825"/>
                  </a:lnTo>
                  <a:lnTo>
                    <a:pt x="79500" y="10511"/>
                  </a:lnTo>
                  <a:lnTo>
                    <a:pt x="80623" y="10241"/>
                  </a:lnTo>
                  <a:lnTo>
                    <a:pt x="81656" y="9927"/>
                  </a:lnTo>
                  <a:lnTo>
                    <a:pt x="82644" y="9612"/>
                  </a:lnTo>
                  <a:lnTo>
                    <a:pt x="83497" y="9298"/>
                  </a:lnTo>
                  <a:lnTo>
                    <a:pt x="84261" y="8939"/>
                  </a:lnTo>
                  <a:lnTo>
                    <a:pt x="84935" y="8624"/>
                  </a:lnTo>
                  <a:lnTo>
                    <a:pt x="85563" y="8265"/>
                  </a:lnTo>
                  <a:lnTo>
                    <a:pt x="86013" y="7906"/>
                  </a:lnTo>
                  <a:lnTo>
                    <a:pt x="86417" y="7546"/>
                  </a:lnTo>
                  <a:lnTo>
                    <a:pt x="86686" y="7187"/>
                  </a:lnTo>
                  <a:lnTo>
                    <a:pt x="86866" y="6828"/>
                  </a:lnTo>
                  <a:lnTo>
                    <a:pt x="86911" y="6603"/>
                  </a:lnTo>
                  <a:lnTo>
                    <a:pt x="86911" y="6423"/>
                  </a:lnTo>
                  <a:lnTo>
                    <a:pt x="86911" y="6423"/>
                  </a:lnTo>
                  <a:lnTo>
                    <a:pt x="86866" y="6154"/>
                  </a:lnTo>
                  <a:lnTo>
                    <a:pt x="86821" y="5929"/>
                  </a:lnTo>
                  <a:lnTo>
                    <a:pt x="86686" y="5660"/>
                  </a:lnTo>
                  <a:lnTo>
                    <a:pt x="86507" y="5390"/>
                  </a:lnTo>
                  <a:lnTo>
                    <a:pt x="86237" y="5166"/>
                  </a:lnTo>
                  <a:lnTo>
                    <a:pt x="85968" y="4896"/>
                  </a:lnTo>
                  <a:lnTo>
                    <a:pt x="85653" y="4672"/>
                  </a:lnTo>
                  <a:lnTo>
                    <a:pt x="85249" y="4447"/>
                  </a:lnTo>
                  <a:lnTo>
                    <a:pt x="84396" y="3953"/>
                  </a:lnTo>
                  <a:lnTo>
                    <a:pt x="83318" y="3504"/>
                  </a:lnTo>
                  <a:lnTo>
                    <a:pt x="82060" y="3055"/>
                  </a:lnTo>
                  <a:lnTo>
                    <a:pt x="80668" y="2651"/>
                  </a:lnTo>
                  <a:lnTo>
                    <a:pt x="79096" y="2246"/>
                  </a:lnTo>
                  <a:lnTo>
                    <a:pt x="77389" y="1842"/>
                  </a:lnTo>
                  <a:lnTo>
                    <a:pt x="75502" y="1483"/>
                  </a:lnTo>
                  <a:lnTo>
                    <a:pt x="73526" y="1124"/>
                  </a:lnTo>
                  <a:lnTo>
                    <a:pt x="71370" y="809"/>
                  </a:lnTo>
                  <a:lnTo>
                    <a:pt x="69125" y="540"/>
                  </a:lnTo>
                  <a:lnTo>
                    <a:pt x="66789" y="270"/>
                  </a:lnTo>
                  <a:lnTo>
                    <a:pt x="6431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62"/>
            <p:cNvSpPr/>
            <p:nvPr/>
          </p:nvSpPr>
          <p:spPr>
            <a:xfrm>
              <a:off x="5547075" y="1761550"/>
              <a:ext cx="1393525" cy="344750"/>
            </a:xfrm>
            <a:custGeom>
              <a:rect b="b" l="l" r="r" t="t"/>
              <a:pathLst>
                <a:path extrusionOk="0" h="13790" w="55741">
                  <a:moveTo>
                    <a:pt x="29914" y="1348"/>
                  </a:moveTo>
                  <a:lnTo>
                    <a:pt x="31935" y="1438"/>
                  </a:lnTo>
                  <a:lnTo>
                    <a:pt x="33957" y="1528"/>
                  </a:lnTo>
                  <a:lnTo>
                    <a:pt x="35933" y="1663"/>
                  </a:lnTo>
                  <a:lnTo>
                    <a:pt x="37864" y="1842"/>
                  </a:lnTo>
                  <a:lnTo>
                    <a:pt x="39751" y="2067"/>
                  </a:lnTo>
                  <a:lnTo>
                    <a:pt x="41502" y="2292"/>
                  </a:lnTo>
                  <a:lnTo>
                    <a:pt x="43209" y="2561"/>
                  </a:lnTo>
                  <a:lnTo>
                    <a:pt x="44781" y="2875"/>
                  </a:lnTo>
                  <a:lnTo>
                    <a:pt x="46263" y="3235"/>
                  </a:lnTo>
                  <a:lnTo>
                    <a:pt x="47566" y="3639"/>
                  </a:lnTo>
                  <a:lnTo>
                    <a:pt x="48734" y="4043"/>
                  </a:lnTo>
                  <a:lnTo>
                    <a:pt x="49722" y="4492"/>
                  </a:lnTo>
                  <a:lnTo>
                    <a:pt x="50171" y="4717"/>
                  </a:lnTo>
                  <a:lnTo>
                    <a:pt x="50530" y="4942"/>
                  </a:lnTo>
                  <a:lnTo>
                    <a:pt x="50890" y="5211"/>
                  </a:lnTo>
                  <a:lnTo>
                    <a:pt x="51159" y="5481"/>
                  </a:lnTo>
                  <a:lnTo>
                    <a:pt x="51384" y="5750"/>
                  </a:lnTo>
                  <a:lnTo>
                    <a:pt x="51563" y="6019"/>
                  </a:lnTo>
                  <a:lnTo>
                    <a:pt x="51698" y="6379"/>
                  </a:lnTo>
                  <a:lnTo>
                    <a:pt x="51788" y="6738"/>
                  </a:lnTo>
                  <a:lnTo>
                    <a:pt x="51743" y="7097"/>
                  </a:lnTo>
                  <a:lnTo>
                    <a:pt x="51608" y="7412"/>
                  </a:lnTo>
                  <a:lnTo>
                    <a:pt x="51384" y="7771"/>
                  </a:lnTo>
                  <a:lnTo>
                    <a:pt x="51069" y="8086"/>
                  </a:lnTo>
                  <a:lnTo>
                    <a:pt x="50710" y="8400"/>
                  </a:lnTo>
                  <a:lnTo>
                    <a:pt x="50216" y="8669"/>
                  </a:lnTo>
                  <a:lnTo>
                    <a:pt x="49722" y="8984"/>
                  </a:lnTo>
                  <a:lnTo>
                    <a:pt x="49093" y="9253"/>
                  </a:lnTo>
                  <a:lnTo>
                    <a:pt x="48464" y="9523"/>
                  </a:lnTo>
                  <a:lnTo>
                    <a:pt x="47745" y="9792"/>
                  </a:lnTo>
                  <a:lnTo>
                    <a:pt x="46937" y="10017"/>
                  </a:lnTo>
                  <a:lnTo>
                    <a:pt x="46129" y="10242"/>
                  </a:lnTo>
                  <a:lnTo>
                    <a:pt x="44287" y="10646"/>
                  </a:lnTo>
                  <a:lnTo>
                    <a:pt x="42311" y="11050"/>
                  </a:lnTo>
                  <a:lnTo>
                    <a:pt x="40694" y="11275"/>
                  </a:lnTo>
                  <a:lnTo>
                    <a:pt x="38987" y="11499"/>
                  </a:lnTo>
                  <a:lnTo>
                    <a:pt x="37235" y="11679"/>
                  </a:lnTo>
                  <a:lnTo>
                    <a:pt x="35394" y="11814"/>
                  </a:lnTo>
                  <a:lnTo>
                    <a:pt x="33552" y="11948"/>
                  </a:lnTo>
                  <a:lnTo>
                    <a:pt x="31666" y="12038"/>
                  </a:lnTo>
                  <a:lnTo>
                    <a:pt x="29779" y="12083"/>
                  </a:lnTo>
                  <a:lnTo>
                    <a:pt x="25917" y="12083"/>
                  </a:lnTo>
                  <a:lnTo>
                    <a:pt x="23985" y="12038"/>
                  </a:lnTo>
                  <a:lnTo>
                    <a:pt x="22099" y="11948"/>
                  </a:lnTo>
                  <a:lnTo>
                    <a:pt x="20213" y="11814"/>
                  </a:lnTo>
                  <a:lnTo>
                    <a:pt x="18371" y="11679"/>
                  </a:lnTo>
                  <a:lnTo>
                    <a:pt x="16574" y="11454"/>
                  </a:lnTo>
                  <a:lnTo>
                    <a:pt x="14868" y="11230"/>
                  </a:lnTo>
                  <a:lnTo>
                    <a:pt x="13206" y="11005"/>
                  </a:lnTo>
                  <a:lnTo>
                    <a:pt x="13161" y="10960"/>
                  </a:lnTo>
                  <a:lnTo>
                    <a:pt x="11903" y="10736"/>
                  </a:lnTo>
                  <a:lnTo>
                    <a:pt x="10690" y="10511"/>
                  </a:lnTo>
                  <a:lnTo>
                    <a:pt x="9568" y="10242"/>
                  </a:lnTo>
                  <a:lnTo>
                    <a:pt x="8535" y="9927"/>
                  </a:lnTo>
                  <a:lnTo>
                    <a:pt x="8535" y="9927"/>
                  </a:lnTo>
                  <a:lnTo>
                    <a:pt x="8535" y="9927"/>
                  </a:lnTo>
                  <a:lnTo>
                    <a:pt x="7546" y="9613"/>
                  </a:lnTo>
                  <a:lnTo>
                    <a:pt x="6648" y="9253"/>
                  </a:lnTo>
                  <a:lnTo>
                    <a:pt x="5840" y="8894"/>
                  </a:lnTo>
                  <a:lnTo>
                    <a:pt x="5211" y="8490"/>
                  </a:lnTo>
                  <a:lnTo>
                    <a:pt x="4672" y="8086"/>
                  </a:lnTo>
                  <a:lnTo>
                    <a:pt x="4447" y="7861"/>
                  </a:lnTo>
                  <a:lnTo>
                    <a:pt x="4313" y="7636"/>
                  </a:lnTo>
                  <a:lnTo>
                    <a:pt x="4178" y="7412"/>
                  </a:lnTo>
                  <a:lnTo>
                    <a:pt x="4043" y="7187"/>
                  </a:lnTo>
                  <a:lnTo>
                    <a:pt x="3998" y="6963"/>
                  </a:lnTo>
                  <a:lnTo>
                    <a:pt x="3998" y="6738"/>
                  </a:lnTo>
                  <a:lnTo>
                    <a:pt x="3998" y="6424"/>
                  </a:lnTo>
                  <a:lnTo>
                    <a:pt x="4133" y="6109"/>
                  </a:lnTo>
                  <a:lnTo>
                    <a:pt x="4268" y="5840"/>
                  </a:lnTo>
                  <a:lnTo>
                    <a:pt x="4492" y="5525"/>
                  </a:lnTo>
                  <a:lnTo>
                    <a:pt x="4807" y="5256"/>
                  </a:lnTo>
                  <a:lnTo>
                    <a:pt x="5121" y="5031"/>
                  </a:lnTo>
                  <a:lnTo>
                    <a:pt x="5525" y="4762"/>
                  </a:lnTo>
                  <a:lnTo>
                    <a:pt x="5974" y="4492"/>
                  </a:lnTo>
                  <a:lnTo>
                    <a:pt x="6468" y="4268"/>
                  </a:lnTo>
                  <a:lnTo>
                    <a:pt x="7591" y="3819"/>
                  </a:lnTo>
                  <a:lnTo>
                    <a:pt x="8894" y="3414"/>
                  </a:lnTo>
                  <a:lnTo>
                    <a:pt x="10376" y="3010"/>
                  </a:lnTo>
                  <a:lnTo>
                    <a:pt x="11948" y="2696"/>
                  </a:lnTo>
                  <a:lnTo>
                    <a:pt x="13700" y="2381"/>
                  </a:lnTo>
                  <a:lnTo>
                    <a:pt x="15541" y="2112"/>
                  </a:lnTo>
                  <a:lnTo>
                    <a:pt x="17473" y="1887"/>
                  </a:lnTo>
                  <a:lnTo>
                    <a:pt x="19449" y="1708"/>
                  </a:lnTo>
                  <a:lnTo>
                    <a:pt x="21515" y="1528"/>
                  </a:lnTo>
                  <a:lnTo>
                    <a:pt x="23626" y="1438"/>
                  </a:lnTo>
                  <a:lnTo>
                    <a:pt x="25737" y="1348"/>
                  </a:lnTo>
                  <a:close/>
                  <a:moveTo>
                    <a:pt x="25782" y="1"/>
                  </a:moveTo>
                  <a:lnTo>
                    <a:pt x="23806" y="46"/>
                  </a:lnTo>
                  <a:lnTo>
                    <a:pt x="21874" y="136"/>
                  </a:lnTo>
                  <a:lnTo>
                    <a:pt x="19988" y="270"/>
                  </a:lnTo>
                  <a:lnTo>
                    <a:pt x="18191" y="405"/>
                  </a:lnTo>
                  <a:lnTo>
                    <a:pt x="16485" y="585"/>
                  </a:lnTo>
                  <a:lnTo>
                    <a:pt x="14823" y="764"/>
                  </a:lnTo>
                  <a:lnTo>
                    <a:pt x="13251" y="989"/>
                  </a:lnTo>
                  <a:lnTo>
                    <a:pt x="11768" y="1258"/>
                  </a:lnTo>
                  <a:lnTo>
                    <a:pt x="10376" y="1528"/>
                  </a:lnTo>
                  <a:lnTo>
                    <a:pt x="9029" y="1797"/>
                  </a:lnTo>
                  <a:lnTo>
                    <a:pt x="7771" y="2112"/>
                  </a:lnTo>
                  <a:lnTo>
                    <a:pt x="6648" y="2426"/>
                  </a:lnTo>
                  <a:lnTo>
                    <a:pt x="5570" y="2786"/>
                  </a:lnTo>
                  <a:lnTo>
                    <a:pt x="4582" y="3145"/>
                  </a:lnTo>
                  <a:lnTo>
                    <a:pt x="3684" y="3504"/>
                  </a:lnTo>
                  <a:lnTo>
                    <a:pt x="2830" y="3908"/>
                  </a:lnTo>
                  <a:lnTo>
                    <a:pt x="2112" y="4313"/>
                  </a:lnTo>
                  <a:lnTo>
                    <a:pt x="1483" y="4717"/>
                  </a:lnTo>
                  <a:lnTo>
                    <a:pt x="944" y="5166"/>
                  </a:lnTo>
                  <a:lnTo>
                    <a:pt x="540" y="5570"/>
                  </a:lnTo>
                  <a:lnTo>
                    <a:pt x="225" y="6019"/>
                  </a:lnTo>
                  <a:lnTo>
                    <a:pt x="135" y="6244"/>
                  </a:lnTo>
                  <a:lnTo>
                    <a:pt x="46" y="6469"/>
                  </a:lnTo>
                  <a:lnTo>
                    <a:pt x="1" y="6693"/>
                  </a:lnTo>
                  <a:lnTo>
                    <a:pt x="1" y="6873"/>
                  </a:lnTo>
                  <a:lnTo>
                    <a:pt x="46" y="7277"/>
                  </a:lnTo>
                  <a:lnTo>
                    <a:pt x="180" y="7636"/>
                  </a:lnTo>
                  <a:lnTo>
                    <a:pt x="405" y="7996"/>
                  </a:lnTo>
                  <a:lnTo>
                    <a:pt x="719" y="8400"/>
                  </a:lnTo>
                  <a:lnTo>
                    <a:pt x="1079" y="8759"/>
                  </a:lnTo>
                  <a:lnTo>
                    <a:pt x="1573" y="9119"/>
                  </a:lnTo>
                  <a:lnTo>
                    <a:pt x="2112" y="9478"/>
                  </a:lnTo>
                  <a:lnTo>
                    <a:pt x="2741" y="9837"/>
                  </a:lnTo>
                  <a:lnTo>
                    <a:pt x="3459" y="10197"/>
                  </a:lnTo>
                  <a:lnTo>
                    <a:pt x="4268" y="10511"/>
                  </a:lnTo>
                  <a:lnTo>
                    <a:pt x="5121" y="10825"/>
                  </a:lnTo>
                  <a:lnTo>
                    <a:pt x="6064" y="11185"/>
                  </a:lnTo>
                  <a:lnTo>
                    <a:pt x="7052" y="11454"/>
                  </a:lnTo>
                  <a:lnTo>
                    <a:pt x="8175" y="11769"/>
                  </a:lnTo>
                  <a:lnTo>
                    <a:pt x="9298" y="12038"/>
                  </a:lnTo>
                  <a:lnTo>
                    <a:pt x="10556" y="12308"/>
                  </a:lnTo>
                  <a:lnTo>
                    <a:pt x="12307" y="12622"/>
                  </a:lnTo>
                  <a:lnTo>
                    <a:pt x="14194" y="12936"/>
                  </a:lnTo>
                  <a:lnTo>
                    <a:pt x="16215" y="13161"/>
                  </a:lnTo>
                  <a:lnTo>
                    <a:pt x="18326" y="13386"/>
                  </a:lnTo>
                  <a:lnTo>
                    <a:pt x="20527" y="13565"/>
                  </a:lnTo>
                  <a:lnTo>
                    <a:pt x="22862" y="13700"/>
                  </a:lnTo>
                  <a:lnTo>
                    <a:pt x="25333" y="13745"/>
                  </a:lnTo>
                  <a:lnTo>
                    <a:pt x="27893" y="13790"/>
                  </a:lnTo>
                  <a:lnTo>
                    <a:pt x="30363" y="13745"/>
                  </a:lnTo>
                  <a:lnTo>
                    <a:pt x="32789" y="13700"/>
                  </a:lnTo>
                  <a:lnTo>
                    <a:pt x="35079" y="13565"/>
                  </a:lnTo>
                  <a:lnTo>
                    <a:pt x="37280" y="13386"/>
                  </a:lnTo>
                  <a:lnTo>
                    <a:pt x="39391" y="13206"/>
                  </a:lnTo>
                  <a:lnTo>
                    <a:pt x="41368" y="12936"/>
                  </a:lnTo>
                  <a:lnTo>
                    <a:pt x="43209" y="12667"/>
                  </a:lnTo>
                  <a:lnTo>
                    <a:pt x="44961" y="12353"/>
                  </a:lnTo>
                  <a:lnTo>
                    <a:pt x="46218" y="12083"/>
                  </a:lnTo>
                  <a:lnTo>
                    <a:pt x="47386" y="11814"/>
                  </a:lnTo>
                  <a:lnTo>
                    <a:pt x="48509" y="11499"/>
                  </a:lnTo>
                  <a:lnTo>
                    <a:pt x="49542" y="11230"/>
                  </a:lnTo>
                  <a:lnTo>
                    <a:pt x="50530" y="10870"/>
                  </a:lnTo>
                  <a:lnTo>
                    <a:pt x="51384" y="10556"/>
                  </a:lnTo>
                  <a:lnTo>
                    <a:pt x="52192" y="10197"/>
                  </a:lnTo>
                  <a:lnTo>
                    <a:pt x="52956" y="9882"/>
                  </a:lnTo>
                  <a:lnTo>
                    <a:pt x="53584" y="9523"/>
                  </a:lnTo>
                  <a:lnTo>
                    <a:pt x="54123" y="9164"/>
                  </a:lnTo>
                  <a:lnTo>
                    <a:pt x="54617" y="8759"/>
                  </a:lnTo>
                  <a:lnTo>
                    <a:pt x="55022" y="8400"/>
                  </a:lnTo>
                  <a:lnTo>
                    <a:pt x="55336" y="8041"/>
                  </a:lnTo>
                  <a:lnTo>
                    <a:pt x="55561" y="7636"/>
                  </a:lnTo>
                  <a:lnTo>
                    <a:pt x="55695" y="7277"/>
                  </a:lnTo>
                  <a:lnTo>
                    <a:pt x="55740" y="6873"/>
                  </a:lnTo>
                  <a:lnTo>
                    <a:pt x="55740" y="6648"/>
                  </a:lnTo>
                  <a:lnTo>
                    <a:pt x="55695" y="6424"/>
                  </a:lnTo>
                  <a:lnTo>
                    <a:pt x="55606" y="6199"/>
                  </a:lnTo>
                  <a:lnTo>
                    <a:pt x="55471" y="5975"/>
                  </a:lnTo>
                  <a:lnTo>
                    <a:pt x="55156" y="5525"/>
                  </a:lnTo>
                  <a:lnTo>
                    <a:pt x="54707" y="5076"/>
                  </a:lnTo>
                  <a:lnTo>
                    <a:pt x="54123" y="4627"/>
                  </a:lnTo>
                  <a:lnTo>
                    <a:pt x="53450" y="4178"/>
                  </a:lnTo>
                  <a:lnTo>
                    <a:pt x="52641" y="3774"/>
                  </a:lnTo>
                  <a:lnTo>
                    <a:pt x="51698" y="3325"/>
                  </a:lnTo>
                  <a:lnTo>
                    <a:pt x="50800" y="3010"/>
                  </a:lnTo>
                  <a:lnTo>
                    <a:pt x="49812" y="2651"/>
                  </a:lnTo>
                  <a:lnTo>
                    <a:pt x="48734" y="2336"/>
                  </a:lnTo>
                  <a:lnTo>
                    <a:pt x="47566" y="2022"/>
                  </a:lnTo>
                  <a:lnTo>
                    <a:pt x="46353" y="1708"/>
                  </a:lnTo>
                  <a:lnTo>
                    <a:pt x="45051" y="1438"/>
                  </a:lnTo>
                  <a:lnTo>
                    <a:pt x="43658" y="1169"/>
                  </a:lnTo>
                  <a:lnTo>
                    <a:pt x="42176" y="944"/>
                  </a:lnTo>
                  <a:lnTo>
                    <a:pt x="40649" y="720"/>
                  </a:lnTo>
                  <a:lnTo>
                    <a:pt x="39032" y="540"/>
                  </a:lnTo>
                  <a:lnTo>
                    <a:pt x="37325" y="360"/>
                  </a:lnTo>
                  <a:lnTo>
                    <a:pt x="35573" y="225"/>
                  </a:lnTo>
                  <a:lnTo>
                    <a:pt x="33732" y="136"/>
                  </a:lnTo>
                  <a:lnTo>
                    <a:pt x="31846" y="46"/>
                  </a:lnTo>
                  <a:lnTo>
                    <a:pt x="29914" y="1"/>
                  </a:lnTo>
                  <a:close/>
                </a:path>
              </a:pathLst>
            </a:custGeom>
            <a:solidFill>
              <a:srgbClr val="BB4A2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62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62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62"/>
            <p:cNvSpPr/>
            <p:nvPr/>
          </p:nvSpPr>
          <p:spPr>
            <a:xfrm>
              <a:off x="5547075" y="1761550"/>
              <a:ext cx="1393525" cy="344750"/>
            </a:xfrm>
            <a:custGeom>
              <a:rect b="b" l="l" r="r" t="t"/>
              <a:pathLst>
                <a:path extrusionOk="0" fill="none" h="13790" w="55741">
                  <a:moveTo>
                    <a:pt x="51698" y="3325"/>
                  </a:moveTo>
                  <a:lnTo>
                    <a:pt x="51698" y="3325"/>
                  </a:lnTo>
                  <a:lnTo>
                    <a:pt x="50800" y="3010"/>
                  </a:lnTo>
                  <a:lnTo>
                    <a:pt x="49812" y="2651"/>
                  </a:lnTo>
                  <a:lnTo>
                    <a:pt x="48734" y="2336"/>
                  </a:lnTo>
                  <a:lnTo>
                    <a:pt x="47566" y="2022"/>
                  </a:lnTo>
                  <a:lnTo>
                    <a:pt x="46353" y="1708"/>
                  </a:lnTo>
                  <a:lnTo>
                    <a:pt x="45051" y="1438"/>
                  </a:lnTo>
                  <a:lnTo>
                    <a:pt x="43658" y="1169"/>
                  </a:lnTo>
                  <a:lnTo>
                    <a:pt x="42176" y="944"/>
                  </a:lnTo>
                  <a:lnTo>
                    <a:pt x="40649" y="720"/>
                  </a:lnTo>
                  <a:lnTo>
                    <a:pt x="39032" y="540"/>
                  </a:lnTo>
                  <a:lnTo>
                    <a:pt x="37325" y="360"/>
                  </a:lnTo>
                  <a:lnTo>
                    <a:pt x="35573" y="225"/>
                  </a:lnTo>
                  <a:lnTo>
                    <a:pt x="33732" y="136"/>
                  </a:lnTo>
                  <a:lnTo>
                    <a:pt x="31846" y="46"/>
                  </a:lnTo>
                  <a:lnTo>
                    <a:pt x="29914" y="1"/>
                  </a:lnTo>
                  <a:lnTo>
                    <a:pt x="27893" y="1"/>
                  </a:lnTo>
                  <a:lnTo>
                    <a:pt x="27893" y="1"/>
                  </a:lnTo>
                  <a:lnTo>
                    <a:pt x="25782" y="1"/>
                  </a:lnTo>
                  <a:lnTo>
                    <a:pt x="23806" y="46"/>
                  </a:lnTo>
                  <a:lnTo>
                    <a:pt x="21874" y="136"/>
                  </a:lnTo>
                  <a:lnTo>
                    <a:pt x="19988" y="270"/>
                  </a:lnTo>
                  <a:lnTo>
                    <a:pt x="18191" y="405"/>
                  </a:lnTo>
                  <a:lnTo>
                    <a:pt x="16485" y="585"/>
                  </a:lnTo>
                  <a:lnTo>
                    <a:pt x="14823" y="764"/>
                  </a:lnTo>
                  <a:lnTo>
                    <a:pt x="13251" y="989"/>
                  </a:lnTo>
                  <a:lnTo>
                    <a:pt x="11768" y="1258"/>
                  </a:lnTo>
                  <a:lnTo>
                    <a:pt x="10376" y="1528"/>
                  </a:lnTo>
                  <a:lnTo>
                    <a:pt x="9029" y="1797"/>
                  </a:lnTo>
                  <a:lnTo>
                    <a:pt x="7771" y="2112"/>
                  </a:lnTo>
                  <a:lnTo>
                    <a:pt x="6648" y="2426"/>
                  </a:lnTo>
                  <a:lnTo>
                    <a:pt x="5570" y="2786"/>
                  </a:lnTo>
                  <a:lnTo>
                    <a:pt x="4582" y="3145"/>
                  </a:lnTo>
                  <a:lnTo>
                    <a:pt x="3684" y="3504"/>
                  </a:lnTo>
                  <a:lnTo>
                    <a:pt x="3684" y="3504"/>
                  </a:lnTo>
                  <a:lnTo>
                    <a:pt x="2830" y="3908"/>
                  </a:lnTo>
                  <a:lnTo>
                    <a:pt x="2112" y="4313"/>
                  </a:lnTo>
                  <a:lnTo>
                    <a:pt x="1483" y="4717"/>
                  </a:lnTo>
                  <a:lnTo>
                    <a:pt x="944" y="5166"/>
                  </a:lnTo>
                  <a:lnTo>
                    <a:pt x="540" y="5570"/>
                  </a:lnTo>
                  <a:lnTo>
                    <a:pt x="225" y="6019"/>
                  </a:lnTo>
                  <a:lnTo>
                    <a:pt x="135" y="6244"/>
                  </a:lnTo>
                  <a:lnTo>
                    <a:pt x="46" y="6469"/>
                  </a:lnTo>
                  <a:lnTo>
                    <a:pt x="1" y="6693"/>
                  </a:lnTo>
                  <a:lnTo>
                    <a:pt x="1" y="6873"/>
                  </a:lnTo>
                  <a:lnTo>
                    <a:pt x="1" y="6873"/>
                  </a:lnTo>
                  <a:lnTo>
                    <a:pt x="46" y="7277"/>
                  </a:lnTo>
                  <a:lnTo>
                    <a:pt x="180" y="7636"/>
                  </a:lnTo>
                  <a:lnTo>
                    <a:pt x="405" y="7996"/>
                  </a:lnTo>
                  <a:lnTo>
                    <a:pt x="719" y="8400"/>
                  </a:lnTo>
                  <a:lnTo>
                    <a:pt x="1079" y="8759"/>
                  </a:lnTo>
                  <a:lnTo>
                    <a:pt x="1573" y="9119"/>
                  </a:lnTo>
                  <a:lnTo>
                    <a:pt x="2112" y="9478"/>
                  </a:lnTo>
                  <a:lnTo>
                    <a:pt x="2741" y="9837"/>
                  </a:lnTo>
                  <a:lnTo>
                    <a:pt x="3459" y="10197"/>
                  </a:lnTo>
                  <a:lnTo>
                    <a:pt x="4268" y="10511"/>
                  </a:lnTo>
                  <a:lnTo>
                    <a:pt x="5121" y="10825"/>
                  </a:lnTo>
                  <a:lnTo>
                    <a:pt x="6064" y="11185"/>
                  </a:lnTo>
                  <a:lnTo>
                    <a:pt x="7052" y="11454"/>
                  </a:lnTo>
                  <a:lnTo>
                    <a:pt x="8175" y="11769"/>
                  </a:lnTo>
                  <a:lnTo>
                    <a:pt x="9298" y="12038"/>
                  </a:lnTo>
                  <a:lnTo>
                    <a:pt x="10556" y="12308"/>
                  </a:lnTo>
                  <a:lnTo>
                    <a:pt x="10556" y="12308"/>
                  </a:lnTo>
                  <a:lnTo>
                    <a:pt x="12307" y="12622"/>
                  </a:lnTo>
                  <a:lnTo>
                    <a:pt x="14194" y="12936"/>
                  </a:lnTo>
                  <a:lnTo>
                    <a:pt x="16215" y="13161"/>
                  </a:lnTo>
                  <a:lnTo>
                    <a:pt x="18326" y="13386"/>
                  </a:lnTo>
                  <a:lnTo>
                    <a:pt x="20527" y="13565"/>
                  </a:lnTo>
                  <a:lnTo>
                    <a:pt x="22862" y="13700"/>
                  </a:lnTo>
                  <a:lnTo>
                    <a:pt x="25333" y="13745"/>
                  </a:lnTo>
                  <a:lnTo>
                    <a:pt x="27893" y="13790"/>
                  </a:lnTo>
                  <a:lnTo>
                    <a:pt x="27893" y="13790"/>
                  </a:lnTo>
                  <a:lnTo>
                    <a:pt x="30363" y="13745"/>
                  </a:lnTo>
                  <a:lnTo>
                    <a:pt x="32789" y="13700"/>
                  </a:lnTo>
                  <a:lnTo>
                    <a:pt x="35079" y="13565"/>
                  </a:lnTo>
                  <a:lnTo>
                    <a:pt x="37280" y="13386"/>
                  </a:lnTo>
                  <a:lnTo>
                    <a:pt x="39391" y="13206"/>
                  </a:lnTo>
                  <a:lnTo>
                    <a:pt x="41368" y="12936"/>
                  </a:lnTo>
                  <a:lnTo>
                    <a:pt x="43209" y="12667"/>
                  </a:lnTo>
                  <a:lnTo>
                    <a:pt x="44961" y="12353"/>
                  </a:lnTo>
                  <a:lnTo>
                    <a:pt x="44961" y="12353"/>
                  </a:lnTo>
                  <a:lnTo>
                    <a:pt x="46218" y="12083"/>
                  </a:lnTo>
                  <a:lnTo>
                    <a:pt x="47386" y="11814"/>
                  </a:lnTo>
                  <a:lnTo>
                    <a:pt x="48509" y="11499"/>
                  </a:lnTo>
                  <a:lnTo>
                    <a:pt x="49542" y="11230"/>
                  </a:lnTo>
                  <a:lnTo>
                    <a:pt x="50530" y="10870"/>
                  </a:lnTo>
                  <a:lnTo>
                    <a:pt x="51384" y="10556"/>
                  </a:lnTo>
                  <a:lnTo>
                    <a:pt x="52192" y="10197"/>
                  </a:lnTo>
                  <a:lnTo>
                    <a:pt x="52956" y="9882"/>
                  </a:lnTo>
                  <a:lnTo>
                    <a:pt x="53584" y="9523"/>
                  </a:lnTo>
                  <a:lnTo>
                    <a:pt x="54123" y="9164"/>
                  </a:lnTo>
                  <a:lnTo>
                    <a:pt x="54617" y="8759"/>
                  </a:lnTo>
                  <a:lnTo>
                    <a:pt x="55022" y="8400"/>
                  </a:lnTo>
                  <a:lnTo>
                    <a:pt x="55336" y="8041"/>
                  </a:lnTo>
                  <a:lnTo>
                    <a:pt x="55561" y="7636"/>
                  </a:lnTo>
                  <a:lnTo>
                    <a:pt x="55695" y="7277"/>
                  </a:lnTo>
                  <a:lnTo>
                    <a:pt x="55740" y="6873"/>
                  </a:lnTo>
                  <a:lnTo>
                    <a:pt x="55740" y="6873"/>
                  </a:lnTo>
                  <a:lnTo>
                    <a:pt x="55740" y="6648"/>
                  </a:lnTo>
                  <a:lnTo>
                    <a:pt x="55695" y="6424"/>
                  </a:lnTo>
                  <a:lnTo>
                    <a:pt x="55606" y="6199"/>
                  </a:lnTo>
                  <a:lnTo>
                    <a:pt x="55471" y="5975"/>
                  </a:lnTo>
                  <a:lnTo>
                    <a:pt x="55156" y="5525"/>
                  </a:lnTo>
                  <a:lnTo>
                    <a:pt x="54707" y="5076"/>
                  </a:lnTo>
                  <a:lnTo>
                    <a:pt x="54123" y="4627"/>
                  </a:lnTo>
                  <a:lnTo>
                    <a:pt x="53450" y="4178"/>
                  </a:lnTo>
                  <a:lnTo>
                    <a:pt x="52641" y="3774"/>
                  </a:lnTo>
                  <a:lnTo>
                    <a:pt x="51698" y="332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62"/>
            <p:cNvSpPr/>
            <p:nvPr/>
          </p:nvSpPr>
          <p:spPr>
            <a:xfrm>
              <a:off x="5647025" y="1795250"/>
              <a:ext cx="1194750" cy="268400"/>
            </a:xfrm>
            <a:custGeom>
              <a:rect b="b" l="l" r="r" t="t"/>
              <a:pathLst>
                <a:path extrusionOk="0" fill="none" h="10736" w="47790">
                  <a:moveTo>
                    <a:pt x="38313" y="9702"/>
                  </a:moveTo>
                  <a:lnTo>
                    <a:pt x="38313" y="9702"/>
                  </a:lnTo>
                  <a:lnTo>
                    <a:pt x="36696" y="9927"/>
                  </a:lnTo>
                  <a:lnTo>
                    <a:pt x="34989" y="10151"/>
                  </a:lnTo>
                  <a:lnTo>
                    <a:pt x="33237" y="10331"/>
                  </a:lnTo>
                  <a:lnTo>
                    <a:pt x="31396" y="10466"/>
                  </a:lnTo>
                  <a:lnTo>
                    <a:pt x="29554" y="10600"/>
                  </a:lnTo>
                  <a:lnTo>
                    <a:pt x="27668" y="10690"/>
                  </a:lnTo>
                  <a:lnTo>
                    <a:pt x="25781" y="10735"/>
                  </a:lnTo>
                  <a:lnTo>
                    <a:pt x="23895" y="10735"/>
                  </a:lnTo>
                  <a:lnTo>
                    <a:pt x="23895" y="10735"/>
                  </a:lnTo>
                  <a:lnTo>
                    <a:pt x="21919" y="10735"/>
                  </a:lnTo>
                  <a:lnTo>
                    <a:pt x="19987" y="10690"/>
                  </a:lnTo>
                  <a:lnTo>
                    <a:pt x="18101" y="10600"/>
                  </a:lnTo>
                  <a:lnTo>
                    <a:pt x="16215" y="10466"/>
                  </a:lnTo>
                  <a:lnTo>
                    <a:pt x="14373" y="10331"/>
                  </a:lnTo>
                  <a:lnTo>
                    <a:pt x="12576" y="10106"/>
                  </a:lnTo>
                  <a:lnTo>
                    <a:pt x="10870" y="9882"/>
                  </a:lnTo>
                  <a:lnTo>
                    <a:pt x="9208" y="9657"/>
                  </a:lnTo>
                  <a:lnTo>
                    <a:pt x="9208" y="9657"/>
                  </a:lnTo>
                  <a:lnTo>
                    <a:pt x="9163" y="9612"/>
                  </a:lnTo>
                  <a:lnTo>
                    <a:pt x="9163" y="9612"/>
                  </a:lnTo>
                  <a:lnTo>
                    <a:pt x="7905" y="9388"/>
                  </a:lnTo>
                  <a:lnTo>
                    <a:pt x="6692" y="9163"/>
                  </a:lnTo>
                  <a:lnTo>
                    <a:pt x="5570" y="8894"/>
                  </a:lnTo>
                  <a:lnTo>
                    <a:pt x="4537" y="8579"/>
                  </a:lnTo>
                  <a:lnTo>
                    <a:pt x="4537" y="8579"/>
                  </a:lnTo>
                  <a:lnTo>
                    <a:pt x="3548" y="8265"/>
                  </a:lnTo>
                  <a:lnTo>
                    <a:pt x="2650" y="7905"/>
                  </a:lnTo>
                  <a:lnTo>
                    <a:pt x="1842" y="7546"/>
                  </a:lnTo>
                  <a:lnTo>
                    <a:pt x="1213" y="7142"/>
                  </a:lnTo>
                  <a:lnTo>
                    <a:pt x="674" y="6738"/>
                  </a:lnTo>
                  <a:lnTo>
                    <a:pt x="449" y="6513"/>
                  </a:lnTo>
                  <a:lnTo>
                    <a:pt x="315" y="6288"/>
                  </a:lnTo>
                  <a:lnTo>
                    <a:pt x="180" y="6064"/>
                  </a:lnTo>
                  <a:lnTo>
                    <a:pt x="45" y="5839"/>
                  </a:lnTo>
                  <a:lnTo>
                    <a:pt x="0" y="5615"/>
                  </a:lnTo>
                  <a:lnTo>
                    <a:pt x="0" y="5390"/>
                  </a:lnTo>
                  <a:lnTo>
                    <a:pt x="0" y="5390"/>
                  </a:lnTo>
                  <a:lnTo>
                    <a:pt x="0" y="5076"/>
                  </a:lnTo>
                  <a:lnTo>
                    <a:pt x="0" y="5076"/>
                  </a:lnTo>
                  <a:lnTo>
                    <a:pt x="135" y="4761"/>
                  </a:lnTo>
                  <a:lnTo>
                    <a:pt x="270" y="4492"/>
                  </a:lnTo>
                  <a:lnTo>
                    <a:pt x="494" y="4177"/>
                  </a:lnTo>
                  <a:lnTo>
                    <a:pt x="809" y="3908"/>
                  </a:lnTo>
                  <a:lnTo>
                    <a:pt x="1123" y="3683"/>
                  </a:lnTo>
                  <a:lnTo>
                    <a:pt x="1527" y="3414"/>
                  </a:lnTo>
                  <a:lnTo>
                    <a:pt x="1976" y="3144"/>
                  </a:lnTo>
                  <a:lnTo>
                    <a:pt x="2470" y="2920"/>
                  </a:lnTo>
                  <a:lnTo>
                    <a:pt x="3593" y="2471"/>
                  </a:lnTo>
                  <a:lnTo>
                    <a:pt x="4896" y="2066"/>
                  </a:lnTo>
                  <a:lnTo>
                    <a:pt x="6378" y="1662"/>
                  </a:lnTo>
                  <a:lnTo>
                    <a:pt x="7950" y="1348"/>
                  </a:lnTo>
                  <a:lnTo>
                    <a:pt x="9702" y="1033"/>
                  </a:lnTo>
                  <a:lnTo>
                    <a:pt x="11543" y="764"/>
                  </a:lnTo>
                  <a:lnTo>
                    <a:pt x="13475" y="539"/>
                  </a:lnTo>
                  <a:lnTo>
                    <a:pt x="15451" y="360"/>
                  </a:lnTo>
                  <a:lnTo>
                    <a:pt x="17517" y="180"/>
                  </a:lnTo>
                  <a:lnTo>
                    <a:pt x="19628" y="90"/>
                  </a:lnTo>
                  <a:lnTo>
                    <a:pt x="21739" y="0"/>
                  </a:lnTo>
                  <a:lnTo>
                    <a:pt x="23895" y="0"/>
                  </a:lnTo>
                  <a:lnTo>
                    <a:pt x="23895" y="0"/>
                  </a:lnTo>
                  <a:lnTo>
                    <a:pt x="25916" y="0"/>
                  </a:lnTo>
                  <a:lnTo>
                    <a:pt x="27937" y="90"/>
                  </a:lnTo>
                  <a:lnTo>
                    <a:pt x="29959" y="180"/>
                  </a:lnTo>
                  <a:lnTo>
                    <a:pt x="31935" y="315"/>
                  </a:lnTo>
                  <a:lnTo>
                    <a:pt x="33866" y="494"/>
                  </a:lnTo>
                  <a:lnTo>
                    <a:pt x="35753" y="719"/>
                  </a:lnTo>
                  <a:lnTo>
                    <a:pt x="37504" y="944"/>
                  </a:lnTo>
                  <a:lnTo>
                    <a:pt x="39211" y="1213"/>
                  </a:lnTo>
                  <a:lnTo>
                    <a:pt x="40783" y="1527"/>
                  </a:lnTo>
                  <a:lnTo>
                    <a:pt x="42265" y="1887"/>
                  </a:lnTo>
                  <a:lnTo>
                    <a:pt x="43568" y="2291"/>
                  </a:lnTo>
                  <a:lnTo>
                    <a:pt x="44736" y="2695"/>
                  </a:lnTo>
                  <a:lnTo>
                    <a:pt x="45724" y="3144"/>
                  </a:lnTo>
                  <a:lnTo>
                    <a:pt x="46173" y="3369"/>
                  </a:lnTo>
                  <a:lnTo>
                    <a:pt x="46532" y="3594"/>
                  </a:lnTo>
                  <a:lnTo>
                    <a:pt x="46892" y="3863"/>
                  </a:lnTo>
                  <a:lnTo>
                    <a:pt x="47161" y="4133"/>
                  </a:lnTo>
                  <a:lnTo>
                    <a:pt x="47386" y="4402"/>
                  </a:lnTo>
                  <a:lnTo>
                    <a:pt x="47565" y="4671"/>
                  </a:lnTo>
                  <a:lnTo>
                    <a:pt x="47565" y="4671"/>
                  </a:lnTo>
                  <a:lnTo>
                    <a:pt x="47700" y="5031"/>
                  </a:lnTo>
                  <a:lnTo>
                    <a:pt x="47790" y="5390"/>
                  </a:lnTo>
                  <a:lnTo>
                    <a:pt x="47790" y="5390"/>
                  </a:lnTo>
                  <a:lnTo>
                    <a:pt x="47745" y="5749"/>
                  </a:lnTo>
                  <a:lnTo>
                    <a:pt x="47610" y="6064"/>
                  </a:lnTo>
                  <a:lnTo>
                    <a:pt x="47386" y="6423"/>
                  </a:lnTo>
                  <a:lnTo>
                    <a:pt x="47071" y="6738"/>
                  </a:lnTo>
                  <a:lnTo>
                    <a:pt x="46712" y="7052"/>
                  </a:lnTo>
                  <a:lnTo>
                    <a:pt x="46218" y="7321"/>
                  </a:lnTo>
                  <a:lnTo>
                    <a:pt x="45724" y="7636"/>
                  </a:lnTo>
                  <a:lnTo>
                    <a:pt x="45095" y="7905"/>
                  </a:lnTo>
                  <a:lnTo>
                    <a:pt x="44466" y="8175"/>
                  </a:lnTo>
                  <a:lnTo>
                    <a:pt x="43747" y="8444"/>
                  </a:lnTo>
                  <a:lnTo>
                    <a:pt x="42939" y="8669"/>
                  </a:lnTo>
                  <a:lnTo>
                    <a:pt x="42131" y="8894"/>
                  </a:lnTo>
                  <a:lnTo>
                    <a:pt x="40289" y="9298"/>
                  </a:lnTo>
                  <a:lnTo>
                    <a:pt x="38313" y="970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62"/>
            <p:cNvSpPr/>
            <p:nvPr/>
          </p:nvSpPr>
          <p:spPr>
            <a:xfrm>
              <a:off x="5760425" y="2009725"/>
              <a:ext cx="115675" cy="25850"/>
            </a:xfrm>
            <a:custGeom>
              <a:rect b="b" l="l" r="r" t="t"/>
              <a:pathLst>
                <a:path extrusionOk="0" fill="none" h="1034" w="4627">
                  <a:moveTo>
                    <a:pt x="1" y="0"/>
                  </a:moveTo>
                  <a:lnTo>
                    <a:pt x="1" y="0"/>
                  </a:lnTo>
                  <a:lnTo>
                    <a:pt x="989" y="315"/>
                  </a:lnTo>
                  <a:lnTo>
                    <a:pt x="2067" y="584"/>
                  </a:lnTo>
                  <a:lnTo>
                    <a:pt x="3279" y="853"/>
                  </a:lnTo>
                  <a:lnTo>
                    <a:pt x="4627" y="1033"/>
                  </a:lnTo>
                  <a:lnTo>
                    <a:pt x="4627" y="1033"/>
                  </a:lnTo>
                  <a:lnTo>
                    <a:pt x="3369" y="809"/>
                  </a:lnTo>
                  <a:lnTo>
                    <a:pt x="2156" y="584"/>
                  </a:lnTo>
                  <a:lnTo>
                    <a:pt x="1034" y="31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62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h="4178" w="27175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1858" y="4178"/>
                  </a:lnTo>
                  <a:lnTo>
                    <a:pt x="15137" y="4178"/>
                  </a:lnTo>
                  <a:lnTo>
                    <a:pt x="16619" y="4088"/>
                  </a:lnTo>
                  <a:lnTo>
                    <a:pt x="17742" y="3998"/>
                  </a:lnTo>
                  <a:lnTo>
                    <a:pt x="18865" y="3908"/>
                  </a:lnTo>
                  <a:lnTo>
                    <a:pt x="19853" y="3774"/>
                  </a:lnTo>
                  <a:lnTo>
                    <a:pt x="20796" y="3594"/>
                  </a:lnTo>
                  <a:lnTo>
                    <a:pt x="22458" y="3279"/>
                  </a:lnTo>
                  <a:lnTo>
                    <a:pt x="23896" y="2875"/>
                  </a:lnTo>
                  <a:lnTo>
                    <a:pt x="25063" y="2516"/>
                  </a:lnTo>
                  <a:lnTo>
                    <a:pt x="25962" y="2157"/>
                  </a:lnTo>
                  <a:lnTo>
                    <a:pt x="26635" y="1842"/>
                  </a:lnTo>
                  <a:lnTo>
                    <a:pt x="27085" y="1573"/>
                  </a:lnTo>
                  <a:lnTo>
                    <a:pt x="27174" y="1528"/>
                  </a:lnTo>
                  <a:lnTo>
                    <a:pt x="27174" y="1"/>
                  </a:lnTo>
                  <a:lnTo>
                    <a:pt x="26905" y="90"/>
                  </a:lnTo>
                  <a:lnTo>
                    <a:pt x="25692" y="450"/>
                  </a:lnTo>
                  <a:lnTo>
                    <a:pt x="24435" y="764"/>
                  </a:lnTo>
                  <a:lnTo>
                    <a:pt x="23132" y="1079"/>
                  </a:lnTo>
                  <a:lnTo>
                    <a:pt x="21785" y="1303"/>
                  </a:lnTo>
                  <a:lnTo>
                    <a:pt x="20437" y="1528"/>
                  </a:lnTo>
                  <a:lnTo>
                    <a:pt x="19045" y="1707"/>
                  </a:lnTo>
                  <a:lnTo>
                    <a:pt x="17607" y="1842"/>
                  </a:lnTo>
                  <a:lnTo>
                    <a:pt x="16170" y="1932"/>
                  </a:lnTo>
                  <a:lnTo>
                    <a:pt x="14868" y="1977"/>
                  </a:lnTo>
                  <a:lnTo>
                    <a:pt x="12128" y="1977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B4A2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62"/>
            <p:cNvSpPr/>
            <p:nvPr/>
          </p:nvSpPr>
          <p:spPr>
            <a:xfrm>
              <a:off x="5904150" y="3999450"/>
              <a:ext cx="679375" cy="104450"/>
            </a:xfrm>
            <a:custGeom>
              <a:rect b="b" l="l" r="r" t="t"/>
              <a:pathLst>
                <a:path extrusionOk="0" fill="none" h="4178" w="27175">
                  <a:moveTo>
                    <a:pt x="27174" y="1"/>
                  </a:moveTo>
                  <a:lnTo>
                    <a:pt x="27174" y="1528"/>
                  </a:lnTo>
                  <a:lnTo>
                    <a:pt x="27085" y="1573"/>
                  </a:lnTo>
                  <a:lnTo>
                    <a:pt x="27085" y="1573"/>
                  </a:lnTo>
                  <a:lnTo>
                    <a:pt x="26635" y="1842"/>
                  </a:lnTo>
                  <a:lnTo>
                    <a:pt x="25962" y="2157"/>
                  </a:lnTo>
                  <a:lnTo>
                    <a:pt x="25063" y="2516"/>
                  </a:lnTo>
                  <a:lnTo>
                    <a:pt x="23896" y="2875"/>
                  </a:lnTo>
                  <a:lnTo>
                    <a:pt x="22458" y="3279"/>
                  </a:lnTo>
                  <a:lnTo>
                    <a:pt x="20796" y="3594"/>
                  </a:lnTo>
                  <a:lnTo>
                    <a:pt x="19853" y="3774"/>
                  </a:lnTo>
                  <a:lnTo>
                    <a:pt x="18865" y="3908"/>
                  </a:lnTo>
                  <a:lnTo>
                    <a:pt x="17742" y="399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6619" y="4088"/>
                  </a:lnTo>
                  <a:lnTo>
                    <a:pt x="15137" y="4178"/>
                  </a:lnTo>
                  <a:lnTo>
                    <a:pt x="13610" y="4178"/>
                  </a:lnTo>
                  <a:lnTo>
                    <a:pt x="13610" y="4178"/>
                  </a:lnTo>
                  <a:lnTo>
                    <a:pt x="11858" y="4178"/>
                  </a:lnTo>
                  <a:lnTo>
                    <a:pt x="10241" y="4088"/>
                  </a:lnTo>
                  <a:lnTo>
                    <a:pt x="10241" y="4088"/>
                  </a:lnTo>
                  <a:lnTo>
                    <a:pt x="9163" y="3998"/>
                  </a:lnTo>
                  <a:lnTo>
                    <a:pt x="8085" y="3863"/>
                  </a:lnTo>
                  <a:lnTo>
                    <a:pt x="7097" y="3729"/>
                  </a:lnTo>
                  <a:lnTo>
                    <a:pt x="6199" y="3594"/>
                  </a:lnTo>
                  <a:lnTo>
                    <a:pt x="4582" y="3235"/>
                  </a:lnTo>
                  <a:lnTo>
                    <a:pt x="3235" y="2875"/>
                  </a:lnTo>
                  <a:lnTo>
                    <a:pt x="2067" y="2471"/>
                  </a:lnTo>
                  <a:lnTo>
                    <a:pt x="1213" y="2112"/>
                  </a:lnTo>
                  <a:lnTo>
                    <a:pt x="540" y="1842"/>
                  </a:lnTo>
                  <a:lnTo>
                    <a:pt x="91" y="1573"/>
                  </a:lnTo>
                  <a:lnTo>
                    <a:pt x="1" y="1528"/>
                  </a:lnTo>
                  <a:lnTo>
                    <a:pt x="1" y="1"/>
                  </a:lnTo>
                  <a:lnTo>
                    <a:pt x="270" y="90"/>
                  </a:lnTo>
                  <a:lnTo>
                    <a:pt x="270" y="90"/>
                  </a:lnTo>
                  <a:lnTo>
                    <a:pt x="1483" y="450"/>
                  </a:lnTo>
                  <a:lnTo>
                    <a:pt x="2696" y="764"/>
                  </a:lnTo>
                  <a:lnTo>
                    <a:pt x="3953" y="1034"/>
                  </a:lnTo>
                  <a:lnTo>
                    <a:pt x="5256" y="1303"/>
                  </a:lnTo>
                  <a:lnTo>
                    <a:pt x="6558" y="1483"/>
                  </a:lnTo>
                  <a:lnTo>
                    <a:pt x="7906" y="1663"/>
                  </a:lnTo>
                  <a:lnTo>
                    <a:pt x="9298" y="1797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12128" y="1977"/>
                  </a:lnTo>
                  <a:lnTo>
                    <a:pt x="13610" y="1977"/>
                  </a:lnTo>
                  <a:lnTo>
                    <a:pt x="13610" y="1977"/>
                  </a:lnTo>
                  <a:lnTo>
                    <a:pt x="14868" y="1977"/>
                  </a:lnTo>
                  <a:lnTo>
                    <a:pt x="16170" y="1932"/>
                  </a:lnTo>
                  <a:lnTo>
                    <a:pt x="16170" y="1932"/>
                  </a:lnTo>
                  <a:lnTo>
                    <a:pt x="17607" y="1842"/>
                  </a:lnTo>
                  <a:lnTo>
                    <a:pt x="19045" y="1707"/>
                  </a:lnTo>
                  <a:lnTo>
                    <a:pt x="20437" y="1528"/>
                  </a:lnTo>
                  <a:lnTo>
                    <a:pt x="21785" y="1303"/>
                  </a:lnTo>
                  <a:lnTo>
                    <a:pt x="23132" y="1079"/>
                  </a:lnTo>
                  <a:lnTo>
                    <a:pt x="24435" y="764"/>
                  </a:lnTo>
                  <a:lnTo>
                    <a:pt x="25692" y="450"/>
                  </a:lnTo>
                  <a:lnTo>
                    <a:pt x="26905" y="90"/>
                  </a:lnTo>
                  <a:lnTo>
                    <a:pt x="2717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62"/>
            <p:cNvSpPr/>
            <p:nvPr/>
          </p:nvSpPr>
          <p:spPr>
            <a:xfrm>
              <a:off x="5661625" y="1809850"/>
              <a:ext cx="1164425" cy="134775"/>
            </a:xfrm>
            <a:custGeom>
              <a:rect b="b" l="l" r="r" t="t"/>
              <a:pathLst>
                <a:path extrusionOk="0" h="5391" w="46577">
                  <a:moveTo>
                    <a:pt x="23311" y="0"/>
                  </a:moveTo>
                  <a:lnTo>
                    <a:pt x="20930" y="45"/>
                  </a:lnTo>
                  <a:lnTo>
                    <a:pt x="18685" y="135"/>
                  </a:lnTo>
                  <a:lnTo>
                    <a:pt x="16439" y="225"/>
                  </a:lnTo>
                  <a:lnTo>
                    <a:pt x="14328" y="404"/>
                  </a:lnTo>
                  <a:lnTo>
                    <a:pt x="12307" y="629"/>
                  </a:lnTo>
                  <a:lnTo>
                    <a:pt x="10375" y="854"/>
                  </a:lnTo>
                  <a:lnTo>
                    <a:pt x="8579" y="1123"/>
                  </a:lnTo>
                  <a:lnTo>
                    <a:pt x="6917" y="1438"/>
                  </a:lnTo>
                  <a:lnTo>
                    <a:pt x="5390" y="1797"/>
                  </a:lnTo>
                  <a:lnTo>
                    <a:pt x="4042" y="2156"/>
                  </a:lnTo>
                  <a:lnTo>
                    <a:pt x="2875" y="2560"/>
                  </a:lnTo>
                  <a:lnTo>
                    <a:pt x="1886" y="2965"/>
                  </a:lnTo>
                  <a:lnTo>
                    <a:pt x="1437" y="3189"/>
                  </a:lnTo>
                  <a:lnTo>
                    <a:pt x="1078" y="3414"/>
                  </a:lnTo>
                  <a:lnTo>
                    <a:pt x="764" y="3638"/>
                  </a:lnTo>
                  <a:lnTo>
                    <a:pt x="494" y="3863"/>
                  </a:lnTo>
                  <a:lnTo>
                    <a:pt x="270" y="4087"/>
                  </a:lnTo>
                  <a:lnTo>
                    <a:pt x="135" y="4312"/>
                  </a:lnTo>
                  <a:lnTo>
                    <a:pt x="45" y="4537"/>
                  </a:lnTo>
                  <a:lnTo>
                    <a:pt x="0" y="4806"/>
                  </a:lnTo>
                  <a:lnTo>
                    <a:pt x="45" y="5031"/>
                  </a:lnTo>
                  <a:lnTo>
                    <a:pt x="135" y="5390"/>
                  </a:lnTo>
                  <a:lnTo>
                    <a:pt x="359" y="5121"/>
                  </a:lnTo>
                  <a:lnTo>
                    <a:pt x="674" y="4896"/>
                  </a:lnTo>
                  <a:lnTo>
                    <a:pt x="988" y="4626"/>
                  </a:lnTo>
                  <a:lnTo>
                    <a:pt x="1347" y="4402"/>
                  </a:lnTo>
                  <a:lnTo>
                    <a:pt x="1752" y="4132"/>
                  </a:lnTo>
                  <a:lnTo>
                    <a:pt x="2695" y="3728"/>
                  </a:lnTo>
                  <a:lnTo>
                    <a:pt x="3773" y="3324"/>
                  </a:lnTo>
                  <a:lnTo>
                    <a:pt x="5031" y="2920"/>
                  </a:lnTo>
                  <a:lnTo>
                    <a:pt x="6378" y="2605"/>
                  </a:lnTo>
                  <a:lnTo>
                    <a:pt x="7860" y="2291"/>
                  </a:lnTo>
                  <a:lnTo>
                    <a:pt x="9387" y="2021"/>
                  </a:lnTo>
                  <a:lnTo>
                    <a:pt x="11004" y="1797"/>
                  </a:lnTo>
                  <a:lnTo>
                    <a:pt x="12711" y="1617"/>
                  </a:lnTo>
                  <a:lnTo>
                    <a:pt x="14463" y="1438"/>
                  </a:lnTo>
                  <a:lnTo>
                    <a:pt x="16214" y="1303"/>
                  </a:lnTo>
                  <a:lnTo>
                    <a:pt x="18011" y="1168"/>
                  </a:lnTo>
                  <a:lnTo>
                    <a:pt x="19763" y="1123"/>
                  </a:lnTo>
                  <a:lnTo>
                    <a:pt x="21559" y="1078"/>
                  </a:lnTo>
                  <a:lnTo>
                    <a:pt x="23311" y="1033"/>
                  </a:lnTo>
                  <a:lnTo>
                    <a:pt x="25018" y="1078"/>
                  </a:lnTo>
                  <a:lnTo>
                    <a:pt x="26814" y="1123"/>
                  </a:lnTo>
                  <a:lnTo>
                    <a:pt x="28566" y="1168"/>
                  </a:lnTo>
                  <a:lnTo>
                    <a:pt x="30363" y="1303"/>
                  </a:lnTo>
                  <a:lnTo>
                    <a:pt x="32114" y="1438"/>
                  </a:lnTo>
                  <a:lnTo>
                    <a:pt x="33866" y="1617"/>
                  </a:lnTo>
                  <a:lnTo>
                    <a:pt x="35573" y="1797"/>
                  </a:lnTo>
                  <a:lnTo>
                    <a:pt x="37190" y="2021"/>
                  </a:lnTo>
                  <a:lnTo>
                    <a:pt x="38762" y="2291"/>
                  </a:lnTo>
                  <a:lnTo>
                    <a:pt x="40199" y="2605"/>
                  </a:lnTo>
                  <a:lnTo>
                    <a:pt x="41547" y="2920"/>
                  </a:lnTo>
                  <a:lnTo>
                    <a:pt x="42804" y="3324"/>
                  </a:lnTo>
                  <a:lnTo>
                    <a:pt x="43882" y="3728"/>
                  </a:lnTo>
                  <a:lnTo>
                    <a:pt x="44825" y="4132"/>
                  </a:lnTo>
                  <a:lnTo>
                    <a:pt x="45230" y="4402"/>
                  </a:lnTo>
                  <a:lnTo>
                    <a:pt x="45634" y="4626"/>
                  </a:lnTo>
                  <a:lnTo>
                    <a:pt x="45948" y="4896"/>
                  </a:lnTo>
                  <a:lnTo>
                    <a:pt x="46218" y="5121"/>
                  </a:lnTo>
                  <a:lnTo>
                    <a:pt x="46352" y="5300"/>
                  </a:lnTo>
                  <a:lnTo>
                    <a:pt x="46442" y="5390"/>
                  </a:lnTo>
                  <a:lnTo>
                    <a:pt x="46532" y="5031"/>
                  </a:lnTo>
                  <a:lnTo>
                    <a:pt x="46577" y="4986"/>
                  </a:lnTo>
                  <a:lnTo>
                    <a:pt x="46577" y="4806"/>
                  </a:lnTo>
                  <a:lnTo>
                    <a:pt x="46532" y="4537"/>
                  </a:lnTo>
                  <a:lnTo>
                    <a:pt x="46442" y="4312"/>
                  </a:lnTo>
                  <a:lnTo>
                    <a:pt x="46308" y="4087"/>
                  </a:lnTo>
                  <a:lnTo>
                    <a:pt x="46083" y="3863"/>
                  </a:lnTo>
                  <a:lnTo>
                    <a:pt x="45813" y="3638"/>
                  </a:lnTo>
                  <a:lnTo>
                    <a:pt x="45499" y="3414"/>
                  </a:lnTo>
                  <a:lnTo>
                    <a:pt x="45140" y="3189"/>
                  </a:lnTo>
                  <a:lnTo>
                    <a:pt x="44736" y="2965"/>
                  </a:lnTo>
                  <a:lnTo>
                    <a:pt x="43702" y="2560"/>
                  </a:lnTo>
                  <a:lnTo>
                    <a:pt x="42535" y="2156"/>
                  </a:lnTo>
                  <a:lnTo>
                    <a:pt x="41187" y="1797"/>
                  </a:lnTo>
                  <a:lnTo>
                    <a:pt x="39660" y="1438"/>
                  </a:lnTo>
                  <a:lnTo>
                    <a:pt x="37998" y="1123"/>
                  </a:lnTo>
                  <a:lnTo>
                    <a:pt x="36202" y="854"/>
                  </a:lnTo>
                  <a:lnTo>
                    <a:pt x="34270" y="629"/>
                  </a:lnTo>
                  <a:lnTo>
                    <a:pt x="32249" y="404"/>
                  </a:lnTo>
                  <a:lnTo>
                    <a:pt x="30138" y="225"/>
                  </a:lnTo>
                  <a:lnTo>
                    <a:pt x="27937" y="135"/>
                  </a:lnTo>
                  <a:lnTo>
                    <a:pt x="25647" y="45"/>
                  </a:lnTo>
                  <a:lnTo>
                    <a:pt x="23311" y="0"/>
                  </a:lnTo>
                  <a:close/>
                </a:path>
              </a:pathLst>
            </a:custGeom>
            <a:solidFill>
              <a:srgbClr val="62281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62"/>
            <p:cNvSpPr/>
            <p:nvPr/>
          </p:nvSpPr>
          <p:spPr>
            <a:xfrm>
              <a:off x="5661625" y="1809850"/>
              <a:ext cx="1164425" cy="134775"/>
            </a:xfrm>
            <a:custGeom>
              <a:rect b="b" l="l" r="r" t="t"/>
              <a:pathLst>
                <a:path extrusionOk="0" fill="none" h="5391" w="46577">
                  <a:moveTo>
                    <a:pt x="46577" y="4806"/>
                  </a:moveTo>
                  <a:lnTo>
                    <a:pt x="46577" y="4806"/>
                  </a:lnTo>
                  <a:lnTo>
                    <a:pt x="46577" y="4986"/>
                  </a:lnTo>
                  <a:lnTo>
                    <a:pt x="46577" y="4986"/>
                  </a:lnTo>
                  <a:lnTo>
                    <a:pt x="46532" y="5031"/>
                  </a:lnTo>
                  <a:lnTo>
                    <a:pt x="46442" y="5390"/>
                  </a:lnTo>
                  <a:lnTo>
                    <a:pt x="46352" y="5300"/>
                  </a:lnTo>
                  <a:lnTo>
                    <a:pt x="46218" y="5121"/>
                  </a:lnTo>
                  <a:lnTo>
                    <a:pt x="46218" y="5121"/>
                  </a:lnTo>
                  <a:lnTo>
                    <a:pt x="45948" y="4896"/>
                  </a:lnTo>
                  <a:lnTo>
                    <a:pt x="45634" y="4626"/>
                  </a:lnTo>
                  <a:lnTo>
                    <a:pt x="45230" y="4402"/>
                  </a:lnTo>
                  <a:lnTo>
                    <a:pt x="44825" y="4132"/>
                  </a:lnTo>
                  <a:lnTo>
                    <a:pt x="43882" y="3728"/>
                  </a:lnTo>
                  <a:lnTo>
                    <a:pt x="42804" y="3324"/>
                  </a:lnTo>
                  <a:lnTo>
                    <a:pt x="41547" y="2920"/>
                  </a:lnTo>
                  <a:lnTo>
                    <a:pt x="40199" y="2605"/>
                  </a:lnTo>
                  <a:lnTo>
                    <a:pt x="38762" y="2291"/>
                  </a:lnTo>
                  <a:lnTo>
                    <a:pt x="37190" y="2021"/>
                  </a:lnTo>
                  <a:lnTo>
                    <a:pt x="35573" y="1797"/>
                  </a:lnTo>
                  <a:lnTo>
                    <a:pt x="33866" y="1617"/>
                  </a:lnTo>
                  <a:lnTo>
                    <a:pt x="32114" y="1438"/>
                  </a:lnTo>
                  <a:lnTo>
                    <a:pt x="30363" y="1303"/>
                  </a:lnTo>
                  <a:lnTo>
                    <a:pt x="28566" y="1168"/>
                  </a:lnTo>
                  <a:lnTo>
                    <a:pt x="26814" y="1123"/>
                  </a:lnTo>
                  <a:lnTo>
                    <a:pt x="25018" y="1078"/>
                  </a:lnTo>
                  <a:lnTo>
                    <a:pt x="23311" y="1033"/>
                  </a:lnTo>
                  <a:lnTo>
                    <a:pt x="23311" y="1033"/>
                  </a:lnTo>
                  <a:lnTo>
                    <a:pt x="21559" y="1078"/>
                  </a:lnTo>
                  <a:lnTo>
                    <a:pt x="19763" y="1123"/>
                  </a:lnTo>
                  <a:lnTo>
                    <a:pt x="18011" y="1168"/>
                  </a:lnTo>
                  <a:lnTo>
                    <a:pt x="16214" y="1303"/>
                  </a:lnTo>
                  <a:lnTo>
                    <a:pt x="14463" y="1438"/>
                  </a:lnTo>
                  <a:lnTo>
                    <a:pt x="12711" y="1617"/>
                  </a:lnTo>
                  <a:lnTo>
                    <a:pt x="11004" y="1797"/>
                  </a:lnTo>
                  <a:lnTo>
                    <a:pt x="9387" y="2021"/>
                  </a:lnTo>
                  <a:lnTo>
                    <a:pt x="7860" y="2291"/>
                  </a:lnTo>
                  <a:lnTo>
                    <a:pt x="6378" y="2605"/>
                  </a:lnTo>
                  <a:lnTo>
                    <a:pt x="5031" y="2920"/>
                  </a:lnTo>
                  <a:lnTo>
                    <a:pt x="3773" y="3324"/>
                  </a:lnTo>
                  <a:lnTo>
                    <a:pt x="2695" y="3728"/>
                  </a:lnTo>
                  <a:lnTo>
                    <a:pt x="1752" y="4132"/>
                  </a:lnTo>
                  <a:lnTo>
                    <a:pt x="1347" y="4402"/>
                  </a:lnTo>
                  <a:lnTo>
                    <a:pt x="988" y="4626"/>
                  </a:lnTo>
                  <a:lnTo>
                    <a:pt x="674" y="4896"/>
                  </a:lnTo>
                  <a:lnTo>
                    <a:pt x="359" y="5121"/>
                  </a:lnTo>
                  <a:lnTo>
                    <a:pt x="135" y="5390"/>
                  </a:lnTo>
                  <a:lnTo>
                    <a:pt x="45" y="5031"/>
                  </a:lnTo>
                  <a:lnTo>
                    <a:pt x="45" y="5031"/>
                  </a:lnTo>
                  <a:lnTo>
                    <a:pt x="0" y="4806"/>
                  </a:lnTo>
                  <a:lnTo>
                    <a:pt x="0" y="4806"/>
                  </a:lnTo>
                  <a:lnTo>
                    <a:pt x="45" y="4537"/>
                  </a:lnTo>
                  <a:lnTo>
                    <a:pt x="135" y="4312"/>
                  </a:lnTo>
                  <a:lnTo>
                    <a:pt x="270" y="4087"/>
                  </a:lnTo>
                  <a:lnTo>
                    <a:pt x="494" y="3863"/>
                  </a:lnTo>
                  <a:lnTo>
                    <a:pt x="764" y="3638"/>
                  </a:lnTo>
                  <a:lnTo>
                    <a:pt x="1078" y="3414"/>
                  </a:lnTo>
                  <a:lnTo>
                    <a:pt x="1437" y="3189"/>
                  </a:lnTo>
                  <a:lnTo>
                    <a:pt x="1886" y="2965"/>
                  </a:lnTo>
                  <a:lnTo>
                    <a:pt x="2875" y="2560"/>
                  </a:lnTo>
                  <a:lnTo>
                    <a:pt x="4042" y="2156"/>
                  </a:lnTo>
                  <a:lnTo>
                    <a:pt x="5390" y="1797"/>
                  </a:lnTo>
                  <a:lnTo>
                    <a:pt x="6917" y="1438"/>
                  </a:lnTo>
                  <a:lnTo>
                    <a:pt x="8579" y="1123"/>
                  </a:lnTo>
                  <a:lnTo>
                    <a:pt x="10375" y="854"/>
                  </a:lnTo>
                  <a:lnTo>
                    <a:pt x="12307" y="629"/>
                  </a:lnTo>
                  <a:lnTo>
                    <a:pt x="14328" y="404"/>
                  </a:lnTo>
                  <a:lnTo>
                    <a:pt x="16439" y="225"/>
                  </a:lnTo>
                  <a:lnTo>
                    <a:pt x="18685" y="135"/>
                  </a:lnTo>
                  <a:lnTo>
                    <a:pt x="20930" y="45"/>
                  </a:lnTo>
                  <a:lnTo>
                    <a:pt x="23311" y="0"/>
                  </a:lnTo>
                  <a:lnTo>
                    <a:pt x="23311" y="0"/>
                  </a:lnTo>
                  <a:lnTo>
                    <a:pt x="25647" y="45"/>
                  </a:lnTo>
                  <a:lnTo>
                    <a:pt x="27937" y="135"/>
                  </a:lnTo>
                  <a:lnTo>
                    <a:pt x="30138" y="225"/>
                  </a:lnTo>
                  <a:lnTo>
                    <a:pt x="32249" y="404"/>
                  </a:lnTo>
                  <a:lnTo>
                    <a:pt x="34270" y="629"/>
                  </a:lnTo>
                  <a:lnTo>
                    <a:pt x="36202" y="854"/>
                  </a:lnTo>
                  <a:lnTo>
                    <a:pt x="37998" y="1123"/>
                  </a:lnTo>
                  <a:lnTo>
                    <a:pt x="39660" y="1438"/>
                  </a:lnTo>
                  <a:lnTo>
                    <a:pt x="41187" y="1797"/>
                  </a:lnTo>
                  <a:lnTo>
                    <a:pt x="42535" y="2156"/>
                  </a:lnTo>
                  <a:lnTo>
                    <a:pt x="43702" y="2560"/>
                  </a:lnTo>
                  <a:lnTo>
                    <a:pt x="44736" y="2965"/>
                  </a:lnTo>
                  <a:lnTo>
                    <a:pt x="45140" y="3189"/>
                  </a:lnTo>
                  <a:lnTo>
                    <a:pt x="45499" y="3414"/>
                  </a:lnTo>
                  <a:lnTo>
                    <a:pt x="45813" y="3638"/>
                  </a:lnTo>
                  <a:lnTo>
                    <a:pt x="46083" y="3863"/>
                  </a:lnTo>
                  <a:lnTo>
                    <a:pt x="46308" y="4087"/>
                  </a:lnTo>
                  <a:lnTo>
                    <a:pt x="46442" y="4312"/>
                  </a:lnTo>
                  <a:lnTo>
                    <a:pt x="46532" y="4537"/>
                  </a:lnTo>
                  <a:lnTo>
                    <a:pt x="46577" y="480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62"/>
            <p:cNvSpPr/>
            <p:nvPr/>
          </p:nvSpPr>
          <p:spPr>
            <a:xfrm>
              <a:off x="5676200" y="1851400"/>
              <a:ext cx="1135275" cy="197650"/>
            </a:xfrm>
            <a:custGeom>
              <a:rect b="b" l="l" r="r" t="t"/>
              <a:pathLst>
                <a:path extrusionOk="0" h="7906" w="45411">
                  <a:moveTo>
                    <a:pt x="20392" y="0"/>
                  </a:moveTo>
                  <a:lnTo>
                    <a:pt x="18147" y="90"/>
                  </a:lnTo>
                  <a:lnTo>
                    <a:pt x="16036" y="180"/>
                  </a:lnTo>
                  <a:lnTo>
                    <a:pt x="14059" y="359"/>
                  </a:lnTo>
                  <a:lnTo>
                    <a:pt x="12173" y="539"/>
                  </a:lnTo>
                  <a:lnTo>
                    <a:pt x="10421" y="764"/>
                  </a:lnTo>
                  <a:lnTo>
                    <a:pt x="8759" y="988"/>
                  </a:lnTo>
                  <a:lnTo>
                    <a:pt x="7232" y="1258"/>
                  </a:lnTo>
                  <a:lnTo>
                    <a:pt x="5840" y="1572"/>
                  </a:lnTo>
                  <a:lnTo>
                    <a:pt x="4582" y="1887"/>
                  </a:lnTo>
                  <a:lnTo>
                    <a:pt x="3504" y="2201"/>
                  </a:lnTo>
                  <a:lnTo>
                    <a:pt x="2516" y="2560"/>
                  </a:lnTo>
                  <a:lnTo>
                    <a:pt x="1663" y="2920"/>
                  </a:lnTo>
                  <a:lnTo>
                    <a:pt x="989" y="3279"/>
                  </a:lnTo>
                  <a:lnTo>
                    <a:pt x="495" y="3638"/>
                  </a:lnTo>
                  <a:lnTo>
                    <a:pt x="270" y="3818"/>
                  </a:lnTo>
                  <a:lnTo>
                    <a:pt x="136" y="3998"/>
                  </a:lnTo>
                  <a:lnTo>
                    <a:pt x="1" y="4177"/>
                  </a:lnTo>
                  <a:lnTo>
                    <a:pt x="136" y="4312"/>
                  </a:lnTo>
                  <a:lnTo>
                    <a:pt x="630" y="4626"/>
                  </a:lnTo>
                  <a:lnTo>
                    <a:pt x="1259" y="4941"/>
                  </a:lnTo>
                  <a:lnTo>
                    <a:pt x="2022" y="5255"/>
                  </a:lnTo>
                  <a:lnTo>
                    <a:pt x="2876" y="5614"/>
                  </a:lnTo>
                  <a:lnTo>
                    <a:pt x="3909" y="5884"/>
                  </a:lnTo>
                  <a:lnTo>
                    <a:pt x="5031" y="6198"/>
                  </a:lnTo>
                  <a:lnTo>
                    <a:pt x="6289" y="6468"/>
                  </a:lnTo>
                  <a:lnTo>
                    <a:pt x="7637" y="6737"/>
                  </a:lnTo>
                  <a:lnTo>
                    <a:pt x="9164" y="7007"/>
                  </a:lnTo>
                  <a:lnTo>
                    <a:pt x="10736" y="7231"/>
                  </a:lnTo>
                  <a:lnTo>
                    <a:pt x="12487" y="7411"/>
                  </a:lnTo>
                  <a:lnTo>
                    <a:pt x="14284" y="7591"/>
                  </a:lnTo>
                  <a:lnTo>
                    <a:pt x="16260" y="7725"/>
                  </a:lnTo>
                  <a:lnTo>
                    <a:pt x="18281" y="7815"/>
                  </a:lnTo>
                  <a:lnTo>
                    <a:pt x="20437" y="7860"/>
                  </a:lnTo>
                  <a:lnTo>
                    <a:pt x="22728" y="7905"/>
                  </a:lnTo>
                  <a:lnTo>
                    <a:pt x="24884" y="7860"/>
                  </a:lnTo>
                  <a:lnTo>
                    <a:pt x="26950" y="7815"/>
                  </a:lnTo>
                  <a:lnTo>
                    <a:pt x="28926" y="7725"/>
                  </a:lnTo>
                  <a:lnTo>
                    <a:pt x="30813" y="7591"/>
                  </a:lnTo>
                  <a:lnTo>
                    <a:pt x="32609" y="7456"/>
                  </a:lnTo>
                  <a:lnTo>
                    <a:pt x="34271" y="7276"/>
                  </a:lnTo>
                  <a:lnTo>
                    <a:pt x="35843" y="7052"/>
                  </a:lnTo>
                  <a:lnTo>
                    <a:pt x="37325" y="6827"/>
                  </a:lnTo>
                  <a:lnTo>
                    <a:pt x="38673" y="6558"/>
                  </a:lnTo>
                  <a:lnTo>
                    <a:pt x="39930" y="6288"/>
                  </a:lnTo>
                  <a:lnTo>
                    <a:pt x="41053" y="6019"/>
                  </a:lnTo>
                  <a:lnTo>
                    <a:pt x="42086" y="5749"/>
                  </a:lnTo>
                  <a:lnTo>
                    <a:pt x="42985" y="5435"/>
                  </a:lnTo>
                  <a:lnTo>
                    <a:pt x="43793" y="5120"/>
                  </a:lnTo>
                  <a:lnTo>
                    <a:pt x="44422" y="4806"/>
                  </a:lnTo>
                  <a:lnTo>
                    <a:pt x="44961" y="4492"/>
                  </a:lnTo>
                  <a:lnTo>
                    <a:pt x="45006" y="4492"/>
                  </a:lnTo>
                  <a:lnTo>
                    <a:pt x="45275" y="4312"/>
                  </a:lnTo>
                  <a:lnTo>
                    <a:pt x="45410" y="4177"/>
                  </a:lnTo>
                  <a:lnTo>
                    <a:pt x="45365" y="4132"/>
                  </a:lnTo>
                  <a:lnTo>
                    <a:pt x="45320" y="3998"/>
                  </a:lnTo>
                  <a:lnTo>
                    <a:pt x="45141" y="3818"/>
                  </a:lnTo>
                  <a:lnTo>
                    <a:pt x="44916" y="3638"/>
                  </a:lnTo>
                  <a:lnTo>
                    <a:pt x="44422" y="3279"/>
                  </a:lnTo>
                  <a:lnTo>
                    <a:pt x="43748" y="2920"/>
                  </a:lnTo>
                  <a:lnTo>
                    <a:pt x="42895" y="2560"/>
                  </a:lnTo>
                  <a:lnTo>
                    <a:pt x="41952" y="2201"/>
                  </a:lnTo>
                  <a:lnTo>
                    <a:pt x="40829" y="1887"/>
                  </a:lnTo>
                  <a:lnTo>
                    <a:pt x="39571" y="1572"/>
                  </a:lnTo>
                  <a:lnTo>
                    <a:pt x="38179" y="1258"/>
                  </a:lnTo>
                  <a:lnTo>
                    <a:pt x="36652" y="988"/>
                  </a:lnTo>
                  <a:lnTo>
                    <a:pt x="35035" y="764"/>
                  </a:lnTo>
                  <a:lnTo>
                    <a:pt x="33238" y="539"/>
                  </a:lnTo>
                  <a:lnTo>
                    <a:pt x="31352" y="359"/>
                  </a:lnTo>
                  <a:lnTo>
                    <a:pt x="29375" y="180"/>
                  </a:lnTo>
                  <a:lnTo>
                    <a:pt x="27264" y="90"/>
                  </a:lnTo>
                  <a:lnTo>
                    <a:pt x="25019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62"/>
            <p:cNvSpPr/>
            <p:nvPr/>
          </p:nvSpPr>
          <p:spPr>
            <a:xfrm>
              <a:off x="5676200" y="1851400"/>
              <a:ext cx="1135275" cy="197650"/>
            </a:xfrm>
            <a:custGeom>
              <a:rect b="b" l="l" r="r" t="t"/>
              <a:pathLst>
                <a:path extrusionOk="0" fill="none" h="7906" w="45411">
                  <a:moveTo>
                    <a:pt x="45410" y="4177"/>
                  </a:moveTo>
                  <a:lnTo>
                    <a:pt x="45275" y="4312"/>
                  </a:lnTo>
                  <a:lnTo>
                    <a:pt x="45275" y="4312"/>
                  </a:lnTo>
                  <a:lnTo>
                    <a:pt x="45006" y="4492"/>
                  </a:lnTo>
                  <a:lnTo>
                    <a:pt x="44961" y="4492"/>
                  </a:lnTo>
                  <a:lnTo>
                    <a:pt x="44961" y="4492"/>
                  </a:lnTo>
                  <a:lnTo>
                    <a:pt x="44422" y="4806"/>
                  </a:lnTo>
                  <a:lnTo>
                    <a:pt x="43793" y="5120"/>
                  </a:lnTo>
                  <a:lnTo>
                    <a:pt x="42985" y="5435"/>
                  </a:lnTo>
                  <a:lnTo>
                    <a:pt x="42086" y="5749"/>
                  </a:lnTo>
                  <a:lnTo>
                    <a:pt x="41053" y="6019"/>
                  </a:lnTo>
                  <a:lnTo>
                    <a:pt x="39930" y="6288"/>
                  </a:lnTo>
                  <a:lnTo>
                    <a:pt x="38673" y="6558"/>
                  </a:lnTo>
                  <a:lnTo>
                    <a:pt x="37325" y="6827"/>
                  </a:lnTo>
                  <a:lnTo>
                    <a:pt x="35843" y="7052"/>
                  </a:lnTo>
                  <a:lnTo>
                    <a:pt x="34271" y="7276"/>
                  </a:lnTo>
                  <a:lnTo>
                    <a:pt x="32609" y="7456"/>
                  </a:lnTo>
                  <a:lnTo>
                    <a:pt x="30813" y="7591"/>
                  </a:lnTo>
                  <a:lnTo>
                    <a:pt x="28926" y="7725"/>
                  </a:lnTo>
                  <a:lnTo>
                    <a:pt x="26950" y="7815"/>
                  </a:lnTo>
                  <a:lnTo>
                    <a:pt x="24884" y="7860"/>
                  </a:lnTo>
                  <a:lnTo>
                    <a:pt x="22728" y="7905"/>
                  </a:lnTo>
                  <a:lnTo>
                    <a:pt x="22728" y="7905"/>
                  </a:lnTo>
                  <a:lnTo>
                    <a:pt x="20437" y="7860"/>
                  </a:lnTo>
                  <a:lnTo>
                    <a:pt x="18281" y="7815"/>
                  </a:lnTo>
                  <a:lnTo>
                    <a:pt x="16260" y="7725"/>
                  </a:lnTo>
                  <a:lnTo>
                    <a:pt x="14284" y="7591"/>
                  </a:lnTo>
                  <a:lnTo>
                    <a:pt x="12487" y="7411"/>
                  </a:lnTo>
                  <a:lnTo>
                    <a:pt x="10736" y="7231"/>
                  </a:lnTo>
                  <a:lnTo>
                    <a:pt x="9164" y="7007"/>
                  </a:lnTo>
                  <a:lnTo>
                    <a:pt x="7637" y="6737"/>
                  </a:lnTo>
                  <a:lnTo>
                    <a:pt x="6289" y="6468"/>
                  </a:lnTo>
                  <a:lnTo>
                    <a:pt x="5031" y="6198"/>
                  </a:lnTo>
                  <a:lnTo>
                    <a:pt x="3909" y="5884"/>
                  </a:lnTo>
                  <a:lnTo>
                    <a:pt x="2876" y="5614"/>
                  </a:lnTo>
                  <a:lnTo>
                    <a:pt x="2022" y="5255"/>
                  </a:lnTo>
                  <a:lnTo>
                    <a:pt x="1259" y="4941"/>
                  </a:lnTo>
                  <a:lnTo>
                    <a:pt x="630" y="4626"/>
                  </a:lnTo>
                  <a:lnTo>
                    <a:pt x="136" y="4312"/>
                  </a:lnTo>
                  <a:lnTo>
                    <a:pt x="1" y="4177"/>
                  </a:lnTo>
                  <a:lnTo>
                    <a:pt x="136" y="3998"/>
                  </a:lnTo>
                  <a:lnTo>
                    <a:pt x="136" y="3998"/>
                  </a:lnTo>
                  <a:lnTo>
                    <a:pt x="270" y="3818"/>
                  </a:lnTo>
                  <a:lnTo>
                    <a:pt x="495" y="3638"/>
                  </a:lnTo>
                  <a:lnTo>
                    <a:pt x="989" y="3279"/>
                  </a:lnTo>
                  <a:lnTo>
                    <a:pt x="1663" y="2920"/>
                  </a:lnTo>
                  <a:lnTo>
                    <a:pt x="2516" y="2560"/>
                  </a:lnTo>
                  <a:lnTo>
                    <a:pt x="3504" y="2201"/>
                  </a:lnTo>
                  <a:lnTo>
                    <a:pt x="4582" y="1887"/>
                  </a:lnTo>
                  <a:lnTo>
                    <a:pt x="5840" y="1572"/>
                  </a:lnTo>
                  <a:lnTo>
                    <a:pt x="7232" y="1258"/>
                  </a:lnTo>
                  <a:lnTo>
                    <a:pt x="8759" y="988"/>
                  </a:lnTo>
                  <a:lnTo>
                    <a:pt x="10421" y="764"/>
                  </a:lnTo>
                  <a:lnTo>
                    <a:pt x="12173" y="539"/>
                  </a:lnTo>
                  <a:lnTo>
                    <a:pt x="14059" y="359"/>
                  </a:lnTo>
                  <a:lnTo>
                    <a:pt x="16036" y="180"/>
                  </a:lnTo>
                  <a:lnTo>
                    <a:pt x="18147" y="90"/>
                  </a:lnTo>
                  <a:lnTo>
                    <a:pt x="20392" y="0"/>
                  </a:lnTo>
                  <a:lnTo>
                    <a:pt x="22728" y="0"/>
                  </a:lnTo>
                  <a:lnTo>
                    <a:pt x="22728" y="0"/>
                  </a:lnTo>
                  <a:lnTo>
                    <a:pt x="25019" y="0"/>
                  </a:lnTo>
                  <a:lnTo>
                    <a:pt x="27264" y="90"/>
                  </a:lnTo>
                  <a:lnTo>
                    <a:pt x="29375" y="180"/>
                  </a:lnTo>
                  <a:lnTo>
                    <a:pt x="31352" y="359"/>
                  </a:lnTo>
                  <a:lnTo>
                    <a:pt x="33238" y="539"/>
                  </a:lnTo>
                  <a:lnTo>
                    <a:pt x="35035" y="764"/>
                  </a:lnTo>
                  <a:lnTo>
                    <a:pt x="36652" y="988"/>
                  </a:lnTo>
                  <a:lnTo>
                    <a:pt x="38179" y="1258"/>
                  </a:lnTo>
                  <a:lnTo>
                    <a:pt x="39571" y="1572"/>
                  </a:lnTo>
                  <a:lnTo>
                    <a:pt x="40829" y="1887"/>
                  </a:lnTo>
                  <a:lnTo>
                    <a:pt x="41952" y="2201"/>
                  </a:lnTo>
                  <a:lnTo>
                    <a:pt x="42895" y="2560"/>
                  </a:lnTo>
                  <a:lnTo>
                    <a:pt x="43748" y="2920"/>
                  </a:lnTo>
                  <a:lnTo>
                    <a:pt x="44422" y="3279"/>
                  </a:lnTo>
                  <a:lnTo>
                    <a:pt x="44916" y="3638"/>
                  </a:lnTo>
                  <a:lnTo>
                    <a:pt x="45141" y="3818"/>
                  </a:lnTo>
                  <a:lnTo>
                    <a:pt x="45320" y="3998"/>
                  </a:lnTo>
                  <a:lnTo>
                    <a:pt x="45365" y="4132"/>
                  </a:lnTo>
                  <a:lnTo>
                    <a:pt x="45410" y="417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62"/>
            <p:cNvSpPr/>
            <p:nvPr/>
          </p:nvSpPr>
          <p:spPr>
            <a:xfrm>
              <a:off x="5366300" y="1961425"/>
              <a:ext cx="1755075" cy="2072875"/>
            </a:xfrm>
            <a:custGeom>
              <a:rect b="b" l="l" r="r" t="t"/>
              <a:pathLst>
                <a:path extrusionOk="0" h="82915" w="70203">
                  <a:moveTo>
                    <a:pt x="11858" y="7367"/>
                  </a:moveTo>
                  <a:lnTo>
                    <a:pt x="11903" y="7457"/>
                  </a:lnTo>
                  <a:lnTo>
                    <a:pt x="11409" y="10825"/>
                  </a:lnTo>
                  <a:lnTo>
                    <a:pt x="11364" y="10870"/>
                  </a:lnTo>
                  <a:lnTo>
                    <a:pt x="11319" y="10825"/>
                  </a:lnTo>
                  <a:lnTo>
                    <a:pt x="11813" y="7412"/>
                  </a:lnTo>
                  <a:lnTo>
                    <a:pt x="11858" y="7367"/>
                  </a:lnTo>
                  <a:close/>
                  <a:moveTo>
                    <a:pt x="56414" y="8535"/>
                  </a:moveTo>
                  <a:lnTo>
                    <a:pt x="56459" y="8580"/>
                  </a:lnTo>
                  <a:lnTo>
                    <a:pt x="57132" y="11948"/>
                  </a:lnTo>
                  <a:lnTo>
                    <a:pt x="57087" y="12038"/>
                  </a:lnTo>
                  <a:lnTo>
                    <a:pt x="57043" y="12218"/>
                  </a:lnTo>
                  <a:lnTo>
                    <a:pt x="56998" y="11993"/>
                  </a:lnTo>
                  <a:lnTo>
                    <a:pt x="56369" y="8580"/>
                  </a:lnTo>
                  <a:lnTo>
                    <a:pt x="56414" y="8535"/>
                  </a:lnTo>
                  <a:close/>
                  <a:moveTo>
                    <a:pt x="40065" y="11903"/>
                  </a:moveTo>
                  <a:lnTo>
                    <a:pt x="40110" y="11948"/>
                  </a:lnTo>
                  <a:lnTo>
                    <a:pt x="40110" y="13610"/>
                  </a:lnTo>
                  <a:lnTo>
                    <a:pt x="40065" y="13655"/>
                  </a:lnTo>
                  <a:lnTo>
                    <a:pt x="40020" y="13610"/>
                  </a:lnTo>
                  <a:lnTo>
                    <a:pt x="40020" y="11948"/>
                  </a:lnTo>
                  <a:lnTo>
                    <a:pt x="40065" y="11903"/>
                  </a:lnTo>
                  <a:close/>
                  <a:moveTo>
                    <a:pt x="30677" y="11589"/>
                  </a:moveTo>
                  <a:lnTo>
                    <a:pt x="30722" y="11634"/>
                  </a:lnTo>
                  <a:lnTo>
                    <a:pt x="30722" y="14419"/>
                  </a:lnTo>
                  <a:lnTo>
                    <a:pt x="30677" y="14419"/>
                  </a:lnTo>
                  <a:lnTo>
                    <a:pt x="30632" y="14463"/>
                  </a:lnTo>
                  <a:lnTo>
                    <a:pt x="30632" y="14419"/>
                  </a:lnTo>
                  <a:lnTo>
                    <a:pt x="30588" y="14419"/>
                  </a:lnTo>
                  <a:lnTo>
                    <a:pt x="30588" y="11634"/>
                  </a:lnTo>
                  <a:lnTo>
                    <a:pt x="30632" y="11589"/>
                  </a:lnTo>
                  <a:close/>
                  <a:moveTo>
                    <a:pt x="8804" y="6558"/>
                  </a:moveTo>
                  <a:lnTo>
                    <a:pt x="8849" y="6648"/>
                  </a:lnTo>
                  <a:lnTo>
                    <a:pt x="7501" y="15856"/>
                  </a:lnTo>
                  <a:lnTo>
                    <a:pt x="7411" y="15901"/>
                  </a:lnTo>
                  <a:lnTo>
                    <a:pt x="7366" y="15856"/>
                  </a:lnTo>
                  <a:lnTo>
                    <a:pt x="8714" y="6603"/>
                  </a:lnTo>
                  <a:lnTo>
                    <a:pt x="8759" y="6558"/>
                  </a:lnTo>
                  <a:close/>
                  <a:moveTo>
                    <a:pt x="34585" y="10152"/>
                  </a:moveTo>
                  <a:lnTo>
                    <a:pt x="34585" y="10196"/>
                  </a:lnTo>
                  <a:lnTo>
                    <a:pt x="34585" y="18281"/>
                  </a:lnTo>
                  <a:lnTo>
                    <a:pt x="34585" y="18326"/>
                  </a:lnTo>
                  <a:lnTo>
                    <a:pt x="34495" y="18326"/>
                  </a:lnTo>
                  <a:lnTo>
                    <a:pt x="34495" y="18281"/>
                  </a:lnTo>
                  <a:lnTo>
                    <a:pt x="34495" y="10196"/>
                  </a:lnTo>
                  <a:lnTo>
                    <a:pt x="34495" y="10152"/>
                  </a:lnTo>
                  <a:close/>
                  <a:moveTo>
                    <a:pt x="59693" y="6738"/>
                  </a:moveTo>
                  <a:lnTo>
                    <a:pt x="59737" y="6783"/>
                  </a:lnTo>
                  <a:lnTo>
                    <a:pt x="60142" y="8265"/>
                  </a:lnTo>
                  <a:lnTo>
                    <a:pt x="60546" y="9747"/>
                  </a:lnTo>
                  <a:lnTo>
                    <a:pt x="60905" y="11274"/>
                  </a:lnTo>
                  <a:lnTo>
                    <a:pt x="61220" y="12802"/>
                  </a:lnTo>
                  <a:lnTo>
                    <a:pt x="61489" y="14329"/>
                  </a:lnTo>
                  <a:lnTo>
                    <a:pt x="61759" y="15856"/>
                  </a:lnTo>
                  <a:lnTo>
                    <a:pt x="61983" y="17383"/>
                  </a:lnTo>
                  <a:lnTo>
                    <a:pt x="62163" y="18910"/>
                  </a:lnTo>
                  <a:lnTo>
                    <a:pt x="62163" y="18955"/>
                  </a:lnTo>
                  <a:lnTo>
                    <a:pt x="62118" y="19000"/>
                  </a:lnTo>
                  <a:lnTo>
                    <a:pt x="62073" y="18955"/>
                  </a:lnTo>
                  <a:lnTo>
                    <a:pt x="61893" y="17383"/>
                  </a:lnTo>
                  <a:lnTo>
                    <a:pt x="61669" y="15856"/>
                  </a:lnTo>
                  <a:lnTo>
                    <a:pt x="61399" y="14329"/>
                  </a:lnTo>
                  <a:lnTo>
                    <a:pt x="61130" y="12802"/>
                  </a:lnTo>
                  <a:lnTo>
                    <a:pt x="60771" y="11274"/>
                  </a:lnTo>
                  <a:lnTo>
                    <a:pt x="60456" y="9792"/>
                  </a:lnTo>
                  <a:lnTo>
                    <a:pt x="60052" y="8265"/>
                  </a:lnTo>
                  <a:lnTo>
                    <a:pt x="59648" y="6783"/>
                  </a:lnTo>
                  <a:lnTo>
                    <a:pt x="59648" y="6738"/>
                  </a:lnTo>
                  <a:close/>
                  <a:moveTo>
                    <a:pt x="62073" y="5301"/>
                  </a:moveTo>
                  <a:lnTo>
                    <a:pt x="62837" y="8490"/>
                  </a:lnTo>
                  <a:lnTo>
                    <a:pt x="63510" y="11634"/>
                  </a:lnTo>
                  <a:lnTo>
                    <a:pt x="64094" y="14823"/>
                  </a:lnTo>
                  <a:lnTo>
                    <a:pt x="64588" y="18012"/>
                  </a:lnTo>
                  <a:lnTo>
                    <a:pt x="65037" y="21246"/>
                  </a:lnTo>
                  <a:lnTo>
                    <a:pt x="65352" y="24479"/>
                  </a:lnTo>
                  <a:lnTo>
                    <a:pt x="65621" y="27668"/>
                  </a:lnTo>
                  <a:lnTo>
                    <a:pt x="65801" y="30902"/>
                  </a:lnTo>
                  <a:lnTo>
                    <a:pt x="65756" y="30947"/>
                  </a:lnTo>
                  <a:lnTo>
                    <a:pt x="65711" y="30992"/>
                  </a:lnTo>
                  <a:lnTo>
                    <a:pt x="65711" y="30947"/>
                  </a:lnTo>
                  <a:lnTo>
                    <a:pt x="65666" y="30947"/>
                  </a:lnTo>
                  <a:lnTo>
                    <a:pt x="65532" y="27713"/>
                  </a:lnTo>
                  <a:lnTo>
                    <a:pt x="65262" y="24479"/>
                  </a:lnTo>
                  <a:lnTo>
                    <a:pt x="64948" y="21246"/>
                  </a:lnTo>
                  <a:lnTo>
                    <a:pt x="64498" y="18057"/>
                  </a:lnTo>
                  <a:lnTo>
                    <a:pt x="64004" y="14823"/>
                  </a:lnTo>
                  <a:lnTo>
                    <a:pt x="63421" y="11679"/>
                  </a:lnTo>
                  <a:lnTo>
                    <a:pt x="62747" y="8490"/>
                  </a:lnTo>
                  <a:lnTo>
                    <a:pt x="61983" y="5346"/>
                  </a:lnTo>
                  <a:lnTo>
                    <a:pt x="61983" y="5301"/>
                  </a:lnTo>
                  <a:close/>
                  <a:moveTo>
                    <a:pt x="12307" y="50934"/>
                  </a:moveTo>
                  <a:lnTo>
                    <a:pt x="12352" y="51114"/>
                  </a:lnTo>
                  <a:lnTo>
                    <a:pt x="12397" y="51204"/>
                  </a:lnTo>
                  <a:lnTo>
                    <a:pt x="12352" y="52012"/>
                  </a:lnTo>
                  <a:lnTo>
                    <a:pt x="12352" y="52821"/>
                  </a:lnTo>
                  <a:lnTo>
                    <a:pt x="12397" y="53629"/>
                  </a:lnTo>
                  <a:lnTo>
                    <a:pt x="12487" y="54438"/>
                  </a:lnTo>
                  <a:lnTo>
                    <a:pt x="12622" y="55291"/>
                  </a:lnTo>
                  <a:lnTo>
                    <a:pt x="12801" y="56100"/>
                  </a:lnTo>
                  <a:lnTo>
                    <a:pt x="13026" y="56863"/>
                  </a:lnTo>
                  <a:lnTo>
                    <a:pt x="13295" y="57672"/>
                  </a:lnTo>
                  <a:lnTo>
                    <a:pt x="13565" y="58435"/>
                  </a:lnTo>
                  <a:lnTo>
                    <a:pt x="13879" y="59199"/>
                  </a:lnTo>
                  <a:lnTo>
                    <a:pt x="14283" y="59917"/>
                  </a:lnTo>
                  <a:lnTo>
                    <a:pt x="14643" y="60636"/>
                  </a:lnTo>
                  <a:lnTo>
                    <a:pt x="15092" y="61355"/>
                  </a:lnTo>
                  <a:lnTo>
                    <a:pt x="15586" y="62029"/>
                  </a:lnTo>
                  <a:lnTo>
                    <a:pt x="16080" y="62657"/>
                  </a:lnTo>
                  <a:lnTo>
                    <a:pt x="16619" y="63286"/>
                  </a:lnTo>
                  <a:lnTo>
                    <a:pt x="16619" y="63331"/>
                  </a:lnTo>
                  <a:lnTo>
                    <a:pt x="16574" y="63376"/>
                  </a:lnTo>
                  <a:lnTo>
                    <a:pt x="16529" y="63376"/>
                  </a:lnTo>
                  <a:lnTo>
                    <a:pt x="15990" y="62747"/>
                  </a:lnTo>
                  <a:lnTo>
                    <a:pt x="15496" y="62073"/>
                  </a:lnTo>
                  <a:lnTo>
                    <a:pt x="15002" y="61400"/>
                  </a:lnTo>
                  <a:lnTo>
                    <a:pt x="14553" y="60726"/>
                  </a:lnTo>
                  <a:lnTo>
                    <a:pt x="14194" y="59962"/>
                  </a:lnTo>
                  <a:lnTo>
                    <a:pt x="13789" y="59244"/>
                  </a:lnTo>
                  <a:lnTo>
                    <a:pt x="13475" y="58480"/>
                  </a:lnTo>
                  <a:lnTo>
                    <a:pt x="13205" y="57717"/>
                  </a:lnTo>
                  <a:lnTo>
                    <a:pt x="12936" y="56908"/>
                  </a:lnTo>
                  <a:lnTo>
                    <a:pt x="12711" y="56100"/>
                  </a:lnTo>
                  <a:lnTo>
                    <a:pt x="12532" y="55291"/>
                  </a:lnTo>
                  <a:lnTo>
                    <a:pt x="12397" y="54483"/>
                  </a:lnTo>
                  <a:lnTo>
                    <a:pt x="12307" y="53629"/>
                  </a:lnTo>
                  <a:lnTo>
                    <a:pt x="12262" y="52821"/>
                  </a:lnTo>
                  <a:lnTo>
                    <a:pt x="12262" y="52012"/>
                  </a:lnTo>
                  <a:lnTo>
                    <a:pt x="12262" y="51159"/>
                  </a:lnTo>
                  <a:lnTo>
                    <a:pt x="12307" y="51114"/>
                  </a:lnTo>
                  <a:lnTo>
                    <a:pt x="12307" y="50934"/>
                  </a:lnTo>
                  <a:close/>
                  <a:moveTo>
                    <a:pt x="60142" y="60052"/>
                  </a:moveTo>
                  <a:lnTo>
                    <a:pt x="60187" y="60097"/>
                  </a:lnTo>
                  <a:lnTo>
                    <a:pt x="60142" y="60816"/>
                  </a:lnTo>
                  <a:lnTo>
                    <a:pt x="60052" y="61534"/>
                  </a:lnTo>
                  <a:lnTo>
                    <a:pt x="59962" y="62253"/>
                  </a:lnTo>
                  <a:lnTo>
                    <a:pt x="59782" y="62972"/>
                  </a:lnTo>
                  <a:lnTo>
                    <a:pt x="59603" y="63645"/>
                  </a:lnTo>
                  <a:lnTo>
                    <a:pt x="59333" y="64364"/>
                  </a:lnTo>
                  <a:lnTo>
                    <a:pt x="59064" y="64993"/>
                  </a:lnTo>
                  <a:lnTo>
                    <a:pt x="58749" y="65667"/>
                  </a:lnTo>
                  <a:lnTo>
                    <a:pt x="58390" y="66295"/>
                  </a:lnTo>
                  <a:lnTo>
                    <a:pt x="57986" y="66924"/>
                  </a:lnTo>
                  <a:lnTo>
                    <a:pt x="57582" y="67508"/>
                  </a:lnTo>
                  <a:lnTo>
                    <a:pt x="57132" y="68047"/>
                  </a:lnTo>
                  <a:lnTo>
                    <a:pt x="56638" y="68586"/>
                  </a:lnTo>
                  <a:lnTo>
                    <a:pt x="56099" y="69125"/>
                  </a:lnTo>
                  <a:lnTo>
                    <a:pt x="55560" y="69574"/>
                  </a:lnTo>
                  <a:lnTo>
                    <a:pt x="54976" y="70023"/>
                  </a:lnTo>
                  <a:lnTo>
                    <a:pt x="55111" y="70203"/>
                  </a:lnTo>
                  <a:lnTo>
                    <a:pt x="54932" y="70023"/>
                  </a:lnTo>
                  <a:lnTo>
                    <a:pt x="54932" y="69934"/>
                  </a:lnTo>
                  <a:lnTo>
                    <a:pt x="55515" y="69529"/>
                  </a:lnTo>
                  <a:lnTo>
                    <a:pt x="56054" y="69035"/>
                  </a:lnTo>
                  <a:lnTo>
                    <a:pt x="56549" y="68541"/>
                  </a:lnTo>
                  <a:lnTo>
                    <a:pt x="57043" y="68002"/>
                  </a:lnTo>
                  <a:lnTo>
                    <a:pt x="57492" y="67463"/>
                  </a:lnTo>
                  <a:lnTo>
                    <a:pt x="57896" y="66879"/>
                  </a:lnTo>
                  <a:lnTo>
                    <a:pt x="58300" y="66251"/>
                  </a:lnTo>
                  <a:lnTo>
                    <a:pt x="58660" y="65622"/>
                  </a:lnTo>
                  <a:lnTo>
                    <a:pt x="58974" y="64993"/>
                  </a:lnTo>
                  <a:lnTo>
                    <a:pt x="59243" y="64319"/>
                  </a:lnTo>
                  <a:lnTo>
                    <a:pt x="59468" y="63645"/>
                  </a:lnTo>
                  <a:lnTo>
                    <a:pt x="59693" y="62927"/>
                  </a:lnTo>
                  <a:lnTo>
                    <a:pt x="59827" y="62253"/>
                  </a:lnTo>
                  <a:lnTo>
                    <a:pt x="59962" y="61534"/>
                  </a:lnTo>
                  <a:lnTo>
                    <a:pt x="60052" y="60816"/>
                  </a:lnTo>
                  <a:lnTo>
                    <a:pt x="60097" y="60097"/>
                  </a:lnTo>
                  <a:lnTo>
                    <a:pt x="60142" y="60052"/>
                  </a:lnTo>
                  <a:close/>
                  <a:moveTo>
                    <a:pt x="8804" y="44691"/>
                  </a:move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6619" y="68721"/>
                  </a:lnTo>
                  <a:lnTo>
                    <a:pt x="17517" y="69529"/>
                  </a:lnTo>
                  <a:lnTo>
                    <a:pt x="18460" y="70293"/>
                  </a:lnTo>
                  <a:lnTo>
                    <a:pt x="19449" y="70967"/>
                  </a:lnTo>
                  <a:lnTo>
                    <a:pt x="19449" y="71056"/>
                  </a:lnTo>
                  <a:lnTo>
                    <a:pt x="19404" y="71056"/>
                  </a:lnTo>
                  <a:lnTo>
                    <a:pt x="18460" y="70428"/>
                  </a:lnTo>
                  <a:lnTo>
                    <a:pt x="17607" y="69709"/>
                  </a:lnTo>
                  <a:lnTo>
                    <a:pt x="16754" y="68990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691"/>
                  </a:lnTo>
                  <a:close/>
                  <a:moveTo>
                    <a:pt x="65172" y="54393"/>
                  </a:moveTo>
                  <a:lnTo>
                    <a:pt x="65217" y="54438"/>
                  </a:lnTo>
                  <a:lnTo>
                    <a:pt x="65082" y="56100"/>
                  </a:lnTo>
                  <a:lnTo>
                    <a:pt x="64858" y="57717"/>
                  </a:lnTo>
                  <a:lnTo>
                    <a:pt x="64498" y="59379"/>
                  </a:lnTo>
                  <a:lnTo>
                    <a:pt x="64049" y="60951"/>
                  </a:lnTo>
                  <a:lnTo>
                    <a:pt x="63510" y="62523"/>
                  </a:lnTo>
                  <a:lnTo>
                    <a:pt x="62882" y="64050"/>
                  </a:lnTo>
                  <a:lnTo>
                    <a:pt x="62163" y="65577"/>
                  </a:lnTo>
                  <a:lnTo>
                    <a:pt x="61354" y="67014"/>
                  </a:lnTo>
                  <a:lnTo>
                    <a:pt x="60456" y="68406"/>
                  </a:lnTo>
                  <a:lnTo>
                    <a:pt x="59468" y="69754"/>
                  </a:lnTo>
                  <a:lnTo>
                    <a:pt x="58435" y="71056"/>
                  </a:lnTo>
                  <a:lnTo>
                    <a:pt x="57312" y="72269"/>
                  </a:lnTo>
                  <a:lnTo>
                    <a:pt x="56099" y="73437"/>
                  </a:lnTo>
                  <a:lnTo>
                    <a:pt x="54842" y="74515"/>
                  </a:lnTo>
                  <a:lnTo>
                    <a:pt x="53494" y="75503"/>
                  </a:lnTo>
                  <a:lnTo>
                    <a:pt x="52102" y="76401"/>
                  </a:lnTo>
                  <a:lnTo>
                    <a:pt x="52057" y="76401"/>
                  </a:lnTo>
                  <a:lnTo>
                    <a:pt x="52057" y="76312"/>
                  </a:lnTo>
                  <a:lnTo>
                    <a:pt x="53449" y="75413"/>
                  </a:lnTo>
                  <a:lnTo>
                    <a:pt x="54752" y="74425"/>
                  </a:lnTo>
                  <a:lnTo>
                    <a:pt x="56054" y="73347"/>
                  </a:lnTo>
                  <a:lnTo>
                    <a:pt x="57222" y="72179"/>
                  </a:lnTo>
                  <a:lnTo>
                    <a:pt x="58345" y="70967"/>
                  </a:lnTo>
                  <a:lnTo>
                    <a:pt x="59378" y="69709"/>
                  </a:lnTo>
                  <a:lnTo>
                    <a:pt x="60366" y="68362"/>
                  </a:lnTo>
                  <a:lnTo>
                    <a:pt x="61265" y="66969"/>
                  </a:lnTo>
                  <a:lnTo>
                    <a:pt x="62073" y="65532"/>
                  </a:lnTo>
                  <a:lnTo>
                    <a:pt x="62792" y="64005"/>
                  </a:lnTo>
                  <a:lnTo>
                    <a:pt x="63421" y="62478"/>
                  </a:lnTo>
                  <a:lnTo>
                    <a:pt x="63960" y="60951"/>
                  </a:lnTo>
                  <a:lnTo>
                    <a:pt x="64409" y="59334"/>
                  </a:lnTo>
                  <a:lnTo>
                    <a:pt x="64723" y="57717"/>
                  </a:lnTo>
                  <a:lnTo>
                    <a:pt x="64993" y="56100"/>
                  </a:lnTo>
                  <a:lnTo>
                    <a:pt x="65127" y="54438"/>
                  </a:lnTo>
                  <a:lnTo>
                    <a:pt x="65172" y="54393"/>
                  </a:lnTo>
                  <a:close/>
                  <a:moveTo>
                    <a:pt x="5121" y="37999"/>
                  </a:moveTo>
                  <a:lnTo>
                    <a:pt x="5166" y="38044"/>
                  </a:lnTo>
                  <a:lnTo>
                    <a:pt x="5166" y="38089"/>
                  </a:lnTo>
                  <a:lnTo>
                    <a:pt x="4896" y="39571"/>
                  </a:lnTo>
                  <a:lnTo>
                    <a:pt x="4672" y="41053"/>
                  </a:lnTo>
                  <a:lnTo>
                    <a:pt x="4537" y="42535"/>
                  </a:lnTo>
                  <a:lnTo>
                    <a:pt x="4402" y="44018"/>
                  </a:lnTo>
                  <a:lnTo>
                    <a:pt x="4357" y="45500"/>
                  </a:lnTo>
                  <a:lnTo>
                    <a:pt x="4312" y="46937"/>
                  </a:lnTo>
                  <a:lnTo>
                    <a:pt x="4357" y="48419"/>
                  </a:lnTo>
                  <a:lnTo>
                    <a:pt x="4447" y="49857"/>
                  </a:lnTo>
                  <a:lnTo>
                    <a:pt x="4582" y="51249"/>
                  </a:lnTo>
                  <a:lnTo>
                    <a:pt x="4806" y="52686"/>
                  </a:lnTo>
                  <a:lnTo>
                    <a:pt x="5031" y="54079"/>
                  </a:lnTo>
                  <a:lnTo>
                    <a:pt x="5300" y="55426"/>
                  </a:lnTo>
                  <a:lnTo>
                    <a:pt x="5660" y="56773"/>
                  </a:lnTo>
                  <a:lnTo>
                    <a:pt x="6064" y="58121"/>
                  </a:lnTo>
                  <a:lnTo>
                    <a:pt x="6513" y="59423"/>
                  </a:lnTo>
                  <a:lnTo>
                    <a:pt x="7007" y="60726"/>
                  </a:lnTo>
                  <a:lnTo>
                    <a:pt x="7591" y="62118"/>
                  </a:lnTo>
                  <a:lnTo>
                    <a:pt x="8220" y="63421"/>
                  </a:lnTo>
                  <a:lnTo>
                    <a:pt x="8938" y="64723"/>
                  </a:lnTo>
                  <a:lnTo>
                    <a:pt x="9702" y="65981"/>
                  </a:lnTo>
                  <a:lnTo>
                    <a:pt x="10511" y="67239"/>
                  </a:lnTo>
                  <a:lnTo>
                    <a:pt x="11364" y="68406"/>
                  </a:lnTo>
                  <a:lnTo>
                    <a:pt x="12307" y="69529"/>
                  </a:lnTo>
                  <a:lnTo>
                    <a:pt x="13250" y="70607"/>
                  </a:lnTo>
                  <a:lnTo>
                    <a:pt x="14238" y="71640"/>
                  </a:lnTo>
                  <a:lnTo>
                    <a:pt x="15316" y="72584"/>
                  </a:lnTo>
                  <a:lnTo>
                    <a:pt x="16394" y="73527"/>
                  </a:lnTo>
                  <a:lnTo>
                    <a:pt x="17517" y="74380"/>
                  </a:lnTo>
                  <a:lnTo>
                    <a:pt x="18640" y="75189"/>
                  </a:lnTo>
                  <a:lnTo>
                    <a:pt x="19853" y="75907"/>
                  </a:lnTo>
                  <a:lnTo>
                    <a:pt x="21066" y="76581"/>
                  </a:lnTo>
                  <a:lnTo>
                    <a:pt x="22323" y="77210"/>
                  </a:lnTo>
                  <a:lnTo>
                    <a:pt x="22368" y="77210"/>
                  </a:lnTo>
                  <a:lnTo>
                    <a:pt x="22368" y="77255"/>
                  </a:lnTo>
                  <a:lnTo>
                    <a:pt x="22278" y="77300"/>
                  </a:lnTo>
                  <a:lnTo>
                    <a:pt x="21021" y="76671"/>
                  </a:lnTo>
                  <a:lnTo>
                    <a:pt x="19808" y="75997"/>
                  </a:lnTo>
                  <a:lnTo>
                    <a:pt x="18595" y="75278"/>
                  </a:lnTo>
                  <a:lnTo>
                    <a:pt x="17427" y="74470"/>
                  </a:lnTo>
                  <a:lnTo>
                    <a:pt x="16305" y="73617"/>
                  </a:lnTo>
                  <a:lnTo>
                    <a:pt x="15227" y="72673"/>
                  </a:lnTo>
                  <a:lnTo>
                    <a:pt x="14194" y="71685"/>
                  </a:lnTo>
                  <a:lnTo>
                    <a:pt x="13160" y="70652"/>
                  </a:lnTo>
                  <a:lnTo>
                    <a:pt x="12217" y="69574"/>
                  </a:lnTo>
                  <a:lnTo>
                    <a:pt x="11319" y="68451"/>
                  </a:lnTo>
                  <a:lnTo>
                    <a:pt x="10421" y="67284"/>
                  </a:lnTo>
                  <a:lnTo>
                    <a:pt x="9612" y="66071"/>
                  </a:lnTo>
                  <a:lnTo>
                    <a:pt x="8849" y="64813"/>
                  </a:lnTo>
                  <a:lnTo>
                    <a:pt x="8130" y="63511"/>
                  </a:lnTo>
                  <a:lnTo>
                    <a:pt x="7501" y="62163"/>
                  </a:lnTo>
                  <a:lnTo>
                    <a:pt x="6917" y="60771"/>
                  </a:lnTo>
                  <a:lnTo>
                    <a:pt x="6423" y="59468"/>
                  </a:lnTo>
                  <a:lnTo>
                    <a:pt x="5974" y="58166"/>
                  </a:lnTo>
                  <a:lnTo>
                    <a:pt x="5570" y="56818"/>
                  </a:lnTo>
                  <a:lnTo>
                    <a:pt x="5211" y="55471"/>
                  </a:lnTo>
                  <a:lnTo>
                    <a:pt x="4941" y="54079"/>
                  </a:lnTo>
                  <a:lnTo>
                    <a:pt x="4672" y="52686"/>
                  </a:lnTo>
                  <a:lnTo>
                    <a:pt x="4492" y="51294"/>
                  </a:lnTo>
                  <a:lnTo>
                    <a:pt x="4357" y="49857"/>
                  </a:lnTo>
                  <a:lnTo>
                    <a:pt x="4267" y="48419"/>
                  </a:lnTo>
                  <a:lnTo>
                    <a:pt x="4222" y="46982"/>
                  </a:lnTo>
                  <a:lnTo>
                    <a:pt x="4222" y="45500"/>
                  </a:lnTo>
                  <a:lnTo>
                    <a:pt x="4312" y="44018"/>
                  </a:lnTo>
                  <a:lnTo>
                    <a:pt x="4402" y="42535"/>
                  </a:lnTo>
                  <a:lnTo>
                    <a:pt x="4582" y="41053"/>
                  </a:lnTo>
                  <a:lnTo>
                    <a:pt x="4806" y="39571"/>
                  </a:lnTo>
                  <a:lnTo>
                    <a:pt x="5076" y="38044"/>
                  </a:lnTo>
                  <a:lnTo>
                    <a:pt x="5121" y="37999"/>
                  </a:lnTo>
                  <a:close/>
                  <a:moveTo>
                    <a:pt x="6917" y="1"/>
                  </a:moveTo>
                  <a:lnTo>
                    <a:pt x="6783" y="405"/>
                  </a:lnTo>
                  <a:lnTo>
                    <a:pt x="6199" y="2291"/>
                  </a:lnTo>
                  <a:lnTo>
                    <a:pt x="5480" y="4852"/>
                  </a:lnTo>
                  <a:lnTo>
                    <a:pt x="4627" y="8085"/>
                  </a:lnTo>
                  <a:lnTo>
                    <a:pt x="3728" y="11813"/>
                  </a:lnTo>
                  <a:lnTo>
                    <a:pt x="3279" y="13880"/>
                  </a:lnTo>
                  <a:lnTo>
                    <a:pt x="2830" y="16035"/>
                  </a:lnTo>
                  <a:lnTo>
                    <a:pt x="2381" y="18281"/>
                  </a:lnTo>
                  <a:lnTo>
                    <a:pt x="1932" y="20662"/>
                  </a:lnTo>
                  <a:lnTo>
                    <a:pt x="1572" y="23042"/>
                  </a:lnTo>
                  <a:lnTo>
                    <a:pt x="1168" y="25557"/>
                  </a:lnTo>
                  <a:lnTo>
                    <a:pt x="854" y="28118"/>
                  </a:lnTo>
                  <a:lnTo>
                    <a:pt x="584" y="30678"/>
                  </a:lnTo>
                  <a:lnTo>
                    <a:pt x="360" y="33328"/>
                  </a:lnTo>
                  <a:lnTo>
                    <a:pt x="180" y="35978"/>
                  </a:lnTo>
                  <a:lnTo>
                    <a:pt x="45" y="38673"/>
                  </a:lnTo>
                  <a:lnTo>
                    <a:pt x="0" y="41323"/>
                  </a:lnTo>
                  <a:lnTo>
                    <a:pt x="45" y="44018"/>
                  </a:lnTo>
                  <a:lnTo>
                    <a:pt x="180" y="46668"/>
                  </a:lnTo>
                  <a:lnTo>
                    <a:pt x="360" y="49318"/>
                  </a:lnTo>
                  <a:lnTo>
                    <a:pt x="674" y="51968"/>
                  </a:lnTo>
                  <a:lnTo>
                    <a:pt x="854" y="53225"/>
                  </a:lnTo>
                  <a:lnTo>
                    <a:pt x="1078" y="54528"/>
                  </a:lnTo>
                  <a:lnTo>
                    <a:pt x="1348" y="55785"/>
                  </a:lnTo>
                  <a:lnTo>
                    <a:pt x="1617" y="57043"/>
                  </a:lnTo>
                  <a:lnTo>
                    <a:pt x="1932" y="58301"/>
                  </a:lnTo>
                  <a:lnTo>
                    <a:pt x="2246" y="59513"/>
                  </a:lnTo>
                  <a:lnTo>
                    <a:pt x="2605" y="60726"/>
                  </a:lnTo>
                  <a:lnTo>
                    <a:pt x="3010" y="61894"/>
                  </a:lnTo>
                  <a:lnTo>
                    <a:pt x="3459" y="63062"/>
                  </a:lnTo>
                  <a:lnTo>
                    <a:pt x="3908" y="64229"/>
                  </a:lnTo>
                  <a:lnTo>
                    <a:pt x="4402" y="65352"/>
                  </a:lnTo>
                  <a:lnTo>
                    <a:pt x="4941" y="66430"/>
                  </a:lnTo>
                  <a:lnTo>
                    <a:pt x="5480" y="67508"/>
                  </a:lnTo>
                  <a:lnTo>
                    <a:pt x="6109" y="68586"/>
                  </a:lnTo>
                  <a:lnTo>
                    <a:pt x="6738" y="69574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3193" y="82869"/>
                  </a:lnTo>
                  <a:lnTo>
                    <a:pt x="35124" y="82914"/>
                  </a:lnTo>
                  <a:lnTo>
                    <a:pt x="36831" y="82869"/>
                  </a:lnTo>
                  <a:lnTo>
                    <a:pt x="38493" y="82779"/>
                  </a:lnTo>
                  <a:lnTo>
                    <a:pt x="40514" y="82600"/>
                  </a:lnTo>
                  <a:lnTo>
                    <a:pt x="42445" y="82375"/>
                  </a:lnTo>
                  <a:lnTo>
                    <a:pt x="44332" y="82061"/>
                  </a:lnTo>
                  <a:lnTo>
                    <a:pt x="46128" y="81611"/>
                  </a:lnTo>
                  <a:lnTo>
                    <a:pt x="47880" y="81162"/>
                  </a:lnTo>
                  <a:lnTo>
                    <a:pt x="49542" y="80578"/>
                  </a:lnTo>
                  <a:lnTo>
                    <a:pt x="51159" y="79950"/>
                  </a:lnTo>
                  <a:lnTo>
                    <a:pt x="52731" y="79186"/>
                  </a:lnTo>
                  <a:lnTo>
                    <a:pt x="54213" y="78423"/>
                  </a:lnTo>
                  <a:lnTo>
                    <a:pt x="55650" y="77524"/>
                  </a:lnTo>
                  <a:lnTo>
                    <a:pt x="56998" y="76581"/>
                  </a:lnTo>
                  <a:lnTo>
                    <a:pt x="58300" y="75503"/>
                  </a:lnTo>
                  <a:lnTo>
                    <a:pt x="59513" y="74425"/>
                  </a:lnTo>
                  <a:lnTo>
                    <a:pt x="60681" y="73212"/>
                  </a:lnTo>
                  <a:lnTo>
                    <a:pt x="61759" y="71955"/>
                  </a:lnTo>
                  <a:lnTo>
                    <a:pt x="62792" y="70562"/>
                  </a:lnTo>
                  <a:lnTo>
                    <a:pt x="63465" y="69574"/>
                  </a:lnTo>
                  <a:lnTo>
                    <a:pt x="64094" y="68586"/>
                  </a:lnTo>
                  <a:lnTo>
                    <a:pt x="64723" y="67508"/>
                  </a:lnTo>
                  <a:lnTo>
                    <a:pt x="65307" y="66430"/>
                  </a:lnTo>
                  <a:lnTo>
                    <a:pt x="65801" y="65352"/>
                  </a:lnTo>
                  <a:lnTo>
                    <a:pt x="66295" y="64229"/>
                  </a:lnTo>
                  <a:lnTo>
                    <a:pt x="66789" y="63062"/>
                  </a:lnTo>
                  <a:lnTo>
                    <a:pt x="67193" y="61894"/>
                  </a:lnTo>
                  <a:lnTo>
                    <a:pt x="67598" y="60726"/>
                  </a:lnTo>
                  <a:lnTo>
                    <a:pt x="67957" y="59513"/>
                  </a:lnTo>
                  <a:lnTo>
                    <a:pt x="68316" y="58301"/>
                  </a:lnTo>
                  <a:lnTo>
                    <a:pt x="68586" y="57043"/>
                  </a:lnTo>
                  <a:lnTo>
                    <a:pt x="68900" y="55785"/>
                  </a:lnTo>
                  <a:lnTo>
                    <a:pt x="69125" y="54528"/>
                  </a:lnTo>
                  <a:lnTo>
                    <a:pt x="69349" y="53225"/>
                  </a:lnTo>
                  <a:lnTo>
                    <a:pt x="69529" y="51968"/>
                  </a:lnTo>
                  <a:lnTo>
                    <a:pt x="69843" y="49318"/>
                  </a:lnTo>
                  <a:lnTo>
                    <a:pt x="70068" y="46668"/>
                  </a:lnTo>
                  <a:lnTo>
                    <a:pt x="70158" y="44018"/>
                  </a:lnTo>
                  <a:lnTo>
                    <a:pt x="70203" y="41323"/>
                  </a:lnTo>
                  <a:lnTo>
                    <a:pt x="70158" y="38628"/>
                  </a:lnTo>
                  <a:lnTo>
                    <a:pt x="70068" y="35978"/>
                  </a:lnTo>
                  <a:lnTo>
                    <a:pt x="69888" y="33328"/>
                  </a:lnTo>
                  <a:lnTo>
                    <a:pt x="69664" y="30678"/>
                  </a:lnTo>
                  <a:lnTo>
                    <a:pt x="69349" y="28073"/>
                  </a:lnTo>
                  <a:lnTo>
                    <a:pt x="69035" y="25557"/>
                  </a:lnTo>
                  <a:lnTo>
                    <a:pt x="68676" y="23042"/>
                  </a:lnTo>
                  <a:lnTo>
                    <a:pt x="68271" y="20617"/>
                  </a:lnTo>
                  <a:lnTo>
                    <a:pt x="67867" y="18281"/>
                  </a:lnTo>
                  <a:lnTo>
                    <a:pt x="67418" y="16035"/>
                  </a:lnTo>
                  <a:lnTo>
                    <a:pt x="66969" y="13880"/>
                  </a:lnTo>
                  <a:lnTo>
                    <a:pt x="66475" y="11813"/>
                  </a:lnTo>
                  <a:lnTo>
                    <a:pt x="65576" y="8085"/>
                  </a:lnTo>
                  <a:lnTo>
                    <a:pt x="64723" y="4852"/>
                  </a:lnTo>
                  <a:lnTo>
                    <a:pt x="64004" y="2247"/>
                  </a:lnTo>
                  <a:lnTo>
                    <a:pt x="63421" y="360"/>
                  </a:lnTo>
                  <a:lnTo>
                    <a:pt x="63331" y="1"/>
                  </a:lnTo>
                  <a:lnTo>
                    <a:pt x="63061" y="315"/>
                  </a:lnTo>
                  <a:lnTo>
                    <a:pt x="62792" y="674"/>
                  </a:lnTo>
                  <a:lnTo>
                    <a:pt x="62432" y="1034"/>
                  </a:lnTo>
                  <a:lnTo>
                    <a:pt x="62028" y="1393"/>
                  </a:lnTo>
                  <a:lnTo>
                    <a:pt x="61579" y="1708"/>
                  </a:lnTo>
                  <a:lnTo>
                    <a:pt x="61085" y="2022"/>
                  </a:lnTo>
                  <a:lnTo>
                    <a:pt x="60501" y="2336"/>
                  </a:lnTo>
                  <a:lnTo>
                    <a:pt x="59917" y="2651"/>
                  </a:lnTo>
                  <a:lnTo>
                    <a:pt x="59243" y="2920"/>
                  </a:lnTo>
                  <a:lnTo>
                    <a:pt x="57806" y="3459"/>
                  </a:lnTo>
                  <a:lnTo>
                    <a:pt x="56234" y="3953"/>
                  </a:lnTo>
                  <a:lnTo>
                    <a:pt x="54482" y="4402"/>
                  </a:lnTo>
                  <a:lnTo>
                    <a:pt x="52641" y="4852"/>
                  </a:lnTo>
                  <a:lnTo>
                    <a:pt x="50620" y="5211"/>
                  </a:lnTo>
                  <a:lnTo>
                    <a:pt x="48554" y="5525"/>
                  </a:lnTo>
                  <a:lnTo>
                    <a:pt x="46398" y="5795"/>
                  </a:lnTo>
                  <a:lnTo>
                    <a:pt x="44152" y="6019"/>
                  </a:lnTo>
                  <a:lnTo>
                    <a:pt x="41906" y="6199"/>
                  </a:lnTo>
                  <a:lnTo>
                    <a:pt x="39616" y="6289"/>
                  </a:lnTo>
                  <a:lnTo>
                    <a:pt x="37370" y="6379"/>
                  </a:lnTo>
                  <a:lnTo>
                    <a:pt x="35124" y="6424"/>
                  </a:lnTo>
                  <a:lnTo>
                    <a:pt x="32788" y="6379"/>
                  </a:lnTo>
                  <a:lnTo>
                    <a:pt x="30498" y="6289"/>
                  </a:lnTo>
                  <a:lnTo>
                    <a:pt x="28162" y="6154"/>
                  </a:lnTo>
                  <a:lnTo>
                    <a:pt x="25871" y="5974"/>
                  </a:lnTo>
                  <a:lnTo>
                    <a:pt x="23626" y="5750"/>
                  </a:lnTo>
                  <a:lnTo>
                    <a:pt x="21425" y="5480"/>
                  </a:lnTo>
                  <a:lnTo>
                    <a:pt x="19314" y="5166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close/>
                </a:path>
              </a:pathLst>
            </a:custGeom>
            <a:solidFill>
              <a:srgbClr val="62281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62"/>
            <p:cNvSpPr/>
            <p:nvPr/>
          </p:nvSpPr>
          <p:spPr>
            <a:xfrm>
              <a:off x="5366300" y="1961425"/>
              <a:ext cx="1755075" cy="2072875"/>
            </a:xfrm>
            <a:custGeom>
              <a:rect b="b" l="l" r="r" t="t"/>
              <a:pathLst>
                <a:path extrusionOk="0" fill="none" h="82915" w="70203">
                  <a:moveTo>
                    <a:pt x="63421" y="360"/>
                  </a:moveTo>
                  <a:lnTo>
                    <a:pt x="63331" y="1"/>
                  </a:lnTo>
                  <a:lnTo>
                    <a:pt x="63061" y="315"/>
                  </a:lnTo>
                  <a:lnTo>
                    <a:pt x="63061" y="315"/>
                  </a:lnTo>
                  <a:lnTo>
                    <a:pt x="62792" y="674"/>
                  </a:lnTo>
                  <a:lnTo>
                    <a:pt x="62432" y="1034"/>
                  </a:lnTo>
                  <a:lnTo>
                    <a:pt x="62028" y="1393"/>
                  </a:lnTo>
                  <a:lnTo>
                    <a:pt x="61579" y="1708"/>
                  </a:lnTo>
                  <a:lnTo>
                    <a:pt x="61085" y="2022"/>
                  </a:lnTo>
                  <a:lnTo>
                    <a:pt x="60501" y="2336"/>
                  </a:lnTo>
                  <a:lnTo>
                    <a:pt x="59917" y="2651"/>
                  </a:lnTo>
                  <a:lnTo>
                    <a:pt x="59243" y="2920"/>
                  </a:lnTo>
                  <a:lnTo>
                    <a:pt x="57806" y="3459"/>
                  </a:lnTo>
                  <a:lnTo>
                    <a:pt x="56234" y="3953"/>
                  </a:lnTo>
                  <a:lnTo>
                    <a:pt x="54482" y="4402"/>
                  </a:lnTo>
                  <a:lnTo>
                    <a:pt x="52641" y="4852"/>
                  </a:lnTo>
                  <a:lnTo>
                    <a:pt x="52641" y="4852"/>
                  </a:lnTo>
                  <a:lnTo>
                    <a:pt x="50620" y="5211"/>
                  </a:lnTo>
                  <a:lnTo>
                    <a:pt x="48554" y="5525"/>
                  </a:lnTo>
                  <a:lnTo>
                    <a:pt x="46398" y="5795"/>
                  </a:lnTo>
                  <a:lnTo>
                    <a:pt x="44152" y="6019"/>
                  </a:lnTo>
                  <a:lnTo>
                    <a:pt x="41906" y="6199"/>
                  </a:lnTo>
                  <a:lnTo>
                    <a:pt x="39616" y="6289"/>
                  </a:lnTo>
                  <a:lnTo>
                    <a:pt x="37370" y="6379"/>
                  </a:lnTo>
                  <a:lnTo>
                    <a:pt x="35124" y="6424"/>
                  </a:lnTo>
                  <a:lnTo>
                    <a:pt x="35124" y="6424"/>
                  </a:lnTo>
                  <a:lnTo>
                    <a:pt x="32788" y="6379"/>
                  </a:lnTo>
                  <a:lnTo>
                    <a:pt x="30498" y="6289"/>
                  </a:lnTo>
                  <a:lnTo>
                    <a:pt x="28162" y="6154"/>
                  </a:lnTo>
                  <a:lnTo>
                    <a:pt x="25871" y="5974"/>
                  </a:lnTo>
                  <a:lnTo>
                    <a:pt x="23626" y="5750"/>
                  </a:lnTo>
                  <a:lnTo>
                    <a:pt x="21425" y="5480"/>
                  </a:lnTo>
                  <a:lnTo>
                    <a:pt x="19314" y="5166"/>
                  </a:lnTo>
                  <a:lnTo>
                    <a:pt x="17248" y="4762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lnTo>
                    <a:pt x="6783" y="405"/>
                  </a:lnTo>
                  <a:lnTo>
                    <a:pt x="6783" y="405"/>
                  </a:lnTo>
                  <a:lnTo>
                    <a:pt x="6199" y="2291"/>
                  </a:lnTo>
                  <a:lnTo>
                    <a:pt x="5480" y="4852"/>
                  </a:lnTo>
                  <a:lnTo>
                    <a:pt x="4627" y="8085"/>
                  </a:lnTo>
                  <a:lnTo>
                    <a:pt x="3728" y="11813"/>
                  </a:lnTo>
                  <a:lnTo>
                    <a:pt x="3279" y="13880"/>
                  </a:lnTo>
                  <a:lnTo>
                    <a:pt x="2830" y="16035"/>
                  </a:lnTo>
                  <a:lnTo>
                    <a:pt x="2381" y="18281"/>
                  </a:lnTo>
                  <a:lnTo>
                    <a:pt x="1932" y="20662"/>
                  </a:lnTo>
                  <a:lnTo>
                    <a:pt x="1572" y="23042"/>
                  </a:lnTo>
                  <a:lnTo>
                    <a:pt x="1168" y="25557"/>
                  </a:lnTo>
                  <a:lnTo>
                    <a:pt x="854" y="28118"/>
                  </a:lnTo>
                  <a:lnTo>
                    <a:pt x="584" y="30678"/>
                  </a:lnTo>
                  <a:lnTo>
                    <a:pt x="360" y="33328"/>
                  </a:lnTo>
                  <a:lnTo>
                    <a:pt x="180" y="35978"/>
                  </a:lnTo>
                  <a:lnTo>
                    <a:pt x="45" y="38673"/>
                  </a:lnTo>
                  <a:lnTo>
                    <a:pt x="0" y="41323"/>
                  </a:lnTo>
                  <a:lnTo>
                    <a:pt x="45" y="44018"/>
                  </a:lnTo>
                  <a:lnTo>
                    <a:pt x="180" y="46668"/>
                  </a:lnTo>
                  <a:lnTo>
                    <a:pt x="360" y="49318"/>
                  </a:lnTo>
                  <a:lnTo>
                    <a:pt x="674" y="51968"/>
                  </a:lnTo>
                  <a:lnTo>
                    <a:pt x="854" y="53225"/>
                  </a:lnTo>
                  <a:lnTo>
                    <a:pt x="1078" y="54528"/>
                  </a:lnTo>
                  <a:lnTo>
                    <a:pt x="1348" y="55785"/>
                  </a:lnTo>
                  <a:lnTo>
                    <a:pt x="1617" y="57043"/>
                  </a:lnTo>
                  <a:lnTo>
                    <a:pt x="1932" y="58301"/>
                  </a:lnTo>
                  <a:lnTo>
                    <a:pt x="2246" y="59513"/>
                  </a:lnTo>
                  <a:lnTo>
                    <a:pt x="2605" y="60726"/>
                  </a:lnTo>
                  <a:lnTo>
                    <a:pt x="3010" y="61894"/>
                  </a:lnTo>
                  <a:lnTo>
                    <a:pt x="3459" y="63062"/>
                  </a:lnTo>
                  <a:lnTo>
                    <a:pt x="3908" y="64229"/>
                  </a:lnTo>
                  <a:lnTo>
                    <a:pt x="4402" y="65352"/>
                  </a:lnTo>
                  <a:lnTo>
                    <a:pt x="4941" y="66430"/>
                  </a:lnTo>
                  <a:lnTo>
                    <a:pt x="5480" y="67508"/>
                  </a:lnTo>
                  <a:lnTo>
                    <a:pt x="6109" y="68586"/>
                  </a:lnTo>
                  <a:lnTo>
                    <a:pt x="6738" y="69574"/>
                  </a:lnTo>
                  <a:lnTo>
                    <a:pt x="7411" y="70562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1306" y="82779"/>
                  </a:lnTo>
                  <a:lnTo>
                    <a:pt x="33193" y="82869"/>
                  </a:lnTo>
                  <a:lnTo>
                    <a:pt x="35124" y="82914"/>
                  </a:lnTo>
                  <a:lnTo>
                    <a:pt x="35124" y="82914"/>
                  </a:lnTo>
                  <a:lnTo>
                    <a:pt x="36831" y="82869"/>
                  </a:lnTo>
                  <a:lnTo>
                    <a:pt x="38493" y="82779"/>
                  </a:lnTo>
                  <a:lnTo>
                    <a:pt x="38493" y="82779"/>
                  </a:lnTo>
                  <a:lnTo>
                    <a:pt x="38493" y="82779"/>
                  </a:lnTo>
                  <a:lnTo>
                    <a:pt x="40514" y="82600"/>
                  </a:lnTo>
                  <a:lnTo>
                    <a:pt x="42445" y="82375"/>
                  </a:lnTo>
                  <a:lnTo>
                    <a:pt x="44332" y="82061"/>
                  </a:lnTo>
                  <a:lnTo>
                    <a:pt x="46128" y="81611"/>
                  </a:lnTo>
                  <a:lnTo>
                    <a:pt x="47880" y="81162"/>
                  </a:lnTo>
                  <a:lnTo>
                    <a:pt x="49542" y="80578"/>
                  </a:lnTo>
                  <a:lnTo>
                    <a:pt x="51159" y="79950"/>
                  </a:lnTo>
                  <a:lnTo>
                    <a:pt x="52731" y="79186"/>
                  </a:lnTo>
                  <a:lnTo>
                    <a:pt x="54213" y="78423"/>
                  </a:lnTo>
                  <a:lnTo>
                    <a:pt x="55650" y="77524"/>
                  </a:lnTo>
                  <a:lnTo>
                    <a:pt x="56998" y="76581"/>
                  </a:lnTo>
                  <a:lnTo>
                    <a:pt x="58300" y="75503"/>
                  </a:lnTo>
                  <a:lnTo>
                    <a:pt x="59513" y="74425"/>
                  </a:lnTo>
                  <a:lnTo>
                    <a:pt x="60681" y="73212"/>
                  </a:lnTo>
                  <a:lnTo>
                    <a:pt x="61759" y="71955"/>
                  </a:lnTo>
                  <a:lnTo>
                    <a:pt x="62792" y="70562"/>
                  </a:lnTo>
                  <a:lnTo>
                    <a:pt x="62792" y="70562"/>
                  </a:lnTo>
                  <a:lnTo>
                    <a:pt x="63465" y="69574"/>
                  </a:lnTo>
                  <a:lnTo>
                    <a:pt x="64094" y="68586"/>
                  </a:lnTo>
                  <a:lnTo>
                    <a:pt x="64723" y="67508"/>
                  </a:lnTo>
                  <a:lnTo>
                    <a:pt x="65307" y="66430"/>
                  </a:lnTo>
                  <a:lnTo>
                    <a:pt x="65801" y="65352"/>
                  </a:lnTo>
                  <a:lnTo>
                    <a:pt x="66295" y="64229"/>
                  </a:lnTo>
                  <a:lnTo>
                    <a:pt x="66789" y="63062"/>
                  </a:lnTo>
                  <a:lnTo>
                    <a:pt x="67193" y="61894"/>
                  </a:lnTo>
                  <a:lnTo>
                    <a:pt x="67598" y="60726"/>
                  </a:lnTo>
                  <a:lnTo>
                    <a:pt x="67957" y="59513"/>
                  </a:lnTo>
                  <a:lnTo>
                    <a:pt x="68316" y="58301"/>
                  </a:lnTo>
                  <a:lnTo>
                    <a:pt x="68586" y="57043"/>
                  </a:lnTo>
                  <a:lnTo>
                    <a:pt x="68900" y="55785"/>
                  </a:lnTo>
                  <a:lnTo>
                    <a:pt x="69125" y="54528"/>
                  </a:lnTo>
                  <a:lnTo>
                    <a:pt x="69349" y="53225"/>
                  </a:lnTo>
                  <a:lnTo>
                    <a:pt x="69529" y="51968"/>
                  </a:lnTo>
                  <a:lnTo>
                    <a:pt x="69843" y="49318"/>
                  </a:lnTo>
                  <a:lnTo>
                    <a:pt x="70068" y="46668"/>
                  </a:lnTo>
                  <a:lnTo>
                    <a:pt x="70158" y="44018"/>
                  </a:lnTo>
                  <a:lnTo>
                    <a:pt x="70203" y="41323"/>
                  </a:lnTo>
                  <a:lnTo>
                    <a:pt x="70158" y="38628"/>
                  </a:lnTo>
                  <a:lnTo>
                    <a:pt x="70068" y="35978"/>
                  </a:lnTo>
                  <a:lnTo>
                    <a:pt x="69888" y="33328"/>
                  </a:lnTo>
                  <a:lnTo>
                    <a:pt x="69664" y="30678"/>
                  </a:lnTo>
                  <a:lnTo>
                    <a:pt x="69349" y="28073"/>
                  </a:lnTo>
                  <a:lnTo>
                    <a:pt x="69035" y="25557"/>
                  </a:lnTo>
                  <a:lnTo>
                    <a:pt x="68676" y="23042"/>
                  </a:lnTo>
                  <a:lnTo>
                    <a:pt x="68271" y="20617"/>
                  </a:lnTo>
                  <a:lnTo>
                    <a:pt x="67867" y="18281"/>
                  </a:lnTo>
                  <a:lnTo>
                    <a:pt x="67418" y="16035"/>
                  </a:lnTo>
                  <a:lnTo>
                    <a:pt x="66969" y="13880"/>
                  </a:lnTo>
                  <a:lnTo>
                    <a:pt x="66475" y="11813"/>
                  </a:lnTo>
                  <a:lnTo>
                    <a:pt x="65576" y="8085"/>
                  </a:lnTo>
                  <a:lnTo>
                    <a:pt x="64723" y="4852"/>
                  </a:lnTo>
                  <a:lnTo>
                    <a:pt x="64004" y="2247"/>
                  </a:lnTo>
                  <a:lnTo>
                    <a:pt x="63421" y="36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62"/>
            <p:cNvSpPr/>
            <p:nvPr/>
          </p:nvSpPr>
          <p:spPr>
            <a:xfrm>
              <a:off x="6130975" y="2251125"/>
              <a:ext cx="3400" cy="71900"/>
            </a:xfrm>
            <a:custGeom>
              <a:rect b="b" l="l" r="r" t="t"/>
              <a:pathLst>
                <a:path extrusionOk="0" fill="none" h="2876" w="136">
                  <a:moveTo>
                    <a:pt x="1" y="46"/>
                  </a:moveTo>
                  <a:lnTo>
                    <a:pt x="1" y="46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90" y="1"/>
                  </a:lnTo>
                  <a:lnTo>
                    <a:pt x="135" y="46"/>
                  </a:lnTo>
                  <a:lnTo>
                    <a:pt x="135" y="2831"/>
                  </a:lnTo>
                  <a:lnTo>
                    <a:pt x="135" y="2831"/>
                  </a:lnTo>
                  <a:lnTo>
                    <a:pt x="90" y="2831"/>
                  </a:lnTo>
                  <a:lnTo>
                    <a:pt x="45" y="2875"/>
                  </a:lnTo>
                  <a:lnTo>
                    <a:pt x="45" y="2875"/>
                  </a:lnTo>
                  <a:lnTo>
                    <a:pt x="45" y="2831"/>
                  </a:lnTo>
                  <a:lnTo>
                    <a:pt x="1" y="2831"/>
                  </a:lnTo>
                  <a:lnTo>
                    <a:pt x="1" y="4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62"/>
            <p:cNvSpPr/>
            <p:nvPr/>
          </p:nvSpPr>
          <p:spPr>
            <a:xfrm>
              <a:off x="5571775" y="3078700"/>
              <a:ext cx="280750" cy="659150"/>
            </a:xfrm>
            <a:custGeom>
              <a:rect b="b" l="l" r="r" t="t"/>
              <a:pathLst>
                <a:path extrusionOk="0" fill="none" h="26366" w="11230">
                  <a:moveTo>
                    <a:pt x="11230" y="26276"/>
                  </a:moveTo>
                  <a:lnTo>
                    <a:pt x="11230" y="26365"/>
                  </a:lnTo>
                  <a:lnTo>
                    <a:pt x="11185" y="26365"/>
                  </a:lnTo>
                  <a:lnTo>
                    <a:pt x="11185" y="26365"/>
                  </a:lnTo>
                  <a:lnTo>
                    <a:pt x="10241" y="25737"/>
                  </a:lnTo>
                  <a:lnTo>
                    <a:pt x="9388" y="25018"/>
                  </a:lnTo>
                  <a:lnTo>
                    <a:pt x="8535" y="24299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6603" y="22323"/>
                  </a:lnTo>
                  <a:lnTo>
                    <a:pt x="5570" y="21110"/>
                  </a:lnTo>
                  <a:lnTo>
                    <a:pt x="4627" y="19808"/>
                  </a:lnTo>
                  <a:lnTo>
                    <a:pt x="3774" y="18505"/>
                  </a:lnTo>
                  <a:lnTo>
                    <a:pt x="2965" y="17113"/>
                  </a:lnTo>
                  <a:lnTo>
                    <a:pt x="2292" y="15676"/>
                  </a:lnTo>
                  <a:lnTo>
                    <a:pt x="1663" y="14193"/>
                  </a:lnTo>
                  <a:lnTo>
                    <a:pt x="1169" y="12666"/>
                  </a:lnTo>
                  <a:lnTo>
                    <a:pt x="719" y="11139"/>
                  </a:lnTo>
                  <a:lnTo>
                    <a:pt x="405" y="9567"/>
                  </a:lnTo>
                  <a:lnTo>
                    <a:pt x="180" y="7995"/>
                  </a:lnTo>
                  <a:lnTo>
                    <a:pt x="1" y="6378"/>
                  </a:lnTo>
                  <a:lnTo>
                    <a:pt x="1" y="4806"/>
                  </a:lnTo>
                  <a:lnTo>
                    <a:pt x="46" y="3189"/>
                  </a:lnTo>
                  <a:lnTo>
                    <a:pt x="225" y="1617"/>
                  </a:lnTo>
                  <a:lnTo>
                    <a:pt x="360" y="809"/>
                  </a:lnTo>
                  <a:lnTo>
                    <a:pt x="495" y="45"/>
                  </a:lnTo>
                  <a:lnTo>
                    <a:pt x="495" y="45"/>
                  </a:lnTo>
                  <a:lnTo>
                    <a:pt x="495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85" y="0"/>
                  </a:lnTo>
                  <a:lnTo>
                    <a:pt x="585" y="45"/>
                  </a:lnTo>
                  <a:lnTo>
                    <a:pt x="585" y="45"/>
                  </a:lnTo>
                  <a:lnTo>
                    <a:pt x="315" y="1617"/>
                  </a:lnTo>
                  <a:lnTo>
                    <a:pt x="136" y="3189"/>
                  </a:lnTo>
                  <a:lnTo>
                    <a:pt x="91" y="4761"/>
                  </a:lnTo>
                  <a:lnTo>
                    <a:pt x="136" y="6333"/>
                  </a:lnTo>
                  <a:lnTo>
                    <a:pt x="270" y="7860"/>
                  </a:lnTo>
                  <a:lnTo>
                    <a:pt x="495" y="9432"/>
                  </a:lnTo>
                  <a:lnTo>
                    <a:pt x="809" y="10960"/>
                  </a:lnTo>
                  <a:lnTo>
                    <a:pt x="1214" y="12487"/>
                  </a:lnTo>
                  <a:lnTo>
                    <a:pt x="1708" y="13969"/>
                  </a:lnTo>
                  <a:lnTo>
                    <a:pt x="2292" y="15451"/>
                  </a:lnTo>
                  <a:lnTo>
                    <a:pt x="2965" y="16843"/>
                  </a:lnTo>
                  <a:lnTo>
                    <a:pt x="3729" y="18236"/>
                  </a:lnTo>
                  <a:lnTo>
                    <a:pt x="4582" y="19583"/>
                  </a:lnTo>
                  <a:lnTo>
                    <a:pt x="5480" y="20841"/>
                  </a:lnTo>
                  <a:lnTo>
                    <a:pt x="6469" y="22054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8400" y="24030"/>
                  </a:lnTo>
                  <a:lnTo>
                    <a:pt x="9298" y="24838"/>
                  </a:lnTo>
                  <a:lnTo>
                    <a:pt x="10241" y="25602"/>
                  </a:lnTo>
                  <a:lnTo>
                    <a:pt x="11230" y="2627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62"/>
            <p:cNvSpPr/>
            <p:nvPr/>
          </p:nvSpPr>
          <p:spPr>
            <a:xfrm>
              <a:off x="5672850" y="3234775"/>
              <a:ext cx="108925" cy="311050"/>
            </a:xfrm>
            <a:custGeom>
              <a:rect b="b" l="l" r="r" t="t"/>
              <a:pathLst>
                <a:path extrusionOk="0" fill="none" h="12442" w="4357">
                  <a:moveTo>
                    <a:pt x="4357" y="12352"/>
                  </a:moveTo>
                  <a:lnTo>
                    <a:pt x="4357" y="12352"/>
                  </a:lnTo>
                  <a:lnTo>
                    <a:pt x="4357" y="12397"/>
                  </a:lnTo>
                  <a:lnTo>
                    <a:pt x="4312" y="12442"/>
                  </a:lnTo>
                  <a:lnTo>
                    <a:pt x="4267" y="12442"/>
                  </a:lnTo>
                  <a:lnTo>
                    <a:pt x="4267" y="12442"/>
                  </a:lnTo>
                  <a:lnTo>
                    <a:pt x="3728" y="11813"/>
                  </a:lnTo>
                  <a:lnTo>
                    <a:pt x="3234" y="11139"/>
                  </a:lnTo>
                  <a:lnTo>
                    <a:pt x="2740" y="10466"/>
                  </a:lnTo>
                  <a:lnTo>
                    <a:pt x="2291" y="9792"/>
                  </a:lnTo>
                  <a:lnTo>
                    <a:pt x="1932" y="9028"/>
                  </a:lnTo>
                  <a:lnTo>
                    <a:pt x="1527" y="8310"/>
                  </a:lnTo>
                  <a:lnTo>
                    <a:pt x="1213" y="7546"/>
                  </a:lnTo>
                  <a:lnTo>
                    <a:pt x="943" y="6783"/>
                  </a:lnTo>
                  <a:lnTo>
                    <a:pt x="674" y="5974"/>
                  </a:lnTo>
                  <a:lnTo>
                    <a:pt x="449" y="5166"/>
                  </a:lnTo>
                  <a:lnTo>
                    <a:pt x="270" y="4357"/>
                  </a:lnTo>
                  <a:lnTo>
                    <a:pt x="135" y="3549"/>
                  </a:lnTo>
                  <a:lnTo>
                    <a:pt x="45" y="2695"/>
                  </a:lnTo>
                  <a:lnTo>
                    <a:pt x="0" y="1887"/>
                  </a:lnTo>
                  <a:lnTo>
                    <a:pt x="0" y="1078"/>
                  </a:lnTo>
                  <a:lnTo>
                    <a:pt x="0" y="225"/>
                  </a:lnTo>
                  <a:lnTo>
                    <a:pt x="0" y="225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45" y="0"/>
                  </a:lnTo>
                  <a:lnTo>
                    <a:pt x="90" y="180"/>
                  </a:lnTo>
                  <a:lnTo>
                    <a:pt x="90" y="180"/>
                  </a:lnTo>
                  <a:lnTo>
                    <a:pt x="135" y="270"/>
                  </a:lnTo>
                  <a:lnTo>
                    <a:pt x="135" y="270"/>
                  </a:lnTo>
                  <a:lnTo>
                    <a:pt x="90" y="1078"/>
                  </a:lnTo>
                  <a:lnTo>
                    <a:pt x="90" y="1887"/>
                  </a:lnTo>
                  <a:lnTo>
                    <a:pt x="135" y="2695"/>
                  </a:lnTo>
                  <a:lnTo>
                    <a:pt x="225" y="3504"/>
                  </a:lnTo>
                  <a:lnTo>
                    <a:pt x="360" y="4357"/>
                  </a:lnTo>
                  <a:lnTo>
                    <a:pt x="539" y="5166"/>
                  </a:lnTo>
                  <a:lnTo>
                    <a:pt x="764" y="5929"/>
                  </a:lnTo>
                  <a:lnTo>
                    <a:pt x="1033" y="6738"/>
                  </a:lnTo>
                  <a:lnTo>
                    <a:pt x="1303" y="7501"/>
                  </a:lnTo>
                  <a:lnTo>
                    <a:pt x="1617" y="8265"/>
                  </a:lnTo>
                  <a:lnTo>
                    <a:pt x="2021" y="8983"/>
                  </a:lnTo>
                  <a:lnTo>
                    <a:pt x="2381" y="9702"/>
                  </a:lnTo>
                  <a:lnTo>
                    <a:pt x="2830" y="10421"/>
                  </a:lnTo>
                  <a:lnTo>
                    <a:pt x="3324" y="11095"/>
                  </a:lnTo>
                  <a:lnTo>
                    <a:pt x="3818" y="11723"/>
                  </a:lnTo>
                  <a:lnTo>
                    <a:pt x="4357" y="1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62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495" y="46"/>
                  </a:moveTo>
                  <a:lnTo>
                    <a:pt x="495" y="46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85" y="91"/>
                  </a:lnTo>
                  <a:lnTo>
                    <a:pt x="91" y="3459"/>
                  </a:lnTo>
                  <a:lnTo>
                    <a:pt x="46" y="3504"/>
                  </a:lnTo>
                  <a:lnTo>
                    <a:pt x="46" y="3504"/>
                  </a:lnTo>
                  <a:lnTo>
                    <a:pt x="1" y="3459"/>
                  </a:lnTo>
                  <a:lnTo>
                    <a:pt x="495" y="4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62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1348" y="45"/>
                  </a:moveTo>
                  <a:lnTo>
                    <a:pt x="1348" y="45"/>
                  </a:lnTo>
                  <a:lnTo>
                    <a:pt x="1393" y="0"/>
                  </a:lnTo>
                  <a:lnTo>
                    <a:pt x="1438" y="0"/>
                  </a:lnTo>
                  <a:lnTo>
                    <a:pt x="1438" y="0"/>
                  </a:lnTo>
                  <a:lnTo>
                    <a:pt x="1483" y="90"/>
                  </a:lnTo>
                  <a:lnTo>
                    <a:pt x="135" y="9298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0" y="9298"/>
                  </a:lnTo>
                  <a:lnTo>
                    <a:pt x="1348" y="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62"/>
            <p:cNvSpPr/>
            <p:nvPr/>
          </p:nvSpPr>
          <p:spPr>
            <a:xfrm>
              <a:off x="5471850" y="2911375"/>
              <a:ext cx="453675" cy="982550"/>
            </a:xfrm>
            <a:custGeom>
              <a:rect b="b" l="l" r="r" t="t"/>
              <a:pathLst>
                <a:path extrusionOk="0" fill="none" h="39302" w="18147">
                  <a:moveTo>
                    <a:pt x="18146" y="39257"/>
                  </a:moveTo>
                  <a:lnTo>
                    <a:pt x="18056" y="39302"/>
                  </a:lnTo>
                  <a:lnTo>
                    <a:pt x="18056" y="39302"/>
                  </a:lnTo>
                  <a:lnTo>
                    <a:pt x="16799" y="38673"/>
                  </a:lnTo>
                  <a:lnTo>
                    <a:pt x="15586" y="37999"/>
                  </a:lnTo>
                  <a:lnTo>
                    <a:pt x="14373" y="37280"/>
                  </a:lnTo>
                  <a:lnTo>
                    <a:pt x="13205" y="36472"/>
                  </a:lnTo>
                  <a:lnTo>
                    <a:pt x="12083" y="35619"/>
                  </a:lnTo>
                  <a:lnTo>
                    <a:pt x="11005" y="34675"/>
                  </a:lnTo>
                  <a:lnTo>
                    <a:pt x="9972" y="33687"/>
                  </a:lnTo>
                  <a:lnTo>
                    <a:pt x="8938" y="32654"/>
                  </a:lnTo>
                  <a:lnTo>
                    <a:pt x="7995" y="31576"/>
                  </a:lnTo>
                  <a:lnTo>
                    <a:pt x="7097" y="30453"/>
                  </a:lnTo>
                  <a:lnTo>
                    <a:pt x="6199" y="29286"/>
                  </a:lnTo>
                  <a:lnTo>
                    <a:pt x="5390" y="28073"/>
                  </a:lnTo>
                  <a:lnTo>
                    <a:pt x="4627" y="26815"/>
                  </a:lnTo>
                  <a:lnTo>
                    <a:pt x="3908" y="25513"/>
                  </a:lnTo>
                  <a:lnTo>
                    <a:pt x="3279" y="24165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2201" y="21470"/>
                  </a:lnTo>
                  <a:lnTo>
                    <a:pt x="1752" y="20168"/>
                  </a:lnTo>
                  <a:lnTo>
                    <a:pt x="1348" y="18820"/>
                  </a:lnTo>
                  <a:lnTo>
                    <a:pt x="989" y="17473"/>
                  </a:lnTo>
                  <a:lnTo>
                    <a:pt x="719" y="16081"/>
                  </a:lnTo>
                  <a:lnTo>
                    <a:pt x="450" y="14688"/>
                  </a:lnTo>
                  <a:lnTo>
                    <a:pt x="270" y="13296"/>
                  </a:lnTo>
                  <a:lnTo>
                    <a:pt x="135" y="11859"/>
                  </a:lnTo>
                  <a:lnTo>
                    <a:pt x="45" y="10421"/>
                  </a:lnTo>
                  <a:lnTo>
                    <a:pt x="0" y="8984"/>
                  </a:lnTo>
                  <a:lnTo>
                    <a:pt x="0" y="7502"/>
                  </a:lnTo>
                  <a:lnTo>
                    <a:pt x="90" y="6020"/>
                  </a:lnTo>
                  <a:lnTo>
                    <a:pt x="180" y="4537"/>
                  </a:lnTo>
                  <a:lnTo>
                    <a:pt x="360" y="3055"/>
                  </a:lnTo>
                  <a:lnTo>
                    <a:pt x="584" y="1573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944" y="46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674" y="1573"/>
                  </a:lnTo>
                  <a:lnTo>
                    <a:pt x="450" y="3055"/>
                  </a:lnTo>
                  <a:lnTo>
                    <a:pt x="315" y="4537"/>
                  </a:lnTo>
                  <a:lnTo>
                    <a:pt x="180" y="6020"/>
                  </a:lnTo>
                  <a:lnTo>
                    <a:pt x="135" y="7502"/>
                  </a:lnTo>
                  <a:lnTo>
                    <a:pt x="90" y="8939"/>
                  </a:lnTo>
                  <a:lnTo>
                    <a:pt x="135" y="10421"/>
                  </a:lnTo>
                  <a:lnTo>
                    <a:pt x="225" y="11859"/>
                  </a:lnTo>
                  <a:lnTo>
                    <a:pt x="360" y="13251"/>
                  </a:lnTo>
                  <a:lnTo>
                    <a:pt x="584" y="14688"/>
                  </a:lnTo>
                  <a:lnTo>
                    <a:pt x="809" y="16081"/>
                  </a:lnTo>
                  <a:lnTo>
                    <a:pt x="1078" y="17428"/>
                  </a:lnTo>
                  <a:lnTo>
                    <a:pt x="1438" y="18775"/>
                  </a:lnTo>
                  <a:lnTo>
                    <a:pt x="1842" y="20123"/>
                  </a:lnTo>
                  <a:lnTo>
                    <a:pt x="2291" y="21425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3369" y="24120"/>
                  </a:lnTo>
                  <a:lnTo>
                    <a:pt x="3998" y="25423"/>
                  </a:lnTo>
                  <a:lnTo>
                    <a:pt x="4716" y="26725"/>
                  </a:lnTo>
                  <a:lnTo>
                    <a:pt x="5480" y="27983"/>
                  </a:lnTo>
                  <a:lnTo>
                    <a:pt x="6289" y="29241"/>
                  </a:lnTo>
                  <a:lnTo>
                    <a:pt x="7142" y="30408"/>
                  </a:lnTo>
                  <a:lnTo>
                    <a:pt x="8085" y="31531"/>
                  </a:lnTo>
                  <a:lnTo>
                    <a:pt x="9028" y="32609"/>
                  </a:lnTo>
                  <a:lnTo>
                    <a:pt x="10016" y="33642"/>
                  </a:lnTo>
                  <a:lnTo>
                    <a:pt x="11094" y="34586"/>
                  </a:lnTo>
                  <a:lnTo>
                    <a:pt x="12172" y="35529"/>
                  </a:lnTo>
                  <a:lnTo>
                    <a:pt x="13295" y="36382"/>
                  </a:lnTo>
                  <a:lnTo>
                    <a:pt x="14418" y="37191"/>
                  </a:lnTo>
                  <a:lnTo>
                    <a:pt x="15631" y="37909"/>
                  </a:lnTo>
                  <a:lnTo>
                    <a:pt x="16844" y="38583"/>
                  </a:lnTo>
                  <a:lnTo>
                    <a:pt x="18101" y="39212"/>
                  </a:lnTo>
                  <a:lnTo>
                    <a:pt x="18101" y="39212"/>
                  </a:lnTo>
                  <a:lnTo>
                    <a:pt x="18146" y="39212"/>
                  </a:lnTo>
                  <a:lnTo>
                    <a:pt x="18146" y="3925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62"/>
            <p:cNvSpPr/>
            <p:nvPr/>
          </p:nvSpPr>
          <p:spPr>
            <a:xfrm>
              <a:off x="6228675" y="2215200"/>
              <a:ext cx="2250" cy="204400"/>
            </a:xfrm>
            <a:custGeom>
              <a:rect b="b" l="l" r="r" t="t"/>
              <a:pathLst>
                <a:path extrusionOk="0" fill="none" h="8176" w="90">
                  <a:moveTo>
                    <a:pt x="90" y="8130"/>
                  </a:moveTo>
                  <a:lnTo>
                    <a:pt x="90" y="8130"/>
                  </a:lnTo>
                  <a:lnTo>
                    <a:pt x="90" y="8175"/>
                  </a:lnTo>
                  <a:lnTo>
                    <a:pt x="45" y="8175"/>
                  </a:lnTo>
                  <a:lnTo>
                    <a:pt x="45" y="8175"/>
                  </a:lnTo>
                  <a:lnTo>
                    <a:pt x="0" y="8175"/>
                  </a:lnTo>
                  <a:lnTo>
                    <a:pt x="0" y="8130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1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90" y="1"/>
                  </a:lnTo>
                  <a:lnTo>
                    <a:pt x="90" y="45"/>
                  </a:lnTo>
                  <a:lnTo>
                    <a:pt x="90" y="813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62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1" y="0"/>
                  </a:moveTo>
                  <a:lnTo>
                    <a:pt x="46" y="0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495" y="1527"/>
                  </a:lnTo>
                  <a:lnTo>
                    <a:pt x="899" y="3009"/>
                  </a:lnTo>
                  <a:lnTo>
                    <a:pt x="1258" y="4536"/>
                  </a:lnTo>
                  <a:lnTo>
                    <a:pt x="1573" y="6064"/>
                  </a:lnTo>
                  <a:lnTo>
                    <a:pt x="1842" y="7591"/>
                  </a:lnTo>
                  <a:lnTo>
                    <a:pt x="2112" y="9118"/>
                  </a:lnTo>
                  <a:lnTo>
                    <a:pt x="2336" y="10645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516" y="12217"/>
                  </a:lnTo>
                  <a:lnTo>
                    <a:pt x="2471" y="12262"/>
                  </a:lnTo>
                  <a:lnTo>
                    <a:pt x="2471" y="12262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246" y="10645"/>
                  </a:lnTo>
                  <a:lnTo>
                    <a:pt x="2022" y="9118"/>
                  </a:lnTo>
                  <a:lnTo>
                    <a:pt x="1752" y="7591"/>
                  </a:lnTo>
                  <a:lnTo>
                    <a:pt x="1483" y="6064"/>
                  </a:lnTo>
                  <a:lnTo>
                    <a:pt x="1124" y="4536"/>
                  </a:lnTo>
                  <a:lnTo>
                    <a:pt x="809" y="3054"/>
                  </a:lnTo>
                  <a:lnTo>
                    <a:pt x="405" y="1527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62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180" y="10151"/>
                  </a:moveTo>
                  <a:lnTo>
                    <a:pt x="1" y="9971"/>
                  </a:lnTo>
                  <a:lnTo>
                    <a:pt x="1" y="9882"/>
                  </a:lnTo>
                  <a:lnTo>
                    <a:pt x="1" y="9882"/>
                  </a:lnTo>
                  <a:lnTo>
                    <a:pt x="584" y="9477"/>
                  </a:lnTo>
                  <a:lnTo>
                    <a:pt x="1123" y="8983"/>
                  </a:lnTo>
                  <a:lnTo>
                    <a:pt x="1618" y="8489"/>
                  </a:lnTo>
                  <a:lnTo>
                    <a:pt x="2112" y="7950"/>
                  </a:lnTo>
                  <a:lnTo>
                    <a:pt x="2561" y="7411"/>
                  </a:lnTo>
                  <a:lnTo>
                    <a:pt x="2965" y="6827"/>
                  </a:lnTo>
                  <a:lnTo>
                    <a:pt x="3369" y="6199"/>
                  </a:lnTo>
                  <a:lnTo>
                    <a:pt x="3729" y="5570"/>
                  </a:lnTo>
                  <a:lnTo>
                    <a:pt x="4043" y="4941"/>
                  </a:lnTo>
                  <a:lnTo>
                    <a:pt x="4312" y="4267"/>
                  </a:lnTo>
                  <a:lnTo>
                    <a:pt x="4537" y="3593"/>
                  </a:lnTo>
                  <a:lnTo>
                    <a:pt x="4762" y="2875"/>
                  </a:lnTo>
                  <a:lnTo>
                    <a:pt x="4896" y="2201"/>
                  </a:lnTo>
                  <a:lnTo>
                    <a:pt x="5031" y="1482"/>
                  </a:lnTo>
                  <a:lnTo>
                    <a:pt x="5121" y="764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211" y="0"/>
                  </a:lnTo>
                  <a:lnTo>
                    <a:pt x="5211" y="0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764"/>
                  </a:lnTo>
                  <a:lnTo>
                    <a:pt x="5121" y="1482"/>
                  </a:lnTo>
                  <a:lnTo>
                    <a:pt x="5031" y="2201"/>
                  </a:lnTo>
                  <a:lnTo>
                    <a:pt x="4851" y="2920"/>
                  </a:lnTo>
                  <a:lnTo>
                    <a:pt x="4672" y="3593"/>
                  </a:lnTo>
                  <a:lnTo>
                    <a:pt x="4402" y="4312"/>
                  </a:lnTo>
                  <a:lnTo>
                    <a:pt x="4133" y="4941"/>
                  </a:lnTo>
                  <a:lnTo>
                    <a:pt x="3818" y="5615"/>
                  </a:lnTo>
                  <a:lnTo>
                    <a:pt x="3459" y="6243"/>
                  </a:lnTo>
                  <a:lnTo>
                    <a:pt x="3055" y="6872"/>
                  </a:lnTo>
                  <a:lnTo>
                    <a:pt x="2651" y="7456"/>
                  </a:lnTo>
                  <a:lnTo>
                    <a:pt x="2201" y="7995"/>
                  </a:lnTo>
                  <a:lnTo>
                    <a:pt x="1707" y="8534"/>
                  </a:lnTo>
                  <a:lnTo>
                    <a:pt x="1168" y="9073"/>
                  </a:lnTo>
                  <a:lnTo>
                    <a:pt x="629" y="9522"/>
                  </a:lnTo>
                  <a:lnTo>
                    <a:pt x="45" y="9971"/>
                  </a:lnTo>
                  <a:lnTo>
                    <a:pt x="180" y="101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62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46" y="225"/>
                  </a:moveTo>
                  <a:lnTo>
                    <a:pt x="46" y="0"/>
                  </a:lnTo>
                  <a:lnTo>
                    <a:pt x="46" y="225"/>
                  </a:lnTo>
                  <a:lnTo>
                    <a:pt x="91" y="270"/>
                  </a:lnTo>
                  <a:lnTo>
                    <a:pt x="764" y="3638"/>
                  </a:lnTo>
                  <a:lnTo>
                    <a:pt x="764" y="3638"/>
                  </a:lnTo>
                  <a:lnTo>
                    <a:pt x="719" y="3728"/>
                  </a:lnTo>
                  <a:lnTo>
                    <a:pt x="675" y="3908"/>
                  </a:lnTo>
                  <a:lnTo>
                    <a:pt x="630" y="3683"/>
                  </a:lnTo>
                  <a:lnTo>
                    <a:pt x="1" y="270"/>
                  </a:lnTo>
                  <a:lnTo>
                    <a:pt x="46" y="22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62"/>
            <p:cNvSpPr/>
            <p:nvPr/>
          </p:nvSpPr>
          <p:spPr>
            <a:xfrm>
              <a:off x="6366775" y="2259000"/>
              <a:ext cx="2275" cy="43800"/>
            </a:xfrm>
            <a:custGeom>
              <a:rect b="b" l="l" r="r" t="t"/>
              <a:pathLst>
                <a:path extrusionOk="0" fill="none" h="1752" w="91">
                  <a:moveTo>
                    <a:pt x="1" y="45"/>
                  </a:moveTo>
                  <a:lnTo>
                    <a:pt x="1" y="45"/>
                  </a:lnTo>
                  <a:lnTo>
                    <a:pt x="1" y="45"/>
                  </a:lnTo>
                  <a:lnTo>
                    <a:pt x="46" y="0"/>
                  </a:lnTo>
                  <a:lnTo>
                    <a:pt x="46" y="0"/>
                  </a:lnTo>
                  <a:lnTo>
                    <a:pt x="91" y="45"/>
                  </a:lnTo>
                  <a:lnTo>
                    <a:pt x="91" y="45"/>
                  </a:lnTo>
                  <a:lnTo>
                    <a:pt x="91" y="1707"/>
                  </a:lnTo>
                  <a:lnTo>
                    <a:pt x="91" y="1707"/>
                  </a:lnTo>
                  <a:lnTo>
                    <a:pt x="91" y="1707"/>
                  </a:lnTo>
                  <a:lnTo>
                    <a:pt x="46" y="1752"/>
                  </a:lnTo>
                  <a:lnTo>
                    <a:pt x="46" y="1752"/>
                  </a:lnTo>
                  <a:lnTo>
                    <a:pt x="1" y="1707"/>
                  </a:lnTo>
                  <a:lnTo>
                    <a:pt x="1" y="1707"/>
                  </a:lnTo>
                  <a:lnTo>
                    <a:pt x="1" y="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62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46" y="22009"/>
                  </a:moveTo>
                  <a:lnTo>
                    <a:pt x="1" y="22009"/>
                  </a:lnTo>
                  <a:lnTo>
                    <a:pt x="1" y="21920"/>
                  </a:lnTo>
                  <a:lnTo>
                    <a:pt x="1" y="21920"/>
                  </a:lnTo>
                  <a:lnTo>
                    <a:pt x="1393" y="21021"/>
                  </a:lnTo>
                  <a:lnTo>
                    <a:pt x="2696" y="20033"/>
                  </a:lnTo>
                  <a:lnTo>
                    <a:pt x="3998" y="18955"/>
                  </a:lnTo>
                  <a:lnTo>
                    <a:pt x="5166" y="17787"/>
                  </a:lnTo>
                  <a:lnTo>
                    <a:pt x="6289" y="16575"/>
                  </a:lnTo>
                  <a:lnTo>
                    <a:pt x="7322" y="15317"/>
                  </a:lnTo>
                  <a:lnTo>
                    <a:pt x="8310" y="13970"/>
                  </a:lnTo>
                  <a:lnTo>
                    <a:pt x="9209" y="12577"/>
                  </a:lnTo>
                  <a:lnTo>
                    <a:pt x="10017" y="11140"/>
                  </a:lnTo>
                  <a:lnTo>
                    <a:pt x="10736" y="9613"/>
                  </a:lnTo>
                  <a:lnTo>
                    <a:pt x="11365" y="8086"/>
                  </a:lnTo>
                  <a:lnTo>
                    <a:pt x="11904" y="6559"/>
                  </a:lnTo>
                  <a:lnTo>
                    <a:pt x="12353" y="4942"/>
                  </a:lnTo>
                  <a:lnTo>
                    <a:pt x="12667" y="3325"/>
                  </a:lnTo>
                  <a:lnTo>
                    <a:pt x="12937" y="1708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3116" y="1"/>
                  </a:lnTo>
                  <a:lnTo>
                    <a:pt x="13116" y="1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026" y="1708"/>
                  </a:lnTo>
                  <a:lnTo>
                    <a:pt x="12802" y="3325"/>
                  </a:lnTo>
                  <a:lnTo>
                    <a:pt x="12442" y="4987"/>
                  </a:lnTo>
                  <a:lnTo>
                    <a:pt x="11993" y="6559"/>
                  </a:lnTo>
                  <a:lnTo>
                    <a:pt x="11454" y="8131"/>
                  </a:lnTo>
                  <a:lnTo>
                    <a:pt x="10826" y="9658"/>
                  </a:lnTo>
                  <a:lnTo>
                    <a:pt x="10107" y="11185"/>
                  </a:lnTo>
                  <a:lnTo>
                    <a:pt x="9298" y="12622"/>
                  </a:lnTo>
                  <a:lnTo>
                    <a:pt x="8400" y="14014"/>
                  </a:lnTo>
                  <a:lnTo>
                    <a:pt x="7412" y="15362"/>
                  </a:lnTo>
                  <a:lnTo>
                    <a:pt x="6379" y="16664"/>
                  </a:lnTo>
                  <a:lnTo>
                    <a:pt x="5256" y="17877"/>
                  </a:lnTo>
                  <a:lnTo>
                    <a:pt x="4043" y="19045"/>
                  </a:lnTo>
                  <a:lnTo>
                    <a:pt x="2786" y="20123"/>
                  </a:lnTo>
                  <a:lnTo>
                    <a:pt x="1438" y="21111"/>
                  </a:lnTo>
                  <a:lnTo>
                    <a:pt x="46" y="220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62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3728" y="25916"/>
                  </a:moveTo>
                  <a:lnTo>
                    <a:pt x="3728" y="25916"/>
                  </a:lnTo>
                  <a:lnTo>
                    <a:pt x="3728" y="25871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549" y="22637"/>
                  </a:lnTo>
                  <a:lnTo>
                    <a:pt x="3279" y="19403"/>
                  </a:lnTo>
                  <a:lnTo>
                    <a:pt x="2965" y="16170"/>
                  </a:lnTo>
                  <a:lnTo>
                    <a:pt x="2515" y="12981"/>
                  </a:lnTo>
                  <a:lnTo>
                    <a:pt x="2021" y="9747"/>
                  </a:lnTo>
                  <a:lnTo>
                    <a:pt x="1438" y="6603"/>
                  </a:lnTo>
                  <a:lnTo>
                    <a:pt x="764" y="3414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25"/>
                  </a:lnTo>
                  <a:lnTo>
                    <a:pt x="45" y="225"/>
                  </a:lnTo>
                  <a:lnTo>
                    <a:pt x="45" y="0"/>
                  </a:lnTo>
                  <a:lnTo>
                    <a:pt x="45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854" y="3414"/>
                  </a:lnTo>
                  <a:lnTo>
                    <a:pt x="1527" y="6558"/>
                  </a:lnTo>
                  <a:lnTo>
                    <a:pt x="2111" y="9747"/>
                  </a:lnTo>
                  <a:lnTo>
                    <a:pt x="2605" y="12936"/>
                  </a:lnTo>
                  <a:lnTo>
                    <a:pt x="3054" y="16170"/>
                  </a:lnTo>
                  <a:lnTo>
                    <a:pt x="3369" y="19403"/>
                  </a:lnTo>
                  <a:lnTo>
                    <a:pt x="3638" y="22592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773" y="25871"/>
                  </a:lnTo>
                  <a:lnTo>
                    <a:pt x="3728" y="259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62"/>
            <p:cNvSpPr/>
            <p:nvPr/>
          </p:nvSpPr>
          <p:spPr>
            <a:xfrm>
              <a:off x="5471850" y="2125375"/>
              <a:ext cx="430075" cy="1756200"/>
            </a:xfrm>
            <a:custGeom>
              <a:rect b="b" l="l" r="r" t="t"/>
              <a:pathLst>
                <a:path extrusionOk="0" h="70248" w="17203">
                  <a:moveTo>
                    <a:pt x="7636" y="809"/>
                  </a:moveTo>
                  <a:lnTo>
                    <a:pt x="7591" y="854"/>
                  </a:lnTo>
                  <a:lnTo>
                    <a:pt x="7097" y="4267"/>
                  </a:lnTo>
                  <a:lnTo>
                    <a:pt x="7142" y="4312"/>
                  </a:lnTo>
                  <a:lnTo>
                    <a:pt x="7187" y="4267"/>
                  </a:lnTo>
                  <a:lnTo>
                    <a:pt x="7681" y="899"/>
                  </a:lnTo>
                  <a:lnTo>
                    <a:pt x="7636" y="809"/>
                  </a:lnTo>
                  <a:close/>
                  <a:moveTo>
                    <a:pt x="4537" y="0"/>
                  </a:moveTo>
                  <a:lnTo>
                    <a:pt x="4492" y="45"/>
                  </a:lnTo>
                  <a:lnTo>
                    <a:pt x="3144" y="9298"/>
                  </a:lnTo>
                  <a:lnTo>
                    <a:pt x="3189" y="9343"/>
                  </a:lnTo>
                  <a:lnTo>
                    <a:pt x="3279" y="9298"/>
                  </a:lnTo>
                  <a:lnTo>
                    <a:pt x="4627" y="90"/>
                  </a:lnTo>
                  <a:lnTo>
                    <a:pt x="4582" y="0"/>
                  </a:lnTo>
                  <a:close/>
                  <a:moveTo>
                    <a:pt x="4492" y="38133"/>
                  </a:moveTo>
                  <a:lnTo>
                    <a:pt x="4492" y="38178"/>
                  </a:lnTo>
                  <a:lnTo>
                    <a:pt x="4357" y="38942"/>
                  </a:lnTo>
                  <a:lnTo>
                    <a:pt x="4222" y="39750"/>
                  </a:lnTo>
                  <a:lnTo>
                    <a:pt x="4043" y="41322"/>
                  </a:lnTo>
                  <a:lnTo>
                    <a:pt x="3998" y="42939"/>
                  </a:lnTo>
                  <a:lnTo>
                    <a:pt x="3998" y="44511"/>
                  </a:lnTo>
                  <a:lnTo>
                    <a:pt x="4177" y="46128"/>
                  </a:lnTo>
                  <a:lnTo>
                    <a:pt x="4402" y="47700"/>
                  </a:lnTo>
                  <a:lnTo>
                    <a:pt x="4716" y="49272"/>
                  </a:lnTo>
                  <a:lnTo>
                    <a:pt x="5166" y="50799"/>
                  </a:lnTo>
                  <a:lnTo>
                    <a:pt x="5660" y="52326"/>
                  </a:lnTo>
                  <a:lnTo>
                    <a:pt x="6289" y="53809"/>
                  </a:lnTo>
                  <a:lnTo>
                    <a:pt x="6962" y="55246"/>
                  </a:lnTo>
                  <a:lnTo>
                    <a:pt x="7771" y="56638"/>
                  </a:lnTo>
                  <a:lnTo>
                    <a:pt x="8624" y="57941"/>
                  </a:lnTo>
                  <a:lnTo>
                    <a:pt x="9567" y="59243"/>
                  </a:lnTo>
                  <a:lnTo>
                    <a:pt x="10600" y="60456"/>
                  </a:lnTo>
                  <a:lnTo>
                    <a:pt x="11678" y="61624"/>
                  </a:lnTo>
                  <a:lnTo>
                    <a:pt x="11544" y="61354"/>
                  </a:lnTo>
                  <a:lnTo>
                    <a:pt x="10466" y="60187"/>
                  </a:lnTo>
                  <a:lnTo>
                    <a:pt x="9477" y="58974"/>
                  </a:lnTo>
                  <a:lnTo>
                    <a:pt x="8579" y="57716"/>
                  </a:lnTo>
                  <a:lnTo>
                    <a:pt x="7726" y="56369"/>
                  </a:lnTo>
                  <a:lnTo>
                    <a:pt x="6962" y="54976"/>
                  </a:lnTo>
                  <a:lnTo>
                    <a:pt x="6289" y="53584"/>
                  </a:lnTo>
                  <a:lnTo>
                    <a:pt x="5705" y="52102"/>
                  </a:lnTo>
                  <a:lnTo>
                    <a:pt x="5211" y="50620"/>
                  </a:lnTo>
                  <a:lnTo>
                    <a:pt x="4806" y="49093"/>
                  </a:lnTo>
                  <a:lnTo>
                    <a:pt x="4492" y="47565"/>
                  </a:lnTo>
                  <a:lnTo>
                    <a:pt x="4267" y="45993"/>
                  </a:lnTo>
                  <a:lnTo>
                    <a:pt x="4133" y="44466"/>
                  </a:lnTo>
                  <a:lnTo>
                    <a:pt x="4088" y="42894"/>
                  </a:lnTo>
                  <a:lnTo>
                    <a:pt x="4133" y="41322"/>
                  </a:lnTo>
                  <a:lnTo>
                    <a:pt x="4312" y="39750"/>
                  </a:lnTo>
                  <a:lnTo>
                    <a:pt x="4582" y="38178"/>
                  </a:lnTo>
                  <a:lnTo>
                    <a:pt x="4582" y="38133"/>
                  </a:lnTo>
                  <a:close/>
                  <a:moveTo>
                    <a:pt x="899" y="31441"/>
                  </a:moveTo>
                  <a:lnTo>
                    <a:pt x="854" y="31486"/>
                  </a:lnTo>
                  <a:lnTo>
                    <a:pt x="584" y="33013"/>
                  </a:lnTo>
                  <a:lnTo>
                    <a:pt x="360" y="34495"/>
                  </a:lnTo>
                  <a:lnTo>
                    <a:pt x="180" y="35977"/>
                  </a:lnTo>
                  <a:lnTo>
                    <a:pt x="90" y="37460"/>
                  </a:lnTo>
                  <a:lnTo>
                    <a:pt x="0" y="38942"/>
                  </a:lnTo>
                  <a:lnTo>
                    <a:pt x="0" y="40424"/>
                  </a:lnTo>
                  <a:lnTo>
                    <a:pt x="45" y="41861"/>
                  </a:lnTo>
                  <a:lnTo>
                    <a:pt x="135" y="43299"/>
                  </a:lnTo>
                  <a:lnTo>
                    <a:pt x="270" y="44736"/>
                  </a:lnTo>
                  <a:lnTo>
                    <a:pt x="450" y="46128"/>
                  </a:lnTo>
                  <a:lnTo>
                    <a:pt x="719" y="47521"/>
                  </a:lnTo>
                  <a:lnTo>
                    <a:pt x="989" y="48913"/>
                  </a:lnTo>
                  <a:lnTo>
                    <a:pt x="1348" y="50260"/>
                  </a:lnTo>
                  <a:lnTo>
                    <a:pt x="1752" y="51608"/>
                  </a:lnTo>
                  <a:lnTo>
                    <a:pt x="2201" y="52910"/>
                  </a:lnTo>
                  <a:lnTo>
                    <a:pt x="2695" y="54213"/>
                  </a:lnTo>
                  <a:lnTo>
                    <a:pt x="3234" y="55515"/>
                  </a:lnTo>
                  <a:lnTo>
                    <a:pt x="3863" y="56818"/>
                  </a:lnTo>
                  <a:lnTo>
                    <a:pt x="4537" y="58031"/>
                  </a:lnTo>
                  <a:lnTo>
                    <a:pt x="5255" y="59243"/>
                  </a:lnTo>
                  <a:lnTo>
                    <a:pt x="6019" y="60411"/>
                  </a:lnTo>
                  <a:lnTo>
                    <a:pt x="6827" y="61534"/>
                  </a:lnTo>
                  <a:lnTo>
                    <a:pt x="7681" y="62612"/>
                  </a:lnTo>
                  <a:lnTo>
                    <a:pt x="8534" y="63690"/>
                  </a:lnTo>
                  <a:lnTo>
                    <a:pt x="9477" y="64678"/>
                  </a:lnTo>
                  <a:lnTo>
                    <a:pt x="10466" y="65621"/>
                  </a:lnTo>
                  <a:lnTo>
                    <a:pt x="11499" y="66520"/>
                  </a:lnTo>
                  <a:lnTo>
                    <a:pt x="12532" y="67373"/>
                  </a:lnTo>
                  <a:lnTo>
                    <a:pt x="13610" y="68181"/>
                  </a:lnTo>
                  <a:lnTo>
                    <a:pt x="14733" y="68900"/>
                  </a:lnTo>
                  <a:lnTo>
                    <a:pt x="15855" y="69619"/>
                  </a:lnTo>
                  <a:lnTo>
                    <a:pt x="17023" y="70248"/>
                  </a:lnTo>
                  <a:lnTo>
                    <a:pt x="17203" y="70203"/>
                  </a:lnTo>
                  <a:lnTo>
                    <a:pt x="16035" y="69619"/>
                  </a:lnTo>
                  <a:lnTo>
                    <a:pt x="14912" y="68900"/>
                  </a:lnTo>
                  <a:lnTo>
                    <a:pt x="13789" y="68181"/>
                  </a:lnTo>
                  <a:lnTo>
                    <a:pt x="12666" y="67373"/>
                  </a:lnTo>
                  <a:lnTo>
                    <a:pt x="11633" y="66520"/>
                  </a:lnTo>
                  <a:lnTo>
                    <a:pt x="10600" y="65621"/>
                  </a:lnTo>
                  <a:lnTo>
                    <a:pt x="9612" y="64678"/>
                  </a:lnTo>
                  <a:lnTo>
                    <a:pt x="8669" y="63690"/>
                  </a:lnTo>
                  <a:lnTo>
                    <a:pt x="7771" y="62612"/>
                  </a:lnTo>
                  <a:lnTo>
                    <a:pt x="6917" y="61534"/>
                  </a:lnTo>
                  <a:lnTo>
                    <a:pt x="6109" y="60411"/>
                  </a:lnTo>
                  <a:lnTo>
                    <a:pt x="5345" y="59243"/>
                  </a:lnTo>
                  <a:lnTo>
                    <a:pt x="4627" y="58031"/>
                  </a:lnTo>
                  <a:lnTo>
                    <a:pt x="3953" y="56773"/>
                  </a:lnTo>
                  <a:lnTo>
                    <a:pt x="3324" y="55471"/>
                  </a:lnTo>
                  <a:lnTo>
                    <a:pt x="2785" y="54168"/>
                  </a:lnTo>
                  <a:lnTo>
                    <a:pt x="2291" y="52865"/>
                  </a:lnTo>
                  <a:lnTo>
                    <a:pt x="1842" y="51563"/>
                  </a:lnTo>
                  <a:lnTo>
                    <a:pt x="1438" y="50215"/>
                  </a:lnTo>
                  <a:lnTo>
                    <a:pt x="1078" y="48868"/>
                  </a:lnTo>
                  <a:lnTo>
                    <a:pt x="809" y="47521"/>
                  </a:lnTo>
                  <a:lnTo>
                    <a:pt x="584" y="46128"/>
                  </a:lnTo>
                  <a:lnTo>
                    <a:pt x="360" y="44691"/>
                  </a:lnTo>
                  <a:lnTo>
                    <a:pt x="225" y="43299"/>
                  </a:lnTo>
                  <a:lnTo>
                    <a:pt x="135" y="41861"/>
                  </a:lnTo>
                  <a:lnTo>
                    <a:pt x="90" y="40379"/>
                  </a:lnTo>
                  <a:lnTo>
                    <a:pt x="135" y="38942"/>
                  </a:lnTo>
                  <a:lnTo>
                    <a:pt x="180" y="37460"/>
                  </a:lnTo>
                  <a:lnTo>
                    <a:pt x="315" y="35977"/>
                  </a:lnTo>
                  <a:lnTo>
                    <a:pt x="450" y="34495"/>
                  </a:lnTo>
                  <a:lnTo>
                    <a:pt x="674" y="33013"/>
                  </a:lnTo>
                  <a:lnTo>
                    <a:pt x="944" y="31531"/>
                  </a:lnTo>
                  <a:lnTo>
                    <a:pt x="944" y="31486"/>
                  </a:lnTo>
                  <a:lnTo>
                    <a:pt x="899" y="31441"/>
                  </a:lnTo>
                  <a:close/>
                </a:path>
              </a:pathLst>
            </a:custGeom>
            <a:solidFill>
              <a:srgbClr val="D3D0C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62"/>
            <p:cNvSpPr/>
            <p:nvPr/>
          </p:nvSpPr>
          <p:spPr>
            <a:xfrm>
              <a:off x="5571775" y="3078700"/>
              <a:ext cx="192050" cy="587275"/>
            </a:xfrm>
            <a:custGeom>
              <a:rect b="b" l="l" r="r" t="t"/>
              <a:pathLst>
                <a:path extrusionOk="0" fill="none" h="23491" w="7682">
                  <a:moveTo>
                    <a:pt x="540" y="0"/>
                  </a:moveTo>
                  <a:lnTo>
                    <a:pt x="540" y="0"/>
                  </a:lnTo>
                  <a:lnTo>
                    <a:pt x="540" y="0"/>
                  </a:lnTo>
                  <a:lnTo>
                    <a:pt x="495" y="0"/>
                  </a:lnTo>
                  <a:lnTo>
                    <a:pt x="495" y="45"/>
                  </a:lnTo>
                  <a:lnTo>
                    <a:pt x="495" y="45"/>
                  </a:lnTo>
                  <a:lnTo>
                    <a:pt x="360" y="809"/>
                  </a:lnTo>
                  <a:lnTo>
                    <a:pt x="225" y="1617"/>
                  </a:lnTo>
                  <a:lnTo>
                    <a:pt x="46" y="3189"/>
                  </a:lnTo>
                  <a:lnTo>
                    <a:pt x="1" y="4806"/>
                  </a:lnTo>
                  <a:lnTo>
                    <a:pt x="1" y="6378"/>
                  </a:lnTo>
                  <a:lnTo>
                    <a:pt x="180" y="7995"/>
                  </a:lnTo>
                  <a:lnTo>
                    <a:pt x="405" y="9567"/>
                  </a:lnTo>
                  <a:lnTo>
                    <a:pt x="719" y="11139"/>
                  </a:lnTo>
                  <a:lnTo>
                    <a:pt x="1169" y="12666"/>
                  </a:lnTo>
                  <a:lnTo>
                    <a:pt x="1663" y="14193"/>
                  </a:lnTo>
                  <a:lnTo>
                    <a:pt x="2292" y="15676"/>
                  </a:lnTo>
                  <a:lnTo>
                    <a:pt x="2965" y="17113"/>
                  </a:lnTo>
                  <a:lnTo>
                    <a:pt x="3774" y="18505"/>
                  </a:lnTo>
                  <a:lnTo>
                    <a:pt x="4627" y="19808"/>
                  </a:lnTo>
                  <a:lnTo>
                    <a:pt x="5570" y="21110"/>
                  </a:lnTo>
                  <a:lnTo>
                    <a:pt x="6603" y="22323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681" y="23491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7547" y="23221"/>
                  </a:lnTo>
                  <a:lnTo>
                    <a:pt x="6469" y="22054"/>
                  </a:lnTo>
                  <a:lnTo>
                    <a:pt x="5480" y="20841"/>
                  </a:lnTo>
                  <a:lnTo>
                    <a:pt x="4582" y="19583"/>
                  </a:lnTo>
                  <a:lnTo>
                    <a:pt x="3729" y="18236"/>
                  </a:lnTo>
                  <a:lnTo>
                    <a:pt x="2965" y="16843"/>
                  </a:lnTo>
                  <a:lnTo>
                    <a:pt x="2292" y="15451"/>
                  </a:lnTo>
                  <a:lnTo>
                    <a:pt x="1708" y="13969"/>
                  </a:lnTo>
                  <a:lnTo>
                    <a:pt x="1214" y="12487"/>
                  </a:lnTo>
                  <a:lnTo>
                    <a:pt x="809" y="10960"/>
                  </a:lnTo>
                  <a:lnTo>
                    <a:pt x="495" y="9432"/>
                  </a:lnTo>
                  <a:lnTo>
                    <a:pt x="270" y="7860"/>
                  </a:lnTo>
                  <a:lnTo>
                    <a:pt x="136" y="6333"/>
                  </a:lnTo>
                  <a:lnTo>
                    <a:pt x="91" y="4761"/>
                  </a:lnTo>
                  <a:lnTo>
                    <a:pt x="136" y="3189"/>
                  </a:lnTo>
                  <a:lnTo>
                    <a:pt x="315" y="1617"/>
                  </a:lnTo>
                  <a:lnTo>
                    <a:pt x="585" y="45"/>
                  </a:lnTo>
                  <a:lnTo>
                    <a:pt x="585" y="45"/>
                  </a:lnTo>
                  <a:lnTo>
                    <a:pt x="585" y="0"/>
                  </a:lnTo>
                  <a:lnTo>
                    <a:pt x="54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62"/>
            <p:cNvSpPr/>
            <p:nvPr/>
          </p:nvSpPr>
          <p:spPr>
            <a:xfrm>
              <a:off x="5471850" y="2911375"/>
              <a:ext cx="430075" cy="970200"/>
            </a:xfrm>
            <a:custGeom>
              <a:rect b="b" l="l" r="r" t="t"/>
              <a:pathLst>
                <a:path extrusionOk="0" fill="none" h="38808" w="17203">
                  <a:moveTo>
                    <a:pt x="899" y="1"/>
                  </a:moveTo>
                  <a:lnTo>
                    <a:pt x="899" y="1"/>
                  </a:lnTo>
                  <a:lnTo>
                    <a:pt x="899" y="1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584" y="1573"/>
                  </a:lnTo>
                  <a:lnTo>
                    <a:pt x="360" y="3055"/>
                  </a:lnTo>
                  <a:lnTo>
                    <a:pt x="180" y="4537"/>
                  </a:lnTo>
                  <a:lnTo>
                    <a:pt x="90" y="6020"/>
                  </a:lnTo>
                  <a:lnTo>
                    <a:pt x="0" y="7502"/>
                  </a:lnTo>
                  <a:lnTo>
                    <a:pt x="0" y="8984"/>
                  </a:lnTo>
                  <a:lnTo>
                    <a:pt x="45" y="10421"/>
                  </a:lnTo>
                  <a:lnTo>
                    <a:pt x="135" y="11859"/>
                  </a:lnTo>
                  <a:lnTo>
                    <a:pt x="270" y="13296"/>
                  </a:lnTo>
                  <a:lnTo>
                    <a:pt x="450" y="14688"/>
                  </a:lnTo>
                  <a:lnTo>
                    <a:pt x="719" y="16081"/>
                  </a:lnTo>
                  <a:lnTo>
                    <a:pt x="989" y="17473"/>
                  </a:lnTo>
                  <a:lnTo>
                    <a:pt x="1348" y="18820"/>
                  </a:lnTo>
                  <a:lnTo>
                    <a:pt x="1752" y="20168"/>
                  </a:lnTo>
                  <a:lnTo>
                    <a:pt x="2201" y="21470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3234" y="24075"/>
                  </a:lnTo>
                  <a:lnTo>
                    <a:pt x="3863" y="25378"/>
                  </a:lnTo>
                  <a:lnTo>
                    <a:pt x="4537" y="26591"/>
                  </a:lnTo>
                  <a:lnTo>
                    <a:pt x="5255" y="27803"/>
                  </a:lnTo>
                  <a:lnTo>
                    <a:pt x="6019" y="28971"/>
                  </a:lnTo>
                  <a:lnTo>
                    <a:pt x="6827" y="30094"/>
                  </a:lnTo>
                  <a:lnTo>
                    <a:pt x="7681" y="31172"/>
                  </a:lnTo>
                  <a:lnTo>
                    <a:pt x="8534" y="32250"/>
                  </a:lnTo>
                  <a:lnTo>
                    <a:pt x="9477" y="33238"/>
                  </a:lnTo>
                  <a:lnTo>
                    <a:pt x="10466" y="34181"/>
                  </a:lnTo>
                  <a:lnTo>
                    <a:pt x="11499" y="35080"/>
                  </a:lnTo>
                  <a:lnTo>
                    <a:pt x="12532" y="35933"/>
                  </a:lnTo>
                  <a:lnTo>
                    <a:pt x="13610" y="36741"/>
                  </a:lnTo>
                  <a:lnTo>
                    <a:pt x="14733" y="37460"/>
                  </a:lnTo>
                  <a:lnTo>
                    <a:pt x="15855" y="38179"/>
                  </a:lnTo>
                  <a:lnTo>
                    <a:pt x="17023" y="38808"/>
                  </a:lnTo>
                  <a:lnTo>
                    <a:pt x="17023" y="38808"/>
                  </a:lnTo>
                  <a:lnTo>
                    <a:pt x="17203" y="38763"/>
                  </a:lnTo>
                  <a:lnTo>
                    <a:pt x="17203" y="38763"/>
                  </a:lnTo>
                  <a:lnTo>
                    <a:pt x="16035" y="38179"/>
                  </a:lnTo>
                  <a:lnTo>
                    <a:pt x="14912" y="37460"/>
                  </a:lnTo>
                  <a:lnTo>
                    <a:pt x="13789" y="36741"/>
                  </a:lnTo>
                  <a:lnTo>
                    <a:pt x="12666" y="35933"/>
                  </a:lnTo>
                  <a:lnTo>
                    <a:pt x="11633" y="35080"/>
                  </a:lnTo>
                  <a:lnTo>
                    <a:pt x="10600" y="34181"/>
                  </a:lnTo>
                  <a:lnTo>
                    <a:pt x="9612" y="33238"/>
                  </a:lnTo>
                  <a:lnTo>
                    <a:pt x="8669" y="32250"/>
                  </a:lnTo>
                  <a:lnTo>
                    <a:pt x="7771" y="31172"/>
                  </a:lnTo>
                  <a:lnTo>
                    <a:pt x="6917" y="30094"/>
                  </a:lnTo>
                  <a:lnTo>
                    <a:pt x="6109" y="28971"/>
                  </a:lnTo>
                  <a:lnTo>
                    <a:pt x="5345" y="27803"/>
                  </a:lnTo>
                  <a:lnTo>
                    <a:pt x="4627" y="26591"/>
                  </a:lnTo>
                  <a:lnTo>
                    <a:pt x="3953" y="25333"/>
                  </a:lnTo>
                  <a:lnTo>
                    <a:pt x="3324" y="24031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2291" y="21425"/>
                  </a:lnTo>
                  <a:lnTo>
                    <a:pt x="1842" y="20123"/>
                  </a:lnTo>
                  <a:lnTo>
                    <a:pt x="1438" y="18775"/>
                  </a:lnTo>
                  <a:lnTo>
                    <a:pt x="1078" y="17428"/>
                  </a:lnTo>
                  <a:lnTo>
                    <a:pt x="809" y="16081"/>
                  </a:lnTo>
                  <a:lnTo>
                    <a:pt x="584" y="14688"/>
                  </a:lnTo>
                  <a:lnTo>
                    <a:pt x="360" y="13251"/>
                  </a:lnTo>
                  <a:lnTo>
                    <a:pt x="225" y="11859"/>
                  </a:lnTo>
                  <a:lnTo>
                    <a:pt x="135" y="10421"/>
                  </a:lnTo>
                  <a:lnTo>
                    <a:pt x="90" y="8939"/>
                  </a:lnTo>
                  <a:lnTo>
                    <a:pt x="135" y="7502"/>
                  </a:lnTo>
                  <a:lnTo>
                    <a:pt x="180" y="6020"/>
                  </a:lnTo>
                  <a:lnTo>
                    <a:pt x="315" y="4537"/>
                  </a:lnTo>
                  <a:lnTo>
                    <a:pt x="450" y="3055"/>
                  </a:lnTo>
                  <a:lnTo>
                    <a:pt x="674" y="1573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944" y="46"/>
                  </a:lnTo>
                  <a:lnTo>
                    <a:pt x="8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62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540" y="1"/>
                  </a:moveTo>
                  <a:lnTo>
                    <a:pt x="540" y="1"/>
                  </a:lnTo>
                  <a:lnTo>
                    <a:pt x="495" y="46"/>
                  </a:lnTo>
                  <a:lnTo>
                    <a:pt x="1" y="3459"/>
                  </a:lnTo>
                  <a:lnTo>
                    <a:pt x="1" y="3459"/>
                  </a:lnTo>
                  <a:lnTo>
                    <a:pt x="46" y="3504"/>
                  </a:lnTo>
                  <a:lnTo>
                    <a:pt x="91" y="3459"/>
                  </a:lnTo>
                  <a:lnTo>
                    <a:pt x="585" y="91"/>
                  </a:lnTo>
                  <a:lnTo>
                    <a:pt x="585" y="91"/>
                  </a:lnTo>
                  <a:lnTo>
                    <a:pt x="540" y="1"/>
                  </a:lnTo>
                  <a:lnTo>
                    <a:pt x="54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62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1393" y="0"/>
                  </a:moveTo>
                  <a:lnTo>
                    <a:pt x="1393" y="0"/>
                  </a:lnTo>
                  <a:lnTo>
                    <a:pt x="1348" y="45"/>
                  </a:lnTo>
                  <a:lnTo>
                    <a:pt x="0" y="9298"/>
                  </a:lnTo>
                  <a:lnTo>
                    <a:pt x="0" y="9298"/>
                  </a:lnTo>
                  <a:lnTo>
                    <a:pt x="45" y="9343"/>
                  </a:lnTo>
                  <a:lnTo>
                    <a:pt x="45" y="9343"/>
                  </a:lnTo>
                  <a:lnTo>
                    <a:pt x="135" y="9298"/>
                  </a:lnTo>
                  <a:lnTo>
                    <a:pt x="1483" y="90"/>
                  </a:lnTo>
                  <a:lnTo>
                    <a:pt x="1483" y="90"/>
                  </a:lnTo>
                  <a:lnTo>
                    <a:pt x="1438" y="0"/>
                  </a:lnTo>
                  <a:lnTo>
                    <a:pt x="13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62"/>
            <p:cNvSpPr/>
            <p:nvPr/>
          </p:nvSpPr>
          <p:spPr>
            <a:xfrm>
              <a:off x="5897425" y="3880425"/>
              <a:ext cx="28100" cy="13500"/>
            </a:xfrm>
            <a:custGeom>
              <a:rect b="b" l="l" r="r" t="t"/>
              <a:pathLst>
                <a:path extrusionOk="0" h="540" w="1124">
                  <a:moveTo>
                    <a:pt x="180" y="1"/>
                  </a:moveTo>
                  <a:lnTo>
                    <a:pt x="0" y="46"/>
                  </a:lnTo>
                  <a:lnTo>
                    <a:pt x="1033" y="540"/>
                  </a:lnTo>
                  <a:lnTo>
                    <a:pt x="1123" y="495"/>
                  </a:lnTo>
                  <a:lnTo>
                    <a:pt x="1123" y="450"/>
                  </a:lnTo>
                  <a:lnTo>
                    <a:pt x="1078" y="450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C1BDB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62"/>
            <p:cNvSpPr/>
            <p:nvPr/>
          </p:nvSpPr>
          <p:spPr>
            <a:xfrm>
              <a:off x="5897425" y="3880425"/>
              <a:ext cx="28100" cy="13500"/>
            </a:xfrm>
            <a:custGeom>
              <a:rect b="b" l="l" r="r" t="t"/>
              <a:pathLst>
                <a:path extrusionOk="0" fill="none" h="540" w="1124">
                  <a:moveTo>
                    <a:pt x="180" y="1"/>
                  </a:moveTo>
                  <a:lnTo>
                    <a:pt x="180" y="1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033" y="540"/>
                  </a:lnTo>
                  <a:lnTo>
                    <a:pt x="1123" y="495"/>
                  </a:lnTo>
                  <a:lnTo>
                    <a:pt x="1123" y="495"/>
                  </a:lnTo>
                  <a:lnTo>
                    <a:pt x="1123" y="450"/>
                  </a:lnTo>
                  <a:lnTo>
                    <a:pt x="1078" y="450"/>
                  </a:lnTo>
                  <a:lnTo>
                    <a:pt x="1078" y="450"/>
                  </a:lnTo>
                  <a:lnTo>
                    <a:pt x="18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62"/>
            <p:cNvSpPr/>
            <p:nvPr/>
          </p:nvSpPr>
          <p:spPr>
            <a:xfrm>
              <a:off x="5366300" y="1961425"/>
              <a:ext cx="782675" cy="2069500"/>
            </a:xfrm>
            <a:custGeom>
              <a:rect b="b" l="l" r="r" t="t"/>
              <a:pathLst>
                <a:path extrusionOk="0" h="82780" w="31307">
                  <a:moveTo>
                    <a:pt x="11858" y="7367"/>
                  </a:moveTo>
                  <a:lnTo>
                    <a:pt x="11903" y="7457"/>
                  </a:lnTo>
                  <a:lnTo>
                    <a:pt x="11409" y="10825"/>
                  </a:lnTo>
                  <a:lnTo>
                    <a:pt x="11364" y="10870"/>
                  </a:lnTo>
                  <a:lnTo>
                    <a:pt x="11319" y="10825"/>
                  </a:lnTo>
                  <a:lnTo>
                    <a:pt x="11813" y="7412"/>
                  </a:lnTo>
                  <a:lnTo>
                    <a:pt x="11858" y="7367"/>
                  </a:lnTo>
                  <a:close/>
                  <a:moveTo>
                    <a:pt x="8804" y="6558"/>
                  </a:moveTo>
                  <a:lnTo>
                    <a:pt x="8849" y="6648"/>
                  </a:lnTo>
                  <a:lnTo>
                    <a:pt x="7501" y="15856"/>
                  </a:lnTo>
                  <a:lnTo>
                    <a:pt x="7411" y="15901"/>
                  </a:lnTo>
                  <a:lnTo>
                    <a:pt x="7366" y="15856"/>
                  </a:lnTo>
                  <a:lnTo>
                    <a:pt x="8714" y="6603"/>
                  </a:lnTo>
                  <a:lnTo>
                    <a:pt x="8759" y="6558"/>
                  </a:lnTo>
                  <a:close/>
                  <a:moveTo>
                    <a:pt x="5121" y="37999"/>
                  </a:moveTo>
                  <a:lnTo>
                    <a:pt x="5166" y="38044"/>
                  </a:lnTo>
                  <a:lnTo>
                    <a:pt x="5166" y="38089"/>
                  </a:lnTo>
                  <a:lnTo>
                    <a:pt x="4896" y="39571"/>
                  </a:lnTo>
                  <a:lnTo>
                    <a:pt x="4672" y="41053"/>
                  </a:lnTo>
                  <a:lnTo>
                    <a:pt x="4537" y="42535"/>
                  </a:lnTo>
                  <a:lnTo>
                    <a:pt x="4402" y="44018"/>
                  </a:lnTo>
                  <a:lnTo>
                    <a:pt x="4357" y="45500"/>
                  </a:lnTo>
                  <a:lnTo>
                    <a:pt x="4312" y="46937"/>
                  </a:lnTo>
                  <a:lnTo>
                    <a:pt x="4357" y="48419"/>
                  </a:lnTo>
                  <a:lnTo>
                    <a:pt x="4447" y="49857"/>
                  </a:lnTo>
                  <a:lnTo>
                    <a:pt x="4582" y="51249"/>
                  </a:lnTo>
                  <a:lnTo>
                    <a:pt x="4806" y="52686"/>
                  </a:lnTo>
                  <a:lnTo>
                    <a:pt x="5031" y="54079"/>
                  </a:lnTo>
                  <a:lnTo>
                    <a:pt x="5300" y="55426"/>
                  </a:lnTo>
                  <a:lnTo>
                    <a:pt x="5660" y="56773"/>
                  </a:lnTo>
                  <a:lnTo>
                    <a:pt x="6064" y="58121"/>
                  </a:lnTo>
                  <a:lnTo>
                    <a:pt x="6513" y="59423"/>
                  </a:lnTo>
                  <a:lnTo>
                    <a:pt x="7007" y="60726"/>
                  </a:lnTo>
                  <a:lnTo>
                    <a:pt x="7546" y="62029"/>
                  </a:lnTo>
                  <a:lnTo>
                    <a:pt x="8175" y="63331"/>
                  </a:lnTo>
                  <a:lnTo>
                    <a:pt x="8849" y="64589"/>
                  </a:lnTo>
                  <a:lnTo>
                    <a:pt x="9567" y="65801"/>
                  </a:lnTo>
                  <a:lnTo>
                    <a:pt x="10331" y="66969"/>
                  </a:lnTo>
                  <a:lnTo>
                    <a:pt x="11139" y="68092"/>
                  </a:lnTo>
                  <a:lnTo>
                    <a:pt x="11993" y="69170"/>
                  </a:lnTo>
                  <a:lnTo>
                    <a:pt x="12891" y="70248"/>
                  </a:lnTo>
                  <a:lnTo>
                    <a:pt x="13834" y="71236"/>
                  </a:lnTo>
                  <a:lnTo>
                    <a:pt x="14822" y="72179"/>
                  </a:lnTo>
                  <a:lnTo>
                    <a:pt x="15855" y="73078"/>
                  </a:lnTo>
                  <a:lnTo>
                    <a:pt x="16888" y="73931"/>
                  </a:lnTo>
                  <a:lnTo>
                    <a:pt x="18011" y="74739"/>
                  </a:lnTo>
                  <a:lnTo>
                    <a:pt x="19134" y="75458"/>
                  </a:lnTo>
                  <a:lnTo>
                    <a:pt x="20257" y="76177"/>
                  </a:lnTo>
                  <a:lnTo>
                    <a:pt x="21425" y="76761"/>
                  </a:lnTo>
                  <a:lnTo>
                    <a:pt x="22323" y="77210"/>
                  </a:lnTo>
                  <a:lnTo>
                    <a:pt x="22368" y="77210"/>
                  </a:lnTo>
                  <a:lnTo>
                    <a:pt x="22368" y="77255"/>
                  </a:lnTo>
                  <a:lnTo>
                    <a:pt x="22278" y="77300"/>
                  </a:lnTo>
                  <a:lnTo>
                    <a:pt x="21245" y="76806"/>
                  </a:lnTo>
                  <a:lnTo>
                    <a:pt x="20077" y="76177"/>
                  </a:lnTo>
                  <a:lnTo>
                    <a:pt x="18955" y="75458"/>
                  </a:lnTo>
                  <a:lnTo>
                    <a:pt x="17832" y="74739"/>
                  </a:lnTo>
                  <a:lnTo>
                    <a:pt x="16754" y="73931"/>
                  </a:lnTo>
                  <a:lnTo>
                    <a:pt x="15721" y="73078"/>
                  </a:lnTo>
                  <a:lnTo>
                    <a:pt x="14688" y="72179"/>
                  </a:lnTo>
                  <a:lnTo>
                    <a:pt x="13699" y="71236"/>
                  </a:lnTo>
                  <a:lnTo>
                    <a:pt x="12756" y="70248"/>
                  </a:lnTo>
                  <a:lnTo>
                    <a:pt x="11903" y="69170"/>
                  </a:lnTo>
                  <a:lnTo>
                    <a:pt x="11049" y="68092"/>
                  </a:lnTo>
                  <a:lnTo>
                    <a:pt x="10241" y="66969"/>
                  </a:lnTo>
                  <a:lnTo>
                    <a:pt x="9477" y="65801"/>
                  </a:lnTo>
                  <a:lnTo>
                    <a:pt x="8759" y="64589"/>
                  </a:lnTo>
                  <a:lnTo>
                    <a:pt x="8085" y="63376"/>
                  </a:lnTo>
                  <a:lnTo>
                    <a:pt x="7456" y="62073"/>
                  </a:lnTo>
                  <a:lnTo>
                    <a:pt x="6917" y="60771"/>
                  </a:lnTo>
                  <a:lnTo>
                    <a:pt x="6423" y="59468"/>
                  </a:lnTo>
                  <a:lnTo>
                    <a:pt x="5974" y="58166"/>
                  </a:lnTo>
                  <a:lnTo>
                    <a:pt x="5570" y="56818"/>
                  </a:lnTo>
                  <a:lnTo>
                    <a:pt x="5211" y="55471"/>
                  </a:lnTo>
                  <a:lnTo>
                    <a:pt x="4941" y="54079"/>
                  </a:lnTo>
                  <a:lnTo>
                    <a:pt x="4672" y="52686"/>
                  </a:lnTo>
                  <a:lnTo>
                    <a:pt x="4492" y="51294"/>
                  </a:lnTo>
                  <a:lnTo>
                    <a:pt x="4357" y="49857"/>
                  </a:lnTo>
                  <a:lnTo>
                    <a:pt x="4267" y="48419"/>
                  </a:lnTo>
                  <a:lnTo>
                    <a:pt x="4222" y="46982"/>
                  </a:lnTo>
                  <a:lnTo>
                    <a:pt x="4222" y="45500"/>
                  </a:lnTo>
                  <a:lnTo>
                    <a:pt x="4312" y="44018"/>
                  </a:lnTo>
                  <a:lnTo>
                    <a:pt x="4402" y="42535"/>
                  </a:lnTo>
                  <a:lnTo>
                    <a:pt x="4582" y="41053"/>
                  </a:lnTo>
                  <a:lnTo>
                    <a:pt x="4806" y="39571"/>
                  </a:lnTo>
                  <a:lnTo>
                    <a:pt x="5076" y="38044"/>
                  </a:lnTo>
                  <a:lnTo>
                    <a:pt x="5121" y="37999"/>
                  </a:lnTo>
                  <a:close/>
                  <a:moveTo>
                    <a:pt x="6917" y="1"/>
                  </a:moveTo>
                  <a:lnTo>
                    <a:pt x="6783" y="405"/>
                  </a:lnTo>
                  <a:lnTo>
                    <a:pt x="6019" y="2875"/>
                  </a:lnTo>
                  <a:lnTo>
                    <a:pt x="5076" y="6424"/>
                  </a:lnTo>
                  <a:lnTo>
                    <a:pt x="4492" y="8535"/>
                  </a:lnTo>
                  <a:lnTo>
                    <a:pt x="3953" y="10870"/>
                  </a:lnTo>
                  <a:lnTo>
                    <a:pt x="3369" y="13385"/>
                  </a:lnTo>
                  <a:lnTo>
                    <a:pt x="2785" y="16080"/>
                  </a:lnTo>
                  <a:lnTo>
                    <a:pt x="2246" y="18955"/>
                  </a:lnTo>
                  <a:lnTo>
                    <a:pt x="1752" y="21919"/>
                  </a:lnTo>
                  <a:lnTo>
                    <a:pt x="1258" y="25018"/>
                  </a:lnTo>
                  <a:lnTo>
                    <a:pt x="854" y="28207"/>
                  </a:lnTo>
                  <a:lnTo>
                    <a:pt x="494" y="31441"/>
                  </a:lnTo>
                  <a:lnTo>
                    <a:pt x="225" y="34765"/>
                  </a:lnTo>
                  <a:lnTo>
                    <a:pt x="90" y="38089"/>
                  </a:lnTo>
                  <a:lnTo>
                    <a:pt x="45" y="39796"/>
                  </a:lnTo>
                  <a:lnTo>
                    <a:pt x="0" y="41457"/>
                  </a:lnTo>
                  <a:lnTo>
                    <a:pt x="45" y="43479"/>
                  </a:lnTo>
                  <a:lnTo>
                    <a:pt x="90" y="45455"/>
                  </a:lnTo>
                  <a:lnTo>
                    <a:pt x="225" y="47431"/>
                  </a:lnTo>
                  <a:lnTo>
                    <a:pt x="405" y="49407"/>
                  </a:lnTo>
                  <a:lnTo>
                    <a:pt x="629" y="51384"/>
                  </a:lnTo>
                  <a:lnTo>
                    <a:pt x="899" y="53315"/>
                  </a:lnTo>
                  <a:lnTo>
                    <a:pt x="1213" y="55246"/>
                  </a:lnTo>
                  <a:lnTo>
                    <a:pt x="1617" y="57133"/>
                  </a:lnTo>
                  <a:lnTo>
                    <a:pt x="2111" y="58974"/>
                  </a:lnTo>
                  <a:lnTo>
                    <a:pt x="2650" y="60771"/>
                  </a:lnTo>
                  <a:lnTo>
                    <a:pt x="3234" y="62523"/>
                  </a:lnTo>
                  <a:lnTo>
                    <a:pt x="3908" y="64229"/>
                  </a:lnTo>
                  <a:lnTo>
                    <a:pt x="4672" y="65936"/>
                  </a:lnTo>
                  <a:lnTo>
                    <a:pt x="5525" y="67553"/>
                  </a:lnTo>
                  <a:lnTo>
                    <a:pt x="6423" y="69080"/>
                  </a:lnTo>
                  <a:lnTo>
                    <a:pt x="6917" y="69844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0004" y="82195"/>
                  </a:lnTo>
                  <a:lnTo>
                    <a:pt x="28746" y="81567"/>
                  </a:lnTo>
                  <a:lnTo>
                    <a:pt x="27533" y="80893"/>
                  </a:lnTo>
                  <a:lnTo>
                    <a:pt x="26366" y="80174"/>
                  </a:lnTo>
                  <a:lnTo>
                    <a:pt x="25243" y="79411"/>
                  </a:lnTo>
                  <a:lnTo>
                    <a:pt x="24165" y="78557"/>
                  </a:lnTo>
                  <a:lnTo>
                    <a:pt x="23132" y="77704"/>
                  </a:lnTo>
                  <a:lnTo>
                    <a:pt x="22144" y="76806"/>
                  </a:lnTo>
                  <a:lnTo>
                    <a:pt x="21245" y="75862"/>
                  </a:lnTo>
                  <a:lnTo>
                    <a:pt x="20347" y="74829"/>
                  </a:lnTo>
                  <a:lnTo>
                    <a:pt x="19494" y="73796"/>
                  </a:lnTo>
                  <a:lnTo>
                    <a:pt x="18730" y="72763"/>
                  </a:lnTo>
                  <a:lnTo>
                    <a:pt x="17966" y="71640"/>
                  </a:lnTo>
                  <a:lnTo>
                    <a:pt x="17248" y="70517"/>
                  </a:lnTo>
                  <a:lnTo>
                    <a:pt x="16574" y="69395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691"/>
                  </a:lnTo>
                  <a:lnTo>
                    <a:pt x="8804" y="44691"/>
                  </a:ln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4867" y="66071"/>
                  </a:lnTo>
                  <a:lnTo>
                    <a:pt x="14059" y="64184"/>
                  </a:lnTo>
                  <a:lnTo>
                    <a:pt x="13340" y="62253"/>
                  </a:lnTo>
                  <a:lnTo>
                    <a:pt x="12711" y="60277"/>
                  </a:lnTo>
                  <a:lnTo>
                    <a:pt x="12127" y="58301"/>
                  </a:lnTo>
                  <a:lnTo>
                    <a:pt x="11588" y="56324"/>
                  </a:lnTo>
                  <a:lnTo>
                    <a:pt x="11184" y="54303"/>
                  </a:lnTo>
                  <a:lnTo>
                    <a:pt x="10780" y="52282"/>
                  </a:lnTo>
                  <a:lnTo>
                    <a:pt x="10466" y="50306"/>
                  </a:lnTo>
                  <a:lnTo>
                    <a:pt x="10196" y="48284"/>
                  </a:lnTo>
                  <a:lnTo>
                    <a:pt x="9972" y="46353"/>
                  </a:lnTo>
                  <a:lnTo>
                    <a:pt x="9837" y="44422"/>
                  </a:lnTo>
                  <a:lnTo>
                    <a:pt x="9702" y="42490"/>
                  </a:lnTo>
                  <a:lnTo>
                    <a:pt x="9612" y="40649"/>
                  </a:lnTo>
                  <a:lnTo>
                    <a:pt x="9567" y="38852"/>
                  </a:lnTo>
                  <a:lnTo>
                    <a:pt x="9567" y="37101"/>
                  </a:lnTo>
                  <a:lnTo>
                    <a:pt x="9612" y="35708"/>
                  </a:lnTo>
                  <a:lnTo>
                    <a:pt x="9702" y="34361"/>
                  </a:lnTo>
                  <a:lnTo>
                    <a:pt x="9792" y="33013"/>
                  </a:lnTo>
                  <a:lnTo>
                    <a:pt x="9927" y="31666"/>
                  </a:lnTo>
                  <a:lnTo>
                    <a:pt x="10061" y="30274"/>
                  </a:lnTo>
                  <a:lnTo>
                    <a:pt x="10241" y="28926"/>
                  </a:lnTo>
                  <a:lnTo>
                    <a:pt x="10690" y="26276"/>
                  </a:lnTo>
                  <a:lnTo>
                    <a:pt x="11229" y="23626"/>
                  </a:lnTo>
                  <a:lnTo>
                    <a:pt x="11813" y="21111"/>
                  </a:lnTo>
                  <a:lnTo>
                    <a:pt x="12442" y="18641"/>
                  </a:lnTo>
                  <a:lnTo>
                    <a:pt x="13116" y="16350"/>
                  </a:lnTo>
                  <a:lnTo>
                    <a:pt x="13789" y="14149"/>
                  </a:lnTo>
                  <a:lnTo>
                    <a:pt x="14463" y="12173"/>
                  </a:lnTo>
                  <a:lnTo>
                    <a:pt x="15092" y="10331"/>
                  </a:lnTo>
                  <a:lnTo>
                    <a:pt x="15676" y="8714"/>
                  </a:lnTo>
                  <a:lnTo>
                    <a:pt x="16664" y="6199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  <a:close/>
                </a:path>
              </a:pathLst>
            </a:custGeom>
            <a:solidFill>
              <a:srgbClr val="562410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62"/>
            <p:cNvSpPr/>
            <p:nvPr/>
          </p:nvSpPr>
          <p:spPr>
            <a:xfrm>
              <a:off x="5471850" y="2911375"/>
              <a:ext cx="453675" cy="982550"/>
            </a:xfrm>
            <a:custGeom>
              <a:rect b="b" l="l" r="r" t="t"/>
              <a:pathLst>
                <a:path extrusionOk="0" fill="none" h="39302" w="18147">
                  <a:moveTo>
                    <a:pt x="17023" y="38808"/>
                  </a:moveTo>
                  <a:lnTo>
                    <a:pt x="17023" y="38808"/>
                  </a:lnTo>
                  <a:lnTo>
                    <a:pt x="15855" y="38179"/>
                  </a:lnTo>
                  <a:lnTo>
                    <a:pt x="14733" y="37460"/>
                  </a:lnTo>
                  <a:lnTo>
                    <a:pt x="13610" y="36741"/>
                  </a:lnTo>
                  <a:lnTo>
                    <a:pt x="12532" y="35933"/>
                  </a:lnTo>
                  <a:lnTo>
                    <a:pt x="11499" y="35080"/>
                  </a:lnTo>
                  <a:lnTo>
                    <a:pt x="10466" y="34181"/>
                  </a:lnTo>
                  <a:lnTo>
                    <a:pt x="9477" y="33238"/>
                  </a:lnTo>
                  <a:lnTo>
                    <a:pt x="8534" y="32250"/>
                  </a:lnTo>
                  <a:lnTo>
                    <a:pt x="7681" y="31172"/>
                  </a:lnTo>
                  <a:lnTo>
                    <a:pt x="6827" y="30094"/>
                  </a:lnTo>
                  <a:lnTo>
                    <a:pt x="6019" y="28971"/>
                  </a:lnTo>
                  <a:lnTo>
                    <a:pt x="5255" y="27803"/>
                  </a:lnTo>
                  <a:lnTo>
                    <a:pt x="4537" y="26591"/>
                  </a:lnTo>
                  <a:lnTo>
                    <a:pt x="3863" y="25378"/>
                  </a:lnTo>
                  <a:lnTo>
                    <a:pt x="3234" y="24075"/>
                  </a:lnTo>
                  <a:lnTo>
                    <a:pt x="2695" y="22773"/>
                  </a:lnTo>
                  <a:lnTo>
                    <a:pt x="2695" y="22773"/>
                  </a:lnTo>
                  <a:lnTo>
                    <a:pt x="2201" y="21470"/>
                  </a:lnTo>
                  <a:lnTo>
                    <a:pt x="1752" y="20168"/>
                  </a:lnTo>
                  <a:lnTo>
                    <a:pt x="1348" y="18820"/>
                  </a:lnTo>
                  <a:lnTo>
                    <a:pt x="989" y="17473"/>
                  </a:lnTo>
                  <a:lnTo>
                    <a:pt x="719" y="16081"/>
                  </a:lnTo>
                  <a:lnTo>
                    <a:pt x="450" y="14688"/>
                  </a:lnTo>
                  <a:lnTo>
                    <a:pt x="270" y="13296"/>
                  </a:lnTo>
                  <a:lnTo>
                    <a:pt x="135" y="11859"/>
                  </a:lnTo>
                  <a:lnTo>
                    <a:pt x="45" y="10421"/>
                  </a:lnTo>
                  <a:lnTo>
                    <a:pt x="0" y="8984"/>
                  </a:lnTo>
                  <a:lnTo>
                    <a:pt x="0" y="7502"/>
                  </a:lnTo>
                  <a:lnTo>
                    <a:pt x="90" y="6020"/>
                  </a:lnTo>
                  <a:lnTo>
                    <a:pt x="180" y="4537"/>
                  </a:lnTo>
                  <a:lnTo>
                    <a:pt x="360" y="3055"/>
                  </a:lnTo>
                  <a:lnTo>
                    <a:pt x="584" y="1573"/>
                  </a:lnTo>
                  <a:lnTo>
                    <a:pt x="854" y="46"/>
                  </a:lnTo>
                  <a:lnTo>
                    <a:pt x="854" y="46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899" y="1"/>
                  </a:lnTo>
                  <a:lnTo>
                    <a:pt x="944" y="46"/>
                  </a:lnTo>
                  <a:lnTo>
                    <a:pt x="944" y="91"/>
                  </a:lnTo>
                  <a:lnTo>
                    <a:pt x="944" y="91"/>
                  </a:lnTo>
                  <a:lnTo>
                    <a:pt x="674" y="1573"/>
                  </a:lnTo>
                  <a:lnTo>
                    <a:pt x="450" y="3055"/>
                  </a:lnTo>
                  <a:lnTo>
                    <a:pt x="315" y="4537"/>
                  </a:lnTo>
                  <a:lnTo>
                    <a:pt x="180" y="6020"/>
                  </a:lnTo>
                  <a:lnTo>
                    <a:pt x="135" y="7502"/>
                  </a:lnTo>
                  <a:lnTo>
                    <a:pt x="90" y="8939"/>
                  </a:lnTo>
                  <a:lnTo>
                    <a:pt x="135" y="10421"/>
                  </a:lnTo>
                  <a:lnTo>
                    <a:pt x="225" y="11859"/>
                  </a:lnTo>
                  <a:lnTo>
                    <a:pt x="360" y="13251"/>
                  </a:lnTo>
                  <a:lnTo>
                    <a:pt x="584" y="14688"/>
                  </a:lnTo>
                  <a:lnTo>
                    <a:pt x="809" y="16081"/>
                  </a:lnTo>
                  <a:lnTo>
                    <a:pt x="1078" y="17428"/>
                  </a:lnTo>
                  <a:lnTo>
                    <a:pt x="1438" y="18775"/>
                  </a:lnTo>
                  <a:lnTo>
                    <a:pt x="1842" y="20123"/>
                  </a:lnTo>
                  <a:lnTo>
                    <a:pt x="2291" y="21425"/>
                  </a:lnTo>
                  <a:lnTo>
                    <a:pt x="2785" y="22728"/>
                  </a:lnTo>
                  <a:lnTo>
                    <a:pt x="2785" y="22728"/>
                  </a:lnTo>
                  <a:lnTo>
                    <a:pt x="3324" y="24031"/>
                  </a:lnTo>
                  <a:lnTo>
                    <a:pt x="3953" y="25333"/>
                  </a:lnTo>
                  <a:lnTo>
                    <a:pt x="4627" y="26591"/>
                  </a:lnTo>
                  <a:lnTo>
                    <a:pt x="5345" y="27803"/>
                  </a:lnTo>
                  <a:lnTo>
                    <a:pt x="6109" y="28971"/>
                  </a:lnTo>
                  <a:lnTo>
                    <a:pt x="6917" y="30094"/>
                  </a:lnTo>
                  <a:lnTo>
                    <a:pt x="7771" y="31172"/>
                  </a:lnTo>
                  <a:lnTo>
                    <a:pt x="8669" y="32250"/>
                  </a:lnTo>
                  <a:lnTo>
                    <a:pt x="9612" y="33238"/>
                  </a:lnTo>
                  <a:lnTo>
                    <a:pt x="10600" y="34181"/>
                  </a:lnTo>
                  <a:lnTo>
                    <a:pt x="11633" y="35080"/>
                  </a:lnTo>
                  <a:lnTo>
                    <a:pt x="12666" y="35933"/>
                  </a:lnTo>
                  <a:lnTo>
                    <a:pt x="13789" y="36741"/>
                  </a:lnTo>
                  <a:lnTo>
                    <a:pt x="14912" y="37460"/>
                  </a:lnTo>
                  <a:lnTo>
                    <a:pt x="16035" y="38179"/>
                  </a:lnTo>
                  <a:lnTo>
                    <a:pt x="17203" y="38763"/>
                  </a:lnTo>
                  <a:lnTo>
                    <a:pt x="17203" y="38763"/>
                  </a:lnTo>
                  <a:lnTo>
                    <a:pt x="18101" y="39212"/>
                  </a:lnTo>
                  <a:lnTo>
                    <a:pt x="18101" y="39212"/>
                  </a:lnTo>
                  <a:lnTo>
                    <a:pt x="18146" y="39212"/>
                  </a:lnTo>
                  <a:lnTo>
                    <a:pt x="18146" y="39257"/>
                  </a:lnTo>
                  <a:lnTo>
                    <a:pt x="18056" y="39302"/>
                  </a:lnTo>
                  <a:lnTo>
                    <a:pt x="18056" y="39302"/>
                  </a:lnTo>
                  <a:lnTo>
                    <a:pt x="17023" y="388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62"/>
            <p:cNvSpPr/>
            <p:nvPr/>
          </p:nvSpPr>
          <p:spPr>
            <a:xfrm>
              <a:off x="5649250" y="2145575"/>
              <a:ext cx="14625" cy="87625"/>
            </a:xfrm>
            <a:custGeom>
              <a:rect b="b" l="l" r="r" t="t"/>
              <a:pathLst>
                <a:path extrusionOk="0" fill="none" h="3505" w="585">
                  <a:moveTo>
                    <a:pt x="46" y="3504"/>
                  </a:moveTo>
                  <a:lnTo>
                    <a:pt x="46" y="3504"/>
                  </a:lnTo>
                  <a:lnTo>
                    <a:pt x="1" y="3459"/>
                  </a:lnTo>
                  <a:lnTo>
                    <a:pt x="495" y="46"/>
                  </a:lnTo>
                  <a:lnTo>
                    <a:pt x="495" y="46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40" y="1"/>
                  </a:lnTo>
                  <a:lnTo>
                    <a:pt x="585" y="91"/>
                  </a:lnTo>
                  <a:lnTo>
                    <a:pt x="91" y="3459"/>
                  </a:lnTo>
                  <a:lnTo>
                    <a:pt x="46" y="350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62"/>
            <p:cNvSpPr/>
            <p:nvPr/>
          </p:nvSpPr>
          <p:spPr>
            <a:xfrm>
              <a:off x="5550450" y="2125375"/>
              <a:ext cx="37075" cy="233575"/>
            </a:xfrm>
            <a:custGeom>
              <a:rect b="b" l="l" r="r" t="t"/>
              <a:pathLst>
                <a:path extrusionOk="0" fill="none" h="9343" w="1483">
                  <a:moveTo>
                    <a:pt x="45" y="9343"/>
                  </a:moveTo>
                  <a:lnTo>
                    <a:pt x="45" y="9343"/>
                  </a:lnTo>
                  <a:lnTo>
                    <a:pt x="45" y="9343"/>
                  </a:lnTo>
                  <a:lnTo>
                    <a:pt x="0" y="9298"/>
                  </a:lnTo>
                  <a:lnTo>
                    <a:pt x="1348" y="45"/>
                  </a:lnTo>
                  <a:lnTo>
                    <a:pt x="1348" y="45"/>
                  </a:lnTo>
                  <a:lnTo>
                    <a:pt x="1393" y="0"/>
                  </a:lnTo>
                  <a:lnTo>
                    <a:pt x="1438" y="0"/>
                  </a:lnTo>
                  <a:lnTo>
                    <a:pt x="1438" y="0"/>
                  </a:lnTo>
                  <a:lnTo>
                    <a:pt x="1483" y="90"/>
                  </a:lnTo>
                  <a:lnTo>
                    <a:pt x="135" y="9298"/>
                  </a:lnTo>
                  <a:lnTo>
                    <a:pt x="45" y="934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62"/>
            <p:cNvSpPr/>
            <p:nvPr/>
          </p:nvSpPr>
          <p:spPr>
            <a:xfrm>
              <a:off x="5366300" y="1961425"/>
              <a:ext cx="782675" cy="2069500"/>
            </a:xfrm>
            <a:custGeom>
              <a:rect b="b" l="l" r="r" t="t"/>
              <a:pathLst>
                <a:path extrusionOk="0" fill="none" h="82780" w="31307">
                  <a:moveTo>
                    <a:pt x="6917" y="1"/>
                  </a:moveTo>
                  <a:lnTo>
                    <a:pt x="6783" y="405"/>
                  </a:lnTo>
                  <a:lnTo>
                    <a:pt x="6783" y="405"/>
                  </a:lnTo>
                  <a:lnTo>
                    <a:pt x="6019" y="2875"/>
                  </a:lnTo>
                  <a:lnTo>
                    <a:pt x="5076" y="6424"/>
                  </a:lnTo>
                  <a:lnTo>
                    <a:pt x="4492" y="8535"/>
                  </a:lnTo>
                  <a:lnTo>
                    <a:pt x="3953" y="10870"/>
                  </a:lnTo>
                  <a:lnTo>
                    <a:pt x="3369" y="13385"/>
                  </a:lnTo>
                  <a:lnTo>
                    <a:pt x="2785" y="16080"/>
                  </a:lnTo>
                  <a:lnTo>
                    <a:pt x="2246" y="18955"/>
                  </a:lnTo>
                  <a:lnTo>
                    <a:pt x="1752" y="21919"/>
                  </a:lnTo>
                  <a:lnTo>
                    <a:pt x="1258" y="25018"/>
                  </a:lnTo>
                  <a:lnTo>
                    <a:pt x="854" y="28207"/>
                  </a:lnTo>
                  <a:lnTo>
                    <a:pt x="494" y="31441"/>
                  </a:lnTo>
                  <a:lnTo>
                    <a:pt x="225" y="34765"/>
                  </a:lnTo>
                  <a:lnTo>
                    <a:pt x="90" y="38089"/>
                  </a:lnTo>
                  <a:lnTo>
                    <a:pt x="45" y="39796"/>
                  </a:lnTo>
                  <a:lnTo>
                    <a:pt x="0" y="41457"/>
                  </a:lnTo>
                  <a:lnTo>
                    <a:pt x="0" y="41457"/>
                  </a:lnTo>
                  <a:lnTo>
                    <a:pt x="45" y="43479"/>
                  </a:lnTo>
                  <a:lnTo>
                    <a:pt x="90" y="45455"/>
                  </a:lnTo>
                  <a:lnTo>
                    <a:pt x="225" y="47431"/>
                  </a:lnTo>
                  <a:lnTo>
                    <a:pt x="405" y="49407"/>
                  </a:lnTo>
                  <a:lnTo>
                    <a:pt x="629" y="51384"/>
                  </a:lnTo>
                  <a:lnTo>
                    <a:pt x="899" y="53315"/>
                  </a:lnTo>
                  <a:lnTo>
                    <a:pt x="1213" y="55246"/>
                  </a:lnTo>
                  <a:lnTo>
                    <a:pt x="1617" y="57133"/>
                  </a:lnTo>
                  <a:lnTo>
                    <a:pt x="2111" y="58974"/>
                  </a:lnTo>
                  <a:lnTo>
                    <a:pt x="2650" y="60771"/>
                  </a:lnTo>
                  <a:lnTo>
                    <a:pt x="3234" y="62523"/>
                  </a:lnTo>
                  <a:lnTo>
                    <a:pt x="3908" y="64229"/>
                  </a:lnTo>
                  <a:lnTo>
                    <a:pt x="4672" y="65936"/>
                  </a:lnTo>
                  <a:lnTo>
                    <a:pt x="5525" y="67553"/>
                  </a:lnTo>
                  <a:lnTo>
                    <a:pt x="6423" y="69080"/>
                  </a:lnTo>
                  <a:lnTo>
                    <a:pt x="6917" y="69844"/>
                  </a:lnTo>
                  <a:lnTo>
                    <a:pt x="7411" y="70562"/>
                  </a:lnTo>
                  <a:lnTo>
                    <a:pt x="7411" y="70562"/>
                  </a:lnTo>
                  <a:lnTo>
                    <a:pt x="8444" y="71910"/>
                  </a:lnTo>
                  <a:lnTo>
                    <a:pt x="9522" y="73167"/>
                  </a:lnTo>
                  <a:lnTo>
                    <a:pt x="10645" y="74380"/>
                  </a:lnTo>
                  <a:lnTo>
                    <a:pt x="11858" y="75458"/>
                  </a:lnTo>
                  <a:lnTo>
                    <a:pt x="13160" y="76491"/>
                  </a:lnTo>
                  <a:lnTo>
                    <a:pt x="14463" y="77434"/>
                  </a:lnTo>
                  <a:lnTo>
                    <a:pt x="15900" y="78333"/>
                  </a:lnTo>
                  <a:lnTo>
                    <a:pt x="17338" y="79141"/>
                  </a:lnTo>
                  <a:lnTo>
                    <a:pt x="18865" y="79860"/>
                  </a:lnTo>
                  <a:lnTo>
                    <a:pt x="20482" y="80489"/>
                  </a:lnTo>
                  <a:lnTo>
                    <a:pt x="22099" y="81073"/>
                  </a:lnTo>
                  <a:lnTo>
                    <a:pt x="23850" y="81567"/>
                  </a:lnTo>
                  <a:lnTo>
                    <a:pt x="25602" y="81971"/>
                  </a:lnTo>
                  <a:lnTo>
                    <a:pt x="27444" y="82330"/>
                  </a:lnTo>
                  <a:lnTo>
                    <a:pt x="29330" y="82600"/>
                  </a:lnTo>
                  <a:lnTo>
                    <a:pt x="31306" y="82779"/>
                  </a:lnTo>
                  <a:lnTo>
                    <a:pt x="31306" y="82779"/>
                  </a:lnTo>
                  <a:lnTo>
                    <a:pt x="30004" y="82195"/>
                  </a:lnTo>
                  <a:lnTo>
                    <a:pt x="28746" y="81567"/>
                  </a:lnTo>
                  <a:lnTo>
                    <a:pt x="27533" y="80893"/>
                  </a:lnTo>
                  <a:lnTo>
                    <a:pt x="26366" y="80174"/>
                  </a:lnTo>
                  <a:lnTo>
                    <a:pt x="25243" y="79411"/>
                  </a:lnTo>
                  <a:lnTo>
                    <a:pt x="24165" y="78557"/>
                  </a:lnTo>
                  <a:lnTo>
                    <a:pt x="23132" y="77704"/>
                  </a:lnTo>
                  <a:lnTo>
                    <a:pt x="22144" y="76806"/>
                  </a:lnTo>
                  <a:lnTo>
                    <a:pt x="21245" y="75862"/>
                  </a:lnTo>
                  <a:lnTo>
                    <a:pt x="20347" y="74829"/>
                  </a:lnTo>
                  <a:lnTo>
                    <a:pt x="19494" y="73796"/>
                  </a:lnTo>
                  <a:lnTo>
                    <a:pt x="18730" y="72763"/>
                  </a:lnTo>
                  <a:lnTo>
                    <a:pt x="17966" y="71640"/>
                  </a:lnTo>
                  <a:lnTo>
                    <a:pt x="17248" y="70517"/>
                  </a:lnTo>
                  <a:lnTo>
                    <a:pt x="16574" y="69395"/>
                  </a:lnTo>
                  <a:lnTo>
                    <a:pt x="15900" y="68182"/>
                  </a:lnTo>
                  <a:lnTo>
                    <a:pt x="15900" y="68182"/>
                  </a:lnTo>
                  <a:lnTo>
                    <a:pt x="15900" y="68182"/>
                  </a:lnTo>
                  <a:lnTo>
                    <a:pt x="14822" y="67014"/>
                  </a:lnTo>
                  <a:lnTo>
                    <a:pt x="13789" y="65801"/>
                  </a:lnTo>
                  <a:lnTo>
                    <a:pt x="12846" y="64499"/>
                  </a:lnTo>
                  <a:lnTo>
                    <a:pt x="11993" y="63196"/>
                  </a:lnTo>
                  <a:lnTo>
                    <a:pt x="11184" y="61804"/>
                  </a:lnTo>
                  <a:lnTo>
                    <a:pt x="10511" y="60367"/>
                  </a:lnTo>
                  <a:lnTo>
                    <a:pt x="9882" y="58884"/>
                  </a:lnTo>
                  <a:lnTo>
                    <a:pt x="9388" y="57357"/>
                  </a:lnTo>
                  <a:lnTo>
                    <a:pt x="8938" y="55830"/>
                  </a:lnTo>
                  <a:lnTo>
                    <a:pt x="8624" y="54258"/>
                  </a:lnTo>
                  <a:lnTo>
                    <a:pt x="8399" y="52686"/>
                  </a:lnTo>
                  <a:lnTo>
                    <a:pt x="8220" y="51069"/>
                  </a:lnTo>
                  <a:lnTo>
                    <a:pt x="8220" y="49497"/>
                  </a:lnTo>
                  <a:lnTo>
                    <a:pt x="8265" y="47880"/>
                  </a:lnTo>
                  <a:lnTo>
                    <a:pt x="8444" y="46308"/>
                  </a:lnTo>
                  <a:lnTo>
                    <a:pt x="8579" y="45500"/>
                  </a:lnTo>
                  <a:lnTo>
                    <a:pt x="8714" y="44736"/>
                  </a:lnTo>
                  <a:lnTo>
                    <a:pt x="8714" y="44736"/>
                  </a:lnTo>
                  <a:lnTo>
                    <a:pt x="8714" y="44691"/>
                  </a:lnTo>
                  <a:lnTo>
                    <a:pt x="8759" y="44691"/>
                  </a:lnTo>
                  <a:lnTo>
                    <a:pt x="8759" y="44691"/>
                  </a:lnTo>
                  <a:lnTo>
                    <a:pt x="8759" y="44691"/>
                  </a:lnTo>
                  <a:lnTo>
                    <a:pt x="8804" y="44691"/>
                  </a:lnTo>
                  <a:lnTo>
                    <a:pt x="8804" y="44736"/>
                  </a:lnTo>
                  <a:lnTo>
                    <a:pt x="8804" y="44736"/>
                  </a:lnTo>
                  <a:lnTo>
                    <a:pt x="8534" y="46308"/>
                  </a:lnTo>
                  <a:lnTo>
                    <a:pt x="8355" y="47880"/>
                  </a:lnTo>
                  <a:lnTo>
                    <a:pt x="8310" y="49452"/>
                  </a:lnTo>
                  <a:lnTo>
                    <a:pt x="8355" y="51024"/>
                  </a:lnTo>
                  <a:lnTo>
                    <a:pt x="8489" y="52551"/>
                  </a:lnTo>
                  <a:lnTo>
                    <a:pt x="8714" y="54123"/>
                  </a:lnTo>
                  <a:lnTo>
                    <a:pt x="9028" y="55651"/>
                  </a:lnTo>
                  <a:lnTo>
                    <a:pt x="9433" y="57178"/>
                  </a:lnTo>
                  <a:lnTo>
                    <a:pt x="9927" y="58660"/>
                  </a:lnTo>
                  <a:lnTo>
                    <a:pt x="10511" y="60142"/>
                  </a:lnTo>
                  <a:lnTo>
                    <a:pt x="11184" y="61534"/>
                  </a:lnTo>
                  <a:lnTo>
                    <a:pt x="11948" y="62927"/>
                  </a:lnTo>
                  <a:lnTo>
                    <a:pt x="12801" y="64274"/>
                  </a:lnTo>
                  <a:lnTo>
                    <a:pt x="13699" y="65532"/>
                  </a:lnTo>
                  <a:lnTo>
                    <a:pt x="14688" y="66745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5766" y="67912"/>
                  </a:lnTo>
                  <a:lnTo>
                    <a:pt x="14867" y="66071"/>
                  </a:lnTo>
                  <a:lnTo>
                    <a:pt x="14059" y="64184"/>
                  </a:lnTo>
                  <a:lnTo>
                    <a:pt x="13340" y="62253"/>
                  </a:lnTo>
                  <a:lnTo>
                    <a:pt x="12711" y="60277"/>
                  </a:lnTo>
                  <a:lnTo>
                    <a:pt x="12127" y="58301"/>
                  </a:lnTo>
                  <a:lnTo>
                    <a:pt x="11588" y="56324"/>
                  </a:lnTo>
                  <a:lnTo>
                    <a:pt x="11184" y="54303"/>
                  </a:lnTo>
                  <a:lnTo>
                    <a:pt x="10780" y="52282"/>
                  </a:lnTo>
                  <a:lnTo>
                    <a:pt x="10466" y="50306"/>
                  </a:lnTo>
                  <a:lnTo>
                    <a:pt x="10196" y="48284"/>
                  </a:lnTo>
                  <a:lnTo>
                    <a:pt x="9972" y="46353"/>
                  </a:lnTo>
                  <a:lnTo>
                    <a:pt x="9837" y="44422"/>
                  </a:lnTo>
                  <a:lnTo>
                    <a:pt x="9702" y="42490"/>
                  </a:lnTo>
                  <a:lnTo>
                    <a:pt x="9612" y="40649"/>
                  </a:lnTo>
                  <a:lnTo>
                    <a:pt x="9567" y="38852"/>
                  </a:lnTo>
                  <a:lnTo>
                    <a:pt x="9567" y="37101"/>
                  </a:lnTo>
                  <a:lnTo>
                    <a:pt x="9567" y="37101"/>
                  </a:lnTo>
                  <a:lnTo>
                    <a:pt x="9612" y="35708"/>
                  </a:lnTo>
                  <a:lnTo>
                    <a:pt x="9702" y="34361"/>
                  </a:lnTo>
                  <a:lnTo>
                    <a:pt x="9792" y="33013"/>
                  </a:lnTo>
                  <a:lnTo>
                    <a:pt x="9927" y="31666"/>
                  </a:lnTo>
                  <a:lnTo>
                    <a:pt x="10061" y="30274"/>
                  </a:lnTo>
                  <a:lnTo>
                    <a:pt x="10241" y="28926"/>
                  </a:lnTo>
                  <a:lnTo>
                    <a:pt x="10690" y="26276"/>
                  </a:lnTo>
                  <a:lnTo>
                    <a:pt x="11229" y="23626"/>
                  </a:lnTo>
                  <a:lnTo>
                    <a:pt x="11813" y="21111"/>
                  </a:lnTo>
                  <a:lnTo>
                    <a:pt x="12442" y="18641"/>
                  </a:lnTo>
                  <a:lnTo>
                    <a:pt x="13116" y="16350"/>
                  </a:lnTo>
                  <a:lnTo>
                    <a:pt x="13789" y="14149"/>
                  </a:lnTo>
                  <a:lnTo>
                    <a:pt x="14463" y="12173"/>
                  </a:lnTo>
                  <a:lnTo>
                    <a:pt x="15092" y="10331"/>
                  </a:lnTo>
                  <a:lnTo>
                    <a:pt x="15676" y="8714"/>
                  </a:lnTo>
                  <a:lnTo>
                    <a:pt x="16664" y="6199"/>
                  </a:lnTo>
                  <a:lnTo>
                    <a:pt x="17248" y="4762"/>
                  </a:lnTo>
                  <a:lnTo>
                    <a:pt x="17248" y="4762"/>
                  </a:lnTo>
                  <a:lnTo>
                    <a:pt x="15451" y="4358"/>
                  </a:lnTo>
                  <a:lnTo>
                    <a:pt x="13789" y="3908"/>
                  </a:lnTo>
                  <a:lnTo>
                    <a:pt x="12262" y="3414"/>
                  </a:lnTo>
                  <a:lnTo>
                    <a:pt x="10870" y="2875"/>
                  </a:lnTo>
                  <a:lnTo>
                    <a:pt x="10241" y="2606"/>
                  </a:lnTo>
                  <a:lnTo>
                    <a:pt x="9657" y="2291"/>
                  </a:lnTo>
                  <a:lnTo>
                    <a:pt x="9073" y="2022"/>
                  </a:lnTo>
                  <a:lnTo>
                    <a:pt x="8579" y="1708"/>
                  </a:lnTo>
                  <a:lnTo>
                    <a:pt x="8175" y="1348"/>
                  </a:lnTo>
                  <a:lnTo>
                    <a:pt x="7771" y="1034"/>
                  </a:lnTo>
                  <a:lnTo>
                    <a:pt x="7411" y="674"/>
                  </a:lnTo>
                  <a:lnTo>
                    <a:pt x="7142" y="315"/>
                  </a:lnTo>
                  <a:lnTo>
                    <a:pt x="691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62"/>
            <p:cNvSpPr/>
            <p:nvPr/>
          </p:nvSpPr>
          <p:spPr>
            <a:xfrm>
              <a:off x="5647025" y="1922125"/>
              <a:ext cx="113425" cy="87625"/>
            </a:xfrm>
            <a:custGeom>
              <a:rect b="b" l="l" r="r" t="t"/>
              <a:pathLst>
                <a:path extrusionOk="0" h="3505" w="4537">
                  <a:moveTo>
                    <a:pt x="0" y="1"/>
                  </a:moveTo>
                  <a:lnTo>
                    <a:pt x="0" y="315"/>
                  </a:lnTo>
                  <a:lnTo>
                    <a:pt x="0" y="540"/>
                  </a:lnTo>
                  <a:lnTo>
                    <a:pt x="45" y="764"/>
                  </a:lnTo>
                  <a:lnTo>
                    <a:pt x="180" y="989"/>
                  </a:lnTo>
                  <a:lnTo>
                    <a:pt x="315" y="1213"/>
                  </a:lnTo>
                  <a:lnTo>
                    <a:pt x="449" y="1438"/>
                  </a:lnTo>
                  <a:lnTo>
                    <a:pt x="674" y="1663"/>
                  </a:lnTo>
                  <a:lnTo>
                    <a:pt x="1213" y="2067"/>
                  </a:lnTo>
                  <a:lnTo>
                    <a:pt x="1842" y="2471"/>
                  </a:lnTo>
                  <a:lnTo>
                    <a:pt x="2650" y="2830"/>
                  </a:lnTo>
                  <a:lnTo>
                    <a:pt x="3548" y="3190"/>
                  </a:lnTo>
                  <a:lnTo>
                    <a:pt x="4537" y="3504"/>
                  </a:lnTo>
                  <a:lnTo>
                    <a:pt x="3593" y="3145"/>
                  </a:lnTo>
                  <a:lnTo>
                    <a:pt x="2785" y="2741"/>
                  </a:lnTo>
                  <a:lnTo>
                    <a:pt x="2066" y="2291"/>
                  </a:lnTo>
                  <a:lnTo>
                    <a:pt x="1482" y="1842"/>
                  </a:lnTo>
                  <a:lnTo>
                    <a:pt x="988" y="1393"/>
                  </a:lnTo>
                  <a:lnTo>
                    <a:pt x="584" y="944"/>
                  </a:lnTo>
                  <a:lnTo>
                    <a:pt x="270" y="45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D0C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62"/>
            <p:cNvSpPr/>
            <p:nvPr/>
          </p:nvSpPr>
          <p:spPr>
            <a:xfrm>
              <a:off x="5647025" y="1922125"/>
              <a:ext cx="113425" cy="87625"/>
            </a:xfrm>
            <a:custGeom>
              <a:rect b="b" l="l" r="r" t="t"/>
              <a:pathLst>
                <a:path extrusionOk="0" fill="none" h="3505" w="453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315"/>
                  </a:lnTo>
                  <a:lnTo>
                    <a:pt x="0" y="315"/>
                  </a:lnTo>
                  <a:lnTo>
                    <a:pt x="0" y="540"/>
                  </a:lnTo>
                  <a:lnTo>
                    <a:pt x="45" y="764"/>
                  </a:lnTo>
                  <a:lnTo>
                    <a:pt x="180" y="989"/>
                  </a:lnTo>
                  <a:lnTo>
                    <a:pt x="315" y="1213"/>
                  </a:lnTo>
                  <a:lnTo>
                    <a:pt x="449" y="1438"/>
                  </a:lnTo>
                  <a:lnTo>
                    <a:pt x="674" y="1663"/>
                  </a:lnTo>
                  <a:lnTo>
                    <a:pt x="1213" y="2067"/>
                  </a:lnTo>
                  <a:lnTo>
                    <a:pt x="1842" y="2471"/>
                  </a:lnTo>
                  <a:lnTo>
                    <a:pt x="2650" y="2830"/>
                  </a:lnTo>
                  <a:lnTo>
                    <a:pt x="3548" y="3190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4537" y="3504"/>
                  </a:lnTo>
                  <a:lnTo>
                    <a:pt x="3593" y="3145"/>
                  </a:lnTo>
                  <a:lnTo>
                    <a:pt x="2785" y="2741"/>
                  </a:lnTo>
                  <a:lnTo>
                    <a:pt x="2066" y="2291"/>
                  </a:lnTo>
                  <a:lnTo>
                    <a:pt x="1482" y="1842"/>
                  </a:lnTo>
                  <a:lnTo>
                    <a:pt x="988" y="1393"/>
                  </a:lnTo>
                  <a:lnTo>
                    <a:pt x="584" y="944"/>
                  </a:lnTo>
                  <a:lnTo>
                    <a:pt x="270" y="450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62"/>
            <p:cNvSpPr/>
            <p:nvPr/>
          </p:nvSpPr>
          <p:spPr>
            <a:xfrm>
              <a:off x="5547075" y="1849150"/>
              <a:ext cx="330150" cy="220100"/>
            </a:xfrm>
            <a:custGeom>
              <a:rect b="b" l="l" r="r" t="t"/>
              <a:pathLst>
                <a:path extrusionOk="0" h="8804" w="13206">
                  <a:moveTo>
                    <a:pt x="3684" y="0"/>
                  </a:moveTo>
                  <a:lnTo>
                    <a:pt x="2830" y="404"/>
                  </a:lnTo>
                  <a:lnTo>
                    <a:pt x="2112" y="809"/>
                  </a:lnTo>
                  <a:lnTo>
                    <a:pt x="1483" y="1213"/>
                  </a:lnTo>
                  <a:lnTo>
                    <a:pt x="944" y="1662"/>
                  </a:lnTo>
                  <a:lnTo>
                    <a:pt x="540" y="2066"/>
                  </a:lnTo>
                  <a:lnTo>
                    <a:pt x="225" y="2515"/>
                  </a:lnTo>
                  <a:lnTo>
                    <a:pt x="135" y="2740"/>
                  </a:lnTo>
                  <a:lnTo>
                    <a:pt x="46" y="2965"/>
                  </a:lnTo>
                  <a:lnTo>
                    <a:pt x="1" y="3189"/>
                  </a:lnTo>
                  <a:lnTo>
                    <a:pt x="1" y="3369"/>
                  </a:lnTo>
                  <a:lnTo>
                    <a:pt x="46" y="3773"/>
                  </a:lnTo>
                  <a:lnTo>
                    <a:pt x="180" y="4132"/>
                  </a:lnTo>
                  <a:lnTo>
                    <a:pt x="405" y="4492"/>
                  </a:lnTo>
                  <a:lnTo>
                    <a:pt x="719" y="4896"/>
                  </a:lnTo>
                  <a:lnTo>
                    <a:pt x="1079" y="5255"/>
                  </a:lnTo>
                  <a:lnTo>
                    <a:pt x="1573" y="5615"/>
                  </a:lnTo>
                  <a:lnTo>
                    <a:pt x="2112" y="5974"/>
                  </a:lnTo>
                  <a:lnTo>
                    <a:pt x="2741" y="6333"/>
                  </a:lnTo>
                  <a:lnTo>
                    <a:pt x="3459" y="6693"/>
                  </a:lnTo>
                  <a:lnTo>
                    <a:pt x="4268" y="7007"/>
                  </a:lnTo>
                  <a:lnTo>
                    <a:pt x="5121" y="7321"/>
                  </a:lnTo>
                  <a:lnTo>
                    <a:pt x="6064" y="7681"/>
                  </a:lnTo>
                  <a:lnTo>
                    <a:pt x="7052" y="7950"/>
                  </a:lnTo>
                  <a:lnTo>
                    <a:pt x="8175" y="8265"/>
                  </a:lnTo>
                  <a:lnTo>
                    <a:pt x="9298" y="8534"/>
                  </a:lnTo>
                  <a:lnTo>
                    <a:pt x="10556" y="8804"/>
                  </a:lnTo>
                  <a:lnTo>
                    <a:pt x="13206" y="7501"/>
                  </a:lnTo>
                  <a:lnTo>
                    <a:pt x="13161" y="7456"/>
                  </a:lnTo>
                  <a:lnTo>
                    <a:pt x="11813" y="7276"/>
                  </a:lnTo>
                  <a:lnTo>
                    <a:pt x="10601" y="7007"/>
                  </a:lnTo>
                  <a:lnTo>
                    <a:pt x="9523" y="6738"/>
                  </a:lnTo>
                  <a:lnTo>
                    <a:pt x="8535" y="6423"/>
                  </a:lnTo>
                  <a:lnTo>
                    <a:pt x="7546" y="6109"/>
                  </a:lnTo>
                  <a:lnTo>
                    <a:pt x="6648" y="5749"/>
                  </a:lnTo>
                  <a:lnTo>
                    <a:pt x="5840" y="5390"/>
                  </a:lnTo>
                  <a:lnTo>
                    <a:pt x="5211" y="4986"/>
                  </a:lnTo>
                  <a:lnTo>
                    <a:pt x="4672" y="4582"/>
                  </a:lnTo>
                  <a:lnTo>
                    <a:pt x="4447" y="4357"/>
                  </a:lnTo>
                  <a:lnTo>
                    <a:pt x="4313" y="4132"/>
                  </a:lnTo>
                  <a:lnTo>
                    <a:pt x="4178" y="3908"/>
                  </a:lnTo>
                  <a:lnTo>
                    <a:pt x="4043" y="3683"/>
                  </a:lnTo>
                  <a:lnTo>
                    <a:pt x="3998" y="3459"/>
                  </a:lnTo>
                  <a:lnTo>
                    <a:pt x="3998" y="3234"/>
                  </a:lnTo>
                  <a:lnTo>
                    <a:pt x="3998" y="2920"/>
                  </a:lnTo>
                  <a:lnTo>
                    <a:pt x="3863" y="2471"/>
                  </a:lnTo>
                  <a:lnTo>
                    <a:pt x="3729" y="2066"/>
                  </a:lnTo>
                  <a:lnTo>
                    <a:pt x="3639" y="1662"/>
                  </a:lnTo>
                  <a:lnTo>
                    <a:pt x="3594" y="1303"/>
                  </a:lnTo>
                  <a:lnTo>
                    <a:pt x="3594" y="943"/>
                  </a:lnTo>
                  <a:lnTo>
                    <a:pt x="3594" y="584"/>
                  </a:lnTo>
                  <a:lnTo>
                    <a:pt x="3684" y="0"/>
                  </a:lnTo>
                  <a:close/>
                </a:path>
              </a:pathLst>
            </a:custGeom>
            <a:solidFill>
              <a:srgbClr val="9D401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62"/>
            <p:cNvSpPr/>
            <p:nvPr/>
          </p:nvSpPr>
          <p:spPr>
            <a:xfrm>
              <a:off x="5547075" y="1849150"/>
              <a:ext cx="330150" cy="220100"/>
            </a:xfrm>
            <a:custGeom>
              <a:rect b="b" l="l" r="r" t="t"/>
              <a:pathLst>
                <a:path extrusionOk="0" fill="none" h="8804" w="13206">
                  <a:moveTo>
                    <a:pt x="3684" y="0"/>
                  </a:moveTo>
                  <a:lnTo>
                    <a:pt x="3684" y="0"/>
                  </a:lnTo>
                  <a:lnTo>
                    <a:pt x="2830" y="404"/>
                  </a:lnTo>
                  <a:lnTo>
                    <a:pt x="2112" y="809"/>
                  </a:lnTo>
                  <a:lnTo>
                    <a:pt x="1483" y="1213"/>
                  </a:lnTo>
                  <a:lnTo>
                    <a:pt x="944" y="1662"/>
                  </a:lnTo>
                  <a:lnTo>
                    <a:pt x="540" y="2066"/>
                  </a:lnTo>
                  <a:lnTo>
                    <a:pt x="225" y="2515"/>
                  </a:lnTo>
                  <a:lnTo>
                    <a:pt x="135" y="2740"/>
                  </a:lnTo>
                  <a:lnTo>
                    <a:pt x="46" y="2965"/>
                  </a:lnTo>
                  <a:lnTo>
                    <a:pt x="1" y="3189"/>
                  </a:lnTo>
                  <a:lnTo>
                    <a:pt x="1" y="3369"/>
                  </a:lnTo>
                  <a:lnTo>
                    <a:pt x="1" y="3369"/>
                  </a:lnTo>
                  <a:lnTo>
                    <a:pt x="46" y="3773"/>
                  </a:lnTo>
                  <a:lnTo>
                    <a:pt x="180" y="4132"/>
                  </a:lnTo>
                  <a:lnTo>
                    <a:pt x="405" y="4492"/>
                  </a:lnTo>
                  <a:lnTo>
                    <a:pt x="719" y="4896"/>
                  </a:lnTo>
                  <a:lnTo>
                    <a:pt x="1079" y="5255"/>
                  </a:lnTo>
                  <a:lnTo>
                    <a:pt x="1573" y="5615"/>
                  </a:lnTo>
                  <a:lnTo>
                    <a:pt x="2112" y="5974"/>
                  </a:lnTo>
                  <a:lnTo>
                    <a:pt x="2741" y="6333"/>
                  </a:lnTo>
                  <a:lnTo>
                    <a:pt x="3459" y="6693"/>
                  </a:lnTo>
                  <a:lnTo>
                    <a:pt x="4268" y="7007"/>
                  </a:lnTo>
                  <a:lnTo>
                    <a:pt x="5121" y="7321"/>
                  </a:lnTo>
                  <a:lnTo>
                    <a:pt x="6064" y="7681"/>
                  </a:lnTo>
                  <a:lnTo>
                    <a:pt x="7052" y="7950"/>
                  </a:lnTo>
                  <a:lnTo>
                    <a:pt x="8175" y="8265"/>
                  </a:lnTo>
                  <a:lnTo>
                    <a:pt x="9298" y="8534"/>
                  </a:lnTo>
                  <a:lnTo>
                    <a:pt x="10556" y="8804"/>
                  </a:lnTo>
                  <a:lnTo>
                    <a:pt x="13206" y="7501"/>
                  </a:lnTo>
                  <a:lnTo>
                    <a:pt x="13206" y="7501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3161" y="7456"/>
                  </a:lnTo>
                  <a:lnTo>
                    <a:pt x="11813" y="7276"/>
                  </a:lnTo>
                  <a:lnTo>
                    <a:pt x="10601" y="7007"/>
                  </a:lnTo>
                  <a:lnTo>
                    <a:pt x="9523" y="6738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8535" y="6423"/>
                  </a:lnTo>
                  <a:lnTo>
                    <a:pt x="7546" y="6109"/>
                  </a:lnTo>
                  <a:lnTo>
                    <a:pt x="6648" y="5749"/>
                  </a:lnTo>
                  <a:lnTo>
                    <a:pt x="5840" y="5390"/>
                  </a:lnTo>
                  <a:lnTo>
                    <a:pt x="5211" y="4986"/>
                  </a:lnTo>
                  <a:lnTo>
                    <a:pt x="4672" y="4582"/>
                  </a:lnTo>
                  <a:lnTo>
                    <a:pt x="4447" y="4357"/>
                  </a:lnTo>
                  <a:lnTo>
                    <a:pt x="4313" y="4132"/>
                  </a:lnTo>
                  <a:lnTo>
                    <a:pt x="4178" y="3908"/>
                  </a:lnTo>
                  <a:lnTo>
                    <a:pt x="4043" y="3683"/>
                  </a:lnTo>
                  <a:lnTo>
                    <a:pt x="3998" y="3459"/>
                  </a:lnTo>
                  <a:lnTo>
                    <a:pt x="3998" y="3234"/>
                  </a:lnTo>
                  <a:lnTo>
                    <a:pt x="3998" y="3234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998" y="2920"/>
                  </a:lnTo>
                  <a:lnTo>
                    <a:pt x="3863" y="2471"/>
                  </a:lnTo>
                  <a:lnTo>
                    <a:pt x="3729" y="2066"/>
                  </a:lnTo>
                  <a:lnTo>
                    <a:pt x="3639" y="1662"/>
                  </a:lnTo>
                  <a:lnTo>
                    <a:pt x="3594" y="1303"/>
                  </a:lnTo>
                  <a:lnTo>
                    <a:pt x="3594" y="943"/>
                  </a:lnTo>
                  <a:lnTo>
                    <a:pt x="3594" y="584"/>
                  </a:lnTo>
                  <a:lnTo>
                    <a:pt x="368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62"/>
            <p:cNvSpPr/>
            <p:nvPr/>
          </p:nvSpPr>
          <p:spPr>
            <a:xfrm>
              <a:off x="5904150" y="3999450"/>
              <a:ext cx="267275" cy="102200"/>
            </a:xfrm>
            <a:custGeom>
              <a:rect b="b" l="l" r="r" t="t"/>
              <a:pathLst>
                <a:path extrusionOk="0" h="4088" w="10691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D401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62"/>
            <p:cNvSpPr/>
            <p:nvPr/>
          </p:nvSpPr>
          <p:spPr>
            <a:xfrm>
              <a:off x="5904150" y="3999450"/>
              <a:ext cx="267275" cy="102200"/>
            </a:xfrm>
            <a:custGeom>
              <a:rect b="b" l="l" r="r" t="t"/>
              <a:pathLst>
                <a:path extrusionOk="0" fill="none" h="4088" w="10691">
                  <a:moveTo>
                    <a:pt x="1" y="1"/>
                  </a:moveTo>
                  <a:lnTo>
                    <a:pt x="1" y="1528"/>
                  </a:lnTo>
                  <a:lnTo>
                    <a:pt x="91" y="1573"/>
                  </a:lnTo>
                  <a:lnTo>
                    <a:pt x="91" y="1573"/>
                  </a:lnTo>
                  <a:lnTo>
                    <a:pt x="540" y="1842"/>
                  </a:lnTo>
                  <a:lnTo>
                    <a:pt x="1213" y="2112"/>
                  </a:lnTo>
                  <a:lnTo>
                    <a:pt x="2067" y="2471"/>
                  </a:lnTo>
                  <a:lnTo>
                    <a:pt x="3235" y="2875"/>
                  </a:lnTo>
                  <a:lnTo>
                    <a:pt x="4582" y="3235"/>
                  </a:lnTo>
                  <a:lnTo>
                    <a:pt x="6199" y="3594"/>
                  </a:lnTo>
                  <a:lnTo>
                    <a:pt x="7097" y="3729"/>
                  </a:lnTo>
                  <a:lnTo>
                    <a:pt x="8085" y="3863"/>
                  </a:lnTo>
                  <a:lnTo>
                    <a:pt x="9163" y="3998"/>
                  </a:lnTo>
                  <a:lnTo>
                    <a:pt x="10241" y="4088"/>
                  </a:lnTo>
                  <a:lnTo>
                    <a:pt x="10691" y="1887"/>
                  </a:lnTo>
                  <a:lnTo>
                    <a:pt x="10691" y="1887"/>
                  </a:lnTo>
                  <a:lnTo>
                    <a:pt x="9298" y="1797"/>
                  </a:lnTo>
                  <a:lnTo>
                    <a:pt x="7906" y="1663"/>
                  </a:lnTo>
                  <a:lnTo>
                    <a:pt x="6558" y="1483"/>
                  </a:lnTo>
                  <a:lnTo>
                    <a:pt x="5256" y="1303"/>
                  </a:lnTo>
                  <a:lnTo>
                    <a:pt x="3953" y="1034"/>
                  </a:lnTo>
                  <a:lnTo>
                    <a:pt x="2696" y="764"/>
                  </a:lnTo>
                  <a:lnTo>
                    <a:pt x="1483" y="450"/>
                  </a:lnTo>
                  <a:lnTo>
                    <a:pt x="270" y="9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62"/>
            <p:cNvSpPr/>
            <p:nvPr/>
          </p:nvSpPr>
          <p:spPr>
            <a:xfrm>
              <a:off x="6308400" y="3999450"/>
              <a:ext cx="275125" cy="102200"/>
            </a:xfrm>
            <a:custGeom>
              <a:rect b="b" l="l" r="r" t="t"/>
              <a:pathLst>
                <a:path extrusionOk="0" h="4088" w="11005">
                  <a:moveTo>
                    <a:pt x="11004" y="1"/>
                  </a:moveTo>
                  <a:lnTo>
                    <a:pt x="10735" y="90"/>
                  </a:lnTo>
                  <a:lnTo>
                    <a:pt x="9522" y="450"/>
                  </a:lnTo>
                  <a:lnTo>
                    <a:pt x="8265" y="764"/>
                  </a:lnTo>
                  <a:lnTo>
                    <a:pt x="6962" y="1079"/>
                  </a:lnTo>
                  <a:lnTo>
                    <a:pt x="5615" y="1303"/>
                  </a:lnTo>
                  <a:lnTo>
                    <a:pt x="4267" y="1528"/>
                  </a:lnTo>
                  <a:lnTo>
                    <a:pt x="2875" y="1707"/>
                  </a:lnTo>
                  <a:lnTo>
                    <a:pt x="1437" y="1842"/>
                  </a:lnTo>
                  <a:lnTo>
                    <a:pt x="0" y="1932"/>
                  </a:lnTo>
                  <a:lnTo>
                    <a:pt x="449" y="4088"/>
                  </a:lnTo>
                  <a:lnTo>
                    <a:pt x="1572" y="3998"/>
                  </a:lnTo>
                  <a:lnTo>
                    <a:pt x="2695" y="3908"/>
                  </a:lnTo>
                  <a:lnTo>
                    <a:pt x="3683" y="3774"/>
                  </a:lnTo>
                  <a:lnTo>
                    <a:pt x="4626" y="3594"/>
                  </a:lnTo>
                  <a:lnTo>
                    <a:pt x="6288" y="3279"/>
                  </a:lnTo>
                  <a:lnTo>
                    <a:pt x="7726" y="2875"/>
                  </a:lnTo>
                  <a:lnTo>
                    <a:pt x="8893" y="2516"/>
                  </a:lnTo>
                  <a:lnTo>
                    <a:pt x="9792" y="2157"/>
                  </a:lnTo>
                  <a:lnTo>
                    <a:pt x="10465" y="1842"/>
                  </a:lnTo>
                  <a:lnTo>
                    <a:pt x="10915" y="1573"/>
                  </a:lnTo>
                  <a:lnTo>
                    <a:pt x="11004" y="1528"/>
                  </a:lnTo>
                  <a:lnTo>
                    <a:pt x="11004" y="1"/>
                  </a:lnTo>
                  <a:close/>
                </a:path>
              </a:pathLst>
            </a:custGeom>
            <a:solidFill>
              <a:srgbClr val="C96E4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62"/>
            <p:cNvSpPr/>
            <p:nvPr/>
          </p:nvSpPr>
          <p:spPr>
            <a:xfrm>
              <a:off x="6308400" y="3999450"/>
              <a:ext cx="275125" cy="102200"/>
            </a:xfrm>
            <a:custGeom>
              <a:rect b="b" l="l" r="r" t="t"/>
              <a:pathLst>
                <a:path extrusionOk="0" fill="none" h="4088" w="11005">
                  <a:moveTo>
                    <a:pt x="11004" y="1"/>
                  </a:moveTo>
                  <a:lnTo>
                    <a:pt x="10735" y="90"/>
                  </a:lnTo>
                  <a:lnTo>
                    <a:pt x="10735" y="90"/>
                  </a:lnTo>
                  <a:lnTo>
                    <a:pt x="9522" y="450"/>
                  </a:lnTo>
                  <a:lnTo>
                    <a:pt x="8265" y="764"/>
                  </a:lnTo>
                  <a:lnTo>
                    <a:pt x="6962" y="1079"/>
                  </a:lnTo>
                  <a:lnTo>
                    <a:pt x="5615" y="1303"/>
                  </a:lnTo>
                  <a:lnTo>
                    <a:pt x="4267" y="1528"/>
                  </a:lnTo>
                  <a:lnTo>
                    <a:pt x="2875" y="1707"/>
                  </a:lnTo>
                  <a:lnTo>
                    <a:pt x="1437" y="1842"/>
                  </a:lnTo>
                  <a:lnTo>
                    <a:pt x="0" y="1932"/>
                  </a:lnTo>
                  <a:lnTo>
                    <a:pt x="449" y="4088"/>
                  </a:lnTo>
                  <a:lnTo>
                    <a:pt x="449" y="4088"/>
                  </a:lnTo>
                  <a:lnTo>
                    <a:pt x="449" y="4088"/>
                  </a:lnTo>
                  <a:lnTo>
                    <a:pt x="1572" y="3998"/>
                  </a:lnTo>
                  <a:lnTo>
                    <a:pt x="2695" y="3908"/>
                  </a:lnTo>
                  <a:lnTo>
                    <a:pt x="3683" y="3774"/>
                  </a:lnTo>
                  <a:lnTo>
                    <a:pt x="4626" y="3594"/>
                  </a:lnTo>
                  <a:lnTo>
                    <a:pt x="6288" y="3279"/>
                  </a:lnTo>
                  <a:lnTo>
                    <a:pt x="7726" y="2875"/>
                  </a:lnTo>
                  <a:lnTo>
                    <a:pt x="8893" y="2516"/>
                  </a:lnTo>
                  <a:lnTo>
                    <a:pt x="9792" y="2157"/>
                  </a:lnTo>
                  <a:lnTo>
                    <a:pt x="10465" y="1842"/>
                  </a:lnTo>
                  <a:lnTo>
                    <a:pt x="10915" y="1573"/>
                  </a:lnTo>
                  <a:lnTo>
                    <a:pt x="11004" y="1528"/>
                  </a:lnTo>
                  <a:lnTo>
                    <a:pt x="1100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62"/>
            <p:cNvSpPr/>
            <p:nvPr/>
          </p:nvSpPr>
          <p:spPr>
            <a:xfrm>
              <a:off x="6604825" y="1844650"/>
              <a:ext cx="335775" cy="225725"/>
            </a:xfrm>
            <a:custGeom>
              <a:rect b="b" l="l" r="r" t="t"/>
              <a:pathLst>
                <a:path extrusionOk="0" h="9029" w="13431">
                  <a:moveTo>
                    <a:pt x="9388" y="1"/>
                  </a:moveTo>
                  <a:lnTo>
                    <a:pt x="9478" y="584"/>
                  </a:lnTo>
                  <a:lnTo>
                    <a:pt x="9523" y="1213"/>
                  </a:lnTo>
                  <a:lnTo>
                    <a:pt x="9523" y="1573"/>
                  </a:lnTo>
                  <a:lnTo>
                    <a:pt x="9478" y="1932"/>
                  </a:lnTo>
                  <a:lnTo>
                    <a:pt x="9388" y="2291"/>
                  </a:lnTo>
                  <a:lnTo>
                    <a:pt x="9253" y="2695"/>
                  </a:lnTo>
                  <a:lnTo>
                    <a:pt x="9388" y="3055"/>
                  </a:lnTo>
                  <a:lnTo>
                    <a:pt x="9478" y="3414"/>
                  </a:lnTo>
                  <a:lnTo>
                    <a:pt x="9433" y="3773"/>
                  </a:lnTo>
                  <a:lnTo>
                    <a:pt x="9298" y="4088"/>
                  </a:lnTo>
                  <a:lnTo>
                    <a:pt x="9074" y="4447"/>
                  </a:lnTo>
                  <a:lnTo>
                    <a:pt x="8759" y="4762"/>
                  </a:lnTo>
                  <a:lnTo>
                    <a:pt x="8400" y="5076"/>
                  </a:lnTo>
                  <a:lnTo>
                    <a:pt x="7906" y="5345"/>
                  </a:lnTo>
                  <a:lnTo>
                    <a:pt x="7412" y="5660"/>
                  </a:lnTo>
                  <a:lnTo>
                    <a:pt x="6783" y="5929"/>
                  </a:lnTo>
                  <a:lnTo>
                    <a:pt x="6154" y="6199"/>
                  </a:lnTo>
                  <a:lnTo>
                    <a:pt x="5435" y="6468"/>
                  </a:lnTo>
                  <a:lnTo>
                    <a:pt x="4627" y="6693"/>
                  </a:lnTo>
                  <a:lnTo>
                    <a:pt x="3819" y="6918"/>
                  </a:lnTo>
                  <a:lnTo>
                    <a:pt x="1977" y="7322"/>
                  </a:lnTo>
                  <a:lnTo>
                    <a:pt x="1" y="7726"/>
                  </a:lnTo>
                  <a:lnTo>
                    <a:pt x="2651" y="9029"/>
                  </a:lnTo>
                  <a:lnTo>
                    <a:pt x="3908" y="8759"/>
                  </a:lnTo>
                  <a:lnTo>
                    <a:pt x="5076" y="8490"/>
                  </a:lnTo>
                  <a:lnTo>
                    <a:pt x="6199" y="8175"/>
                  </a:lnTo>
                  <a:lnTo>
                    <a:pt x="7232" y="7906"/>
                  </a:lnTo>
                  <a:lnTo>
                    <a:pt x="8220" y="7546"/>
                  </a:lnTo>
                  <a:lnTo>
                    <a:pt x="9074" y="7232"/>
                  </a:lnTo>
                  <a:lnTo>
                    <a:pt x="9882" y="6873"/>
                  </a:lnTo>
                  <a:lnTo>
                    <a:pt x="10646" y="6558"/>
                  </a:lnTo>
                  <a:lnTo>
                    <a:pt x="11274" y="6199"/>
                  </a:lnTo>
                  <a:lnTo>
                    <a:pt x="11813" y="5840"/>
                  </a:lnTo>
                  <a:lnTo>
                    <a:pt x="12307" y="5435"/>
                  </a:lnTo>
                  <a:lnTo>
                    <a:pt x="12712" y="5076"/>
                  </a:lnTo>
                  <a:lnTo>
                    <a:pt x="13026" y="4717"/>
                  </a:lnTo>
                  <a:lnTo>
                    <a:pt x="13251" y="4312"/>
                  </a:lnTo>
                  <a:lnTo>
                    <a:pt x="13385" y="3953"/>
                  </a:lnTo>
                  <a:lnTo>
                    <a:pt x="13430" y="3549"/>
                  </a:lnTo>
                  <a:lnTo>
                    <a:pt x="13430" y="3324"/>
                  </a:lnTo>
                  <a:lnTo>
                    <a:pt x="13385" y="3100"/>
                  </a:lnTo>
                  <a:lnTo>
                    <a:pt x="13296" y="2875"/>
                  </a:lnTo>
                  <a:lnTo>
                    <a:pt x="13161" y="2651"/>
                  </a:lnTo>
                  <a:lnTo>
                    <a:pt x="12846" y="2201"/>
                  </a:lnTo>
                  <a:lnTo>
                    <a:pt x="12397" y="1752"/>
                  </a:lnTo>
                  <a:lnTo>
                    <a:pt x="11813" y="1303"/>
                  </a:lnTo>
                  <a:lnTo>
                    <a:pt x="11140" y="854"/>
                  </a:lnTo>
                  <a:lnTo>
                    <a:pt x="10331" y="450"/>
                  </a:lnTo>
                  <a:lnTo>
                    <a:pt x="9388" y="1"/>
                  </a:lnTo>
                  <a:close/>
                </a:path>
              </a:pathLst>
            </a:custGeom>
            <a:solidFill>
              <a:srgbClr val="C96E4D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62"/>
            <p:cNvSpPr/>
            <p:nvPr/>
          </p:nvSpPr>
          <p:spPr>
            <a:xfrm>
              <a:off x="6604825" y="1844650"/>
              <a:ext cx="335775" cy="225725"/>
            </a:xfrm>
            <a:custGeom>
              <a:rect b="b" l="l" r="r" t="t"/>
              <a:pathLst>
                <a:path extrusionOk="0" fill="none" h="9029" w="13431">
                  <a:moveTo>
                    <a:pt x="9388" y="1"/>
                  </a:moveTo>
                  <a:lnTo>
                    <a:pt x="9388" y="1"/>
                  </a:lnTo>
                  <a:lnTo>
                    <a:pt x="9478" y="584"/>
                  </a:lnTo>
                  <a:lnTo>
                    <a:pt x="9523" y="1213"/>
                  </a:lnTo>
                  <a:lnTo>
                    <a:pt x="9523" y="1573"/>
                  </a:lnTo>
                  <a:lnTo>
                    <a:pt x="9478" y="1932"/>
                  </a:lnTo>
                  <a:lnTo>
                    <a:pt x="9388" y="2291"/>
                  </a:lnTo>
                  <a:lnTo>
                    <a:pt x="9253" y="2695"/>
                  </a:lnTo>
                  <a:lnTo>
                    <a:pt x="9253" y="2695"/>
                  </a:lnTo>
                  <a:lnTo>
                    <a:pt x="9388" y="3055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78" y="3414"/>
                  </a:lnTo>
                  <a:lnTo>
                    <a:pt x="9433" y="3773"/>
                  </a:lnTo>
                  <a:lnTo>
                    <a:pt x="9298" y="4088"/>
                  </a:lnTo>
                  <a:lnTo>
                    <a:pt x="9074" y="4447"/>
                  </a:lnTo>
                  <a:lnTo>
                    <a:pt x="8759" y="4762"/>
                  </a:lnTo>
                  <a:lnTo>
                    <a:pt x="8400" y="5076"/>
                  </a:lnTo>
                  <a:lnTo>
                    <a:pt x="7906" y="5345"/>
                  </a:lnTo>
                  <a:lnTo>
                    <a:pt x="7412" y="5660"/>
                  </a:lnTo>
                  <a:lnTo>
                    <a:pt x="6783" y="5929"/>
                  </a:lnTo>
                  <a:lnTo>
                    <a:pt x="6154" y="6199"/>
                  </a:lnTo>
                  <a:lnTo>
                    <a:pt x="5435" y="6468"/>
                  </a:lnTo>
                  <a:lnTo>
                    <a:pt x="4627" y="6693"/>
                  </a:lnTo>
                  <a:lnTo>
                    <a:pt x="3819" y="6918"/>
                  </a:lnTo>
                  <a:lnTo>
                    <a:pt x="1977" y="7322"/>
                  </a:lnTo>
                  <a:lnTo>
                    <a:pt x="1" y="7726"/>
                  </a:lnTo>
                  <a:lnTo>
                    <a:pt x="2651" y="9029"/>
                  </a:lnTo>
                  <a:lnTo>
                    <a:pt x="2651" y="9029"/>
                  </a:lnTo>
                  <a:lnTo>
                    <a:pt x="3908" y="8759"/>
                  </a:lnTo>
                  <a:lnTo>
                    <a:pt x="5076" y="8490"/>
                  </a:lnTo>
                  <a:lnTo>
                    <a:pt x="6199" y="8175"/>
                  </a:lnTo>
                  <a:lnTo>
                    <a:pt x="7232" y="7906"/>
                  </a:lnTo>
                  <a:lnTo>
                    <a:pt x="8220" y="7546"/>
                  </a:lnTo>
                  <a:lnTo>
                    <a:pt x="9074" y="7232"/>
                  </a:lnTo>
                  <a:lnTo>
                    <a:pt x="9882" y="6873"/>
                  </a:lnTo>
                  <a:lnTo>
                    <a:pt x="10646" y="6558"/>
                  </a:lnTo>
                  <a:lnTo>
                    <a:pt x="11274" y="6199"/>
                  </a:lnTo>
                  <a:lnTo>
                    <a:pt x="11813" y="5840"/>
                  </a:lnTo>
                  <a:lnTo>
                    <a:pt x="12307" y="5435"/>
                  </a:lnTo>
                  <a:lnTo>
                    <a:pt x="12712" y="5076"/>
                  </a:lnTo>
                  <a:lnTo>
                    <a:pt x="13026" y="4717"/>
                  </a:lnTo>
                  <a:lnTo>
                    <a:pt x="13251" y="4312"/>
                  </a:lnTo>
                  <a:lnTo>
                    <a:pt x="13385" y="3953"/>
                  </a:lnTo>
                  <a:lnTo>
                    <a:pt x="13430" y="3549"/>
                  </a:lnTo>
                  <a:lnTo>
                    <a:pt x="13430" y="3549"/>
                  </a:lnTo>
                  <a:lnTo>
                    <a:pt x="13430" y="3324"/>
                  </a:lnTo>
                  <a:lnTo>
                    <a:pt x="13385" y="3100"/>
                  </a:lnTo>
                  <a:lnTo>
                    <a:pt x="13296" y="2875"/>
                  </a:lnTo>
                  <a:lnTo>
                    <a:pt x="13161" y="2651"/>
                  </a:lnTo>
                  <a:lnTo>
                    <a:pt x="12846" y="2201"/>
                  </a:lnTo>
                  <a:lnTo>
                    <a:pt x="12397" y="1752"/>
                  </a:lnTo>
                  <a:lnTo>
                    <a:pt x="11813" y="1303"/>
                  </a:lnTo>
                  <a:lnTo>
                    <a:pt x="11140" y="854"/>
                  </a:lnTo>
                  <a:lnTo>
                    <a:pt x="10331" y="450"/>
                  </a:lnTo>
                  <a:lnTo>
                    <a:pt x="938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62"/>
            <p:cNvSpPr/>
            <p:nvPr/>
          </p:nvSpPr>
          <p:spPr>
            <a:xfrm>
              <a:off x="6667700" y="2093925"/>
              <a:ext cx="343625" cy="1777550"/>
            </a:xfrm>
            <a:custGeom>
              <a:rect b="b" l="l" r="r" t="t"/>
              <a:pathLst>
                <a:path extrusionOk="0" h="71102" w="13745">
                  <a:moveTo>
                    <a:pt x="4358" y="3235"/>
                  </a:moveTo>
                  <a:lnTo>
                    <a:pt x="4313" y="3280"/>
                  </a:lnTo>
                  <a:lnTo>
                    <a:pt x="4942" y="6693"/>
                  </a:lnTo>
                  <a:lnTo>
                    <a:pt x="4987" y="6918"/>
                  </a:lnTo>
                  <a:lnTo>
                    <a:pt x="5031" y="6738"/>
                  </a:lnTo>
                  <a:lnTo>
                    <a:pt x="5076" y="6648"/>
                  </a:lnTo>
                  <a:lnTo>
                    <a:pt x="4403" y="3280"/>
                  </a:lnTo>
                  <a:lnTo>
                    <a:pt x="4358" y="3235"/>
                  </a:lnTo>
                  <a:close/>
                  <a:moveTo>
                    <a:pt x="7592" y="1438"/>
                  </a:moveTo>
                  <a:lnTo>
                    <a:pt x="7592" y="1483"/>
                  </a:lnTo>
                  <a:lnTo>
                    <a:pt x="7996" y="2965"/>
                  </a:lnTo>
                  <a:lnTo>
                    <a:pt x="8400" y="4492"/>
                  </a:lnTo>
                  <a:lnTo>
                    <a:pt x="8715" y="5974"/>
                  </a:lnTo>
                  <a:lnTo>
                    <a:pt x="9074" y="7502"/>
                  </a:lnTo>
                  <a:lnTo>
                    <a:pt x="9343" y="9029"/>
                  </a:lnTo>
                  <a:lnTo>
                    <a:pt x="9613" y="10556"/>
                  </a:lnTo>
                  <a:lnTo>
                    <a:pt x="9837" y="12083"/>
                  </a:lnTo>
                  <a:lnTo>
                    <a:pt x="10017" y="13655"/>
                  </a:lnTo>
                  <a:lnTo>
                    <a:pt x="10062" y="13700"/>
                  </a:lnTo>
                  <a:lnTo>
                    <a:pt x="10107" y="13655"/>
                  </a:lnTo>
                  <a:lnTo>
                    <a:pt x="10107" y="13610"/>
                  </a:lnTo>
                  <a:lnTo>
                    <a:pt x="9927" y="12083"/>
                  </a:lnTo>
                  <a:lnTo>
                    <a:pt x="9703" y="10556"/>
                  </a:lnTo>
                  <a:lnTo>
                    <a:pt x="9433" y="9029"/>
                  </a:lnTo>
                  <a:lnTo>
                    <a:pt x="9164" y="7502"/>
                  </a:lnTo>
                  <a:lnTo>
                    <a:pt x="8849" y="5974"/>
                  </a:lnTo>
                  <a:lnTo>
                    <a:pt x="8490" y="4447"/>
                  </a:lnTo>
                  <a:lnTo>
                    <a:pt x="8086" y="2965"/>
                  </a:lnTo>
                  <a:lnTo>
                    <a:pt x="7681" y="1483"/>
                  </a:lnTo>
                  <a:lnTo>
                    <a:pt x="7637" y="1438"/>
                  </a:lnTo>
                  <a:close/>
                  <a:moveTo>
                    <a:pt x="9927" y="1"/>
                  </a:moveTo>
                  <a:lnTo>
                    <a:pt x="9927" y="46"/>
                  </a:lnTo>
                  <a:lnTo>
                    <a:pt x="10691" y="3190"/>
                  </a:lnTo>
                  <a:lnTo>
                    <a:pt x="11365" y="6379"/>
                  </a:lnTo>
                  <a:lnTo>
                    <a:pt x="11948" y="9523"/>
                  </a:lnTo>
                  <a:lnTo>
                    <a:pt x="12442" y="12757"/>
                  </a:lnTo>
                  <a:lnTo>
                    <a:pt x="12892" y="15946"/>
                  </a:lnTo>
                  <a:lnTo>
                    <a:pt x="13206" y="19179"/>
                  </a:lnTo>
                  <a:lnTo>
                    <a:pt x="13476" y="22413"/>
                  </a:lnTo>
                  <a:lnTo>
                    <a:pt x="13610" y="25647"/>
                  </a:lnTo>
                  <a:lnTo>
                    <a:pt x="13655" y="25647"/>
                  </a:lnTo>
                  <a:lnTo>
                    <a:pt x="13655" y="25692"/>
                  </a:lnTo>
                  <a:lnTo>
                    <a:pt x="13700" y="25647"/>
                  </a:lnTo>
                  <a:lnTo>
                    <a:pt x="13745" y="25602"/>
                  </a:lnTo>
                  <a:lnTo>
                    <a:pt x="13565" y="22368"/>
                  </a:lnTo>
                  <a:lnTo>
                    <a:pt x="13296" y="19179"/>
                  </a:lnTo>
                  <a:lnTo>
                    <a:pt x="12981" y="15946"/>
                  </a:lnTo>
                  <a:lnTo>
                    <a:pt x="12532" y="12712"/>
                  </a:lnTo>
                  <a:lnTo>
                    <a:pt x="12038" y="9523"/>
                  </a:lnTo>
                  <a:lnTo>
                    <a:pt x="11454" y="6334"/>
                  </a:lnTo>
                  <a:lnTo>
                    <a:pt x="10781" y="3190"/>
                  </a:lnTo>
                  <a:lnTo>
                    <a:pt x="10017" y="1"/>
                  </a:lnTo>
                  <a:close/>
                  <a:moveTo>
                    <a:pt x="8086" y="54752"/>
                  </a:moveTo>
                  <a:lnTo>
                    <a:pt x="8041" y="54797"/>
                  </a:lnTo>
                  <a:lnTo>
                    <a:pt x="7996" y="55516"/>
                  </a:lnTo>
                  <a:lnTo>
                    <a:pt x="7906" y="56234"/>
                  </a:lnTo>
                  <a:lnTo>
                    <a:pt x="7771" y="56953"/>
                  </a:lnTo>
                  <a:lnTo>
                    <a:pt x="7637" y="57627"/>
                  </a:lnTo>
                  <a:lnTo>
                    <a:pt x="7412" y="58345"/>
                  </a:lnTo>
                  <a:lnTo>
                    <a:pt x="7187" y="59019"/>
                  </a:lnTo>
                  <a:lnTo>
                    <a:pt x="6918" y="59693"/>
                  </a:lnTo>
                  <a:lnTo>
                    <a:pt x="6604" y="60322"/>
                  </a:lnTo>
                  <a:lnTo>
                    <a:pt x="6244" y="60951"/>
                  </a:lnTo>
                  <a:lnTo>
                    <a:pt x="5840" y="61579"/>
                  </a:lnTo>
                  <a:lnTo>
                    <a:pt x="5436" y="62163"/>
                  </a:lnTo>
                  <a:lnTo>
                    <a:pt x="4987" y="62702"/>
                  </a:lnTo>
                  <a:lnTo>
                    <a:pt x="4493" y="63241"/>
                  </a:lnTo>
                  <a:lnTo>
                    <a:pt x="3998" y="63735"/>
                  </a:lnTo>
                  <a:lnTo>
                    <a:pt x="3459" y="64229"/>
                  </a:lnTo>
                  <a:lnTo>
                    <a:pt x="2876" y="64634"/>
                  </a:lnTo>
                  <a:lnTo>
                    <a:pt x="2876" y="64723"/>
                  </a:lnTo>
                  <a:lnTo>
                    <a:pt x="3055" y="64903"/>
                  </a:lnTo>
                  <a:lnTo>
                    <a:pt x="2920" y="64723"/>
                  </a:lnTo>
                  <a:lnTo>
                    <a:pt x="3504" y="64274"/>
                  </a:lnTo>
                  <a:lnTo>
                    <a:pt x="4043" y="63825"/>
                  </a:lnTo>
                  <a:lnTo>
                    <a:pt x="4582" y="63286"/>
                  </a:lnTo>
                  <a:lnTo>
                    <a:pt x="5076" y="62747"/>
                  </a:lnTo>
                  <a:lnTo>
                    <a:pt x="5526" y="62208"/>
                  </a:lnTo>
                  <a:lnTo>
                    <a:pt x="5930" y="61624"/>
                  </a:lnTo>
                  <a:lnTo>
                    <a:pt x="6334" y="60995"/>
                  </a:lnTo>
                  <a:lnTo>
                    <a:pt x="6693" y="60367"/>
                  </a:lnTo>
                  <a:lnTo>
                    <a:pt x="7008" y="59693"/>
                  </a:lnTo>
                  <a:lnTo>
                    <a:pt x="7277" y="59064"/>
                  </a:lnTo>
                  <a:lnTo>
                    <a:pt x="7547" y="58345"/>
                  </a:lnTo>
                  <a:lnTo>
                    <a:pt x="7726" y="57672"/>
                  </a:lnTo>
                  <a:lnTo>
                    <a:pt x="7906" y="56953"/>
                  </a:lnTo>
                  <a:lnTo>
                    <a:pt x="7996" y="56234"/>
                  </a:lnTo>
                  <a:lnTo>
                    <a:pt x="8086" y="55516"/>
                  </a:lnTo>
                  <a:lnTo>
                    <a:pt x="8131" y="54797"/>
                  </a:lnTo>
                  <a:lnTo>
                    <a:pt x="8086" y="54752"/>
                  </a:lnTo>
                  <a:close/>
                  <a:moveTo>
                    <a:pt x="13116" y="49093"/>
                  </a:moveTo>
                  <a:lnTo>
                    <a:pt x="13071" y="49138"/>
                  </a:lnTo>
                  <a:lnTo>
                    <a:pt x="12937" y="50800"/>
                  </a:lnTo>
                  <a:lnTo>
                    <a:pt x="12667" y="52417"/>
                  </a:lnTo>
                  <a:lnTo>
                    <a:pt x="12353" y="54034"/>
                  </a:lnTo>
                  <a:lnTo>
                    <a:pt x="11904" y="55651"/>
                  </a:lnTo>
                  <a:lnTo>
                    <a:pt x="11365" y="57178"/>
                  </a:lnTo>
                  <a:lnTo>
                    <a:pt x="10736" y="58705"/>
                  </a:lnTo>
                  <a:lnTo>
                    <a:pt x="10017" y="60232"/>
                  </a:lnTo>
                  <a:lnTo>
                    <a:pt x="9209" y="61669"/>
                  </a:lnTo>
                  <a:lnTo>
                    <a:pt x="8310" y="63062"/>
                  </a:lnTo>
                  <a:lnTo>
                    <a:pt x="7322" y="64409"/>
                  </a:lnTo>
                  <a:lnTo>
                    <a:pt x="6289" y="65667"/>
                  </a:lnTo>
                  <a:lnTo>
                    <a:pt x="5166" y="66879"/>
                  </a:lnTo>
                  <a:lnTo>
                    <a:pt x="3998" y="68047"/>
                  </a:lnTo>
                  <a:lnTo>
                    <a:pt x="2696" y="69125"/>
                  </a:lnTo>
                  <a:lnTo>
                    <a:pt x="1393" y="70113"/>
                  </a:lnTo>
                  <a:lnTo>
                    <a:pt x="1" y="71012"/>
                  </a:lnTo>
                  <a:lnTo>
                    <a:pt x="1" y="71101"/>
                  </a:lnTo>
                  <a:lnTo>
                    <a:pt x="46" y="71101"/>
                  </a:lnTo>
                  <a:lnTo>
                    <a:pt x="1438" y="70203"/>
                  </a:lnTo>
                  <a:lnTo>
                    <a:pt x="2786" y="69215"/>
                  </a:lnTo>
                  <a:lnTo>
                    <a:pt x="4043" y="68137"/>
                  </a:lnTo>
                  <a:lnTo>
                    <a:pt x="5256" y="66969"/>
                  </a:lnTo>
                  <a:lnTo>
                    <a:pt x="6379" y="65756"/>
                  </a:lnTo>
                  <a:lnTo>
                    <a:pt x="7412" y="64454"/>
                  </a:lnTo>
                  <a:lnTo>
                    <a:pt x="8400" y="63106"/>
                  </a:lnTo>
                  <a:lnTo>
                    <a:pt x="9298" y="61714"/>
                  </a:lnTo>
                  <a:lnTo>
                    <a:pt x="10107" y="60277"/>
                  </a:lnTo>
                  <a:lnTo>
                    <a:pt x="10826" y="58750"/>
                  </a:lnTo>
                  <a:lnTo>
                    <a:pt x="11454" y="57223"/>
                  </a:lnTo>
                  <a:lnTo>
                    <a:pt x="11993" y="55651"/>
                  </a:lnTo>
                  <a:lnTo>
                    <a:pt x="12442" y="54079"/>
                  </a:lnTo>
                  <a:lnTo>
                    <a:pt x="12802" y="52417"/>
                  </a:lnTo>
                  <a:lnTo>
                    <a:pt x="13026" y="50800"/>
                  </a:lnTo>
                  <a:lnTo>
                    <a:pt x="13161" y="49138"/>
                  </a:lnTo>
                  <a:lnTo>
                    <a:pt x="13116" y="490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62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5211" y="0"/>
                  </a:moveTo>
                  <a:lnTo>
                    <a:pt x="5211" y="0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121" y="764"/>
                  </a:lnTo>
                  <a:lnTo>
                    <a:pt x="5031" y="1482"/>
                  </a:lnTo>
                  <a:lnTo>
                    <a:pt x="4896" y="2201"/>
                  </a:lnTo>
                  <a:lnTo>
                    <a:pt x="4762" y="2875"/>
                  </a:lnTo>
                  <a:lnTo>
                    <a:pt x="4537" y="3593"/>
                  </a:lnTo>
                  <a:lnTo>
                    <a:pt x="4312" y="4267"/>
                  </a:lnTo>
                  <a:lnTo>
                    <a:pt x="4043" y="4941"/>
                  </a:lnTo>
                  <a:lnTo>
                    <a:pt x="3729" y="5570"/>
                  </a:lnTo>
                  <a:lnTo>
                    <a:pt x="3369" y="6199"/>
                  </a:lnTo>
                  <a:lnTo>
                    <a:pt x="2965" y="6827"/>
                  </a:lnTo>
                  <a:lnTo>
                    <a:pt x="2561" y="7411"/>
                  </a:lnTo>
                  <a:lnTo>
                    <a:pt x="2112" y="7950"/>
                  </a:lnTo>
                  <a:lnTo>
                    <a:pt x="1618" y="8489"/>
                  </a:lnTo>
                  <a:lnTo>
                    <a:pt x="1123" y="8983"/>
                  </a:lnTo>
                  <a:lnTo>
                    <a:pt x="584" y="9477"/>
                  </a:lnTo>
                  <a:lnTo>
                    <a:pt x="1" y="9882"/>
                  </a:lnTo>
                  <a:lnTo>
                    <a:pt x="1" y="9971"/>
                  </a:lnTo>
                  <a:lnTo>
                    <a:pt x="180" y="10151"/>
                  </a:lnTo>
                  <a:lnTo>
                    <a:pt x="45" y="9971"/>
                  </a:lnTo>
                  <a:lnTo>
                    <a:pt x="45" y="9971"/>
                  </a:lnTo>
                  <a:lnTo>
                    <a:pt x="629" y="9522"/>
                  </a:lnTo>
                  <a:lnTo>
                    <a:pt x="1168" y="9073"/>
                  </a:lnTo>
                  <a:lnTo>
                    <a:pt x="1707" y="8534"/>
                  </a:lnTo>
                  <a:lnTo>
                    <a:pt x="2201" y="7995"/>
                  </a:lnTo>
                  <a:lnTo>
                    <a:pt x="2651" y="7456"/>
                  </a:lnTo>
                  <a:lnTo>
                    <a:pt x="3055" y="6872"/>
                  </a:lnTo>
                  <a:lnTo>
                    <a:pt x="3459" y="6243"/>
                  </a:lnTo>
                  <a:lnTo>
                    <a:pt x="3818" y="5615"/>
                  </a:lnTo>
                  <a:lnTo>
                    <a:pt x="4133" y="4941"/>
                  </a:lnTo>
                  <a:lnTo>
                    <a:pt x="4402" y="4312"/>
                  </a:lnTo>
                  <a:lnTo>
                    <a:pt x="4672" y="3593"/>
                  </a:lnTo>
                  <a:lnTo>
                    <a:pt x="4851" y="2920"/>
                  </a:lnTo>
                  <a:lnTo>
                    <a:pt x="5031" y="2201"/>
                  </a:lnTo>
                  <a:lnTo>
                    <a:pt x="5121" y="1482"/>
                  </a:lnTo>
                  <a:lnTo>
                    <a:pt x="5211" y="764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62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13116" y="1"/>
                  </a:moveTo>
                  <a:lnTo>
                    <a:pt x="13116" y="1"/>
                  </a:lnTo>
                  <a:lnTo>
                    <a:pt x="13116" y="1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2937" y="1708"/>
                  </a:lnTo>
                  <a:lnTo>
                    <a:pt x="12667" y="3325"/>
                  </a:lnTo>
                  <a:lnTo>
                    <a:pt x="12353" y="4942"/>
                  </a:lnTo>
                  <a:lnTo>
                    <a:pt x="11904" y="6559"/>
                  </a:lnTo>
                  <a:lnTo>
                    <a:pt x="11365" y="8086"/>
                  </a:lnTo>
                  <a:lnTo>
                    <a:pt x="10736" y="9613"/>
                  </a:lnTo>
                  <a:lnTo>
                    <a:pt x="10017" y="11140"/>
                  </a:lnTo>
                  <a:lnTo>
                    <a:pt x="9209" y="12577"/>
                  </a:lnTo>
                  <a:lnTo>
                    <a:pt x="8310" y="13970"/>
                  </a:lnTo>
                  <a:lnTo>
                    <a:pt x="7322" y="15317"/>
                  </a:lnTo>
                  <a:lnTo>
                    <a:pt x="6289" y="16575"/>
                  </a:lnTo>
                  <a:lnTo>
                    <a:pt x="5166" y="17787"/>
                  </a:lnTo>
                  <a:lnTo>
                    <a:pt x="3998" y="18955"/>
                  </a:lnTo>
                  <a:lnTo>
                    <a:pt x="2696" y="20033"/>
                  </a:lnTo>
                  <a:lnTo>
                    <a:pt x="1393" y="21021"/>
                  </a:lnTo>
                  <a:lnTo>
                    <a:pt x="1" y="21920"/>
                  </a:lnTo>
                  <a:lnTo>
                    <a:pt x="1" y="22009"/>
                  </a:lnTo>
                  <a:lnTo>
                    <a:pt x="46" y="22009"/>
                  </a:lnTo>
                  <a:lnTo>
                    <a:pt x="46" y="22009"/>
                  </a:lnTo>
                  <a:lnTo>
                    <a:pt x="1438" y="21111"/>
                  </a:lnTo>
                  <a:lnTo>
                    <a:pt x="2786" y="20123"/>
                  </a:lnTo>
                  <a:lnTo>
                    <a:pt x="4043" y="19045"/>
                  </a:lnTo>
                  <a:lnTo>
                    <a:pt x="5256" y="17877"/>
                  </a:lnTo>
                  <a:lnTo>
                    <a:pt x="6379" y="16664"/>
                  </a:lnTo>
                  <a:lnTo>
                    <a:pt x="7412" y="15362"/>
                  </a:lnTo>
                  <a:lnTo>
                    <a:pt x="8400" y="14014"/>
                  </a:lnTo>
                  <a:lnTo>
                    <a:pt x="9298" y="12622"/>
                  </a:lnTo>
                  <a:lnTo>
                    <a:pt x="10107" y="11185"/>
                  </a:lnTo>
                  <a:lnTo>
                    <a:pt x="10826" y="9658"/>
                  </a:lnTo>
                  <a:lnTo>
                    <a:pt x="11454" y="8131"/>
                  </a:lnTo>
                  <a:lnTo>
                    <a:pt x="11993" y="6559"/>
                  </a:lnTo>
                  <a:lnTo>
                    <a:pt x="12442" y="4987"/>
                  </a:lnTo>
                  <a:lnTo>
                    <a:pt x="12802" y="3325"/>
                  </a:lnTo>
                  <a:lnTo>
                    <a:pt x="13026" y="1708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1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62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46" y="0"/>
                  </a:moveTo>
                  <a:lnTo>
                    <a:pt x="46" y="225"/>
                  </a:lnTo>
                  <a:lnTo>
                    <a:pt x="1" y="270"/>
                  </a:lnTo>
                  <a:lnTo>
                    <a:pt x="630" y="3683"/>
                  </a:lnTo>
                  <a:lnTo>
                    <a:pt x="675" y="3908"/>
                  </a:lnTo>
                  <a:lnTo>
                    <a:pt x="719" y="3728"/>
                  </a:lnTo>
                  <a:lnTo>
                    <a:pt x="719" y="3728"/>
                  </a:lnTo>
                  <a:lnTo>
                    <a:pt x="764" y="3638"/>
                  </a:lnTo>
                  <a:lnTo>
                    <a:pt x="91" y="270"/>
                  </a:lnTo>
                  <a:lnTo>
                    <a:pt x="46" y="225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62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46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405" y="1527"/>
                  </a:lnTo>
                  <a:lnTo>
                    <a:pt x="809" y="3054"/>
                  </a:lnTo>
                  <a:lnTo>
                    <a:pt x="1124" y="4536"/>
                  </a:lnTo>
                  <a:lnTo>
                    <a:pt x="1483" y="6064"/>
                  </a:lnTo>
                  <a:lnTo>
                    <a:pt x="1752" y="7591"/>
                  </a:lnTo>
                  <a:lnTo>
                    <a:pt x="2022" y="9118"/>
                  </a:lnTo>
                  <a:lnTo>
                    <a:pt x="2246" y="10645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71" y="12262"/>
                  </a:lnTo>
                  <a:lnTo>
                    <a:pt x="2471" y="12262"/>
                  </a:lnTo>
                  <a:lnTo>
                    <a:pt x="2516" y="12217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336" y="10645"/>
                  </a:lnTo>
                  <a:lnTo>
                    <a:pt x="2112" y="9118"/>
                  </a:lnTo>
                  <a:lnTo>
                    <a:pt x="1842" y="7591"/>
                  </a:lnTo>
                  <a:lnTo>
                    <a:pt x="1573" y="6064"/>
                  </a:lnTo>
                  <a:lnTo>
                    <a:pt x="1258" y="4536"/>
                  </a:lnTo>
                  <a:lnTo>
                    <a:pt x="899" y="3009"/>
                  </a:lnTo>
                  <a:lnTo>
                    <a:pt x="495" y="1527"/>
                  </a:lnTo>
                  <a:lnTo>
                    <a:pt x="90" y="45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62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45" y="0"/>
                  </a:moveTo>
                  <a:lnTo>
                    <a:pt x="45" y="225"/>
                  </a:lnTo>
                  <a:lnTo>
                    <a:pt x="45" y="225"/>
                  </a:lnTo>
                  <a:lnTo>
                    <a:pt x="0" y="22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764" y="3414"/>
                  </a:lnTo>
                  <a:lnTo>
                    <a:pt x="1438" y="6603"/>
                  </a:lnTo>
                  <a:lnTo>
                    <a:pt x="2021" y="9747"/>
                  </a:lnTo>
                  <a:lnTo>
                    <a:pt x="2515" y="12981"/>
                  </a:lnTo>
                  <a:lnTo>
                    <a:pt x="2965" y="16170"/>
                  </a:lnTo>
                  <a:lnTo>
                    <a:pt x="3279" y="19403"/>
                  </a:lnTo>
                  <a:lnTo>
                    <a:pt x="3549" y="22637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728" y="25871"/>
                  </a:lnTo>
                  <a:lnTo>
                    <a:pt x="3728" y="25916"/>
                  </a:lnTo>
                  <a:lnTo>
                    <a:pt x="3728" y="25916"/>
                  </a:lnTo>
                  <a:lnTo>
                    <a:pt x="3773" y="25871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638" y="22592"/>
                  </a:lnTo>
                  <a:lnTo>
                    <a:pt x="3369" y="19403"/>
                  </a:lnTo>
                  <a:lnTo>
                    <a:pt x="3054" y="16170"/>
                  </a:lnTo>
                  <a:lnTo>
                    <a:pt x="2605" y="12936"/>
                  </a:lnTo>
                  <a:lnTo>
                    <a:pt x="2111" y="9747"/>
                  </a:lnTo>
                  <a:lnTo>
                    <a:pt x="1527" y="6558"/>
                  </a:lnTo>
                  <a:lnTo>
                    <a:pt x="854" y="3414"/>
                  </a:lnTo>
                  <a:lnTo>
                    <a:pt x="90" y="225"/>
                  </a:lnTo>
                  <a:lnTo>
                    <a:pt x="45" y="225"/>
                  </a:lnTo>
                  <a:lnTo>
                    <a:pt x="4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62"/>
            <p:cNvSpPr/>
            <p:nvPr/>
          </p:nvSpPr>
          <p:spPr>
            <a:xfrm>
              <a:off x="6328600" y="1961425"/>
              <a:ext cx="792775" cy="2069500"/>
            </a:xfrm>
            <a:custGeom>
              <a:rect b="b" l="l" r="r" t="t"/>
              <a:pathLst>
                <a:path extrusionOk="0" h="82780" w="31711">
                  <a:moveTo>
                    <a:pt x="17922" y="8535"/>
                  </a:moveTo>
                  <a:lnTo>
                    <a:pt x="17967" y="8580"/>
                  </a:lnTo>
                  <a:lnTo>
                    <a:pt x="18640" y="11948"/>
                  </a:lnTo>
                  <a:lnTo>
                    <a:pt x="18595" y="12038"/>
                  </a:lnTo>
                  <a:lnTo>
                    <a:pt x="18551" y="12218"/>
                  </a:lnTo>
                  <a:lnTo>
                    <a:pt x="18506" y="11993"/>
                  </a:lnTo>
                  <a:lnTo>
                    <a:pt x="17877" y="8580"/>
                  </a:lnTo>
                  <a:lnTo>
                    <a:pt x="17922" y="8535"/>
                  </a:lnTo>
                  <a:close/>
                  <a:moveTo>
                    <a:pt x="21201" y="6738"/>
                  </a:moveTo>
                  <a:lnTo>
                    <a:pt x="21245" y="6783"/>
                  </a:lnTo>
                  <a:lnTo>
                    <a:pt x="21650" y="8265"/>
                  </a:lnTo>
                  <a:lnTo>
                    <a:pt x="22054" y="9747"/>
                  </a:lnTo>
                  <a:lnTo>
                    <a:pt x="22413" y="11274"/>
                  </a:lnTo>
                  <a:lnTo>
                    <a:pt x="22728" y="12802"/>
                  </a:lnTo>
                  <a:lnTo>
                    <a:pt x="22997" y="14329"/>
                  </a:lnTo>
                  <a:lnTo>
                    <a:pt x="23267" y="15856"/>
                  </a:lnTo>
                  <a:lnTo>
                    <a:pt x="23491" y="17383"/>
                  </a:lnTo>
                  <a:lnTo>
                    <a:pt x="23671" y="18910"/>
                  </a:lnTo>
                  <a:lnTo>
                    <a:pt x="23671" y="18955"/>
                  </a:lnTo>
                  <a:lnTo>
                    <a:pt x="23626" y="19000"/>
                  </a:lnTo>
                  <a:lnTo>
                    <a:pt x="23581" y="18955"/>
                  </a:lnTo>
                  <a:lnTo>
                    <a:pt x="23401" y="17383"/>
                  </a:lnTo>
                  <a:lnTo>
                    <a:pt x="23177" y="15856"/>
                  </a:lnTo>
                  <a:lnTo>
                    <a:pt x="22907" y="14329"/>
                  </a:lnTo>
                  <a:lnTo>
                    <a:pt x="22638" y="12802"/>
                  </a:lnTo>
                  <a:lnTo>
                    <a:pt x="22279" y="11274"/>
                  </a:lnTo>
                  <a:lnTo>
                    <a:pt x="21964" y="9792"/>
                  </a:lnTo>
                  <a:lnTo>
                    <a:pt x="21560" y="8265"/>
                  </a:lnTo>
                  <a:lnTo>
                    <a:pt x="21156" y="6783"/>
                  </a:lnTo>
                  <a:lnTo>
                    <a:pt x="21156" y="6738"/>
                  </a:lnTo>
                  <a:close/>
                  <a:moveTo>
                    <a:pt x="23581" y="5301"/>
                  </a:moveTo>
                  <a:lnTo>
                    <a:pt x="24345" y="8490"/>
                  </a:lnTo>
                  <a:lnTo>
                    <a:pt x="25018" y="11634"/>
                  </a:lnTo>
                  <a:lnTo>
                    <a:pt x="25602" y="14823"/>
                  </a:lnTo>
                  <a:lnTo>
                    <a:pt x="26096" y="18012"/>
                  </a:lnTo>
                  <a:lnTo>
                    <a:pt x="26545" y="21246"/>
                  </a:lnTo>
                  <a:lnTo>
                    <a:pt x="26860" y="24479"/>
                  </a:lnTo>
                  <a:lnTo>
                    <a:pt x="27129" y="27668"/>
                  </a:lnTo>
                  <a:lnTo>
                    <a:pt x="27309" y="30902"/>
                  </a:lnTo>
                  <a:lnTo>
                    <a:pt x="27264" y="30947"/>
                  </a:lnTo>
                  <a:lnTo>
                    <a:pt x="27219" y="30992"/>
                  </a:lnTo>
                  <a:lnTo>
                    <a:pt x="27219" y="30947"/>
                  </a:lnTo>
                  <a:lnTo>
                    <a:pt x="27174" y="30947"/>
                  </a:lnTo>
                  <a:lnTo>
                    <a:pt x="27040" y="27713"/>
                  </a:lnTo>
                  <a:lnTo>
                    <a:pt x="26770" y="24479"/>
                  </a:lnTo>
                  <a:lnTo>
                    <a:pt x="26456" y="21246"/>
                  </a:lnTo>
                  <a:lnTo>
                    <a:pt x="26006" y="18057"/>
                  </a:lnTo>
                  <a:lnTo>
                    <a:pt x="25512" y="14823"/>
                  </a:lnTo>
                  <a:lnTo>
                    <a:pt x="24929" y="11679"/>
                  </a:lnTo>
                  <a:lnTo>
                    <a:pt x="24255" y="8490"/>
                  </a:lnTo>
                  <a:lnTo>
                    <a:pt x="23491" y="5346"/>
                  </a:lnTo>
                  <a:lnTo>
                    <a:pt x="23491" y="5301"/>
                  </a:lnTo>
                  <a:close/>
                  <a:moveTo>
                    <a:pt x="21650" y="60052"/>
                  </a:moveTo>
                  <a:lnTo>
                    <a:pt x="21695" y="60097"/>
                  </a:lnTo>
                  <a:lnTo>
                    <a:pt x="21650" y="60816"/>
                  </a:lnTo>
                  <a:lnTo>
                    <a:pt x="21560" y="61534"/>
                  </a:lnTo>
                  <a:lnTo>
                    <a:pt x="21470" y="62253"/>
                  </a:lnTo>
                  <a:lnTo>
                    <a:pt x="21290" y="62972"/>
                  </a:lnTo>
                  <a:lnTo>
                    <a:pt x="21111" y="63645"/>
                  </a:lnTo>
                  <a:lnTo>
                    <a:pt x="20841" y="64364"/>
                  </a:lnTo>
                  <a:lnTo>
                    <a:pt x="20572" y="64993"/>
                  </a:lnTo>
                  <a:lnTo>
                    <a:pt x="20257" y="65667"/>
                  </a:lnTo>
                  <a:lnTo>
                    <a:pt x="19898" y="66295"/>
                  </a:lnTo>
                  <a:lnTo>
                    <a:pt x="19494" y="66924"/>
                  </a:lnTo>
                  <a:lnTo>
                    <a:pt x="19090" y="67508"/>
                  </a:lnTo>
                  <a:lnTo>
                    <a:pt x="18640" y="68047"/>
                  </a:lnTo>
                  <a:lnTo>
                    <a:pt x="18146" y="68586"/>
                  </a:lnTo>
                  <a:lnTo>
                    <a:pt x="17607" y="69125"/>
                  </a:lnTo>
                  <a:lnTo>
                    <a:pt x="17068" y="69574"/>
                  </a:lnTo>
                  <a:lnTo>
                    <a:pt x="16484" y="70023"/>
                  </a:lnTo>
                  <a:lnTo>
                    <a:pt x="16619" y="70203"/>
                  </a:lnTo>
                  <a:lnTo>
                    <a:pt x="16440" y="70023"/>
                  </a:lnTo>
                  <a:lnTo>
                    <a:pt x="16440" y="69934"/>
                  </a:lnTo>
                  <a:lnTo>
                    <a:pt x="17023" y="69529"/>
                  </a:lnTo>
                  <a:lnTo>
                    <a:pt x="17562" y="69035"/>
                  </a:lnTo>
                  <a:lnTo>
                    <a:pt x="18057" y="68541"/>
                  </a:lnTo>
                  <a:lnTo>
                    <a:pt x="18551" y="68002"/>
                  </a:lnTo>
                  <a:lnTo>
                    <a:pt x="19000" y="67463"/>
                  </a:lnTo>
                  <a:lnTo>
                    <a:pt x="19404" y="66879"/>
                  </a:lnTo>
                  <a:lnTo>
                    <a:pt x="19808" y="66251"/>
                  </a:lnTo>
                  <a:lnTo>
                    <a:pt x="20168" y="65622"/>
                  </a:lnTo>
                  <a:lnTo>
                    <a:pt x="20482" y="64993"/>
                  </a:lnTo>
                  <a:lnTo>
                    <a:pt x="20751" y="64319"/>
                  </a:lnTo>
                  <a:lnTo>
                    <a:pt x="20976" y="63645"/>
                  </a:lnTo>
                  <a:lnTo>
                    <a:pt x="21201" y="62927"/>
                  </a:lnTo>
                  <a:lnTo>
                    <a:pt x="21335" y="62253"/>
                  </a:lnTo>
                  <a:lnTo>
                    <a:pt x="21470" y="61534"/>
                  </a:lnTo>
                  <a:lnTo>
                    <a:pt x="21560" y="60816"/>
                  </a:lnTo>
                  <a:lnTo>
                    <a:pt x="21605" y="60097"/>
                  </a:lnTo>
                  <a:lnTo>
                    <a:pt x="21650" y="60052"/>
                  </a:lnTo>
                  <a:close/>
                  <a:moveTo>
                    <a:pt x="26680" y="54393"/>
                  </a:moveTo>
                  <a:lnTo>
                    <a:pt x="26725" y="54438"/>
                  </a:lnTo>
                  <a:lnTo>
                    <a:pt x="26590" y="56100"/>
                  </a:lnTo>
                  <a:lnTo>
                    <a:pt x="26366" y="57717"/>
                  </a:lnTo>
                  <a:lnTo>
                    <a:pt x="26006" y="59379"/>
                  </a:lnTo>
                  <a:lnTo>
                    <a:pt x="25557" y="60951"/>
                  </a:lnTo>
                  <a:lnTo>
                    <a:pt x="25018" y="62523"/>
                  </a:lnTo>
                  <a:lnTo>
                    <a:pt x="24390" y="64050"/>
                  </a:lnTo>
                  <a:lnTo>
                    <a:pt x="23671" y="65577"/>
                  </a:lnTo>
                  <a:lnTo>
                    <a:pt x="22862" y="67014"/>
                  </a:lnTo>
                  <a:lnTo>
                    <a:pt x="21964" y="68406"/>
                  </a:lnTo>
                  <a:lnTo>
                    <a:pt x="20976" y="69754"/>
                  </a:lnTo>
                  <a:lnTo>
                    <a:pt x="19943" y="71056"/>
                  </a:lnTo>
                  <a:lnTo>
                    <a:pt x="18820" y="72269"/>
                  </a:lnTo>
                  <a:lnTo>
                    <a:pt x="17607" y="73437"/>
                  </a:lnTo>
                  <a:lnTo>
                    <a:pt x="16350" y="74515"/>
                  </a:lnTo>
                  <a:lnTo>
                    <a:pt x="15002" y="75503"/>
                  </a:lnTo>
                  <a:lnTo>
                    <a:pt x="13610" y="76401"/>
                  </a:lnTo>
                  <a:lnTo>
                    <a:pt x="13565" y="76401"/>
                  </a:lnTo>
                  <a:lnTo>
                    <a:pt x="13565" y="76312"/>
                  </a:lnTo>
                  <a:lnTo>
                    <a:pt x="14957" y="75413"/>
                  </a:lnTo>
                  <a:lnTo>
                    <a:pt x="16260" y="74425"/>
                  </a:lnTo>
                  <a:lnTo>
                    <a:pt x="17562" y="73347"/>
                  </a:lnTo>
                  <a:lnTo>
                    <a:pt x="18730" y="72179"/>
                  </a:lnTo>
                  <a:lnTo>
                    <a:pt x="19853" y="70967"/>
                  </a:lnTo>
                  <a:lnTo>
                    <a:pt x="20886" y="69709"/>
                  </a:lnTo>
                  <a:lnTo>
                    <a:pt x="21874" y="68362"/>
                  </a:lnTo>
                  <a:lnTo>
                    <a:pt x="22773" y="66969"/>
                  </a:lnTo>
                  <a:lnTo>
                    <a:pt x="23581" y="65532"/>
                  </a:lnTo>
                  <a:lnTo>
                    <a:pt x="24300" y="64005"/>
                  </a:lnTo>
                  <a:lnTo>
                    <a:pt x="24929" y="62478"/>
                  </a:lnTo>
                  <a:lnTo>
                    <a:pt x="25468" y="60951"/>
                  </a:lnTo>
                  <a:lnTo>
                    <a:pt x="25917" y="59334"/>
                  </a:lnTo>
                  <a:lnTo>
                    <a:pt x="26231" y="57717"/>
                  </a:lnTo>
                  <a:lnTo>
                    <a:pt x="26501" y="56100"/>
                  </a:lnTo>
                  <a:lnTo>
                    <a:pt x="26635" y="54438"/>
                  </a:lnTo>
                  <a:lnTo>
                    <a:pt x="26680" y="54393"/>
                  </a:lnTo>
                  <a:close/>
                  <a:moveTo>
                    <a:pt x="24839" y="1"/>
                  </a:moveTo>
                  <a:lnTo>
                    <a:pt x="24569" y="315"/>
                  </a:lnTo>
                  <a:lnTo>
                    <a:pt x="24300" y="674"/>
                  </a:lnTo>
                  <a:lnTo>
                    <a:pt x="23940" y="1034"/>
                  </a:lnTo>
                  <a:lnTo>
                    <a:pt x="23536" y="1393"/>
                  </a:lnTo>
                  <a:lnTo>
                    <a:pt x="23087" y="1708"/>
                  </a:lnTo>
                  <a:lnTo>
                    <a:pt x="22593" y="2022"/>
                  </a:lnTo>
                  <a:lnTo>
                    <a:pt x="22009" y="2336"/>
                  </a:lnTo>
                  <a:lnTo>
                    <a:pt x="21425" y="2651"/>
                  </a:lnTo>
                  <a:lnTo>
                    <a:pt x="20751" y="2920"/>
                  </a:lnTo>
                  <a:lnTo>
                    <a:pt x="19314" y="3459"/>
                  </a:lnTo>
                  <a:lnTo>
                    <a:pt x="17742" y="3953"/>
                  </a:lnTo>
                  <a:lnTo>
                    <a:pt x="15990" y="4402"/>
                  </a:lnTo>
                  <a:lnTo>
                    <a:pt x="14149" y="4852"/>
                  </a:lnTo>
                  <a:lnTo>
                    <a:pt x="14778" y="6334"/>
                  </a:lnTo>
                  <a:lnTo>
                    <a:pt x="15766" y="8894"/>
                  </a:lnTo>
                  <a:lnTo>
                    <a:pt x="16350" y="10511"/>
                  </a:lnTo>
                  <a:lnTo>
                    <a:pt x="17023" y="12352"/>
                  </a:lnTo>
                  <a:lnTo>
                    <a:pt x="17652" y="14329"/>
                  </a:lnTo>
                  <a:lnTo>
                    <a:pt x="18326" y="16530"/>
                  </a:lnTo>
                  <a:lnTo>
                    <a:pt x="19000" y="18820"/>
                  </a:lnTo>
                  <a:lnTo>
                    <a:pt x="19629" y="21246"/>
                  </a:lnTo>
                  <a:lnTo>
                    <a:pt x="20168" y="23761"/>
                  </a:lnTo>
                  <a:lnTo>
                    <a:pt x="20707" y="26366"/>
                  </a:lnTo>
                  <a:lnTo>
                    <a:pt x="21156" y="29016"/>
                  </a:lnTo>
                  <a:lnTo>
                    <a:pt x="21335" y="30363"/>
                  </a:lnTo>
                  <a:lnTo>
                    <a:pt x="21470" y="31711"/>
                  </a:lnTo>
                  <a:lnTo>
                    <a:pt x="21605" y="33058"/>
                  </a:lnTo>
                  <a:lnTo>
                    <a:pt x="21695" y="34406"/>
                  </a:lnTo>
                  <a:lnTo>
                    <a:pt x="21784" y="35753"/>
                  </a:lnTo>
                  <a:lnTo>
                    <a:pt x="21784" y="37101"/>
                  </a:lnTo>
                  <a:lnTo>
                    <a:pt x="21784" y="40020"/>
                  </a:lnTo>
                  <a:lnTo>
                    <a:pt x="21740" y="41592"/>
                  </a:lnTo>
                  <a:lnTo>
                    <a:pt x="21650" y="43164"/>
                  </a:lnTo>
                  <a:lnTo>
                    <a:pt x="21560" y="44736"/>
                  </a:lnTo>
                  <a:lnTo>
                    <a:pt x="21425" y="46353"/>
                  </a:lnTo>
                  <a:lnTo>
                    <a:pt x="21245" y="48015"/>
                  </a:lnTo>
                  <a:lnTo>
                    <a:pt x="21021" y="49677"/>
                  </a:lnTo>
                  <a:lnTo>
                    <a:pt x="20751" y="51339"/>
                  </a:lnTo>
                  <a:lnTo>
                    <a:pt x="20482" y="53001"/>
                  </a:lnTo>
                  <a:lnTo>
                    <a:pt x="20123" y="54707"/>
                  </a:lnTo>
                  <a:lnTo>
                    <a:pt x="19763" y="56369"/>
                  </a:lnTo>
                  <a:lnTo>
                    <a:pt x="19359" y="58031"/>
                  </a:lnTo>
                  <a:lnTo>
                    <a:pt x="18865" y="59693"/>
                  </a:lnTo>
                  <a:lnTo>
                    <a:pt x="18371" y="61355"/>
                  </a:lnTo>
                  <a:lnTo>
                    <a:pt x="17787" y="62972"/>
                  </a:lnTo>
                  <a:lnTo>
                    <a:pt x="17158" y="64589"/>
                  </a:lnTo>
                  <a:lnTo>
                    <a:pt x="16484" y="66161"/>
                  </a:lnTo>
                  <a:lnTo>
                    <a:pt x="15721" y="67688"/>
                  </a:lnTo>
                  <a:lnTo>
                    <a:pt x="14957" y="69215"/>
                  </a:lnTo>
                  <a:lnTo>
                    <a:pt x="14104" y="70652"/>
                  </a:lnTo>
                  <a:lnTo>
                    <a:pt x="13161" y="72089"/>
                  </a:lnTo>
                  <a:lnTo>
                    <a:pt x="12173" y="73437"/>
                  </a:lnTo>
                  <a:lnTo>
                    <a:pt x="11095" y="74784"/>
                  </a:lnTo>
                  <a:lnTo>
                    <a:pt x="9972" y="76042"/>
                  </a:lnTo>
                  <a:lnTo>
                    <a:pt x="8804" y="77210"/>
                  </a:lnTo>
                  <a:lnTo>
                    <a:pt x="7546" y="78333"/>
                  </a:lnTo>
                  <a:lnTo>
                    <a:pt x="6199" y="79411"/>
                  </a:lnTo>
                  <a:lnTo>
                    <a:pt x="5480" y="79905"/>
                  </a:lnTo>
                  <a:lnTo>
                    <a:pt x="4762" y="80354"/>
                  </a:lnTo>
                  <a:lnTo>
                    <a:pt x="4043" y="80803"/>
                  </a:lnTo>
                  <a:lnTo>
                    <a:pt x="3279" y="81252"/>
                  </a:lnTo>
                  <a:lnTo>
                    <a:pt x="2471" y="81656"/>
                  </a:lnTo>
                  <a:lnTo>
                    <a:pt x="1662" y="82061"/>
                  </a:lnTo>
                  <a:lnTo>
                    <a:pt x="854" y="82420"/>
                  </a:lnTo>
                  <a:lnTo>
                    <a:pt x="1" y="82779"/>
                  </a:lnTo>
                  <a:lnTo>
                    <a:pt x="2022" y="82600"/>
                  </a:lnTo>
                  <a:lnTo>
                    <a:pt x="3953" y="82375"/>
                  </a:lnTo>
                  <a:lnTo>
                    <a:pt x="5840" y="82061"/>
                  </a:lnTo>
                  <a:lnTo>
                    <a:pt x="7636" y="81611"/>
                  </a:lnTo>
                  <a:lnTo>
                    <a:pt x="9388" y="81162"/>
                  </a:lnTo>
                  <a:lnTo>
                    <a:pt x="11050" y="80578"/>
                  </a:lnTo>
                  <a:lnTo>
                    <a:pt x="12667" y="79950"/>
                  </a:lnTo>
                  <a:lnTo>
                    <a:pt x="14239" y="79186"/>
                  </a:lnTo>
                  <a:lnTo>
                    <a:pt x="15721" y="78423"/>
                  </a:lnTo>
                  <a:lnTo>
                    <a:pt x="17158" y="77524"/>
                  </a:lnTo>
                  <a:lnTo>
                    <a:pt x="18506" y="76581"/>
                  </a:lnTo>
                  <a:lnTo>
                    <a:pt x="19808" y="75503"/>
                  </a:lnTo>
                  <a:lnTo>
                    <a:pt x="21021" y="74425"/>
                  </a:lnTo>
                  <a:lnTo>
                    <a:pt x="22189" y="73212"/>
                  </a:lnTo>
                  <a:lnTo>
                    <a:pt x="23267" y="71955"/>
                  </a:lnTo>
                  <a:lnTo>
                    <a:pt x="24300" y="70562"/>
                  </a:lnTo>
                  <a:lnTo>
                    <a:pt x="24794" y="69844"/>
                  </a:lnTo>
                  <a:lnTo>
                    <a:pt x="25288" y="69080"/>
                  </a:lnTo>
                  <a:lnTo>
                    <a:pt x="26231" y="67553"/>
                  </a:lnTo>
                  <a:lnTo>
                    <a:pt x="27040" y="65936"/>
                  </a:lnTo>
                  <a:lnTo>
                    <a:pt x="27803" y="64229"/>
                  </a:lnTo>
                  <a:lnTo>
                    <a:pt x="28477" y="62523"/>
                  </a:lnTo>
                  <a:lnTo>
                    <a:pt x="29106" y="60771"/>
                  </a:lnTo>
                  <a:lnTo>
                    <a:pt x="29645" y="58974"/>
                  </a:lnTo>
                  <a:lnTo>
                    <a:pt x="30094" y="57133"/>
                  </a:lnTo>
                  <a:lnTo>
                    <a:pt x="30498" y="55246"/>
                  </a:lnTo>
                  <a:lnTo>
                    <a:pt x="30857" y="53315"/>
                  </a:lnTo>
                  <a:lnTo>
                    <a:pt x="31127" y="51384"/>
                  </a:lnTo>
                  <a:lnTo>
                    <a:pt x="31351" y="49407"/>
                  </a:lnTo>
                  <a:lnTo>
                    <a:pt x="31531" y="47431"/>
                  </a:lnTo>
                  <a:lnTo>
                    <a:pt x="31621" y="45455"/>
                  </a:lnTo>
                  <a:lnTo>
                    <a:pt x="31711" y="43479"/>
                  </a:lnTo>
                  <a:lnTo>
                    <a:pt x="31711" y="41457"/>
                  </a:lnTo>
                  <a:lnTo>
                    <a:pt x="31711" y="39796"/>
                  </a:lnTo>
                  <a:lnTo>
                    <a:pt x="31666" y="38089"/>
                  </a:lnTo>
                  <a:lnTo>
                    <a:pt x="31486" y="34765"/>
                  </a:lnTo>
                  <a:lnTo>
                    <a:pt x="31217" y="31441"/>
                  </a:lnTo>
                  <a:lnTo>
                    <a:pt x="30902" y="28163"/>
                  </a:lnTo>
                  <a:lnTo>
                    <a:pt x="30453" y="25018"/>
                  </a:lnTo>
                  <a:lnTo>
                    <a:pt x="30004" y="21919"/>
                  </a:lnTo>
                  <a:lnTo>
                    <a:pt x="29465" y="18955"/>
                  </a:lnTo>
                  <a:lnTo>
                    <a:pt x="28926" y="16080"/>
                  </a:lnTo>
                  <a:lnTo>
                    <a:pt x="28342" y="13385"/>
                  </a:lnTo>
                  <a:lnTo>
                    <a:pt x="27758" y="10870"/>
                  </a:lnTo>
                  <a:lnTo>
                    <a:pt x="27219" y="8535"/>
                  </a:lnTo>
                  <a:lnTo>
                    <a:pt x="26680" y="6424"/>
                  </a:lnTo>
                  <a:lnTo>
                    <a:pt x="25692" y="2875"/>
                  </a:lnTo>
                  <a:lnTo>
                    <a:pt x="24929" y="360"/>
                  </a:lnTo>
                  <a:lnTo>
                    <a:pt x="24839" y="1"/>
                  </a:lnTo>
                  <a:close/>
                </a:path>
              </a:pathLst>
            </a:custGeom>
            <a:solidFill>
              <a:srgbClr val="815341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62"/>
            <p:cNvSpPr/>
            <p:nvPr/>
          </p:nvSpPr>
          <p:spPr>
            <a:xfrm>
              <a:off x="6739575" y="3462725"/>
              <a:ext cx="131400" cy="253800"/>
            </a:xfrm>
            <a:custGeom>
              <a:rect b="b" l="l" r="r" t="t"/>
              <a:pathLst>
                <a:path extrusionOk="0" fill="none" h="10152" w="5256">
                  <a:moveTo>
                    <a:pt x="180" y="10151"/>
                  </a:moveTo>
                  <a:lnTo>
                    <a:pt x="1" y="9971"/>
                  </a:lnTo>
                  <a:lnTo>
                    <a:pt x="1" y="9882"/>
                  </a:lnTo>
                  <a:lnTo>
                    <a:pt x="1" y="9882"/>
                  </a:lnTo>
                  <a:lnTo>
                    <a:pt x="584" y="9477"/>
                  </a:lnTo>
                  <a:lnTo>
                    <a:pt x="1123" y="8983"/>
                  </a:lnTo>
                  <a:lnTo>
                    <a:pt x="1618" y="8489"/>
                  </a:lnTo>
                  <a:lnTo>
                    <a:pt x="2112" y="7950"/>
                  </a:lnTo>
                  <a:lnTo>
                    <a:pt x="2561" y="7411"/>
                  </a:lnTo>
                  <a:lnTo>
                    <a:pt x="2965" y="6827"/>
                  </a:lnTo>
                  <a:lnTo>
                    <a:pt x="3369" y="6199"/>
                  </a:lnTo>
                  <a:lnTo>
                    <a:pt x="3729" y="5570"/>
                  </a:lnTo>
                  <a:lnTo>
                    <a:pt x="4043" y="4941"/>
                  </a:lnTo>
                  <a:lnTo>
                    <a:pt x="4312" y="4267"/>
                  </a:lnTo>
                  <a:lnTo>
                    <a:pt x="4537" y="3593"/>
                  </a:lnTo>
                  <a:lnTo>
                    <a:pt x="4762" y="2875"/>
                  </a:lnTo>
                  <a:lnTo>
                    <a:pt x="4896" y="2201"/>
                  </a:lnTo>
                  <a:lnTo>
                    <a:pt x="5031" y="1482"/>
                  </a:lnTo>
                  <a:lnTo>
                    <a:pt x="5121" y="764"/>
                  </a:lnTo>
                  <a:lnTo>
                    <a:pt x="5166" y="45"/>
                  </a:lnTo>
                  <a:lnTo>
                    <a:pt x="5166" y="45"/>
                  </a:lnTo>
                  <a:lnTo>
                    <a:pt x="5211" y="0"/>
                  </a:lnTo>
                  <a:lnTo>
                    <a:pt x="5211" y="0"/>
                  </a:lnTo>
                  <a:lnTo>
                    <a:pt x="5256" y="45"/>
                  </a:lnTo>
                  <a:lnTo>
                    <a:pt x="5256" y="45"/>
                  </a:lnTo>
                  <a:lnTo>
                    <a:pt x="5211" y="764"/>
                  </a:lnTo>
                  <a:lnTo>
                    <a:pt x="5121" y="1482"/>
                  </a:lnTo>
                  <a:lnTo>
                    <a:pt x="5031" y="2201"/>
                  </a:lnTo>
                  <a:lnTo>
                    <a:pt x="4851" y="2920"/>
                  </a:lnTo>
                  <a:lnTo>
                    <a:pt x="4672" y="3593"/>
                  </a:lnTo>
                  <a:lnTo>
                    <a:pt x="4402" y="4312"/>
                  </a:lnTo>
                  <a:lnTo>
                    <a:pt x="4133" y="4941"/>
                  </a:lnTo>
                  <a:lnTo>
                    <a:pt x="3818" y="5615"/>
                  </a:lnTo>
                  <a:lnTo>
                    <a:pt x="3459" y="6243"/>
                  </a:lnTo>
                  <a:lnTo>
                    <a:pt x="3055" y="6872"/>
                  </a:lnTo>
                  <a:lnTo>
                    <a:pt x="2651" y="7456"/>
                  </a:lnTo>
                  <a:lnTo>
                    <a:pt x="2201" y="7995"/>
                  </a:lnTo>
                  <a:lnTo>
                    <a:pt x="1707" y="8534"/>
                  </a:lnTo>
                  <a:lnTo>
                    <a:pt x="1168" y="9073"/>
                  </a:lnTo>
                  <a:lnTo>
                    <a:pt x="629" y="9522"/>
                  </a:lnTo>
                  <a:lnTo>
                    <a:pt x="45" y="9971"/>
                  </a:lnTo>
                  <a:lnTo>
                    <a:pt x="180" y="101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62"/>
            <p:cNvSpPr/>
            <p:nvPr/>
          </p:nvSpPr>
          <p:spPr>
            <a:xfrm>
              <a:off x="6667700" y="3321225"/>
              <a:ext cx="329050" cy="550250"/>
            </a:xfrm>
            <a:custGeom>
              <a:rect b="b" l="l" r="r" t="t"/>
              <a:pathLst>
                <a:path extrusionOk="0" fill="none" h="22010" w="13162">
                  <a:moveTo>
                    <a:pt x="46" y="22009"/>
                  </a:moveTo>
                  <a:lnTo>
                    <a:pt x="1" y="22009"/>
                  </a:lnTo>
                  <a:lnTo>
                    <a:pt x="1" y="21920"/>
                  </a:lnTo>
                  <a:lnTo>
                    <a:pt x="1" y="21920"/>
                  </a:lnTo>
                  <a:lnTo>
                    <a:pt x="1393" y="21021"/>
                  </a:lnTo>
                  <a:lnTo>
                    <a:pt x="2696" y="20033"/>
                  </a:lnTo>
                  <a:lnTo>
                    <a:pt x="3998" y="18955"/>
                  </a:lnTo>
                  <a:lnTo>
                    <a:pt x="5166" y="17787"/>
                  </a:lnTo>
                  <a:lnTo>
                    <a:pt x="6289" y="16575"/>
                  </a:lnTo>
                  <a:lnTo>
                    <a:pt x="7322" y="15317"/>
                  </a:lnTo>
                  <a:lnTo>
                    <a:pt x="8310" y="13970"/>
                  </a:lnTo>
                  <a:lnTo>
                    <a:pt x="9209" y="12577"/>
                  </a:lnTo>
                  <a:lnTo>
                    <a:pt x="10017" y="11140"/>
                  </a:lnTo>
                  <a:lnTo>
                    <a:pt x="10736" y="9613"/>
                  </a:lnTo>
                  <a:lnTo>
                    <a:pt x="11365" y="8086"/>
                  </a:lnTo>
                  <a:lnTo>
                    <a:pt x="11904" y="6559"/>
                  </a:lnTo>
                  <a:lnTo>
                    <a:pt x="12353" y="4942"/>
                  </a:lnTo>
                  <a:lnTo>
                    <a:pt x="12667" y="3325"/>
                  </a:lnTo>
                  <a:lnTo>
                    <a:pt x="12937" y="1708"/>
                  </a:lnTo>
                  <a:lnTo>
                    <a:pt x="13071" y="46"/>
                  </a:lnTo>
                  <a:lnTo>
                    <a:pt x="13071" y="46"/>
                  </a:lnTo>
                  <a:lnTo>
                    <a:pt x="13116" y="1"/>
                  </a:lnTo>
                  <a:lnTo>
                    <a:pt x="13116" y="1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161" y="46"/>
                  </a:lnTo>
                  <a:lnTo>
                    <a:pt x="13026" y="1708"/>
                  </a:lnTo>
                  <a:lnTo>
                    <a:pt x="12802" y="3325"/>
                  </a:lnTo>
                  <a:lnTo>
                    <a:pt x="12442" y="4987"/>
                  </a:lnTo>
                  <a:lnTo>
                    <a:pt x="11993" y="6559"/>
                  </a:lnTo>
                  <a:lnTo>
                    <a:pt x="11454" y="8131"/>
                  </a:lnTo>
                  <a:lnTo>
                    <a:pt x="10826" y="9658"/>
                  </a:lnTo>
                  <a:lnTo>
                    <a:pt x="10107" y="11185"/>
                  </a:lnTo>
                  <a:lnTo>
                    <a:pt x="9298" y="12622"/>
                  </a:lnTo>
                  <a:lnTo>
                    <a:pt x="8400" y="14014"/>
                  </a:lnTo>
                  <a:lnTo>
                    <a:pt x="7412" y="15362"/>
                  </a:lnTo>
                  <a:lnTo>
                    <a:pt x="6379" y="16664"/>
                  </a:lnTo>
                  <a:lnTo>
                    <a:pt x="5256" y="17877"/>
                  </a:lnTo>
                  <a:lnTo>
                    <a:pt x="4043" y="19045"/>
                  </a:lnTo>
                  <a:lnTo>
                    <a:pt x="2786" y="20123"/>
                  </a:lnTo>
                  <a:lnTo>
                    <a:pt x="1438" y="21111"/>
                  </a:lnTo>
                  <a:lnTo>
                    <a:pt x="46" y="2200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62"/>
            <p:cNvSpPr/>
            <p:nvPr/>
          </p:nvSpPr>
          <p:spPr>
            <a:xfrm>
              <a:off x="6775500" y="2169175"/>
              <a:ext cx="19125" cy="97700"/>
            </a:xfrm>
            <a:custGeom>
              <a:rect b="b" l="l" r="r" t="t"/>
              <a:pathLst>
                <a:path extrusionOk="0" fill="none" h="3908" w="765">
                  <a:moveTo>
                    <a:pt x="675" y="3908"/>
                  </a:moveTo>
                  <a:lnTo>
                    <a:pt x="630" y="3683"/>
                  </a:lnTo>
                  <a:lnTo>
                    <a:pt x="1" y="270"/>
                  </a:lnTo>
                  <a:lnTo>
                    <a:pt x="46" y="225"/>
                  </a:lnTo>
                  <a:lnTo>
                    <a:pt x="46" y="0"/>
                  </a:lnTo>
                  <a:lnTo>
                    <a:pt x="46" y="225"/>
                  </a:lnTo>
                  <a:lnTo>
                    <a:pt x="91" y="270"/>
                  </a:lnTo>
                  <a:lnTo>
                    <a:pt x="764" y="3638"/>
                  </a:lnTo>
                  <a:lnTo>
                    <a:pt x="764" y="3638"/>
                  </a:lnTo>
                  <a:lnTo>
                    <a:pt x="719" y="3728"/>
                  </a:lnTo>
                  <a:lnTo>
                    <a:pt x="675" y="39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62"/>
            <p:cNvSpPr/>
            <p:nvPr/>
          </p:nvSpPr>
          <p:spPr>
            <a:xfrm>
              <a:off x="6857475" y="2129875"/>
              <a:ext cx="62900" cy="306550"/>
            </a:xfrm>
            <a:custGeom>
              <a:rect b="b" l="l" r="r" t="t"/>
              <a:pathLst>
                <a:path extrusionOk="0" fill="none" h="12262" w="2516">
                  <a:moveTo>
                    <a:pt x="2471" y="12262"/>
                  </a:moveTo>
                  <a:lnTo>
                    <a:pt x="2471" y="12262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426" y="12217"/>
                  </a:lnTo>
                  <a:lnTo>
                    <a:pt x="2246" y="10645"/>
                  </a:lnTo>
                  <a:lnTo>
                    <a:pt x="2022" y="9118"/>
                  </a:lnTo>
                  <a:lnTo>
                    <a:pt x="1752" y="7591"/>
                  </a:lnTo>
                  <a:lnTo>
                    <a:pt x="1483" y="6064"/>
                  </a:lnTo>
                  <a:lnTo>
                    <a:pt x="1124" y="4536"/>
                  </a:lnTo>
                  <a:lnTo>
                    <a:pt x="809" y="3054"/>
                  </a:lnTo>
                  <a:lnTo>
                    <a:pt x="405" y="1527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0"/>
                  </a:lnTo>
                  <a:lnTo>
                    <a:pt x="1" y="0"/>
                  </a:lnTo>
                  <a:lnTo>
                    <a:pt x="46" y="0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495" y="1527"/>
                  </a:lnTo>
                  <a:lnTo>
                    <a:pt x="899" y="3009"/>
                  </a:lnTo>
                  <a:lnTo>
                    <a:pt x="1258" y="4536"/>
                  </a:lnTo>
                  <a:lnTo>
                    <a:pt x="1573" y="6064"/>
                  </a:lnTo>
                  <a:lnTo>
                    <a:pt x="1842" y="7591"/>
                  </a:lnTo>
                  <a:lnTo>
                    <a:pt x="2112" y="9118"/>
                  </a:lnTo>
                  <a:lnTo>
                    <a:pt x="2336" y="10645"/>
                  </a:lnTo>
                  <a:lnTo>
                    <a:pt x="2516" y="12172"/>
                  </a:lnTo>
                  <a:lnTo>
                    <a:pt x="2516" y="12172"/>
                  </a:lnTo>
                  <a:lnTo>
                    <a:pt x="2516" y="12217"/>
                  </a:lnTo>
                  <a:lnTo>
                    <a:pt x="2471" y="1226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62"/>
            <p:cNvSpPr/>
            <p:nvPr/>
          </p:nvSpPr>
          <p:spPr>
            <a:xfrm>
              <a:off x="6915875" y="2088325"/>
              <a:ext cx="95450" cy="647925"/>
            </a:xfrm>
            <a:custGeom>
              <a:rect b="b" l="l" r="r" t="t"/>
              <a:pathLst>
                <a:path extrusionOk="0" fill="none" h="25917" w="3818">
                  <a:moveTo>
                    <a:pt x="3728" y="25916"/>
                  </a:moveTo>
                  <a:lnTo>
                    <a:pt x="3728" y="25916"/>
                  </a:lnTo>
                  <a:lnTo>
                    <a:pt x="3728" y="25871"/>
                  </a:lnTo>
                  <a:lnTo>
                    <a:pt x="3683" y="25871"/>
                  </a:lnTo>
                  <a:lnTo>
                    <a:pt x="3683" y="25871"/>
                  </a:lnTo>
                  <a:lnTo>
                    <a:pt x="3549" y="22637"/>
                  </a:lnTo>
                  <a:lnTo>
                    <a:pt x="3279" y="19403"/>
                  </a:lnTo>
                  <a:lnTo>
                    <a:pt x="2965" y="16170"/>
                  </a:lnTo>
                  <a:lnTo>
                    <a:pt x="2515" y="12981"/>
                  </a:lnTo>
                  <a:lnTo>
                    <a:pt x="2021" y="9747"/>
                  </a:lnTo>
                  <a:lnTo>
                    <a:pt x="1438" y="6603"/>
                  </a:lnTo>
                  <a:lnTo>
                    <a:pt x="764" y="3414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25"/>
                  </a:lnTo>
                  <a:lnTo>
                    <a:pt x="45" y="225"/>
                  </a:lnTo>
                  <a:lnTo>
                    <a:pt x="45" y="0"/>
                  </a:lnTo>
                  <a:lnTo>
                    <a:pt x="45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854" y="3414"/>
                  </a:lnTo>
                  <a:lnTo>
                    <a:pt x="1527" y="6558"/>
                  </a:lnTo>
                  <a:lnTo>
                    <a:pt x="2111" y="9747"/>
                  </a:lnTo>
                  <a:lnTo>
                    <a:pt x="2605" y="12936"/>
                  </a:lnTo>
                  <a:lnTo>
                    <a:pt x="3054" y="16170"/>
                  </a:lnTo>
                  <a:lnTo>
                    <a:pt x="3369" y="19403"/>
                  </a:lnTo>
                  <a:lnTo>
                    <a:pt x="3638" y="22592"/>
                  </a:lnTo>
                  <a:lnTo>
                    <a:pt x="3818" y="25826"/>
                  </a:lnTo>
                  <a:lnTo>
                    <a:pt x="3818" y="25826"/>
                  </a:lnTo>
                  <a:lnTo>
                    <a:pt x="3773" y="25871"/>
                  </a:lnTo>
                  <a:lnTo>
                    <a:pt x="3728" y="259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62"/>
            <p:cNvSpPr/>
            <p:nvPr/>
          </p:nvSpPr>
          <p:spPr>
            <a:xfrm>
              <a:off x="6328600" y="1961425"/>
              <a:ext cx="792775" cy="2069500"/>
            </a:xfrm>
            <a:custGeom>
              <a:rect b="b" l="l" r="r" t="t"/>
              <a:pathLst>
                <a:path extrusionOk="0" fill="none" h="82780" w="31711">
                  <a:moveTo>
                    <a:pt x="24839" y="1"/>
                  </a:moveTo>
                  <a:lnTo>
                    <a:pt x="24569" y="315"/>
                  </a:lnTo>
                  <a:lnTo>
                    <a:pt x="24569" y="315"/>
                  </a:lnTo>
                  <a:lnTo>
                    <a:pt x="24300" y="674"/>
                  </a:lnTo>
                  <a:lnTo>
                    <a:pt x="23940" y="1034"/>
                  </a:lnTo>
                  <a:lnTo>
                    <a:pt x="23536" y="1393"/>
                  </a:lnTo>
                  <a:lnTo>
                    <a:pt x="23087" y="1708"/>
                  </a:lnTo>
                  <a:lnTo>
                    <a:pt x="22593" y="2022"/>
                  </a:lnTo>
                  <a:lnTo>
                    <a:pt x="22009" y="2336"/>
                  </a:lnTo>
                  <a:lnTo>
                    <a:pt x="21425" y="2651"/>
                  </a:lnTo>
                  <a:lnTo>
                    <a:pt x="20751" y="2920"/>
                  </a:lnTo>
                  <a:lnTo>
                    <a:pt x="19314" y="3459"/>
                  </a:lnTo>
                  <a:lnTo>
                    <a:pt x="17742" y="3953"/>
                  </a:lnTo>
                  <a:lnTo>
                    <a:pt x="15990" y="4402"/>
                  </a:lnTo>
                  <a:lnTo>
                    <a:pt x="14149" y="4852"/>
                  </a:lnTo>
                  <a:lnTo>
                    <a:pt x="14149" y="4852"/>
                  </a:lnTo>
                  <a:lnTo>
                    <a:pt x="14778" y="6334"/>
                  </a:lnTo>
                  <a:lnTo>
                    <a:pt x="15766" y="8894"/>
                  </a:lnTo>
                  <a:lnTo>
                    <a:pt x="16350" y="10511"/>
                  </a:lnTo>
                  <a:lnTo>
                    <a:pt x="17023" y="12352"/>
                  </a:lnTo>
                  <a:lnTo>
                    <a:pt x="17652" y="14329"/>
                  </a:lnTo>
                  <a:lnTo>
                    <a:pt x="18326" y="16530"/>
                  </a:lnTo>
                  <a:lnTo>
                    <a:pt x="19000" y="18820"/>
                  </a:lnTo>
                  <a:lnTo>
                    <a:pt x="19629" y="21246"/>
                  </a:lnTo>
                  <a:lnTo>
                    <a:pt x="20168" y="23761"/>
                  </a:lnTo>
                  <a:lnTo>
                    <a:pt x="20707" y="26366"/>
                  </a:lnTo>
                  <a:lnTo>
                    <a:pt x="21156" y="29016"/>
                  </a:lnTo>
                  <a:lnTo>
                    <a:pt x="21335" y="30363"/>
                  </a:lnTo>
                  <a:lnTo>
                    <a:pt x="21470" y="31711"/>
                  </a:lnTo>
                  <a:lnTo>
                    <a:pt x="21605" y="33058"/>
                  </a:lnTo>
                  <a:lnTo>
                    <a:pt x="21695" y="34406"/>
                  </a:lnTo>
                  <a:lnTo>
                    <a:pt x="21784" y="35753"/>
                  </a:lnTo>
                  <a:lnTo>
                    <a:pt x="21784" y="37101"/>
                  </a:lnTo>
                  <a:lnTo>
                    <a:pt x="21784" y="37101"/>
                  </a:lnTo>
                  <a:lnTo>
                    <a:pt x="21784" y="40020"/>
                  </a:lnTo>
                  <a:lnTo>
                    <a:pt x="21740" y="41592"/>
                  </a:lnTo>
                  <a:lnTo>
                    <a:pt x="21650" y="43164"/>
                  </a:lnTo>
                  <a:lnTo>
                    <a:pt x="21560" y="44736"/>
                  </a:lnTo>
                  <a:lnTo>
                    <a:pt x="21425" y="46353"/>
                  </a:lnTo>
                  <a:lnTo>
                    <a:pt x="21245" y="48015"/>
                  </a:lnTo>
                  <a:lnTo>
                    <a:pt x="21021" y="49677"/>
                  </a:lnTo>
                  <a:lnTo>
                    <a:pt x="20751" y="51339"/>
                  </a:lnTo>
                  <a:lnTo>
                    <a:pt x="20482" y="53001"/>
                  </a:lnTo>
                  <a:lnTo>
                    <a:pt x="20123" y="54707"/>
                  </a:lnTo>
                  <a:lnTo>
                    <a:pt x="19763" y="56369"/>
                  </a:lnTo>
                  <a:lnTo>
                    <a:pt x="19359" y="58031"/>
                  </a:lnTo>
                  <a:lnTo>
                    <a:pt x="18865" y="59693"/>
                  </a:lnTo>
                  <a:lnTo>
                    <a:pt x="18371" y="61355"/>
                  </a:lnTo>
                  <a:lnTo>
                    <a:pt x="17787" y="62972"/>
                  </a:lnTo>
                  <a:lnTo>
                    <a:pt x="17158" y="64589"/>
                  </a:lnTo>
                  <a:lnTo>
                    <a:pt x="16484" y="66161"/>
                  </a:lnTo>
                  <a:lnTo>
                    <a:pt x="15721" y="67688"/>
                  </a:lnTo>
                  <a:lnTo>
                    <a:pt x="14957" y="69215"/>
                  </a:lnTo>
                  <a:lnTo>
                    <a:pt x="14104" y="70652"/>
                  </a:lnTo>
                  <a:lnTo>
                    <a:pt x="13161" y="72089"/>
                  </a:lnTo>
                  <a:lnTo>
                    <a:pt x="12173" y="73437"/>
                  </a:lnTo>
                  <a:lnTo>
                    <a:pt x="11095" y="74784"/>
                  </a:lnTo>
                  <a:lnTo>
                    <a:pt x="9972" y="76042"/>
                  </a:lnTo>
                  <a:lnTo>
                    <a:pt x="8804" y="77210"/>
                  </a:lnTo>
                  <a:lnTo>
                    <a:pt x="7546" y="78333"/>
                  </a:lnTo>
                  <a:lnTo>
                    <a:pt x="6199" y="79411"/>
                  </a:lnTo>
                  <a:lnTo>
                    <a:pt x="5480" y="79905"/>
                  </a:lnTo>
                  <a:lnTo>
                    <a:pt x="4762" y="80354"/>
                  </a:lnTo>
                  <a:lnTo>
                    <a:pt x="4043" y="80803"/>
                  </a:lnTo>
                  <a:lnTo>
                    <a:pt x="3279" y="81252"/>
                  </a:lnTo>
                  <a:lnTo>
                    <a:pt x="2471" y="81656"/>
                  </a:lnTo>
                  <a:lnTo>
                    <a:pt x="1662" y="82061"/>
                  </a:lnTo>
                  <a:lnTo>
                    <a:pt x="854" y="82420"/>
                  </a:lnTo>
                  <a:lnTo>
                    <a:pt x="1" y="82779"/>
                  </a:lnTo>
                  <a:lnTo>
                    <a:pt x="1" y="82779"/>
                  </a:lnTo>
                  <a:lnTo>
                    <a:pt x="2022" y="82600"/>
                  </a:lnTo>
                  <a:lnTo>
                    <a:pt x="3953" y="82375"/>
                  </a:lnTo>
                  <a:lnTo>
                    <a:pt x="5840" y="82061"/>
                  </a:lnTo>
                  <a:lnTo>
                    <a:pt x="7636" y="81611"/>
                  </a:lnTo>
                  <a:lnTo>
                    <a:pt x="9388" y="81162"/>
                  </a:lnTo>
                  <a:lnTo>
                    <a:pt x="11050" y="80578"/>
                  </a:lnTo>
                  <a:lnTo>
                    <a:pt x="12667" y="79950"/>
                  </a:lnTo>
                  <a:lnTo>
                    <a:pt x="14239" y="79186"/>
                  </a:lnTo>
                  <a:lnTo>
                    <a:pt x="15721" y="78423"/>
                  </a:lnTo>
                  <a:lnTo>
                    <a:pt x="17158" y="77524"/>
                  </a:lnTo>
                  <a:lnTo>
                    <a:pt x="18506" y="76581"/>
                  </a:lnTo>
                  <a:lnTo>
                    <a:pt x="19808" y="75503"/>
                  </a:lnTo>
                  <a:lnTo>
                    <a:pt x="21021" y="74425"/>
                  </a:lnTo>
                  <a:lnTo>
                    <a:pt x="22189" y="73212"/>
                  </a:lnTo>
                  <a:lnTo>
                    <a:pt x="23267" y="71955"/>
                  </a:lnTo>
                  <a:lnTo>
                    <a:pt x="24300" y="70562"/>
                  </a:lnTo>
                  <a:lnTo>
                    <a:pt x="24300" y="70562"/>
                  </a:lnTo>
                  <a:lnTo>
                    <a:pt x="24794" y="69844"/>
                  </a:lnTo>
                  <a:lnTo>
                    <a:pt x="25288" y="69080"/>
                  </a:lnTo>
                  <a:lnTo>
                    <a:pt x="26231" y="67553"/>
                  </a:lnTo>
                  <a:lnTo>
                    <a:pt x="27040" y="65936"/>
                  </a:lnTo>
                  <a:lnTo>
                    <a:pt x="27803" y="64229"/>
                  </a:lnTo>
                  <a:lnTo>
                    <a:pt x="28477" y="62523"/>
                  </a:lnTo>
                  <a:lnTo>
                    <a:pt x="29106" y="60771"/>
                  </a:lnTo>
                  <a:lnTo>
                    <a:pt x="29645" y="58974"/>
                  </a:lnTo>
                  <a:lnTo>
                    <a:pt x="30094" y="57133"/>
                  </a:lnTo>
                  <a:lnTo>
                    <a:pt x="30498" y="55246"/>
                  </a:lnTo>
                  <a:lnTo>
                    <a:pt x="30857" y="53315"/>
                  </a:lnTo>
                  <a:lnTo>
                    <a:pt x="31127" y="51384"/>
                  </a:lnTo>
                  <a:lnTo>
                    <a:pt x="31351" y="49407"/>
                  </a:lnTo>
                  <a:lnTo>
                    <a:pt x="31531" y="47431"/>
                  </a:lnTo>
                  <a:lnTo>
                    <a:pt x="31621" y="45455"/>
                  </a:lnTo>
                  <a:lnTo>
                    <a:pt x="31711" y="43479"/>
                  </a:lnTo>
                  <a:lnTo>
                    <a:pt x="31711" y="41457"/>
                  </a:lnTo>
                  <a:lnTo>
                    <a:pt x="31711" y="41457"/>
                  </a:lnTo>
                  <a:lnTo>
                    <a:pt x="31711" y="39796"/>
                  </a:lnTo>
                  <a:lnTo>
                    <a:pt x="31666" y="38089"/>
                  </a:lnTo>
                  <a:lnTo>
                    <a:pt x="31486" y="34765"/>
                  </a:lnTo>
                  <a:lnTo>
                    <a:pt x="31217" y="31441"/>
                  </a:lnTo>
                  <a:lnTo>
                    <a:pt x="30902" y="28163"/>
                  </a:lnTo>
                  <a:lnTo>
                    <a:pt x="30453" y="25018"/>
                  </a:lnTo>
                  <a:lnTo>
                    <a:pt x="30004" y="21919"/>
                  </a:lnTo>
                  <a:lnTo>
                    <a:pt x="29465" y="18955"/>
                  </a:lnTo>
                  <a:lnTo>
                    <a:pt x="28926" y="16080"/>
                  </a:lnTo>
                  <a:lnTo>
                    <a:pt x="28342" y="13385"/>
                  </a:lnTo>
                  <a:lnTo>
                    <a:pt x="27758" y="10870"/>
                  </a:lnTo>
                  <a:lnTo>
                    <a:pt x="27219" y="8535"/>
                  </a:lnTo>
                  <a:lnTo>
                    <a:pt x="26680" y="6424"/>
                  </a:lnTo>
                  <a:lnTo>
                    <a:pt x="25692" y="2875"/>
                  </a:lnTo>
                  <a:lnTo>
                    <a:pt x="24929" y="360"/>
                  </a:lnTo>
                  <a:lnTo>
                    <a:pt x="2483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62"/>
            <p:cNvSpPr/>
            <p:nvPr/>
          </p:nvSpPr>
          <p:spPr>
            <a:xfrm>
              <a:off x="6356675" y="1889575"/>
              <a:ext cx="360475" cy="110050"/>
            </a:xfrm>
            <a:custGeom>
              <a:rect b="b" l="l" r="r" t="t"/>
              <a:pathLst>
                <a:path extrusionOk="0" h="4402" w="14419">
                  <a:moveTo>
                    <a:pt x="1393" y="0"/>
                  </a:moveTo>
                  <a:lnTo>
                    <a:pt x="674" y="45"/>
                  </a:lnTo>
                  <a:lnTo>
                    <a:pt x="360" y="90"/>
                  </a:lnTo>
                  <a:lnTo>
                    <a:pt x="90" y="180"/>
                  </a:lnTo>
                  <a:lnTo>
                    <a:pt x="1" y="315"/>
                  </a:lnTo>
                  <a:lnTo>
                    <a:pt x="45" y="449"/>
                  </a:lnTo>
                  <a:lnTo>
                    <a:pt x="135" y="539"/>
                  </a:lnTo>
                  <a:lnTo>
                    <a:pt x="315" y="674"/>
                  </a:lnTo>
                  <a:lnTo>
                    <a:pt x="584" y="719"/>
                  </a:lnTo>
                  <a:lnTo>
                    <a:pt x="854" y="809"/>
                  </a:lnTo>
                  <a:lnTo>
                    <a:pt x="1438" y="898"/>
                  </a:lnTo>
                  <a:lnTo>
                    <a:pt x="2965" y="1078"/>
                  </a:lnTo>
                  <a:lnTo>
                    <a:pt x="4492" y="1258"/>
                  </a:lnTo>
                  <a:lnTo>
                    <a:pt x="5211" y="1393"/>
                  </a:lnTo>
                  <a:lnTo>
                    <a:pt x="5884" y="1527"/>
                  </a:lnTo>
                  <a:lnTo>
                    <a:pt x="6513" y="1752"/>
                  </a:lnTo>
                  <a:lnTo>
                    <a:pt x="7007" y="1976"/>
                  </a:lnTo>
                  <a:lnTo>
                    <a:pt x="7187" y="2111"/>
                  </a:lnTo>
                  <a:lnTo>
                    <a:pt x="7322" y="2246"/>
                  </a:lnTo>
                  <a:lnTo>
                    <a:pt x="7411" y="2426"/>
                  </a:lnTo>
                  <a:lnTo>
                    <a:pt x="7411" y="2560"/>
                  </a:lnTo>
                  <a:lnTo>
                    <a:pt x="7411" y="2695"/>
                  </a:lnTo>
                  <a:lnTo>
                    <a:pt x="7322" y="2830"/>
                  </a:lnTo>
                  <a:lnTo>
                    <a:pt x="7142" y="3010"/>
                  </a:lnTo>
                  <a:lnTo>
                    <a:pt x="6917" y="3099"/>
                  </a:lnTo>
                  <a:lnTo>
                    <a:pt x="6558" y="3234"/>
                  </a:lnTo>
                  <a:lnTo>
                    <a:pt x="6199" y="3324"/>
                  </a:lnTo>
                  <a:lnTo>
                    <a:pt x="5390" y="3548"/>
                  </a:lnTo>
                  <a:lnTo>
                    <a:pt x="5031" y="3683"/>
                  </a:lnTo>
                  <a:lnTo>
                    <a:pt x="4806" y="3863"/>
                  </a:lnTo>
                  <a:lnTo>
                    <a:pt x="4762" y="3953"/>
                  </a:lnTo>
                  <a:lnTo>
                    <a:pt x="4762" y="4043"/>
                  </a:lnTo>
                  <a:lnTo>
                    <a:pt x="4851" y="4132"/>
                  </a:lnTo>
                  <a:lnTo>
                    <a:pt x="4941" y="4222"/>
                  </a:lnTo>
                  <a:lnTo>
                    <a:pt x="5211" y="4312"/>
                  </a:lnTo>
                  <a:lnTo>
                    <a:pt x="5480" y="4357"/>
                  </a:lnTo>
                  <a:lnTo>
                    <a:pt x="6154" y="4402"/>
                  </a:lnTo>
                  <a:lnTo>
                    <a:pt x="6423" y="4357"/>
                  </a:lnTo>
                  <a:lnTo>
                    <a:pt x="7636" y="4357"/>
                  </a:lnTo>
                  <a:lnTo>
                    <a:pt x="8894" y="4312"/>
                  </a:lnTo>
                  <a:lnTo>
                    <a:pt x="10106" y="4222"/>
                  </a:lnTo>
                  <a:lnTo>
                    <a:pt x="11319" y="4087"/>
                  </a:lnTo>
                  <a:lnTo>
                    <a:pt x="11858" y="3998"/>
                  </a:lnTo>
                  <a:lnTo>
                    <a:pt x="12397" y="3863"/>
                  </a:lnTo>
                  <a:lnTo>
                    <a:pt x="12891" y="3728"/>
                  </a:lnTo>
                  <a:lnTo>
                    <a:pt x="13340" y="3548"/>
                  </a:lnTo>
                  <a:lnTo>
                    <a:pt x="13745" y="3369"/>
                  </a:lnTo>
                  <a:lnTo>
                    <a:pt x="14059" y="3144"/>
                  </a:lnTo>
                  <a:lnTo>
                    <a:pt x="14284" y="2920"/>
                  </a:lnTo>
                  <a:lnTo>
                    <a:pt x="14418" y="2695"/>
                  </a:lnTo>
                  <a:lnTo>
                    <a:pt x="14418" y="2560"/>
                  </a:lnTo>
                  <a:lnTo>
                    <a:pt x="14418" y="2471"/>
                  </a:lnTo>
                  <a:lnTo>
                    <a:pt x="14373" y="2336"/>
                  </a:lnTo>
                  <a:lnTo>
                    <a:pt x="14328" y="2201"/>
                  </a:lnTo>
                  <a:lnTo>
                    <a:pt x="14104" y="1976"/>
                  </a:lnTo>
                  <a:lnTo>
                    <a:pt x="13834" y="1707"/>
                  </a:lnTo>
                  <a:lnTo>
                    <a:pt x="13430" y="1527"/>
                  </a:lnTo>
                  <a:lnTo>
                    <a:pt x="13026" y="1303"/>
                  </a:lnTo>
                  <a:lnTo>
                    <a:pt x="12487" y="1123"/>
                  </a:lnTo>
                  <a:lnTo>
                    <a:pt x="11948" y="988"/>
                  </a:lnTo>
                  <a:lnTo>
                    <a:pt x="10870" y="719"/>
                  </a:lnTo>
                  <a:lnTo>
                    <a:pt x="9612" y="539"/>
                  </a:lnTo>
                  <a:lnTo>
                    <a:pt x="8310" y="360"/>
                  </a:lnTo>
                  <a:lnTo>
                    <a:pt x="6917" y="225"/>
                  </a:lnTo>
                  <a:lnTo>
                    <a:pt x="5525" y="135"/>
                  </a:lnTo>
                  <a:lnTo>
                    <a:pt x="4178" y="90"/>
                  </a:lnTo>
                  <a:lnTo>
                    <a:pt x="1573" y="0"/>
                  </a:lnTo>
                  <a:close/>
                </a:path>
              </a:pathLst>
            </a:custGeom>
            <a:solidFill>
              <a:srgbClr val="99C462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62"/>
            <p:cNvSpPr/>
            <p:nvPr/>
          </p:nvSpPr>
          <p:spPr>
            <a:xfrm>
              <a:off x="6356675" y="1889575"/>
              <a:ext cx="360475" cy="110050"/>
            </a:xfrm>
            <a:custGeom>
              <a:rect b="b" l="l" r="r" t="t"/>
              <a:pathLst>
                <a:path extrusionOk="0" fill="none" h="4402" w="14419">
                  <a:moveTo>
                    <a:pt x="1393" y="0"/>
                  </a:moveTo>
                  <a:lnTo>
                    <a:pt x="1393" y="0"/>
                  </a:lnTo>
                  <a:lnTo>
                    <a:pt x="674" y="45"/>
                  </a:lnTo>
                  <a:lnTo>
                    <a:pt x="360" y="90"/>
                  </a:lnTo>
                  <a:lnTo>
                    <a:pt x="90" y="180"/>
                  </a:lnTo>
                  <a:lnTo>
                    <a:pt x="90" y="180"/>
                  </a:lnTo>
                  <a:lnTo>
                    <a:pt x="1" y="315"/>
                  </a:lnTo>
                  <a:lnTo>
                    <a:pt x="45" y="449"/>
                  </a:lnTo>
                  <a:lnTo>
                    <a:pt x="135" y="539"/>
                  </a:lnTo>
                  <a:lnTo>
                    <a:pt x="315" y="674"/>
                  </a:lnTo>
                  <a:lnTo>
                    <a:pt x="315" y="674"/>
                  </a:lnTo>
                  <a:lnTo>
                    <a:pt x="584" y="719"/>
                  </a:lnTo>
                  <a:lnTo>
                    <a:pt x="854" y="809"/>
                  </a:lnTo>
                  <a:lnTo>
                    <a:pt x="1438" y="898"/>
                  </a:lnTo>
                  <a:lnTo>
                    <a:pt x="1438" y="898"/>
                  </a:lnTo>
                  <a:lnTo>
                    <a:pt x="2965" y="1078"/>
                  </a:lnTo>
                  <a:lnTo>
                    <a:pt x="4492" y="1258"/>
                  </a:lnTo>
                  <a:lnTo>
                    <a:pt x="4492" y="1258"/>
                  </a:lnTo>
                  <a:lnTo>
                    <a:pt x="5211" y="1393"/>
                  </a:lnTo>
                  <a:lnTo>
                    <a:pt x="5884" y="1527"/>
                  </a:lnTo>
                  <a:lnTo>
                    <a:pt x="6513" y="1752"/>
                  </a:lnTo>
                  <a:lnTo>
                    <a:pt x="7007" y="1976"/>
                  </a:lnTo>
                  <a:lnTo>
                    <a:pt x="7007" y="1976"/>
                  </a:lnTo>
                  <a:lnTo>
                    <a:pt x="7187" y="2111"/>
                  </a:lnTo>
                  <a:lnTo>
                    <a:pt x="7322" y="2246"/>
                  </a:lnTo>
                  <a:lnTo>
                    <a:pt x="7411" y="2426"/>
                  </a:lnTo>
                  <a:lnTo>
                    <a:pt x="7411" y="2560"/>
                  </a:lnTo>
                  <a:lnTo>
                    <a:pt x="7411" y="2695"/>
                  </a:lnTo>
                  <a:lnTo>
                    <a:pt x="7322" y="2830"/>
                  </a:lnTo>
                  <a:lnTo>
                    <a:pt x="7142" y="3010"/>
                  </a:lnTo>
                  <a:lnTo>
                    <a:pt x="6917" y="3099"/>
                  </a:lnTo>
                  <a:lnTo>
                    <a:pt x="6917" y="3099"/>
                  </a:lnTo>
                  <a:lnTo>
                    <a:pt x="6558" y="3234"/>
                  </a:lnTo>
                  <a:lnTo>
                    <a:pt x="6199" y="3324"/>
                  </a:lnTo>
                  <a:lnTo>
                    <a:pt x="5390" y="3548"/>
                  </a:lnTo>
                  <a:lnTo>
                    <a:pt x="5390" y="3548"/>
                  </a:lnTo>
                  <a:lnTo>
                    <a:pt x="5031" y="3683"/>
                  </a:lnTo>
                  <a:lnTo>
                    <a:pt x="4806" y="3863"/>
                  </a:lnTo>
                  <a:lnTo>
                    <a:pt x="4762" y="3953"/>
                  </a:lnTo>
                  <a:lnTo>
                    <a:pt x="4762" y="4043"/>
                  </a:lnTo>
                  <a:lnTo>
                    <a:pt x="4851" y="4132"/>
                  </a:lnTo>
                  <a:lnTo>
                    <a:pt x="4941" y="4222"/>
                  </a:lnTo>
                  <a:lnTo>
                    <a:pt x="4941" y="4222"/>
                  </a:lnTo>
                  <a:lnTo>
                    <a:pt x="5211" y="4312"/>
                  </a:lnTo>
                  <a:lnTo>
                    <a:pt x="5480" y="4357"/>
                  </a:lnTo>
                  <a:lnTo>
                    <a:pt x="6154" y="4402"/>
                  </a:lnTo>
                  <a:lnTo>
                    <a:pt x="6154" y="4402"/>
                  </a:lnTo>
                  <a:lnTo>
                    <a:pt x="6423" y="4357"/>
                  </a:lnTo>
                  <a:lnTo>
                    <a:pt x="6423" y="4357"/>
                  </a:lnTo>
                  <a:lnTo>
                    <a:pt x="7636" y="4357"/>
                  </a:lnTo>
                  <a:lnTo>
                    <a:pt x="8894" y="4312"/>
                  </a:lnTo>
                  <a:lnTo>
                    <a:pt x="10106" y="4222"/>
                  </a:lnTo>
                  <a:lnTo>
                    <a:pt x="11319" y="4087"/>
                  </a:lnTo>
                  <a:lnTo>
                    <a:pt x="11319" y="4087"/>
                  </a:lnTo>
                  <a:lnTo>
                    <a:pt x="11858" y="3998"/>
                  </a:lnTo>
                  <a:lnTo>
                    <a:pt x="12397" y="3863"/>
                  </a:lnTo>
                  <a:lnTo>
                    <a:pt x="12891" y="3728"/>
                  </a:lnTo>
                  <a:lnTo>
                    <a:pt x="13340" y="3548"/>
                  </a:lnTo>
                  <a:lnTo>
                    <a:pt x="13745" y="3369"/>
                  </a:lnTo>
                  <a:lnTo>
                    <a:pt x="14059" y="3144"/>
                  </a:lnTo>
                  <a:lnTo>
                    <a:pt x="14284" y="2920"/>
                  </a:lnTo>
                  <a:lnTo>
                    <a:pt x="14418" y="2695"/>
                  </a:lnTo>
                  <a:lnTo>
                    <a:pt x="14418" y="2695"/>
                  </a:lnTo>
                  <a:lnTo>
                    <a:pt x="14418" y="2560"/>
                  </a:lnTo>
                  <a:lnTo>
                    <a:pt x="14418" y="2471"/>
                  </a:lnTo>
                  <a:lnTo>
                    <a:pt x="14373" y="2336"/>
                  </a:lnTo>
                  <a:lnTo>
                    <a:pt x="14328" y="2201"/>
                  </a:lnTo>
                  <a:lnTo>
                    <a:pt x="14104" y="1976"/>
                  </a:lnTo>
                  <a:lnTo>
                    <a:pt x="13834" y="1707"/>
                  </a:lnTo>
                  <a:lnTo>
                    <a:pt x="13430" y="1527"/>
                  </a:lnTo>
                  <a:lnTo>
                    <a:pt x="13026" y="1303"/>
                  </a:lnTo>
                  <a:lnTo>
                    <a:pt x="12487" y="1123"/>
                  </a:lnTo>
                  <a:lnTo>
                    <a:pt x="11948" y="988"/>
                  </a:lnTo>
                  <a:lnTo>
                    <a:pt x="11948" y="988"/>
                  </a:lnTo>
                  <a:lnTo>
                    <a:pt x="10870" y="719"/>
                  </a:lnTo>
                  <a:lnTo>
                    <a:pt x="9612" y="539"/>
                  </a:lnTo>
                  <a:lnTo>
                    <a:pt x="8310" y="360"/>
                  </a:lnTo>
                  <a:lnTo>
                    <a:pt x="6917" y="225"/>
                  </a:lnTo>
                  <a:lnTo>
                    <a:pt x="5525" y="135"/>
                  </a:lnTo>
                  <a:lnTo>
                    <a:pt x="4178" y="90"/>
                  </a:lnTo>
                  <a:lnTo>
                    <a:pt x="1573" y="0"/>
                  </a:lnTo>
                  <a:lnTo>
                    <a:pt x="1573" y="0"/>
                  </a:lnTo>
                  <a:lnTo>
                    <a:pt x="13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62"/>
            <p:cNvSpPr/>
            <p:nvPr/>
          </p:nvSpPr>
          <p:spPr>
            <a:xfrm>
              <a:off x="6379125" y="1981650"/>
              <a:ext cx="52800" cy="17975"/>
            </a:xfrm>
            <a:custGeom>
              <a:rect b="b" l="l" r="r" t="t"/>
              <a:pathLst>
                <a:path extrusionOk="0" h="719" w="2112">
                  <a:moveTo>
                    <a:pt x="630" y="0"/>
                  </a:moveTo>
                  <a:lnTo>
                    <a:pt x="315" y="90"/>
                  </a:lnTo>
                  <a:lnTo>
                    <a:pt x="91" y="225"/>
                  </a:lnTo>
                  <a:lnTo>
                    <a:pt x="1" y="270"/>
                  </a:lnTo>
                  <a:lnTo>
                    <a:pt x="1" y="360"/>
                  </a:lnTo>
                  <a:lnTo>
                    <a:pt x="1" y="449"/>
                  </a:lnTo>
                  <a:lnTo>
                    <a:pt x="91" y="494"/>
                  </a:lnTo>
                  <a:lnTo>
                    <a:pt x="315" y="629"/>
                  </a:lnTo>
                  <a:lnTo>
                    <a:pt x="630" y="719"/>
                  </a:lnTo>
                  <a:lnTo>
                    <a:pt x="1438" y="719"/>
                  </a:lnTo>
                  <a:lnTo>
                    <a:pt x="1797" y="629"/>
                  </a:lnTo>
                  <a:lnTo>
                    <a:pt x="2022" y="494"/>
                  </a:lnTo>
                  <a:lnTo>
                    <a:pt x="2067" y="449"/>
                  </a:lnTo>
                  <a:lnTo>
                    <a:pt x="2112" y="360"/>
                  </a:lnTo>
                  <a:lnTo>
                    <a:pt x="2067" y="270"/>
                  </a:lnTo>
                  <a:lnTo>
                    <a:pt x="2022" y="225"/>
                  </a:lnTo>
                  <a:lnTo>
                    <a:pt x="1797" y="90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rgbClr val="99C462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62"/>
            <p:cNvSpPr/>
            <p:nvPr/>
          </p:nvSpPr>
          <p:spPr>
            <a:xfrm>
              <a:off x="6379125" y="1981650"/>
              <a:ext cx="52800" cy="17975"/>
            </a:xfrm>
            <a:custGeom>
              <a:rect b="b" l="l" r="r" t="t"/>
              <a:pathLst>
                <a:path extrusionOk="0" fill="none" h="719" w="2112">
                  <a:moveTo>
                    <a:pt x="1034" y="0"/>
                  </a:moveTo>
                  <a:lnTo>
                    <a:pt x="1034" y="0"/>
                  </a:lnTo>
                  <a:lnTo>
                    <a:pt x="630" y="0"/>
                  </a:lnTo>
                  <a:lnTo>
                    <a:pt x="315" y="90"/>
                  </a:lnTo>
                  <a:lnTo>
                    <a:pt x="91" y="225"/>
                  </a:lnTo>
                  <a:lnTo>
                    <a:pt x="1" y="270"/>
                  </a:lnTo>
                  <a:lnTo>
                    <a:pt x="1" y="360"/>
                  </a:lnTo>
                  <a:lnTo>
                    <a:pt x="1" y="360"/>
                  </a:lnTo>
                  <a:lnTo>
                    <a:pt x="1" y="449"/>
                  </a:lnTo>
                  <a:lnTo>
                    <a:pt x="91" y="494"/>
                  </a:lnTo>
                  <a:lnTo>
                    <a:pt x="315" y="629"/>
                  </a:lnTo>
                  <a:lnTo>
                    <a:pt x="630" y="719"/>
                  </a:lnTo>
                  <a:lnTo>
                    <a:pt x="1034" y="719"/>
                  </a:lnTo>
                  <a:lnTo>
                    <a:pt x="1034" y="719"/>
                  </a:lnTo>
                  <a:lnTo>
                    <a:pt x="1438" y="719"/>
                  </a:lnTo>
                  <a:lnTo>
                    <a:pt x="1797" y="629"/>
                  </a:lnTo>
                  <a:lnTo>
                    <a:pt x="2022" y="494"/>
                  </a:lnTo>
                  <a:lnTo>
                    <a:pt x="2067" y="449"/>
                  </a:lnTo>
                  <a:lnTo>
                    <a:pt x="2112" y="360"/>
                  </a:lnTo>
                  <a:lnTo>
                    <a:pt x="2112" y="360"/>
                  </a:lnTo>
                  <a:lnTo>
                    <a:pt x="2067" y="270"/>
                  </a:lnTo>
                  <a:lnTo>
                    <a:pt x="2022" y="225"/>
                  </a:lnTo>
                  <a:lnTo>
                    <a:pt x="1797" y="90"/>
                  </a:lnTo>
                  <a:lnTo>
                    <a:pt x="1438" y="0"/>
                  </a:lnTo>
                  <a:lnTo>
                    <a:pt x="103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62"/>
            <p:cNvSpPr/>
            <p:nvPr/>
          </p:nvSpPr>
          <p:spPr>
            <a:xfrm>
              <a:off x="5522375" y="1736850"/>
              <a:ext cx="1442925" cy="394150"/>
            </a:xfrm>
            <a:custGeom>
              <a:rect b="b" l="l" r="r" t="t"/>
              <a:pathLst>
                <a:path extrusionOk="0" h="15766" w="57717">
                  <a:moveTo>
                    <a:pt x="28881" y="1348"/>
                  </a:moveTo>
                  <a:lnTo>
                    <a:pt x="31845" y="1393"/>
                  </a:lnTo>
                  <a:lnTo>
                    <a:pt x="34675" y="1528"/>
                  </a:lnTo>
                  <a:lnTo>
                    <a:pt x="37415" y="1708"/>
                  </a:lnTo>
                  <a:lnTo>
                    <a:pt x="39975" y="1932"/>
                  </a:lnTo>
                  <a:lnTo>
                    <a:pt x="42400" y="2246"/>
                  </a:lnTo>
                  <a:lnTo>
                    <a:pt x="44691" y="2606"/>
                  </a:lnTo>
                  <a:lnTo>
                    <a:pt x="46757" y="3010"/>
                  </a:lnTo>
                  <a:lnTo>
                    <a:pt x="48689" y="3459"/>
                  </a:lnTo>
                  <a:lnTo>
                    <a:pt x="50395" y="3953"/>
                  </a:lnTo>
                  <a:lnTo>
                    <a:pt x="51922" y="4447"/>
                  </a:lnTo>
                  <a:lnTo>
                    <a:pt x="53225" y="4986"/>
                  </a:lnTo>
                  <a:lnTo>
                    <a:pt x="53809" y="5301"/>
                  </a:lnTo>
                  <a:lnTo>
                    <a:pt x="54303" y="5570"/>
                  </a:lnTo>
                  <a:lnTo>
                    <a:pt x="54797" y="5840"/>
                  </a:lnTo>
                  <a:lnTo>
                    <a:pt x="55201" y="6154"/>
                  </a:lnTo>
                  <a:lnTo>
                    <a:pt x="55516" y="6424"/>
                  </a:lnTo>
                  <a:lnTo>
                    <a:pt x="55830" y="6693"/>
                  </a:lnTo>
                  <a:lnTo>
                    <a:pt x="56055" y="7007"/>
                  </a:lnTo>
                  <a:lnTo>
                    <a:pt x="56189" y="7277"/>
                  </a:lnTo>
                  <a:lnTo>
                    <a:pt x="56324" y="7591"/>
                  </a:lnTo>
                  <a:lnTo>
                    <a:pt x="56324" y="7861"/>
                  </a:lnTo>
                  <a:lnTo>
                    <a:pt x="56324" y="8175"/>
                  </a:lnTo>
                  <a:lnTo>
                    <a:pt x="56189" y="8445"/>
                  </a:lnTo>
                  <a:lnTo>
                    <a:pt x="56055" y="8759"/>
                  </a:lnTo>
                  <a:lnTo>
                    <a:pt x="55830" y="9029"/>
                  </a:lnTo>
                  <a:lnTo>
                    <a:pt x="55516" y="9343"/>
                  </a:lnTo>
                  <a:lnTo>
                    <a:pt x="55201" y="9613"/>
                  </a:lnTo>
                  <a:lnTo>
                    <a:pt x="54797" y="9927"/>
                  </a:lnTo>
                  <a:lnTo>
                    <a:pt x="54303" y="10196"/>
                  </a:lnTo>
                  <a:lnTo>
                    <a:pt x="53809" y="10466"/>
                  </a:lnTo>
                  <a:lnTo>
                    <a:pt x="53225" y="10735"/>
                  </a:lnTo>
                  <a:lnTo>
                    <a:pt x="51922" y="11274"/>
                  </a:lnTo>
                  <a:lnTo>
                    <a:pt x="50395" y="11813"/>
                  </a:lnTo>
                  <a:lnTo>
                    <a:pt x="48689" y="12307"/>
                  </a:lnTo>
                  <a:lnTo>
                    <a:pt x="46757" y="12757"/>
                  </a:lnTo>
                  <a:lnTo>
                    <a:pt x="44691" y="13161"/>
                  </a:lnTo>
                  <a:lnTo>
                    <a:pt x="42400" y="13520"/>
                  </a:lnTo>
                  <a:lnTo>
                    <a:pt x="39975" y="13790"/>
                  </a:lnTo>
                  <a:lnTo>
                    <a:pt x="37415" y="14059"/>
                  </a:lnTo>
                  <a:lnTo>
                    <a:pt x="34675" y="14239"/>
                  </a:lnTo>
                  <a:lnTo>
                    <a:pt x="31845" y="14374"/>
                  </a:lnTo>
                  <a:lnTo>
                    <a:pt x="25872" y="14374"/>
                  </a:lnTo>
                  <a:lnTo>
                    <a:pt x="23042" y="14239"/>
                  </a:lnTo>
                  <a:lnTo>
                    <a:pt x="20302" y="14059"/>
                  </a:lnTo>
                  <a:lnTo>
                    <a:pt x="17742" y="13790"/>
                  </a:lnTo>
                  <a:lnTo>
                    <a:pt x="15317" y="13520"/>
                  </a:lnTo>
                  <a:lnTo>
                    <a:pt x="13071" y="13161"/>
                  </a:lnTo>
                  <a:lnTo>
                    <a:pt x="10960" y="12757"/>
                  </a:lnTo>
                  <a:lnTo>
                    <a:pt x="9029" y="12307"/>
                  </a:lnTo>
                  <a:lnTo>
                    <a:pt x="7322" y="11813"/>
                  </a:lnTo>
                  <a:lnTo>
                    <a:pt x="5795" y="11274"/>
                  </a:lnTo>
                  <a:lnTo>
                    <a:pt x="4492" y="10735"/>
                  </a:lnTo>
                  <a:lnTo>
                    <a:pt x="3908" y="10466"/>
                  </a:lnTo>
                  <a:lnTo>
                    <a:pt x="3414" y="10196"/>
                  </a:lnTo>
                  <a:lnTo>
                    <a:pt x="2920" y="9927"/>
                  </a:lnTo>
                  <a:lnTo>
                    <a:pt x="2516" y="9613"/>
                  </a:lnTo>
                  <a:lnTo>
                    <a:pt x="2201" y="9343"/>
                  </a:lnTo>
                  <a:lnTo>
                    <a:pt x="1887" y="9029"/>
                  </a:lnTo>
                  <a:lnTo>
                    <a:pt x="1662" y="8759"/>
                  </a:lnTo>
                  <a:lnTo>
                    <a:pt x="1528" y="8445"/>
                  </a:lnTo>
                  <a:lnTo>
                    <a:pt x="1438" y="8175"/>
                  </a:lnTo>
                  <a:lnTo>
                    <a:pt x="1393" y="7861"/>
                  </a:lnTo>
                  <a:lnTo>
                    <a:pt x="1438" y="7591"/>
                  </a:lnTo>
                  <a:lnTo>
                    <a:pt x="1528" y="7277"/>
                  </a:lnTo>
                  <a:lnTo>
                    <a:pt x="1662" y="7007"/>
                  </a:lnTo>
                  <a:lnTo>
                    <a:pt x="1887" y="6693"/>
                  </a:lnTo>
                  <a:lnTo>
                    <a:pt x="2201" y="6424"/>
                  </a:lnTo>
                  <a:lnTo>
                    <a:pt x="2516" y="6154"/>
                  </a:lnTo>
                  <a:lnTo>
                    <a:pt x="2920" y="5840"/>
                  </a:lnTo>
                  <a:lnTo>
                    <a:pt x="3414" y="5570"/>
                  </a:lnTo>
                  <a:lnTo>
                    <a:pt x="3908" y="5301"/>
                  </a:lnTo>
                  <a:lnTo>
                    <a:pt x="4492" y="4986"/>
                  </a:lnTo>
                  <a:lnTo>
                    <a:pt x="5795" y="4447"/>
                  </a:lnTo>
                  <a:lnTo>
                    <a:pt x="7322" y="3953"/>
                  </a:lnTo>
                  <a:lnTo>
                    <a:pt x="9029" y="3459"/>
                  </a:lnTo>
                  <a:lnTo>
                    <a:pt x="10960" y="3010"/>
                  </a:lnTo>
                  <a:lnTo>
                    <a:pt x="13071" y="2606"/>
                  </a:lnTo>
                  <a:lnTo>
                    <a:pt x="15317" y="2246"/>
                  </a:lnTo>
                  <a:lnTo>
                    <a:pt x="17742" y="1932"/>
                  </a:lnTo>
                  <a:lnTo>
                    <a:pt x="20302" y="1708"/>
                  </a:lnTo>
                  <a:lnTo>
                    <a:pt x="23042" y="1528"/>
                  </a:lnTo>
                  <a:lnTo>
                    <a:pt x="25872" y="1393"/>
                  </a:lnTo>
                  <a:lnTo>
                    <a:pt x="28881" y="1348"/>
                  </a:lnTo>
                  <a:close/>
                  <a:moveTo>
                    <a:pt x="26231" y="1"/>
                  </a:moveTo>
                  <a:lnTo>
                    <a:pt x="23626" y="91"/>
                  </a:lnTo>
                  <a:lnTo>
                    <a:pt x="21021" y="270"/>
                  </a:lnTo>
                  <a:lnTo>
                    <a:pt x="18461" y="495"/>
                  </a:lnTo>
                  <a:lnTo>
                    <a:pt x="15990" y="764"/>
                  </a:lnTo>
                  <a:lnTo>
                    <a:pt x="13565" y="1124"/>
                  </a:lnTo>
                  <a:lnTo>
                    <a:pt x="11319" y="1528"/>
                  </a:lnTo>
                  <a:lnTo>
                    <a:pt x="9208" y="2022"/>
                  </a:lnTo>
                  <a:lnTo>
                    <a:pt x="7232" y="2516"/>
                  </a:lnTo>
                  <a:lnTo>
                    <a:pt x="6289" y="2830"/>
                  </a:lnTo>
                  <a:lnTo>
                    <a:pt x="5435" y="3145"/>
                  </a:lnTo>
                  <a:lnTo>
                    <a:pt x="4627" y="3459"/>
                  </a:lnTo>
                  <a:lnTo>
                    <a:pt x="3863" y="3774"/>
                  </a:lnTo>
                  <a:lnTo>
                    <a:pt x="3190" y="4133"/>
                  </a:lnTo>
                  <a:lnTo>
                    <a:pt x="2561" y="4492"/>
                  </a:lnTo>
                  <a:lnTo>
                    <a:pt x="1977" y="4852"/>
                  </a:lnTo>
                  <a:lnTo>
                    <a:pt x="1483" y="5256"/>
                  </a:lnTo>
                  <a:lnTo>
                    <a:pt x="1034" y="5660"/>
                  </a:lnTo>
                  <a:lnTo>
                    <a:pt x="674" y="6064"/>
                  </a:lnTo>
                  <a:lnTo>
                    <a:pt x="360" y="6513"/>
                  </a:lnTo>
                  <a:lnTo>
                    <a:pt x="180" y="6963"/>
                  </a:lnTo>
                  <a:lnTo>
                    <a:pt x="45" y="7412"/>
                  </a:lnTo>
                  <a:lnTo>
                    <a:pt x="1" y="7861"/>
                  </a:lnTo>
                  <a:lnTo>
                    <a:pt x="45" y="8355"/>
                  </a:lnTo>
                  <a:lnTo>
                    <a:pt x="180" y="8804"/>
                  </a:lnTo>
                  <a:lnTo>
                    <a:pt x="360" y="9253"/>
                  </a:lnTo>
                  <a:lnTo>
                    <a:pt x="674" y="9702"/>
                  </a:lnTo>
                  <a:lnTo>
                    <a:pt x="1034" y="10107"/>
                  </a:lnTo>
                  <a:lnTo>
                    <a:pt x="1483" y="10511"/>
                  </a:lnTo>
                  <a:lnTo>
                    <a:pt x="1977" y="10915"/>
                  </a:lnTo>
                  <a:lnTo>
                    <a:pt x="2561" y="11274"/>
                  </a:lnTo>
                  <a:lnTo>
                    <a:pt x="3190" y="11634"/>
                  </a:lnTo>
                  <a:lnTo>
                    <a:pt x="3863" y="11993"/>
                  </a:lnTo>
                  <a:lnTo>
                    <a:pt x="4627" y="12307"/>
                  </a:lnTo>
                  <a:lnTo>
                    <a:pt x="5435" y="12622"/>
                  </a:lnTo>
                  <a:lnTo>
                    <a:pt x="6289" y="12936"/>
                  </a:lnTo>
                  <a:lnTo>
                    <a:pt x="7232" y="13206"/>
                  </a:lnTo>
                  <a:lnTo>
                    <a:pt x="9208" y="13745"/>
                  </a:lnTo>
                  <a:lnTo>
                    <a:pt x="11319" y="14239"/>
                  </a:lnTo>
                  <a:lnTo>
                    <a:pt x="13565" y="14643"/>
                  </a:lnTo>
                  <a:lnTo>
                    <a:pt x="15990" y="14957"/>
                  </a:lnTo>
                  <a:lnTo>
                    <a:pt x="18461" y="15272"/>
                  </a:lnTo>
                  <a:lnTo>
                    <a:pt x="21021" y="15496"/>
                  </a:lnTo>
                  <a:lnTo>
                    <a:pt x="23626" y="15631"/>
                  </a:lnTo>
                  <a:lnTo>
                    <a:pt x="26231" y="15766"/>
                  </a:lnTo>
                  <a:lnTo>
                    <a:pt x="31486" y="15766"/>
                  </a:lnTo>
                  <a:lnTo>
                    <a:pt x="34136" y="15631"/>
                  </a:lnTo>
                  <a:lnTo>
                    <a:pt x="36741" y="15496"/>
                  </a:lnTo>
                  <a:lnTo>
                    <a:pt x="39256" y="15272"/>
                  </a:lnTo>
                  <a:lnTo>
                    <a:pt x="41772" y="14957"/>
                  </a:lnTo>
                  <a:lnTo>
                    <a:pt x="44152" y="14643"/>
                  </a:lnTo>
                  <a:lnTo>
                    <a:pt x="46398" y="14239"/>
                  </a:lnTo>
                  <a:lnTo>
                    <a:pt x="48554" y="13745"/>
                  </a:lnTo>
                  <a:lnTo>
                    <a:pt x="50485" y="13206"/>
                  </a:lnTo>
                  <a:lnTo>
                    <a:pt x="51428" y="12936"/>
                  </a:lnTo>
                  <a:lnTo>
                    <a:pt x="52282" y="12622"/>
                  </a:lnTo>
                  <a:lnTo>
                    <a:pt x="53090" y="12307"/>
                  </a:lnTo>
                  <a:lnTo>
                    <a:pt x="53854" y="11993"/>
                  </a:lnTo>
                  <a:lnTo>
                    <a:pt x="54528" y="11634"/>
                  </a:lnTo>
                  <a:lnTo>
                    <a:pt x="55156" y="11274"/>
                  </a:lnTo>
                  <a:lnTo>
                    <a:pt x="55740" y="10915"/>
                  </a:lnTo>
                  <a:lnTo>
                    <a:pt x="56234" y="10511"/>
                  </a:lnTo>
                  <a:lnTo>
                    <a:pt x="56683" y="10107"/>
                  </a:lnTo>
                  <a:lnTo>
                    <a:pt x="57043" y="9702"/>
                  </a:lnTo>
                  <a:lnTo>
                    <a:pt x="57357" y="9253"/>
                  </a:lnTo>
                  <a:lnTo>
                    <a:pt x="57537" y="8804"/>
                  </a:lnTo>
                  <a:lnTo>
                    <a:pt x="57672" y="8355"/>
                  </a:lnTo>
                  <a:lnTo>
                    <a:pt x="57717" y="7861"/>
                  </a:lnTo>
                  <a:lnTo>
                    <a:pt x="57672" y="7412"/>
                  </a:lnTo>
                  <a:lnTo>
                    <a:pt x="57537" y="6963"/>
                  </a:lnTo>
                  <a:lnTo>
                    <a:pt x="57357" y="6513"/>
                  </a:lnTo>
                  <a:lnTo>
                    <a:pt x="57043" y="6064"/>
                  </a:lnTo>
                  <a:lnTo>
                    <a:pt x="56683" y="5660"/>
                  </a:lnTo>
                  <a:lnTo>
                    <a:pt x="56234" y="5256"/>
                  </a:lnTo>
                  <a:lnTo>
                    <a:pt x="55740" y="4852"/>
                  </a:lnTo>
                  <a:lnTo>
                    <a:pt x="55156" y="4492"/>
                  </a:lnTo>
                  <a:lnTo>
                    <a:pt x="54528" y="4133"/>
                  </a:lnTo>
                  <a:lnTo>
                    <a:pt x="53854" y="3774"/>
                  </a:lnTo>
                  <a:lnTo>
                    <a:pt x="53090" y="3459"/>
                  </a:lnTo>
                  <a:lnTo>
                    <a:pt x="52282" y="3145"/>
                  </a:lnTo>
                  <a:lnTo>
                    <a:pt x="51428" y="2830"/>
                  </a:lnTo>
                  <a:lnTo>
                    <a:pt x="50485" y="2516"/>
                  </a:lnTo>
                  <a:lnTo>
                    <a:pt x="48554" y="2022"/>
                  </a:lnTo>
                  <a:lnTo>
                    <a:pt x="46398" y="1528"/>
                  </a:lnTo>
                  <a:lnTo>
                    <a:pt x="44152" y="1124"/>
                  </a:lnTo>
                  <a:lnTo>
                    <a:pt x="41772" y="764"/>
                  </a:lnTo>
                  <a:lnTo>
                    <a:pt x="39256" y="495"/>
                  </a:lnTo>
                  <a:lnTo>
                    <a:pt x="36741" y="270"/>
                  </a:lnTo>
                  <a:lnTo>
                    <a:pt x="34136" y="91"/>
                  </a:lnTo>
                  <a:lnTo>
                    <a:pt x="31486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62"/>
            <p:cNvSpPr/>
            <p:nvPr/>
          </p:nvSpPr>
          <p:spPr>
            <a:xfrm>
              <a:off x="5650375" y="1826675"/>
              <a:ext cx="1186925" cy="146000"/>
            </a:xfrm>
            <a:custGeom>
              <a:rect b="b" l="l" r="r" t="t"/>
              <a:pathLst>
                <a:path extrusionOk="0" h="5840" w="47477">
                  <a:moveTo>
                    <a:pt x="21785" y="1"/>
                  </a:moveTo>
                  <a:lnTo>
                    <a:pt x="19853" y="46"/>
                  </a:lnTo>
                  <a:lnTo>
                    <a:pt x="17877" y="136"/>
                  </a:lnTo>
                  <a:lnTo>
                    <a:pt x="15946" y="270"/>
                  </a:lnTo>
                  <a:lnTo>
                    <a:pt x="14014" y="450"/>
                  </a:lnTo>
                  <a:lnTo>
                    <a:pt x="12173" y="630"/>
                  </a:lnTo>
                  <a:lnTo>
                    <a:pt x="10376" y="899"/>
                  </a:lnTo>
                  <a:lnTo>
                    <a:pt x="8670" y="1169"/>
                  </a:lnTo>
                  <a:lnTo>
                    <a:pt x="7053" y="1483"/>
                  </a:lnTo>
                  <a:lnTo>
                    <a:pt x="5570" y="1842"/>
                  </a:lnTo>
                  <a:lnTo>
                    <a:pt x="4223" y="2247"/>
                  </a:lnTo>
                  <a:lnTo>
                    <a:pt x="3010" y="2651"/>
                  </a:lnTo>
                  <a:lnTo>
                    <a:pt x="2471" y="2920"/>
                  </a:lnTo>
                  <a:lnTo>
                    <a:pt x="1977" y="3145"/>
                  </a:lnTo>
                  <a:lnTo>
                    <a:pt x="1528" y="3414"/>
                  </a:lnTo>
                  <a:lnTo>
                    <a:pt x="1169" y="3684"/>
                  </a:lnTo>
                  <a:lnTo>
                    <a:pt x="809" y="3953"/>
                  </a:lnTo>
                  <a:lnTo>
                    <a:pt x="495" y="4223"/>
                  </a:lnTo>
                  <a:lnTo>
                    <a:pt x="270" y="4537"/>
                  </a:lnTo>
                  <a:lnTo>
                    <a:pt x="91" y="4852"/>
                  </a:lnTo>
                  <a:lnTo>
                    <a:pt x="46" y="4987"/>
                  </a:lnTo>
                  <a:lnTo>
                    <a:pt x="1" y="5076"/>
                  </a:lnTo>
                  <a:lnTo>
                    <a:pt x="46" y="5346"/>
                  </a:lnTo>
                  <a:lnTo>
                    <a:pt x="181" y="5570"/>
                  </a:lnTo>
                  <a:lnTo>
                    <a:pt x="270" y="5660"/>
                  </a:lnTo>
                  <a:lnTo>
                    <a:pt x="405" y="5750"/>
                  </a:lnTo>
                  <a:lnTo>
                    <a:pt x="540" y="5795"/>
                  </a:lnTo>
                  <a:lnTo>
                    <a:pt x="675" y="5840"/>
                  </a:lnTo>
                  <a:lnTo>
                    <a:pt x="944" y="5795"/>
                  </a:lnTo>
                  <a:lnTo>
                    <a:pt x="1169" y="5660"/>
                  </a:lnTo>
                  <a:lnTo>
                    <a:pt x="1259" y="5570"/>
                  </a:lnTo>
                  <a:lnTo>
                    <a:pt x="1348" y="5436"/>
                  </a:lnTo>
                  <a:lnTo>
                    <a:pt x="1438" y="5256"/>
                  </a:lnTo>
                  <a:lnTo>
                    <a:pt x="1618" y="5076"/>
                  </a:lnTo>
                  <a:lnTo>
                    <a:pt x="1797" y="4897"/>
                  </a:lnTo>
                  <a:lnTo>
                    <a:pt x="2067" y="4717"/>
                  </a:lnTo>
                  <a:lnTo>
                    <a:pt x="2651" y="4313"/>
                  </a:lnTo>
                  <a:lnTo>
                    <a:pt x="3459" y="3953"/>
                  </a:lnTo>
                  <a:lnTo>
                    <a:pt x="4403" y="3639"/>
                  </a:lnTo>
                  <a:lnTo>
                    <a:pt x="5525" y="3280"/>
                  </a:lnTo>
                  <a:lnTo>
                    <a:pt x="6783" y="2965"/>
                  </a:lnTo>
                  <a:lnTo>
                    <a:pt x="8175" y="2651"/>
                  </a:lnTo>
                  <a:lnTo>
                    <a:pt x="9703" y="2381"/>
                  </a:lnTo>
                  <a:lnTo>
                    <a:pt x="11364" y="2157"/>
                  </a:lnTo>
                  <a:lnTo>
                    <a:pt x="13161" y="1932"/>
                  </a:lnTo>
                  <a:lnTo>
                    <a:pt x="15047" y="1708"/>
                  </a:lnTo>
                  <a:lnTo>
                    <a:pt x="17069" y="1573"/>
                  </a:lnTo>
                  <a:lnTo>
                    <a:pt x="19180" y="1438"/>
                  </a:lnTo>
                  <a:lnTo>
                    <a:pt x="21425" y="1393"/>
                  </a:lnTo>
                  <a:lnTo>
                    <a:pt x="23761" y="1348"/>
                  </a:lnTo>
                  <a:lnTo>
                    <a:pt x="26097" y="1393"/>
                  </a:lnTo>
                  <a:lnTo>
                    <a:pt x="28297" y="1483"/>
                  </a:lnTo>
                  <a:lnTo>
                    <a:pt x="30453" y="1573"/>
                  </a:lnTo>
                  <a:lnTo>
                    <a:pt x="32475" y="1708"/>
                  </a:lnTo>
                  <a:lnTo>
                    <a:pt x="34406" y="1932"/>
                  </a:lnTo>
                  <a:lnTo>
                    <a:pt x="36158" y="2157"/>
                  </a:lnTo>
                  <a:lnTo>
                    <a:pt x="37819" y="2381"/>
                  </a:lnTo>
                  <a:lnTo>
                    <a:pt x="39391" y="2651"/>
                  </a:lnTo>
                  <a:lnTo>
                    <a:pt x="40784" y="2965"/>
                  </a:lnTo>
                  <a:lnTo>
                    <a:pt x="41997" y="3280"/>
                  </a:lnTo>
                  <a:lnTo>
                    <a:pt x="43119" y="3639"/>
                  </a:lnTo>
                  <a:lnTo>
                    <a:pt x="44063" y="3998"/>
                  </a:lnTo>
                  <a:lnTo>
                    <a:pt x="44826" y="4358"/>
                  </a:lnTo>
                  <a:lnTo>
                    <a:pt x="45455" y="4717"/>
                  </a:lnTo>
                  <a:lnTo>
                    <a:pt x="45680" y="4897"/>
                  </a:lnTo>
                  <a:lnTo>
                    <a:pt x="45904" y="5076"/>
                  </a:lnTo>
                  <a:lnTo>
                    <a:pt x="46039" y="5256"/>
                  </a:lnTo>
                  <a:lnTo>
                    <a:pt x="46174" y="5436"/>
                  </a:lnTo>
                  <a:lnTo>
                    <a:pt x="46263" y="5615"/>
                  </a:lnTo>
                  <a:lnTo>
                    <a:pt x="46398" y="5750"/>
                  </a:lnTo>
                  <a:lnTo>
                    <a:pt x="46578" y="5840"/>
                  </a:lnTo>
                  <a:lnTo>
                    <a:pt x="46937" y="5840"/>
                  </a:lnTo>
                  <a:lnTo>
                    <a:pt x="47072" y="5795"/>
                  </a:lnTo>
                  <a:lnTo>
                    <a:pt x="47207" y="5705"/>
                  </a:lnTo>
                  <a:lnTo>
                    <a:pt x="47297" y="5615"/>
                  </a:lnTo>
                  <a:lnTo>
                    <a:pt x="47431" y="5391"/>
                  </a:lnTo>
                  <a:lnTo>
                    <a:pt x="47476" y="5121"/>
                  </a:lnTo>
                  <a:lnTo>
                    <a:pt x="47476" y="4987"/>
                  </a:lnTo>
                  <a:lnTo>
                    <a:pt x="47431" y="4897"/>
                  </a:lnTo>
                  <a:lnTo>
                    <a:pt x="47252" y="4582"/>
                  </a:lnTo>
                  <a:lnTo>
                    <a:pt x="47027" y="4313"/>
                  </a:lnTo>
                  <a:lnTo>
                    <a:pt x="46758" y="3998"/>
                  </a:lnTo>
                  <a:lnTo>
                    <a:pt x="46398" y="3729"/>
                  </a:lnTo>
                  <a:lnTo>
                    <a:pt x="46039" y="3504"/>
                  </a:lnTo>
                  <a:lnTo>
                    <a:pt x="45590" y="3235"/>
                  </a:lnTo>
                  <a:lnTo>
                    <a:pt x="45096" y="3010"/>
                  </a:lnTo>
                  <a:lnTo>
                    <a:pt x="44602" y="2741"/>
                  </a:lnTo>
                  <a:lnTo>
                    <a:pt x="43434" y="2337"/>
                  </a:lnTo>
                  <a:lnTo>
                    <a:pt x="42086" y="1932"/>
                  </a:lnTo>
                  <a:lnTo>
                    <a:pt x="40604" y="1573"/>
                  </a:lnTo>
                  <a:lnTo>
                    <a:pt x="39032" y="1214"/>
                  </a:lnTo>
                  <a:lnTo>
                    <a:pt x="37325" y="944"/>
                  </a:lnTo>
                  <a:lnTo>
                    <a:pt x="35529" y="675"/>
                  </a:lnTo>
                  <a:lnTo>
                    <a:pt x="33642" y="495"/>
                  </a:lnTo>
                  <a:lnTo>
                    <a:pt x="31711" y="315"/>
                  </a:lnTo>
                  <a:lnTo>
                    <a:pt x="29735" y="181"/>
                  </a:lnTo>
                  <a:lnTo>
                    <a:pt x="27758" y="46"/>
                  </a:lnTo>
                  <a:lnTo>
                    <a:pt x="25737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62"/>
            <p:cNvSpPr/>
            <p:nvPr/>
          </p:nvSpPr>
          <p:spPr>
            <a:xfrm>
              <a:off x="5636900" y="1785150"/>
              <a:ext cx="1213875" cy="288600"/>
            </a:xfrm>
            <a:custGeom>
              <a:rect b="b" l="l" r="r" t="t"/>
              <a:pathLst>
                <a:path extrusionOk="0" h="11544" w="48555">
                  <a:moveTo>
                    <a:pt x="24300" y="1392"/>
                  </a:moveTo>
                  <a:lnTo>
                    <a:pt x="26860" y="1437"/>
                  </a:lnTo>
                  <a:lnTo>
                    <a:pt x="29330" y="1527"/>
                  </a:lnTo>
                  <a:lnTo>
                    <a:pt x="31666" y="1662"/>
                  </a:lnTo>
                  <a:lnTo>
                    <a:pt x="33867" y="1842"/>
                  </a:lnTo>
                  <a:lnTo>
                    <a:pt x="35888" y="2066"/>
                  </a:lnTo>
                  <a:lnTo>
                    <a:pt x="37775" y="2291"/>
                  </a:lnTo>
                  <a:lnTo>
                    <a:pt x="39481" y="2605"/>
                  </a:lnTo>
                  <a:lnTo>
                    <a:pt x="41053" y="2920"/>
                  </a:lnTo>
                  <a:lnTo>
                    <a:pt x="42446" y="3234"/>
                  </a:lnTo>
                  <a:lnTo>
                    <a:pt x="43658" y="3593"/>
                  </a:lnTo>
                  <a:lnTo>
                    <a:pt x="44736" y="3953"/>
                  </a:lnTo>
                  <a:lnTo>
                    <a:pt x="45590" y="4312"/>
                  </a:lnTo>
                  <a:lnTo>
                    <a:pt x="46308" y="4716"/>
                  </a:lnTo>
                  <a:lnTo>
                    <a:pt x="46578" y="4896"/>
                  </a:lnTo>
                  <a:lnTo>
                    <a:pt x="46802" y="5075"/>
                  </a:lnTo>
                  <a:lnTo>
                    <a:pt x="46937" y="5255"/>
                  </a:lnTo>
                  <a:lnTo>
                    <a:pt x="47072" y="5435"/>
                  </a:lnTo>
                  <a:lnTo>
                    <a:pt x="47162" y="5614"/>
                  </a:lnTo>
                  <a:lnTo>
                    <a:pt x="47207" y="5794"/>
                  </a:lnTo>
                  <a:lnTo>
                    <a:pt x="47162" y="5974"/>
                  </a:lnTo>
                  <a:lnTo>
                    <a:pt x="47072" y="6153"/>
                  </a:lnTo>
                  <a:lnTo>
                    <a:pt x="46937" y="6333"/>
                  </a:lnTo>
                  <a:lnTo>
                    <a:pt x="46802" y="6513"/>
                  </a:lnTo>
                  <a:lnTo>
                    <a:pt x="46578" y="6692"/>
                  </a:lnTo>
                  <a:lnTo>
                    <a:pt x="46308" y="6872"/>
                  </a:lnTo>
                  <a:lnTo>
                    <a:pt x="45590" y="7231"/>
                  </a:lnTo>
                  <a:lnTo>
                    <a:pt x="44736" y="7591"/>
                  </a:lnTo>
                  <a:lnTo>
                    <a:pt x="43658" y="7950"/>
                  </a:lnTo>
                  <a:lnTo>
                    <a:pt x="42446" y="8309"/>
                  </a:lnTo>
                  <a:lnTo>
                    <a:pt x="41053" y="8669"/>
                  </a:lnTo>
                  <a:lnTo>
                    <a:pt x="39481" y="8983"/>
                  </a:lnTo>
                  <a:lnTo>
                    <a:pt x="37775" y="9253"/>
                  </a:lnTo>
                  <a:lnTo>
                    <a:pt x="35888" y="9522"/>
                  </a:lnTo>
                  <a:lnTo>
                    <a:pt x="33867" y="9747"/>
                  </a:lnTo>
                  <a:lnTo>
                    <a:pt x="31666" y="9926"/>
                  </a:lnTo>
                  <a:lnTo>
                    <a:pt x="29330" y="10061"/>
                  </a:lnTo>
                  <a:lnTo>
                    <a:pt x="26860" y="10151"/>
                  </a:lnTo>
                  <a:lnTo>
                    <a:pt x="21695" y="10151"/>
                  </a:lnTo>
                  <a:lnTo>
                    <a:pt x="19225" y="10061"/>
                  </a:lnTo>
                  <a:lnTo>
                    <a:pt x="16889" y="9926"/>
                  </a:lnTo>
                  <a:lnTo>
                    <a:pt x="14733" y="9747"/>
                  </a:lnTo>
                  <a:lnTo>
                    <a:pt x="12667" y="9522"/>
                  </a:lnTo>
                  <a:lnTo>
                    <a:pt x="10781" y="9253"/>
                  </a:lnTo>
                  <a:lnTo>
                    <a:pt x="9074" y="8983"/>
                  </a:lnTo>
                  <a:lnTo>
                    <a:pt x="7502" y="8669"/>
                  </a:lnTo>
                  <a:lnTo>
                    <a:pt x="6109" y="8309"/>
                  </a:lnTo>
                  <a:lnTo>
                    <a:pt x="4897" y="7950"/>
                  </a:lnTo>
                  <a:lnTo>
                    <a:pt x="3819" y="7591"/>
                  </a:lnTo>
                  <a:lnTo>
                    <a:pt x="2965" y="7231"/>
                  </a:lnTo>
                  <a:lnTo>
                    <a:pt x="2292" y="6872"/>
                  </a:lnTo>
                  <a:lnTo>
                    <a:pt x="2022" y="6692"/>
                  </a:lnTo>
                  <a:lnTo>
                    <a:pt x="1798" y="6513"/>
                  </a:lnTo>
                  <a:lnTo>
                    <a:pt x="1618" y="6333"/>
                  </a:lnTo>
                  <a:lnTo>
                    <a:pt x="1483" y="6153"/>
                  </a:lnTo>
                  <a:lnTo>
                    <a:pt x="1393" y="5974"/>
                  </a:lnTo>
                  <a:lnTo>
                    <a:pt x="1393" y="5794"/>
                  </a:lnTo>
                  <a:lnTo>
                    <a:pt x="1393" y="5614"/>
                  </a:lnTo>
                  <a:lnTo>
                    <a:pt x="1483" y="5435"/>
                  </a:lnTo>
                  <a:lnTo>
                    <a:pt x="1618" y="5255"/>
                  </a:lnTo>
                  <a:lnTo>
                    <a:pt x="1798" y="5075"/>
                  </a:lnTo>
                  <a:lnTo>
                    <a:pt x="2022" y="4896"/>
                  </a:lnTo>
                  <a:lnTo>
                    <a:pt x="2292" y="4716"/>
                  </a:lnTo>
                  <a:lnTo>
                    <a:pt x="2965" y="4312"/>
                  </a:lnTo>
                  <a:lnTo>
                    <a:pt x="3819" y="3953"/>
                  </a:lnTo>
                  <a:lnTo>
                    <a:pt x="4897" y="3593"/>
                  </a:lnTo>
                  <a:lnTo>
                    <a:pt x="6109" y="3234"/>
                  </a:lnTo>
                  <a:lnTo>
                    <a:pt x="7502" y="2920"/>
                  </a:lnTo>
                  <a:lnTo>
                    <a:pt x="9074" y="2605"/>
                  </a:lnTo>
                  <a:lnTo>
                    <a:pt x="10781" y="2291"/>
                  </a:lnTo>
                  <a:lnTo>
                    <a:pt x="12667" y="2066"/>
                  </a:lnTo>
                  <a:lnTo>
                    <a:pt x="14733" y="1842"/>
                  </a:lnTo>
                  <a:lnTo>
                    <a:pt x="16889" y="1662"/>
                  </a:lnTo>
                  <a:lnTo>
                    <a:pt x="19225" y="1527"/>
                  </a:lnTo>
                  <a:lnTo>
                    <a:pt x="21695" y="1437"/>
                  </a:lnTo>
                  <a:lnTo>
                    <a:pt x="24300" y="1392"/>
                  </a:lnTo>
                  <a:close/>
                  <a:moveTo>
                    <a:pt x="24300" y="0"/>
                  </a:moveTo>
                  <a:lnTo>
                    <a:pt x="22009" y="45"/>
                  </a:lnTo>
                  <a:lnTo>
                    <a:pt x="19764" y="90"/>
                  </a:lnTo>
                  <a:lnTo>
                    <a:pt x="17563" y="225"/>
                  </a:lnTo>
                  <a:lnTo>
                    <a:pt x="15407" y="404"/>
                  </a:lnTo>
                  <a:lnTo>
                    <a:pt x="13296" y="584"/>
                  </a:lnTo>
                  <a:lnTo>
                    <a:pt x="11275" y="853"/>
                  </a:lnTo>
                  <a:lnTo>
                    <a:pt x="9388" y="1123"/>
                  </a:lnTo>
                  <a:lnTo>
                    <a:pt x="7592" y="1482"/>
                  </a:lnTo>
                  <a:lnTo>
                    <a:pt x="5975" y="1842"/>
                  </a:lnTo>
                  <a:lnTo>
                    <a:pt x="4492" y="2291"/>
                  </a:lnTo>
                  <a:lnTo>
                    <a:pt x="3190" y="2785"/>
                  </a:lnTo>
                  <a:lnTo>
                    <a:pt x="2606" y="3009"/>
                  </a:lnTo>
                  <a:lnTo>
                    <a:pt x="2112" y="3279"/>
                  </a:lnTo>
                  <a:lnTo>
                    <a:pt x="1618" y="3548"/>
                  </a:lnTo>
                  <a:lnTo>
                    <a:pt x="1214" y="3863"/>
                  </a:lnTo>
                  <a:lnTo>
                    <a:pt x="854" y="4132"/>
                  </a:lnTo>
                  <a:lnTo>
                    <a:pt x="540" y="4447"/>
                  </a:lnTo>
                  <a:lnTo>
                    <a:pt x="315" y="4761"/>
                  </a:lnTo>
                  <a:lnTo>
                    <a:pt x="136" y="5075"/>
                  </a:lnTo>
                  <a:lnTo>
                    <a:pt x="46" y="5435"/>
                  </a:lnTo>
                  <a:lnTo>
                    <a:pt x="1" y="5794"/>
                  </a:lnTo>
                  <a:lnTo>
                    <a:pt x="46" y="6109"/>
                  </a:lnTo>
                  <a:lnTo>
                    <a:pt x="136" y="6468"/>
                  </a:lnTo>
                  <a:lnTo>
                    <a:pt x="315" y="6782"/>
                  </a:lnTo>
                  <a:lnTo>
                    <a:pt x="540" y="7097"/>
                  </a:lnTo>
                  <a:lnTo>
                    <a:pt x="854" y="7411"/>
                  </a:lnTo>
                  <a:lnTo>
                    <a:pt x="1214" y="7725"/>
                  </a:lnTo>
                  <a:lnTo>
                    <a:pt x="1618" y="7995"/>
                  </a:lnTo>
                  <a:lnTo>
                    <a:pt x="2112" y="8264"/>
                  </a:lnTo>
                  <a:lnTo>
                    <a:pt x="2606" y="8534"/>
                  </a:lnTo>
                  <a:lnTo>
                    <a:pt x="3190" y="8803"/>
                  </a:lnTo>
                  <a:lnTo>
                    <a:pt x="4492" y="9253"/>
                  </a:lnTo>
                  <a:lnTo>
                    <a:pt x="5975" y="9702"/>
                  </a:lnTo>
                  <a:lnTo>
                    <a:pt x="7592" y="10061"/>
                  </a:lnTo>
                  <a:lnTo>
                    <a:pt x="9388" y="10420"/>
                  </a:lnTo>
                  <a:lnTo>
                    <a:pt x="11275" y="10735"/>
                  </a:lnTo>
                  <a:lnTo>
                    <a:pt x="13296" y="10959"/>
                  </a:lnTo>
                  <a:lnTo>
                    <a:pt x="15407" y="11184"/>
                  </a:lnTo>
                  <a:lnTo>
                    <a:pt x="17563" y="11319"/>
                  </a:lnTo>
                  <a:lnTo>
                    <a:pt x="19764" y="11453"/>
                  </a:lnTo>
                  <a:lnTo>
                    <a:pt x="22009" y="11543"/>
                  </a:lnTo>
                  <a:lnTo>
                    <a:pt x="26546" y="11543"/>
                  </a:lnTo>
                  <a:lnTo>
                    <a:pt x="28792" y="11453"/>
                  </a:lnTo>
                  <a:lnTo>
                    <a:pt x="30992" y="11319"/>
                  </a:lnTo>
                  <a:lnTo>
                    <a:pt x="33148" y="11184"/>
                  </a:lnTo>
                  <a:lnTo>
                    <a:pt x="35259" y="10959"/>
                  </a:lnTo>
                  <a:lnTo>
                    <a:pt x="37280" y="10735"/>
                  </a:lnTo>
                  <a:lnTo>
                    <a:pt x="39167" y="10420"/>
                  </a:lnTo>
                  <a:lnTo>
                    <a:pt x="40964" y="10061"/>
                  </a:lnTo>
                  <a:lnTo>
                    <a:pt x="42580" y="9702"/>
                  </a:lnTo>
                  <a:lnTo>
                    <a:pt x="44063" y="9253"/>
                  </a:lnTo>
                  <a:lnTo>
                    <a:pt x="45365" y="8803"/>
                  </a:lnTo>
                  <a:lnTo>
                    <a:pt x="45949" y="8534"/>
                  </a:lnTo>
                  <a:lnTo>
                    <a:pt x="46488" y="8264"/>
                  </a:lnTo>
                  <a:lnTo>
                    <a:pt x="46937" y="7995"/>
                  </a:lnTo>
                  <a:lnTo>
                    <a:pt x="47341" y="7725"/>
                  </a:lnTo>
                  <a:lnTo>
                    <a:pt x="47701" y="7411"/>
                  </a:lnTo>
                  <a:lnTo>
                    <a:pt x="48015" y="7097"/>
                  </a:lnTo>
                  <a:lnTo>
                    <a:pt x="48240" y="6782"/>
                  </a:lnTo>
                  <a:lnTo>
                    <a:pt x="48419" y="6468"/>
                  </a:lnTo>
                  <a:lnTo>
                    <a:pt x="48509" y="6109"/>
                  </a:lnTo>
                  <a:lnTo>
                    <a:pt x="48554" y="5794"/>
                  </a:lnTo>
                  <a:lnTo>
                    <a:pt x="48509" y="5435"/>
                  </a:lnTo>
                  <a:lnTo>
                    <a:pt x="48419" y="5075"/>
                  </a:lnTo>
                  <a:lnTo>
                    <a:pt x="48240" y="4761"/>
                  </a:lnTo>
                  <a:lnTo>
                    <a:pt x="48015" y="4447"/>
                  </a:lnTo>
                  <a:lnTo>
                    <a:pt x="47701" y="4132"/>
                  </a:lnTo>
                  <a:lnTo>
                    <a:pt x="47341" y="3863"/>
                  </a:lnTo>
                  <a:lnTo>
                    <a:pt x="46937" y="3548"/>
                  </a:lnTo>
                  <a:lnTo>
                    <a:pt x="46488" y="3279"/>
                  </a:lnTo>
                  <a:lnTo>
                    <a:pt x="45949" y="3009"/>
                  </a:lnTo>
                  <a:lnTo>
                    <a:pt x="45365" y="2785"/>
                  </a:lnTo>
                  <a:lnTo>
                    <a:pt x="44063" y="2291"/>
                  </a:lnTo>
                  <a:lnTo>
                    <a:pt x="42580" y="1842"/>
                  </a:lnTo>
                  <a:lnTo>
                    <a:pt x="40964" y="1482"/>
                  </a:lnTo>
                  <a:lnTo>
                    <a:pt x="39167" y="1123"/>
                  </a:lnTo>
                  <a:lnTo>
                    <a:pt x="37280" y="853"/>
                  </a:lnTo>
                  <a:lnTo>
                    <a:pt x="35259" y="584"/>
                  </a:lnTo>
                  <a:lnTo>
                    <a:pt x="33148" y="404"/>
                  </a:lnTo>
                  <a:lnTo>
                    <a:pt x="30992" y="225"/>
                  </a:lnTo>
                  <a:lnTo>
                    <a:pt x="28792" y="90"/>
                  </a:lnTo>
                  <a:lnTo>
                    <a:pt x="26546" y="45"/>
                  </a:lnTo>
                  <a:lnTo>
                    <a:pt x="2430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62"/>
            <p:cNvSpPr/>
            <p:nvPr/>
          </p:nvSpPr>
          <p:spPr>
            <a:xfrm>
              <a:off x="5341600" y="1916525"/>
              <a:ext cx="919650" cy="2142475"/>
            </a:xfrm>
            <a:custGeom>
              <a:rect b="b" l="l" r="r" t="t"/>
              <a:pathLst>
                <a:path extrusionOk="0" h="85699" w="36786">
                  <a:moveTo>
                    <a:pt x="7860" y="0"/>
                  </a:moveTo>
                  <a:lnTo>
                    <a:pt x="7636" y="90"/>
                  </a:lnTo>
                  <a:lnTo>
                    <a:pt x="7411" y="225"/>
                  </a:lnTo>
                  <a:lnTo>
                    <a:pt x="7321" y="359"/>
                  </a:lnTo>
                  <a:lnTo>
                    <a:pt x="7276" y="449"/>
                  </a:lnTo>
                  <a:lnTo>
                    <a:pt x="6558" y="2695"/>
                  </a:lnTo>
                  <a:lnTo>
                    <a:pt x="5839" y="5210"/>
                  </a:lnTo>
                  <a:lnTo>
                    <a:pt x="4896" y="8534"/>
                  </a:lnTo>
                  <a:lnTo>
                    <a:pt x="3908" y="12576"/>
                  </a:lnTo>
                  <a:lnTo>
                    <a:pt x="3414" y="14822"/>
                  </a:lnTo>
                  <a:lnTo>
                    <a:pt x="2875" y="17203"/>
                  </a:lnTo>
                  <a:lnTo>
                    <a:pt x="2381" y="19673"/>
                  </a:lnTo>
                  <a:lnTo>
                    <a:pt x="1932" y="22278"/>
                  </a:lnTo>
                  <a:lnTo>
                    <a:pt x="1482" y="24973"/>
                  </a:lnTo>
                  <a:lnTo>
                    <a:pt x="1078" y="27713"/>
                  </a:lnTo>
                  <a:lnTo>
                    <a:pt x="719" y="30408"/>
                  </a:lnTo>
                  <a:lnTo>
                    <a:pt x="449" y="33147"/>
                  </a:lnTo>
                  <a:lnTo>
                    <a:pt x="225" y="35977"/>
                  </a:lnTo>
                  <a:lnTo>
                    <a:pt x="45" y="38897"/>
                  </a:lnTo>
                  <a:lnTo>
                    <a:pt x="0" y="41861"/>
                  </a:lnTo>
                  <a:lnTo>
                    <a:pt x="0" y="44870"/>
                  </a:lnTo>
                  <a:lnTo>
                    <a:pt x="45" y="46397"/>
                  </a:lnTo>
                  <a:lnTo>
                    <a:pt x="90" y="47880"/>
                  </a:lnTo>
                  <a:lnTo>
                    <a:pt x="225" y="49407"/>
                  </a:lnTo>
                  <a:lnTo>
                    <a:pt x="315" y="50934"/>
                  </a:lnTo>
                  <a:lnTo>
                    <a:pt x="494" y="52416"/>
                  </a:lnTo>
                  <a:lnTo>
                    <a:pt x="674" y="53943"/>
                  </a:lnTo>
                  <a:lnTo>
                    <a:pt x="899" y="55425"/>
                  </a:lnTo>
                  <a:lnTo>
                    <a:pt x="1168" y="56908"/>
                  </a:lnTo>
                  <a:lnTo>
                    <a:pt x="1482" y="58345"/>
                  </a:lnTo>
                  <a:lnTo>
                    <a:pt x="1797" y="59782"/>
                  </a:lnTo>
                  <a:lnTo>
                    <a:pt x="2201" y="61219"/>
                  </a:lnTo>
                  <a:lnTo>
                    <a:pt x="2605" y="62657"/>
                  </a:lnTo>
                  <a:lnTo>
                    <a:pt x="3054" y="64049"/>
                  </a:lnTo>
                  <a:lnTo>
                    <a:pt x="3593" y="65397"/>
                  </a:lnTo>
                  <a:lnTo>
                    <a:pt x="4132" y="66744"/>
                  </a:lnTo>
                  <a:lnTo>
                    <a:pt x="4716" y="68047"/>
                  </a:lnTo>
                  <a:lnTo>
                    <a:pt x="5345" y="69304"/>
                  </a:lnTo>
                  <a:lnTo>
                    <a:pt x="6064" y="70562"/>
                  </a:lnTo>
                  <a:lnTo>
                    <a:pt x="6827" y="71774"/>
                  </a:lnTo>
                  <a:lnTo>
                    <a:pt x="7591" y="72942"/>
                  </a:lnTo>
                  <a:lnTo>
                    <a:pt x="8175" y="73751"/>
                  </a:lnTo>
                  <a:lnTo>
                    <a:pt x="8759" y="74469"/>
                  </a:lnTo>
                  <a:lnTo>
                    <a:pt x="9387" y="75233"/>
                  </a:lnTo>
                  <a:lnTo>
                    <a:pt x="10016" y="75907"/>
                  </a:lnTo>
                  <a:lnTo>
                    <a:pt x="10690" y="76625"/>
                  </a:lnTo>
                  <a:lnTo>
                    <a:pt x="11364" y="77254"/>
                  </a:lnTo>
                  <a:lnTo>
                    <a:pt x="12082" y="77883"/>
                  </a:lnTo>
                  <a:lnTo>
                    <a:pt x="12801" y="78512"/>
                  </a:lnTo>
                  <a:lnTo>
                    <a:pt x="13520" y="79096"/>
                  </a:lnTo>
                  <a:lnTo>
                    <a:pt x="14283" y="79635"/>
                  </a:lnTo>
                  <a:lnTo>
                    <a:pt x="15092" y="80174"/>
                  </a:lnTo>
                  <a:lnTo>
                    <a:pt x="15900" y="80713"/>
                  </a:lnTo>
                  <a:lnTo>
                    <a:pt x="16709" y="81162"/>
                  </a:lnTo>
                  <a:lnTo>
                    <a:pt x="17562" y="81656"/>
                  </a:lnTo>
                  <a:lnTo>
                    <a:pt x="18415" y="82060"/>
                  </a:lnTo>
                  <a:lnTo>
                    <a:pt x="19314" y="82509"/>
                  </a:lnTo>
                  <a:lnTo>
                    <a:pt x="20212" y="82869"/>
                  </a:lnTo>
                  <a:lnTo>
                    <a:pt x="21110" y="83228"/>
                  </a:lnTo>
                  <a:lnTo>
                    <a:pt x="22054" y="83587"/>
                  </a:lnTo>
                  <a:lnTo>
                    <a:pt x="23042" y="83902"/>
                  </a:lnTo>
                  <a:lnTo>
                    <a:pt x="23985" y="84171"/>
                  </a:lnTo>
                  <a:lnTo>
                    <a:pt x="25018" y="84441"/>
                  </a:lnTo>
                  <a:lnTo>
                    <a:pt x="26051" y="84665"/>
                  </a:lnTo>
                  <a:lnTo>
                    <a:pt x="27084" y="84890"/>
                  </a:lnTo>
                  <a:lnTo>
                    <a:pt x="28117" y="85069"/>
                  </a:lnTo>
                  <a:lnTo>
                    <a:pt x="29195" y="85249"/>
                  </a:lnTo>
                  <a:lnTo>
                    <a:pt x="30318" y="85384"/>
                  </a:lnTo>
                  <a:lnTo>
                    <a:pt x="31441" y="85474"/>
                  </a:lnTo>
                  <a:lnTo>
                    <a:pt x="33731" y="85653"/>
                  </a:lnTo>
                  <a:lnTo>
                    <a:pt x="36112" y="85698"/>
                  </a:lnTo>
                  <a:lnTo>
                    <a:pt x="36247" y="85698"/>
                  </a:lnTo>
                  <a:lnTo>
                    <a:pt x="36381" y="85653"/>
                  </a:lnTo>
                  <a:lnTo>
                    <a:pt x="36606" y="85474"/>
                  </a:lnTo>
                  <a:lnTo>
                    <a:pt x="36741" y="85249"/>
                  </a:lnTo>
                  <a:lnTo>
                    <a:pt x="36786" y="85159"/>
                  </a:lnTo>
                  <a:lnTo>
                    <a:pt x="36786" y="84980"/>
                  </a:lnTo>
                  <a:lnTo>
                    <a:pt x="36786" y="84845"/>
                  </a:lnTo>
                  <a:lnTo>
                    <a:pt x="36741" y="84710"/>
                  </a:lnTo>
                  <a:lnTo>
                    <a:pt x="36606" y="84530"/>
                  </a:lnTo>
                  <a:lnTo>
                    <a:pt x="36381" y="84351"/>
                  </a:lnTo>
                  <a:lnTo>
                    <a:pt x="36247" y="84306"/>
                  </a:lnTo>
                  <a:lnTo>
                    <a:pt x="36112" y="84306"/>
                  </a:lnTo>
                  <a:lnTo>
                    <a:pt x="33821" y="84261"/>
                  </a:lnTo>
                  <a:lnTo>
                    <a:pt x="31620" y="84126"/>
                  </a:lnTo>
                  <a:lnTo>
                    <a:pt x="29465" y="83902"/>
                  </a:lnTo>
                  <a:lnTo>
                    <a:pt x="27398" y="83542"/>
                  </a:lnTo>
                  <a:lnTo>
                    <a:pt x="26410" y="83363"/>
                  </a:lnTo>
                  <a:lnTo>
                    <a:pt x="25422" y="83093"/>
                  </a:lnTo>
                  <a:lnTo>
                    <a:pt x="24479" y="82869"/>
                  </a:lnTo>
                  <a:lnTo>
                    <a:pt x="23536" y="82599"/>
                  </a:lnTo>
                  <a:lnTo>
                    <a:pt x="22593" y="82285"/>
                  </a:lnTo>
                  <a:lnTo>
                    <a:pt x="21694" y="81970"/>
                  </a:lnTo>
                  <a:lnTo>
                    <a:pt x="20796" y="81611"/>
                  </a:lnTo>
                  <a:lnTo>
                    <a:pt x="19943" y="81252"/>
                  </a:lnTo>
                  <a:lnTo>
                    <a:pt x="19089" y="80847"/>
                  </a:lnTo>
                  <a:lnTo>
                    <a:pt x="18236" y="80443"/>
                  </a:lnTo>
                  <a:lnTo>
                    <a:pt x="17427" y="79994"/>
                  </a:lnTo>
                  <a:lnTo>
                    <a:pt x="16664" y="79545"/>
                  </a:lnTo>
                  <a:lnTo>
                    <a:pt x="15900" y="79051"/>
                  </a:lnTo>
                  <a:lnTo>
                    <a:pt x="15137" y="78557"/>
                  </a:lnTo>
                  <a:lnTo>
                    <a:pt x="14418" y="78018"/>
                  </a:lnTo>
                  <a:lnTo>
                    <a:pt x="13699" y="77434"/>
                  </a:lnTo>
                  <a:lnTo>
                    <a:pt x="13026" y="76895"/>
                  </a:lnTo>
                  <a:lnTo>
                    <a:pt x="12352" y="76266"/>
                  </a:lnTo>
                  <a:lnTo>
                    <a:pt x="11678" y="75637"/>
                  </a:lnTo>
                  <a:lnTo>
                    <a:pt x="11049" y="75008"/>
                  </a:lnTo>
                  <a:lnTo>
                    <a:pt x="10421" y="74335"/>
                  </a:lnTo>
                  <a:lnTo>
                    <a:pt x="9837" y="73616"/>
                  </a:lnTo>
                  <a:lnTo>
                    <a:pt x="9298" y="72897"/>
                  </a:lnTo>
                  <a:lnTo>
                    <a:pt x="8714" y="72134"/>
                  </a:lnTo>
                  <a:lnTo>
                    <a:pt x="7995" y="71056"/>
                  </a:lnTo>
                  <a:lnTo>
                    <a:pt x="7276" y="69933"/>
                  </a:lnTo>
                  <a:lnTo>
                    <a:pt x="6648" y="68765"/>
                  </a:lnTo>
                  <a:lnTo>
                    <a:pt x="6019" y="67597"/>
                  </a:lnTo>
                  <a:lnTo>
                    <a:pt x="5480" y="66385"/>
                  </a:lnTo>
                  <a:lnTo>
                    <a:pt x="4941" y="65127"/>
                  </a:lnTo>
                  <a:lnTo>
                    <a:pt x="4447" y="63825"/>
                  </a:lnTo>
                  <a:lnTo>
                    <a:pt x="3998" y="62522"/>
                  </a:lnTo>
                  <a:lnTo>
                    <a:pt x="3593" y="61219"/>
                  </a:lnTo>
                  <a:lnTo>
                    <a:pt x="3234" y="59872"/>
                  </a:lnTo>
                  <a:lnTo>
                    <a:pt x="2920" y="58525"/>
                  </a:lnTo>
                  <a:lnTo>
                    <a:pt x="2605" y="57132"/>
                  </a:lnTo>
                  <a:lnTo>
                    <a:pt x="2381" y="55695"/>
                  </a:lnTo>
                  <a:lnTo>
                    <a:pt x="2111" y="54303"/>
                  </a:lnTo>
                  <a:lnTo>
                    <a:pt x="1932" y="52865"/>
                  </a:lnTo>
                  <a:lnTo>
                    <a:pt x="1752" y="51428"/>
                  </a:lnTo>
                  <a:lnTo>
                    <a:pt x="1617" y="49991"/>
                  </a:lnTo>
                  <a:lnTo>
                    <a:pt x="1527" y="48508"/>
                  </a:lnTo>
                  <a:lnTo>
                    <a:pt x="1438" y="47071"/>
                  </a:lnTo>
                  <a:lnTo>
                    <a:pt x="1393" y="45589"/>
                  </a:lnTo>
                  <a:lnTo>
                    <a:pt x="1393" y="42625"/>
                  </a:lnTo>
                  <a:lnTo>
                    <a:pt x="1438" y="39660"/>
                  </a:lnTo>
                  <a:lnTo>
                    <a:pt x="1572" y="36741"/>
                  </a:lnTo>
                  <a:lnTo>
                    <a:pt x="1797" y="33821"/>
                  </a:lnTo>
                  <a:lnTo>
                    <a:pt x="2111" y="30947"/>
                  </a:lnTo>
                  <a:lnTo>
                    <a:pt x="2471" y="28117"/>
                  </a:lnTo>
                  <a:lnTo>
                    <a:pt x="2830" y="25377"/>
                  </a:lnTo>
                  <a:lnTo>
                    <a:pt x="3279" y="22682"/>
                  </a:lnTo>
                  <a:lnTo>
                    <a:pt x="3728" y="20122"/>
                  </a:lnTo>
                  <a:lnTo>
                    <a:pt x="4222" y="17652"/>
                  </a:lnTo>
                  <a:lnTo>
                    <a:pt x="4716" y="15271"/>
                  </a:lnTo>
                  <a:lnTo>
                    <a:pt x="5255" y="13026"/>
                  </a:lnTo>
                  <a:lnTo>
                    <a:pt x="6243" y="9028"/>
                  </a:lnTo>
                  <a:lnTo>
                    <a:pt x="7142" y="5704"/>
                  </a:lnTo>
                  <a:lnTo>
                    <a:pt x="7860" y="3189"/>
                  </a:lnTo>
                  <a:lnTo>
                    <a:pt x="8579" y="898"/>
                  </a:lnTo>
                  <a:lnTo>
                    <a:pt x="8624" y="764"/>
                  </a:lnTo>
                  <a:lnTo>
                    <a:pt x="8624" y="629"/>
                  </a:lnTo>
                  <a:lnTo>
                    <a:pt x="8534" y="404"/>
                  </a:lnTo>
                  <a:lnTo>
                    <a:pt x="8399" y="180"/>
                  </a:lnTo>
                  <a:lnTo>
                    <a:pt x="8265" y="90"/>
                  </a:lnTo>
                  <a:lnTo>
                    <a:pt x="8130" y="45"/>
                  </a:lnTo>
                  <a:lnTo>
                    <a:pt x="7995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62"/>
            <p:cNvSpPr/>
            <p:nvPr/>
          </p:nvSpPr>
          <p:spPr>
            <a:xfrm>
              <a:off x="5879450" y="3971375"/>
              <a:ext cx="381800" cy="158350"/>
            </a:xfrm>
            <a:custGeom>
              <a:rect b="b" l="l" r="r" t="t"/>
              <a:pathLst>
                <a:path extrusionOk="0" h="6334" w="15272">
                  <a:moveTo>
                    <a:pt x="674" y="1"/>
                  </a:moveTo>
                  <a:lnTo>
                    <a:pt x="540" y="46"/>
                  </a:lnTo>
                  <a:lnTo>
                    <a:pt x="405" y="91"/>
                  </a:lnTo>
                  <a:lnTo>
                    <a:pt x="180" y="225"/>
                  </a:lnTo>
                  <a:lnTo>
                    <a:pt x="45" y="450"/>
                  </a:lnTo>
                  <a:lnTo>
                    <a:pt x="1" y="585"/>
                  </a:lnTo>
                  <a:lnTo>
                    <a:pt x="1" y="719"/>
                  </a:lnTo>
                  <a:lnTo>
                    <a:pt x="1" y="2786"/>
                  </a:lnTo>
                  <a:lnTo>
                    <a:pt x="1" y="2965"/>
                  </a:lnTo>
                  <a:lnTo>
                    <a:pt x="90" y="3100"/>
                  </a:lnTo>
                  <a:lnTo>
                    <a:pt x="180" y="3235"/>
                  </a:lnTo>
                  <a:lnTo>
                    <a:pt x="270" y="3369"/>
                  </a:lnTo>
                  <a:lnTo>
                    <a:pt x="540" y="3549"/>
                  </a:lnTo>
                  <a:lnTo>
                    <a:pt x="1168" y="3863"/>
                  </a:lnTo>
                  <a:lnTo>
                    <a:pt x="2201" y="4358"/>
                  </a:lnTo>
                  <a:lnTo>
                    <a:pt x="2920" y="4627"/>
                  </a:lnTo>
                  <a:lnTo>
                    <a:pt x="3729" y="4897"/>
                  </a:lnTo>
                  <a:lnTo>
                    <a:pt x="4627" y="5166"/>
                  </a:lnTo>
                  <a:lnTo>
                    <a:pt x="5660" y="5391"/>
                  </a:lnTo>
                  <a:lnTo>
                    <a:pt x="6828" y="5660"/>
                  </a:lnTo>
                  <a:lnTo>
                    <a:pt x="8130" y="5885"/>
                  </a:lnTo>
                  <a:lnTo>
                    <a:pt x="9523" y="6064"/>
                  </a:lnTo>
                  <a:lnTo>
                    <a:pt x="11095" y="6199"/>
                  </a:lnTo>
                  <a:lnTo>
                    <a:pt x="12756" y="6289"/>
                  </a:lnTo>
                  <a:lnTo>
                    <a:pt x="14598" y="6334"/>
                  </a:lnTo>
                  <a:lnTo>
                    <a:pt x="14733" y="6289"/>
                  </a:lnTo>
                  <a:lnTo>
                    <a:pt x="14867" y="6244"/>
                  </a:lnTo>
                  <a:lnTo>
                    <a:pt x="15092" y="6109"/>
                  </a:lnTo>
                  <a:lnTo>
                    <a:pt x="15227" y="5885"/>
                  </a:lnTo>
                  <a:lnTo>
                    <a:pt x="15272" y="5750"/>
                  </a:lnTo>
                  <a:lnTo>
                    <a:pt x="15272" y="5615"/>
                  </a:lnTo>
                  <a:lnTo>
                    <a:pt x="15272" y="5480"/>
                  </a:lnTo>
                  <a:lnTo>
                    <a:pt x="15227" y="5346"/>
                  </a:lnTo>
                  <a:lnTo>
                    <a:pt x="15092" y="5121"/>
                  </a:lnTo>
                  <a:lnTo>
                    <a:pt x="14867" y="4986"/>
                  </a:lnTo>
                  <a:lnTo>
                    <a:pt x="14733" y="4941"/>
                  </a:lnTo>
                  <a:lnTo>
                    <a:pt x="14598" y="4941"/>
                  </a:lnTo>
                  <a:lnTo>
                    <a:pt x="13116" y="4897"/>
                  </a:lnTo>
                  <a:lnTo>
                    <a:pt x="11723" y="4852"/>
                  </a:lnTo>
                  <a:lnTo>
                    <a:pt x="10421" y="4762"/>
                  </a:lnTo>
                  <a:lnTo>
                    <a:pt x="9253" y="4627"/>
                  </a:lnTo>
                  <a:lnTo>
                    <a:pt x="8130" y="4447"/>
                  </a:lnTo>
                  <a:lnTo>
                    <a:pt x="7097" y="4313"/>
                  </a:lnTo>
                  <a:lnTo>
                    <a:pt x="6199" y="4088"/>
                  </a:lnTo>
                  <a:lnTo>
                    <a:pt x="5345" y="3908"/>
                  </a:lnTo>
                  <a:lnTo>
                    <a:pt x="3863" y="3459"/>
                  </a:lnTo>
                  <a:lnTo>
                    <a:pt x="2740" y="3055"/>
                  </a:lnTo>
                  <a:lnTo>
                    <a:pt x="1932" y="2696"/>
                  </a:lnTo>
                  <a:lnTo>
                    <a:pt x="1393" y="2426"/>
                  </a:lnTo>
                  <a:lnTo>
                    <a:pt x="1393" y="719"/>
                  </a:lnTo>
                  <a:lnTo>
                    <a:pt x="1348" y="585"/>
                  </a:lnTo>
                  <a:lnTo>
                    <a:pt x="1303" y="450"/>
                  </a:lnTo>
                  <a:lnTo>
                    <a:pt x="1168" y="225"/>
                  </a:lnTo>
                  <a:lnTo>
                    <a:pt x="944" y="91"/>
                  </a:lnTo>
                  <a:lnTo>
                    <a:pt x="809" y="46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62"/>
            <p:cNvSpPr/>
            <p:nvPr/>
          </p:nvSpPr>
          <p:spPr>
            <a:xfrm>
              <a:off x="6226425" y="1916525"/>
              <a:ext cx="920775" cy="2142475"/>
            </a:xfrm>
            <a:custGeom>
              <a:rect b="b" l="l" r="r" t="t"/>
              <a:pathLst>
                <a:path extrusionOk="0" h="85699" w="36831">
                  <a:moveTo>
                    <a:pt x="28791" y="0"/>
                  </a:moveTo>
                  <a:lnTo>
                    <a:pt x="28656" y="45"/>
                  </a:lnTo>
                  <a:lnTo>
                    <a:pt x="28521" y="90"/>
                  </a:lnTo>
                  <a:lnTo>
                    <a:pt x="28432" y="180"/>
                  </a:lnTo>
                  <a:lnTo>
                    <a:pt x="28252" y="404"/>
                  </a:lnTo>
                  <a:lnTo>
                    <a:pt x="28207" y="629"/>
                  </a:lnTo>
                  <a:lnTo>
                    <a:pt x="28207" y="764"/>
                  </a:lnTo>
                  <a:lnTo>
                    <a:pt x="28207" y="898"/>
                  </a:lnTo>
                  <a:lnTo>
                    <a:pt x="28926" y="3189"/>
                  </a:lnTo>
                  <a:lnTo>
                    <a:pt x="29689" y="5704"/>
                  </a:lnTo>
                  <a:lnTo>
                    <a:pt x="30588" y="9028"/>
                  </a:lnTo>
                  <a:lnTo>
                    <a:pt x="31576" y="13026"/>
                  </a:lnTo>
                  <a:lnTo>
                    <a:pt x="32070" y="15271"/>
                  </a:lnTo>
                  <a:lnTo>
                    <a:pt x="32564" y="17607"/>
                  </a:lnTo>
                  <a:lnTo>
                    <a:pt x="33058" y="20122"/>
                  </a:lnTo>
                  <a:lnTo>
                    <a:pt x="33507" y="22682"/>
                  </a:lnTo>
                  <a:lnTo>
                    <a:pt x="33956" y="25377"/>
                  </a:lnTo>
                  <a:lnTo>
                    <a:pt x="34360" y="28117"/>
                  </a:lnTo>
                  <a:lnTo>
                    <a:pt x="34720" y="30947"/>
                  </a:lnTo>
                  <a:lnTo>
                    <a:pt x="34989" y="33821"/>
                  </a:lnTo>
                  <a:lnTo>
                    <a:pt x="35214" y="36741"/>
                  </a:lnTo>
                  <a:lnTo>
                    <a:pt x="35349" y="39660"/>
                  </a:lnTo>
                  <a:lnTo>
                    <a:pt x="35438" y="42625"/>
                  </a:lnTo>
                  <a:lnTo>
                    <a:pt x="35393" y="45589"/>
                  </a:lnTo>
                  <a:lnTo>
                    <a:pt x="35349" y="47071"/>
                  </a:lnTo>
                  <a:lnTo>
                    <a:pt x="35259" y="48508"/>
                  </a:lnTo>
                  <a:lnTo>
                    <a:pt x="35169" y="49991"/>
                  </a:lnTo>
                  <a:lnTo>
                    <a:pt x="35034" y="51428"/>
                  </a:lnTo>
                  <a:lnTo>
                    <a:pt x="34854" y="52865"/>
                  </a:lnTo>
                  <a:lnTo>
                    <a:pt x="34675" y="54303"/>
                  </a:lnTo>
                  <a:lnTo>
                    <a:pt x="34450" y="55695"/>
                  </a:lnTo>
                  <a:lnTo>
                    <a:pt x="34181" y="57132"/>
                  </a:lnTo>
                  <a:lnTo>
                    <a:pt x="33866" y="58480"/>
                  </a:lnTo>
                  <a:lnTo>
                    <a:pt x="33552" y="59872"/>
                  </a:lnTo>
                  <a:lnTo>
                    <a:pt x="33193" y="61219"/>
                  </a:lnTo>
                  <a:lnTo>
                    <a:pt x="32788" y="62522"/>
                  </a:lnTo>
                  <a:lnTo>
                    <a:pt x="32339" y="63825"/>
                  </a:lnTo>
                  <a:lnTo>
                    <a:pt x="31845" y="65127"/>
                  </a:lnTo>
                  <a:lnTo>
                    <a:pt x="31351" y="66340"/>
                  </a:lnTo>
                  <a:lnTo>
                    <a:pt x="30767" y="67597"/>
                  </a:lnTo>
                  <a:lnTo>
                    <a:pt x="30183" y="68765"/>
                  </a:lnTo>
                  <a:lnTo>
                    <a:pt x="29510" y="69933"/>
                  </a:lnTo>
                  <a:lnTo>
                    <a:pt x="28836" y="71056"/>
                  </a:lnTo>
                  <a:lnTo>
                    <a:pt x="28072" y="72134"/>
                  </a:lnTo>
                  <a:lnTo>
                    <a:pt x="27533" y="72897"/>
                  </a:lnTo>
                  <a:lnTo>
                    <a:pt x="26949" y="73616"/>
                  </a:lnTo>
                  <a:lnTo>
                    <a:pt x="26366" y="74335"/>
                  </a:lnTo>
                  <a:lnTo>
                    <a:pt x="25737" y="75008"/>
                  </a:lnTo>
                  <a:lnTo>
                    <a:pt x="25108" y="75637"/>
                  </a:lnTo>
                  <a:lnTo>
                    <a:pt x="24479" y="76266"/>
                  </a:lnTo>
                  <a:lnTo>
                    <a:pt x="23805" y="76895"/>
                  </a:lnTo>
                  <a:lnTo>
                    <a:pt x="23087" y="77434"/>
                  </a:lnTo>
                  <a:lnTo>
                    <a:pt x="22413" y="78018"/>
                  </a:lnTo>
                  <a:lnTo>
                    <a:pt x="21649" y="78557"/>
                  </a:lnTo>
                  <a:lnTo>
                    <a:pt x="20931" y="79051"/>
                  </a:lnTo>
                  <a:lnTo>
                    <a:pt x="20122" y="79545"/>
                  </a:lnTo>
                  <a:lnTo>
                    <a:pt x="19359" y="79994"/>
                  </a:lnTo>
                  <a:lnTo>
                    <a:pt x="18550" y="80443"/>
                  </a:lnTo>
                  <a:lnTo>
                    <a:pt x="17697" y="80847"/>
                  </a:lnTo>
                  <a:lnTo>
                    <a:pt x="16888" y="81252"/>
                  </a:lnTo>
                  <a:lnTo>
                    <a:pt x="15990" y="81611"/>
                  </a:lnTo>
                  <a:lnTo>
                    <a:pt x="15137" y="81970"/>
                  </a:lnTo>
                  <a:lnTo>
                    <a:pt x="14194" y="82285"/>
                  </a:lnTo>
                  <a:lnTo>
                    <a:pt x="13295" y="82599"/>
                  </a:lnTo>
                  <a:lnTo>
                    <a:pt x="12352" y="82869"/>
                  </a:lnTo>
                  <a:lnTo>
                    <a:pt x="11364" y="83093"/>
                  </a:lnTo>
                  <a:lnTo>
                    <a:pt x="10376" y="83363"/>
                  </a:lnTo>
                  <a:lnTo>
                    <a:pt x="9388" y="83542"/>
                  </a:lnTo>
                  <a:lnTo>
                    <a:pt x="7322" y="83902"/>
                  </a:lnTo>
                  <a:lnTo>
                    <a:pt x="5211" y="84126"/>
                  </a:lnTo>
                  <a:lnTo>
                    <a:pt x="2965" y="84261"/>
                  </a:lnTo>
                  <a:lnTo>
                    <a:pt x="719" y="84306"/>
                  </a:lnTo>
                  <a:lnTo>
                    <a:pt x="539" y="84306"/>
                  </a:lnTo>
                  <a:lnTo>
                    <a:pt x="449" y="84351"/>
                  </a:lnTo>
                  <a:lnTo>
                    <a:pt x="225" y="84530"/>
                  </a:lnTo>
                  <a:lnTo>
                    <a:pt x="45" y="84710"/>
                  </a:lnTo>
                  <a:lnTo>
                    <a:pt x="45" y="84845"/>
                  </a:lnTo>
                  <a:lnTo>
                    <a:pt x="0" y="84980"/>
                  </a:lnTo>
                  <a:lnTo>
                    <a:pt x="45" y="85159"/>
                  </a:lnTo>
                  <a:lnTo>
                    <a:pt x="45" y="85249"/>
                  </a:lnTo>
                  <a:lnTo>
                    <a:pt x="225" y="85474"/>
                  </a:lnTo>
                  <a:lnTo>
                    <a:pt x="449" y="85653"/>
                  </a:lnTo>
                  <a:lnTo>
                    <a:pt x="539" y="85698"/>
                  </a:lnTo>
                  <a:lnTo>
                    <a:pt x="719" y="85698"/>
                  </a:lnTo>
                  <a:lnTo>
                    <a:pt x="3055" y="85653"/>
                  </a:lnTo>
                  <a:lnTo>
                    <a:pt x="5390" y="85474"/>
                  </a:lnTo>
                  <a:lnTo>
                    <a:pt x="6468" y="85384"/>
                  </a:lnTo>
                  <a:lnTo>
                    <a:pt x="7591" y="85249"/>
                  </a:lnTo>
                  <a:lnTo>
                    <a:pt x="8669" y="85069"/>
                  </a:lnTo>
                  <a:lnTo>
                    <a:pt x="9747" y="84890"/>
                  </a:lnTo>
                  <a:lnTo>
                    <a:pt x="10780" y="84665"/>
                  </a:lnTo>
                  <a:lnTo>
                    <a:pt x="11813" y="84441"/>
                  </a:lnTo>
                  <a:lnTo>
                    <a:pt x="12801" y="84171"/>
                  </a:lnTo>
                  <a:lnTo>
                    <a:pt x="13789" y="83902"/>
                  </a:lnTo>
                  <a:lnTo>
                    <a:pt x="14733" y="83587"/>
                  </a:lnTo>
                  <a:lnTo>
                    <a:pt x="15676" y="83228"/>
                  </a:lnTo>
                  <a:lnTo>
                    <a:pt x="16619" y="82869"/>
                  </a:lnTo>
                  <a:lnTo>
                    <a:pt x="17517" y="82509"/>
                  </a:lnTo>
                  <a:lnTo>
                    <a:pt x="18371" y="82060"/>
                  </a:lnTo>
                  <a:lnTo>
                    <a:pt x="19269" y="81656"/>
                  </a:lnTo>
                  <a:lnTo>
                    <a:pt x="20077" y="81162"/>
                  </a:lnTo>
                  <a:lnTo>
                    <a:pt x="20931" y="80713"/>
                  </a:lnTo>
                  <a:lnTo>
                    <a:pt x="21739" y="80174"/>
                  </a:lnTo>
                  <a:lnTo>
                    <a:pt x="22503" y="79635"/>
                  </a:lnTo>
                  <a:lnTo>
                    <a:pt x="23266" y="79096"/>
                  </a:lnTo>
                  <a:lnTo>
                    <a:pt x="23985" y="78512"/>
                  </a:lnTo>
                  <a:lnTo>
                    <a:pt x="24704" y="77883"/>
                  </a:lnTo>
                  <a:lnTo>
                    <a:pt x="25422" y="77254"/>
                  </a:lnTo>
                  <a:lnTo>
                    <a:pt x="26096" y="76625"/>
                  </a:lnTo>
                  <a:lnTo>
                    <a:pt x="26770" y="75907"/>
                  </a:lnTo>
                  <a:lnTo>
                    <a:pt x="27399" y="75233"/>
                  </a:lnTo>
                  <a:lnTo>
                    <a:pt x="28027" y="74469"/>
                  </a:lnTo>
                  <a:lnTo>
                    <a:pt x="28611" y="73751"/>
                  </a:lnTo>
                  <a:lnTo>
                    <a:pt x="29195" y="72942"/>
                  </a:lnTo>
                  <a:lnTo>
                    <a:pt x="30004" y="71774"/>
                  </a:lnTo>
                  <a:lnTo>
                    <a:pt x="30722" y="70562"/>
                  </a:lnTo>
                  <a:lnTo>
                    <a:pt x="31441" y="69304"/>
                  </a:lnTo>
                  <a:lnTo>
                    <a:pt x="32070" y="68047"/>
                  </a:lnTo>
                  <a:lnTo>
                    <a:pt x="32654" y="66744"/>
                  </a:lnTo>
                  <a:lnTo>
                    <a:pt x="33238" y="65397"/>
                  </a:lnTo>
                  <a:lnTo>
                    <a:pt x="33732" y="64049"/>
                  </a:lnTo>
                  <a:lnTo>
                    <a:pt x="34181" y="62657"/>
                  </a:lnTo>
                  <a:lnTo>
                    <a:pt x="34630" y="61219"/>
                  </a:lnTo>
                  <a:lnTo>
                    <a:pt x="34989" y="59782"/>
                  </a:lnTo>
                  <a:lnTo>
                    <a:pt x="35304" y="58345"/>
                  </a:lnTo>
                  <a:lnTo>
                    <a:pt x="35618" y="56908"/>
                  </a:lnTo>
                  <a:lnTo>
                    <a:pt x="35888" y="55425"/>
                  </a:lnTo>
                  <a:lnTo>
                    <a:pt x="36112" y="53943"/>
                  </a:lnTo>
                  <a:lnTo>
                    <a:pt x="36292" y="52416"/>
                  </a:lnTo>
                  <a:lnTo>
                    <a:pt x="36471" y="50934"/>
                  </a:lnTo>
                  <a:lnTo>
                    <a:pt x="36606" y="49407"/>
                  </a:lnTo>
                  <a:lnTo>
                    <a:pt x="36696" y="47880"/>
                  </a:lnTo>
                  <a:lnTo>
                    <a:pt x="36741" y="46397"/>
                  </a:lnTo>
                  <a:lnTo>
                    <a:pt x="36786" y="44870"/>
                  </a:lnTo>
                  <a:lnTo>
                    <a:pt x="36831" y="41861"/>
                  </a:lnTo>
                  <a:lnTo>
                    <a:pt x="36741" y="38897"/>
                  </a:lnTo>
                  <a:lnTo>
                    <a:pt x="36561" y="35977"/>
                  </a:lnTo>
                  <a:lnTo>
                    <a:pt x="36337" y="33147"/>
                  </a:lnTo>
                  <a:lnTo>
                    <a:pt x="36067" y="30408"/>
                  </a:lnTo>
                  <a:lnTo>
                    <a:pt x="35708" y="27713"/>
                  </a:lnTo>
                  <a:lnTo>
                    <a:pt x="35349" y="24973"/>
                  </a:lnTo>
                  <a:lnTo>
                    <a:pt x="34899" y="22278"/>
                  </a:lnTo>
                  <a:lnTo>
                    <a:pt x="34405" y="19673"/>
                  </a:lnTo>
                  <a:lnTo>
                    <a:pt x="33911" y="17203"/>
                  </a:lnTo>
                  <a:lnTo>
                    <a:pt x="33417" y="14822"/>
                  </a:lnTo>
                  <a:lnTo>
                    <a:pt x="32878" y="12576"/>
                  </a:lnTo>
                  <a:lnTo>
                    <a:pt x="31890" y="8534"/>
                  </a:lnTo>
                  <a:lnTo>
                    <a:pt x="30992" y="5210"/>
                  </a:lnTo>
                  <a:lnTo>
                    <a:pt x="30228" y="2695"/>
                  </a:lnTo>
                  <a:lnTo>
                    <a:pt x="29510" y="449"/>
                  </a:lnTo>
                  <a:lnTo>
                    <a:pt x="29465" y="359"/>
                  </a:lnTo>
                  <a:lnTo>
                    <a:pt x="29375" y="225"/>
                  </a:lnTo>
                  <a:lnTo>
                    <a:pt x="29195" y="90"/>
                  </a:lnTo>
                  <a:lnTo>
                    <a:pt x="28926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62"/>
            <p:cNvSpPr/>
            <p:nvPr/>
          </p:nvSpPr>
          <p:spPr>
            <a:xfrm>
              <a:off x="6226425" y="3971375"/>
              <a:ext cx="381800" cy="158350"/>
            </a:xfrm>
            <a:custGeom>
              <a:rect b="b" l="l" r="r" t="t"/>
              <a:pathLst>
                <a:path extrusionOk="0" h="6334" w="15272">
                  <a:moveTo>
                    <a:pt x="14598" y="1"/>
                  </a:moveTo>
                  <a:lnTo>
                    <a:pt x="14463" y="46"/>
                  </a:lnTo>
                  <a:lnTo>
                    <a:pt x="14328" y="91"/>
                  </a:lnTo>
                  <a:lnTo>
                    <a:pt x="14104" y="225"/>
                  </a:lnTo>
                  <a:lnTo>
                    <a:pt x="13969" y="450"/>
                  </a:lnTo>
                  <a:lnTo>
                    <a:pt x="13924" y="585"/>
                  </a:lnTo>
                  <a:lnTo>
                    <a:pt x="13924" y="719"/>
                  </a:lnTo>
                  <a:lnTo>
                    <a:pt x="13924" y="2426"/>
                  </a:lnTo>
                  <a:lnTo>
                    <a:pt x="13385" y="2696"/>
                  </a:lnTo>
                  <a:lnTo>
                    <a:pt x="12577" y="3055"/>
                  </a:lnTo>
                  <a:lnTo>
                    <a:pt x="11409" y="3459"/>
                  </a:lnTo>
                  <a:lnTo>
                    <a:pt x="9972" y="3908"/>
                  </a:lnTo>
                  <a:lnTo>
                    <a:pt x="9118" y="4088"/>
                  </a:lnTo>
                  <a:lnTo>
                    <a:pt x="8175" y="4313"/>
                  </a:lnTo>
                  <a:lnTo>
                    <a:pt x="7187" y="4447"/>
                  </a:lnTo>
                  <a:lnTo>
                    <a:pt x="6064" y="4627"/>
                  </a:lnTo>
                  <a:lnTo>
                    <a:pt x="4851" y="4762"/>
                  </a:lnTo>
                  <a:lnTo>
                    <a:pt x="3594" y="4852"/>
                  </a:lnTo>
                  <a:lnTo>
                    <a:pt x="2201" y="4897"/>
                  </a:lnTo>
                  <a:lnTo>
                    <a:pt x="719" y="4941"/>
                  </a:lnTo>
                  <a:lnTo>
                    <a:pt x="539" y="4941"/>
                  </a:lnTo>
                  <a:lnTo>
                    <a:pt x="449" y="4986"/>
                  </a:lnTo>
                  <a:lnTo>
                    <a:pt x="225" y="5121"/>
                  </a:lnTo>
                  <a:lnTo>
                    <a:pt x="45" y="5346"/>
                  </a:lnTo>
                  <a:lnTo>
                    <a:pt x="45" y="5480"/>
                  </a:lnTo>
                  <a:lnTo>
                    <a:pt x="0" y="5615"/>
                  </a:lnTo>
                  <a:lnTo>
                    <a:pt x="45" y="5750"/>
                  </a:lnTo>
                  <a:lnTo>
                    <a:pt x="45" y="5885"/>
                  </a:lnTo>
                  <a:lnTo>
                    <a:pt x="225" y="6109"/>
                  </a:lnTo>
                  <a:lnTo>
                    <a:pt x="449" y="6244"/>
                  </a:lnTo>
                  <a:lnTo>
                    <a:pt x="539" y="6289"/>
                  </a:lnTo>
                  <a:lnTo>
                    <a:pt x="719" y="6334"/>
                  </a:lnTo>
                  <a:lnTo>
                    <a:pt x="2516" y="6289"/>
                  </a:lnTo>
                  <a:lnTo>
                    <a:pt x="4222" y="6199"/>
                  </a:lnTo>
                  <a:lnTo>
                    <a:pt x="5749" y="6064"/>
                  </a:lnTo>
                  <a:lnTo>
                    <a:pt x="7187" y="5885"/>
                  </a:lnTo>
                  <a:lnTo>
                    <a:pt x="8444" y="5660"/>
                  </a:lnTo>
                  <a:lnTo>
                    <a:pt x="9612" y="5391"/>
                  </a:lnTo>
                  <a:lnTo>
                    <a:pt x="10645" y="5166"/>
                  </a:lnTo>
                  <a:lnTo>
                    <a:pt x="11588" y="4897"/>
                  </a:lnTo>
                  <a:lnTo>
                    <a:pt x="12352" y="4627"/>
                  </a:lnTo>
                  <a:lnTo>
                    <a:pt x="13071" y="4358"/>
                  </a:lnTo>
                  <a:lnTo>
                    <a:pt x="14104" y="3863"/>
                  </a:lnTo>
                  <a:lnTo>
                    <a:pt x="14777" y="3549"/>
                  </a:lnTo>
                  <a:lnTo>
                    <a:pt x="15002" y="3369"/>
                  </a:lnTo>
                  <a:lnTo>
                    <a:pt x="15137" y="3235"/>
                  </a:lnTo>
                  <a:lnTo>
                    <a:pt x="15227" y="3100"/>
                  </a:lnTo>
                  <a:lnTo>
                    <a:pt x="15271" y="2965"/>
                  </a:lnTo>
                  <a:lnTo>
                    <a:pt x="15271" y="2786"/>
                  </a:lnTo>
                  <a:lnTo>
                    <a:pt x="15271" y="719"/>
                  </a:lnTo>
                  <a:lnTo>
                    <a:pt x="15271" y="585"/>
                  </a:lnTo>
                  <a:lnTo>
                    <a:pt x="15227" y="450"/>
                  </a:lnTo>
                  <a:lnTo>
                    <a:pt x="15092" y="225"/>
                  </a:lnTo>
                  <a:lnTo>
                    <a:pt x="14867" y="91"/>
                  </a:lnTo>
                  <a:lnTo>
                    <a:pt x="14733" y="46"/>
                  </a:lnTo>
                  <a:lnTo>
                    <a:pt x="14598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62"/>
            <p:cNvSpPr/>
            <p:nvPr/>
          </p:nvSpPr>
          <p:spPr>
            <a:xfrm>
              <a:off x="5465100" y="2904650"/>
              <a:ext cx="467150" cy="996025"/>
            </a:xfrm>
            <a:custGeom>
              <a:rect b="b" l="l" r="r" t="t"/>
              <a:pathLst>
                <a:path extrusionOk="0" h="39841" w="18686">
                  <a:moveTo>
                    <a:pt x="1124" y="0"/>
                  </a:moveTo>
                  <a:lnTo>
                    <a:pt x="989" y="45"/>
                  </a:lnTo>
                  <a:lnTo>
                    <a:pt x="899" y="135"/>
                  </a:lnTo>
                  <a:lnTo>
                    <a:pt x="854" y="270"/>
                  </a:lnTo>
                  <a:lnTo>
                    <a:pt x="585" y="1797"/>
                  </a:lnTo>
                  <a:lnTo>
                    <a:pt x="360" y="3279"/>
                  </a:lnTo>
                  <a:lnTo>
                    <a:pt x="181" y="4806"/>
                  </a:lnTo>
                  <a:lnTo>
                    <a:pt x="46" y="6289"/>
                  </a:lnTo>
                  <a:lnTo>
                    <a:pt x="1" y="7771"/>
                  </a:lnTo>
                  <a:lnTo>
                    <a:pt x="1" y="9253"/>
                  </a:lnTo>
                  <a:lnTo>
                    <a:pt x="1" y="10690"/>
                  </a:lnTo>
                  <a:lnTo>
                    <a:pt x="91" y="12172"/>
                  </a:lnTo>
                  <a:lnTo>
                    <a:pt x="270" y="13610"/>
                  </a:lnTo>
                  <a:lnTo>
                    <a:pt x="450" y="15002"/>
                  </a:lnTo>
                  <a:lnTo>
                    <a:pt x="675" y="16439"/>
                  </a:lnTo>
                  <a:lnTo>
                    <a:pt x="989" y="17787"/>
                  </a:lnTo>
                  <a:lnTo>
                    <a:pt x="1348" y="19179"/>
                  </a:lnTo>
                  <a:lnTo>
                    <a:pt x="1708" y="20527"/>
                  </a:lnTo>
                  <a:lnTo>
                    <a:pt x="2157" y="21829"/>
                  </a:lnTo>
                  <a:lnTo>
                    <a:pt x="2651" y="23132"/>
                  </a:lnTo>
                  <a:lnTo>
                    <a:pt x="3280" y="24524"/>
                  </a:lnTo>
                  <a:lnTo>
                    <a:pt x="3953" y="25916"/>
                  </a:lnTo>
                  <a:lnTo>
                    <a:pt x="4627" y="27219"/>
                  </a:lnTo>
                  <a:lnTo>
                    <a:pt x="5436" y="28477"/>
                  </a:lnTo>
                  <a:lnTo>
                    <a:pt x="6244" y="29734"/>
                  </a:lnTo>
                  <a:lnTo>
                    <a:pt x="7142" y="30902"/>
                  </a:lnTo>
                  <a:lnTo>
                    <a:pt x="8041" y="32070"/>
                  </a:lnTo>
                  <a:lnTo>
                    <a:pt x="9029" y="33148"/>
                  </a:lnTo>
                  <a:lnTo>
                    <a:pt x="10017" y="34181"/>
                  </a:lnTo>
                  <a:lnTo>
                    <a:pt x="11095" y="35169"/>
                  </a:lnTo>
                  <a:lnTo>
                    <a:pt x="12173" y="36112"/>
                  </a:lnTo>
                  <a:lnTo>
                    <a:pt x="13341" y="36966"/>
                  </a:lnTo>
                  <a:lnTo>
                    <a:pt x="14508" y="37774"/>
                  </a:lnTo>
                  <a:lnTo>
                    <a:pt x="15721" y="38538"/>
                  </a:lnTo>
                  <a:lnTo>
                    <a:pt x="16934" y="39211"/>
                  </a:lnTo>
                  <a:lnTo>
                    <a:pt x="18192" y="39840"/>
                  </a:lnTo>
                  <a:lnTo>
                    <a:pt x="18461" y="39840"/>
                  </a:lnTo>
                  <a:lnTo>
                    <a:pt x="18551" y="39795"/>
                  </a:lnTo>
                  <a:lnTo>
                    <a:pt x="18596" y="39750"/>
                  </a:lnTo>
                  <a:lnTo>
                    <a:pt x="18686" y="39660"/>
                  </a:lnTo>
                  <a:lnTo>
                    <a:pt x="18686" y="39526"/>
                  </a:lnTo>
                  <a:lnTo>
                    <a:pt x="18686" y="39391"/>
                  </a:lnTo>
                  <a:lnTo>
                    <a:pt x="18596" y="39301"/>
                  </a:lnTo>
                  <a:lnTo>
                    <a:pt x="18506" y="39211"/>
                  </a:lnTo>
                  <a:lnTo>
                    <a:pt x="17248" y="38583"/>
                  </a:lnTo>
                  <a:lnTo>
                    <a:pt x="16036" y="37954"/>
                  </a:lnTo>
                  <a:lnTo>
                    <a:pt x="14868" y="37190"/>
                  </a:lnTo>
                  <a:lnTo>
                    <a:pt x="13745" y="36427"/>
                  </a:lnTo>
                  <a:lnTo>
                    <a:pt x="12622" y="35573"/>
                  </a:lnTo>
                  <a:lnTo>
                    <a:pt x="11544" y="34630"/>
                  </a:lnTo>
                  <a:lnTo>
                    <a:pt x="10511" y="33687"/>
                  </a:lnTo>
                  <a:lnTo>
                    <a:pt x="9523" y="32654"/>
                  </a:lnTo>
                  <a:lnTo>
                    <a:pt x="8580" y="31621"/>
                  </a:lnTo>
                  <a:lnTo>
                    <a:pt x="7681" y="30498"/>
                  </a:lnTo>
                  <a:lnTo>
                    <a:pt x="6828" y="29330"/>
                  </a:lnTo>
                  <a:lnTo>
                    <a:pt x="6020" y="28117"/>
                  </a:lnTo>
                  <a:lnTo>
                    <a:pt x="5256" y="26860"/>
                  </a:lnTo>
                  <a:lnTo>
                    <a:pt x="4537" y="25557"/>
                  </a:lnTo>
                  <a:lnTo>
                    <a:pt x="3909" y="24255"/>
                  </a:lnTo>
                  <a:lnTo>
                    <a:pt x="3325" y="22907"/>
                  </a:lnTo>
                  <a:lnTo>
                    <a:pt x="2831" y="21605"/>
                  </a:lnTo>
                  <a:lnTo>
                    <a:pt x="2381" y="20302"/>
                  </a:lnTo>
                  <a:lnTo>
                    <a:pt x="1977" y="19000"/>
                  </a:lnTo>
                  <a:lnTo>
                    <a:pt x="1663" y="17652"/>
                  </a:lnTo>
                  <a:lnTo>
                    <a:pt x="1348" y="16260"/>
                  </a:lnTo>
                  <a:lnTo>
                    <a:pt x="1124" y="14912"/>
                  </a:lnTo>
                  <a:lnTo>
                    <a:pt x="944" y="13520"/>
                  </a:lnTo>
                  <a:lnTo>
                    <a:pt x="809" y="12083"/>
                  </a:lnTo>
                  <a:lnTo>
                    <a:pt x="720" y="10645"/>
                  </a:lnTo>
                  <a:lnTo>
                    <a:pt x="675" y="9208"/>
                  </a:lnTo>
                  <a:lnTo>
                    <a:pt x="675" y="7771"/>
                  </a:lnTo>
                  <a:lnTo>
                    <a:pt x="764" y="6333"/>
                  </a:lnTo>
                  <a:lnTo>
                    <a:pt x="854" y="4851"/>
                  </a:lnTo>
                  <a:lnTo>
                    <a:pt x="1034" y="3369"/>
                  </a:lnTo>
                  <a:lnTo>
                    <a:pt x="1259" y="1887"/>
                  </a:lnTo>
                  <a:lnTo>
                    <a:pt x="1528" y="405"/>
                  </a:lnTo>
                  <a:lnTo>
                    <a:pt x="1528" y="270"/>
                  </a:lnTo>
                  <a:lnTo>
                    <a:pt x="1483" y="135"/>
                  </a:lnTo>
                  <a:lnTo>
                    <a:pt x="1348" y="45"/>
                  </a:lnTo>
                  <a:lnTo>
                    <a:pt x="1259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62"/>
            <p:cNvSpPr/>
            <p:nvPr/>
          </p:nvSpPr>
          <p:spPr>
            <a:xfrm>
              <a:off x="5563925" y="3070825"/>
              <a:ext cx="296475" cy="674875"/>
            </a:xfrm>
            <a:custGeom>
              <a:rect b="b" l="l" r="r" t="t"/>
              <a:pathLst>
                <a:path extrusionOk="0" h="26995" w="11859">
                  <a:moveTo>
                    <a:pt x="764" y="1"/>
                  </a:moveTo>
                  <a:lnTo>
                    <a:pt x="674" y="46"/>
                  </a:lnTo>
                  <a:lnTo>
                    <a:pt x="584" y="181"/>
                  </a:lnTo>
                  <a:lnTo>
                    <a:pt x="494" y="270"/>
                  </a:lnTo>
                  <a:lnTo>
                    <a:pt x="315" y="1214"/>
                  </a:lnTo>
                  <a:lnTo>
                    <a:pt x="180" y="2157"/>
                  </a:lnTo>
                  <a:lnTo>
                    <a:pt x="90" y="3100"/>
                  </a:lnTo>
                  <a:lnTo>
                    <a:pt x="45" y="4043"/>
                  </a:lnTo>
                  <a:lnTo>
                    <a:pt x="0" y="5031"/>
                  </a:lnTo>
                  <a:lnTo>
                    <a:pt x="0" y="5975"/>
                  </a:lnTo>
                  <a:lnTo>
                    <a:pt x="45" y="6918"/>
                  </a:lnTo>
                  <a:lnTo>
                    <a:pt x="135" y="7861"/>
                  </a:lnTo>
                  <a:lnTo>
                    <a:pt x="225" y="8804"/>
                  </a:lnTo>
                  <a:lnTo>
                    <a:pt x="405" y="9747"/>
                  </a:lnTo>
                  <a:lnTo>
                    <a:pt x="584" y="10691"/>
                  </a:lnTo>
                  <a:lnTo>
                    <a:pt x="764" y="11589"/>
                  </a:lnTo>
                  <a:lnTo>
                    <a:pt x="1033" y="12532"/>
                  </a:lnTo>
                  <a:lnTo>
                    <a:pt x="1303" y="13430"/>
                  </a:lnTo>
                  <a:lnTo>
                    <a:pt x="1617" y="14329"/>
                  </a:lnTo>
                  <a:lnTo>
                    <a:pt x="1977" y="15227"/>
                  </a:lnTo>
                  <a:lnTo>
                    <a:pt x="2336" y="16080"/>
                  </a:lnTo>
                  <a:lnTo>
                    <a:pt x="2740" y="16934"/>
                  </a:lnTo>
                  <a:lnTo>
                    <a:pt x="3189" y="17787"/>
                  </a:lnTo>
                  <a:lnTo>
                    <a:pt x="3639" y="18641"/>
                  </a:lnTo>
                  <a:lnTo>
                    <a:pt x="4133" y="19449"/>
                  </a:lnTo>
                  <a:lnTo>
                    <a:pt x="4672" y="20258"/>
                  </a:lnTo>
                  <a:lnTo>
                    <a:pt x="5211" y="21021"/>
                  </a:lnTo>
                  <a:lnTo>
                    <a:pt x="5794" y="21785"/>
                  </a:lnTo>
                  <a:lnTo>
                    <a:pt x="6378" y="22503"/>
                  </a:lnTo>
                  <a:lnTo>
                    <a:pt x="7007" y="23222"/>
                  </a:lnTo>
                  <a:lnTo>
                    <a:pt x="7681" y="23896"/>
                  </a:lnTo>
                  <a:lnTo>
                    <a:pt x="8355" y="24569"/>
                  </a:lnTo>
                  <a:lnTo>
                    <a:pt x="9073" y="25198"/>
                  </a:lnTo>
                  <a:lnTo>
                    <a:pt x="9792" y="25782"/>
                  </a:lnTo>
                  <a:lnTo>
                    <a:pt x="10555" y="26366"/>
                  </a:lnTo>
                  <a:lnTo>
                    <a:pt x="11319" y="26950"/>
                  </a:lnTo>
                  <a:lnTo>
                    <a:pt x="11409" y="26995"/>
                  </a:lnTo>
                  <a:lnTo>
                    <a:pt x="11544" y="26995"/>
                  </a:lnTo>
                  <a:lnTo>
                    <a:pt x="11678" y="26950"/>
                  </a:lnTo>
                  <a:lnTo>
                    <a:pt x="11813" y="26860"/>
                  </a:lnTo>
                  <a:lnTo>
                    <a:pt x="11858" y="26725"/>
                  </a:lnTo>
                  <a:lnTo>
                    <a:pt x="11858" y="26591"/>
                  </a:lnTo>
                  <a:lnTo>
                    <a:pt x="11813" y="26456"/>
                  </a:lnTo>
                  <a:lnTo>
                    <a:pt x="11723" y="26366"/>
                  </a:lnTo>
                  <a:lnTo>
                    <a:pt x="10960" y="25827"/>
                  </a:lnTo>
                  <a:lnTo>
                    <a:pt x="10196" y="25243"/>
                  </a:lnTo>
                  <a:lnTo>
                    <a:pt x="9522" y="24659"/>
                  </a:lnTo>
                  <a:lnTo>
                    <a:pt x="8804" y="24030"/>
                  </a:lnTo>
                  <a:lnTo>
                    <a:pt x="8130" y="23402"/>
                  </a:lnTo>
                  <a:lnTo>
                    <a:pt x="7501" y="22728"/>
                  </a:lnTo>
                  <a:lnTo>
                    <a:pt x="6917" y="22054"/>
                  </a:lnTo>
                  <a:lnTo>
                    <a:pt x="6289" y="21336"/>
                  </a:lnTo>
                  <a:lnTo>
                    <a:pt x="5750" y="20617"/>
                  </a:lnTo>
                  <a:lnTo>
                    <a:pt x="5211" y="19853"/>
                  </a:lnTo>
                  <a:lnTo>
                    <a:pt x="4717" y="19090"/>
                  </a:lnTo>
                  <a:lnTo>
                    <a:pt x="4222" y="18281"/>
                  </a:lnTo>
                  <a:lnTo>
                    <a:pt x="3773" y="17473"/>
                  </a:lnTo>
                  <a:lnTo>
                    <a:pt x="3369" y="16664"/>
                  </a:lnTo>
                  <a:lnTo>
                    <a:pt x="2965" y="15811"/>
                  </a:lnTo>
                  <a:lnTo>
                    <a:pt x="2606" y="14958"/>
                  </a:lnTo>
                  <a:lnTo>
                    <a:pt x="2246" y="14104"/>
                  </a:lnTo>
                  <a:lnTo>
                    <a:pt x="1977" y="13206"/>
                  </a:lnTo>
                  <a:lnTo>
                    <a:pt x="1707" y="12353"/>
                  </a:lnTo>
                  <a:lnTo>
                    <a:pt x="1438" y="11454"/>
                  </a:lnTo>
                  <a:lnTo>
                    <a:pt x="1258" y="10556"/>
                  </a:lnTo>
                  <a:lnTo>
                    <a:pt x="1078" y="9613"/>
                  </a:lnTo>
                  <a:lnTo>
                    <a:pt x="944" y="8714"/>
                  </a:lnTo>
                  <a:lnTo>
                    <a:pt x="809" y="7816"/>
                  </a:lnTo>
                  <a:lnTo>
                    <a:pt x="719" y="6873"/>
                  </a:lnTo>
                  <a:lnTo>
                    <a:pt x="719" y="5975"/>
                  </a:lnTo>
                  <a:lnTo>
                    <a:pt x="674" y="5031"/>
                  </a:lnTo>
                  <a:lnTo>
                    <a:pt x="719" y="4088"/>
                  </a:lnTo>
                  <a:lnTo>
                    <a:pt x="764" y="3190"/>
                  </a:lnTo>
                  <a:lnTo>
                    <a:pt x="899" y="2247"/>
                  </a:lnTo>
                  <a:lnTo>
                    <a:pt x="1033" y="1348"/>
                  </a:lnTo>
                  <a:lnTo>
                    <a:pt x="1168" y="405"/>
                  </a:lnTo>
                  <a:lnTo>
                    <a:pt x="1168" y="270"/>
                  </a:lnTo>
                  <a:lnTo>
                    <a:pt x="1123" y="181"/>
                  </a:lnTo>
                  <a:lnTo>
                    <a:pt x="1033" y="91"/>
                  </a:lnTo>
                  <a:lnTo>
                    <a:pt x="94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62"/>
            <p:cNvSpPr/>
            <p:nvPr/>
          </p:nvSpPr>
          <p:spPr>
            <a:xfrm>
              <a:off x="5664975" y="3232525"/>
              <a:ext cx="123550" cy="321175"/>
            </a:xfrm>
            <a:custGeom>
              <a:rect b="b" l="l" r="r" t="t"/>
              <a:pathLst>
                <a:path extrusionOk="0" h="12847" w="4942">
                  <a:moveTo>
                    <a:pt x="270" y="1"/>
                  </a:moveTo>
                  <a:lnTo>
                    <a:pt x="136" y="90"/>
                  </a:lnTo>
                  <a:lnTo>
                    <a:pt x="91" y="180"/>
                  </a:lnTo>
                  <a:lnTo>
                    <a:pt x="46" y="315"/>
                  </a:lnTo>
                  <a:lnTo>
                    <a:pt x="1" y="1168"/>
                  </a:lnTo>
                  <a:lnTo>
                    <a:pt x="1" y="1977"/>
                  </a:lnTo>
                  <a:lnTo>
                    <a:pt x="46" y="2830"/>
                  </a:lnTo>
                  <a:lnTo>
                    <a:pt x="180" y="3684"/>
                  </a:lnTo>
                  <a:lnTo>
                    <a:pt x="315" y="4492"/>
                  </a:lnTo>
                  <a:lnTo>
                    <a:pt x="495" y="5346"/>
                  </a:lnTo>
                  <a:lnTo>
                    <a:pt x="719" y="6154"/>
                  </a:lnTo>
                  <a:lnTo>
                    <a:pt x="944" y="6962"/>
                  </a:lnTo>
                  <a:lnTo>
                    <a:pt x="1258" y="7726"/>
                  </a:lnTo>
                  <a:lnTo>
                    <a:pt x="1573" y="8535"/>
                  </a:lnTo>
                  <a:lnTo>
                    <a:pt x="1977" y="9253"/>
                  </a:lnTo>
                  <a:lnTo>
                    <a:pt x="2381" y="10017"/>
                  </a:lnTo>
                  <a:lnTo>
                    <a:pt x="2830" y="10735"/>
                  </a:lnTo>
                  <a:lnTo>
                    <a:pt x="3280" y="11409"/>
                  </a:lnTo>
                  <a:lnTo>
                    <a:pt x="3819" y="12083"/>
                  </a:lnTo>
                  <a:lnTo>
                    <a:pt x="4358" y="12712"/>
                  </a:lnTo>
                  <a:lnTo>
                    <a:pt x="4492" y="12801"/>
                  </a:lnTo>
                  <a:lnTo>
                    <a:pt x="4627" y="12846"/>
                  </a:lnTo>
                  <a:lnTo>
                    <a:pt x="4717" y="12801"/>
                  </a:lnTo>
                  <a:lnTo>
                    <a:pt x="4852" y="12757"/>
                  </a:lnTo>
                  <a:lnTo>
                    <a:pt x="4941" y="12622"/>
                  </a:lnTo>
                  <a:lnTo>
                    <a:pt x="4941" y="12487"/>
                  </a:lnTo>
                  <a:lnTo>
                    <a:pt x="4941" y="12352"/>
                  </a:lnTo>
                  <a:lnTo>
                    <a:pt x="4852" y="12262"/>
                  </a:lnTo>
                  <a:lnTo>
                    <a:pt x="4358" y="11634"/>
                  </a:lnTo>
                  <a:lnTo>
                    <a:pt x="3863" y="11005"/>
                  </a:lnTo>
                  <a:lnTo>
                    <a:pt x="3414" y="10331"/>
                  </a:lnTo>
                  <a:lnTo>
                    <a:pt x="2965" y="9657"/>
                  </a:lnTo>
                  <a:lnTo>
                    <a:pt x="2561" y="8939"/>
                  </a:lnTo>
                  <a:lnTo>
                    <a:pt x="2202" y="8220"/>
                  </a:lnTo>
                  <a:lnTo>
                    <a:pt x="1887" y="7501"/>
                  </a:lnTo>
                  <a:lnTo>
                    <a:pt x="1618" y="6738"/>
                  </a:lnTo>
                  <a:lnTo>
                    <a:pt x="1348" y="5929"/>
                  </a:lnTo>
                  <a:lnTo>
                    <a:pt x="1169" y="5166"/>
                  </a:lnTo>
                  <a:lnTo>
                    <a:pt x="989" y="4357"/>
                  </a:lnTo>
                  <a:lnTo>
                    <a:pt x="854" y="3594"/>
                  </a:lnTo>
                  <a:lnTo>
                    <a:pt x="764" y="2785"/>
                  </a:lnTo>
                  <a:lnTo>
                    <a:pt x="719" y="1977"/>
                  </a:lnTo>
                  <a:lnTo>
                    <a:pt x="675" y="1168"/>
                  </a:lnTo>
                  <a:lnTo>
                    <a:pt x="719" y="360"/>
                  </a:lnTo>
                  <a:lnTo>
                    <a:pt x="719" y="225"/>
                  </a:lnTo>
                  <a:lnTo>
                    <a:pt x="630" y="90"/>
                  </a:lnTo>
                  <a:lnTo>
                    <a:pt x="540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62"/>
            <p:cNvSpPr/>
            <p:nvPr/>
          </p:nvSpPr>
          <p:spPr>
            <a:xfrm>
              <a:off x="5543700" y="2118625"/>
              <a:ext cx="50575" cy="248200"/>
            </a:xfrm>
            <a:custGeom>
              <a:rect b="b" l="l" r="r" t="t"/>
              <a:pathLst>
                <a:path extrusionOk="0" h="9928" w="2023">
                  <a:moveTo>
                    <a:pt x="1618" y="1"/>
                  </a:moveTo>
                  <a:lnTo>
                    <a:pt x="1483" y="46"/>
                  </a:lnTo>
                  <a:lnTo>
                    <a:pt x="1393" y="136"/>
                  </a:lnTo>
                  <a:lnTo>
                    <a:pt x="1348" y="270"/>
                  </a:lnTo>
                  <a:lnTo>
                    <a:pt x="1" y="9523"/>
                  </a:lnTo>
                  <a:lnTo>
                    <a:pt x="1" y="9658"/>
                  </a:lnTo>
                  <a:lnTo>
                    <a:pt x="46" y="9747"/>
                  </a:lnTo>
                  <a:lnTo>
                    <a:pt x="181" y="9837"/>
                  </a:lnTo>
                  <a:lnTo>
                    <a:pt x="270" y="9882"/>
                  </a:lnTo>
                  <a:lnTo>
                    <a:pt x="360" y="9927"/>
                  </a:lnTo>
                  <a:lnTo>
                    <a:pt x="450" y="9882"/>
                  </a:lnTo>
                  <a:lnTo>
                    <a:pt x="585" y="9837"/>
                  </a:lnTo>
                  <a:lnTo>
                    <a:pt x="630" y="9747"/>
                  </a:lnTo>
                  <a:lnTo>
                    <a:pt x="675" y="9613"/>
                  </a:lnTo>
                  <a:lnTo>
                    <a:pt x="2022" y="360"/>
                  </a:lnTo>
                  <a:lnTo>
                    <a:pt x="2022" y="225"/>
                  </a:lnTo>
                  <a:lnTo>
                    <a:pt x="1977" y="136"/>
                  </a:lnTo>
                  <a:lnTo>
                    <a:pt x="1842" y="46"/>
                  </a:lnTo>
                  <a:lnTo>
                    <a:pt x="1753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62"/>
            <p:cNvSpPr/>
            <p:nvPr/>
          </p:nvSpPr>
          <p:spPr>
            <a:xfrm>
              <a:off x="5642525" y="2138850"/>
              <a:ext cx="29225" cy="102200"/>
            </a:xfrm>
            <a:custGeom>
              <a:rect b="b" l="l" r="r" t="t"/>
              <a:pathLst>
                <a:path extrusionOk="0" h="4088" w="1169">
                  <a:moveTo>
                    <a:pt x="719" y="0"/>
                  </a:moveTo>
                  <a:lnTo>
                    <a:pt x="584" y="45"/>
                  </a:lnTo>
                  <a:lnTo>
                    <a:pt x="495" y="135"/>
                  </a:lnTo>
                  <a:lnTo>
                    <a:pt x="450" y="270"/>
                  </a:lnTo>
                  <a:lnTo>
                    <a:pt x="0" y="3683"/>
                  </a:lnTo>
                  <a:lnTo>
                    <a:pt x="0" y="3818"/>
                  </a:lnTo>
                  <a:lnTo>
                    <a:pt x="45" y="3953"/>
                  </a:lnTo>
                  <a:lnTo>
                    <a:pt x="135" y="4043"/>
                  </a:lnTo>
                  <a:lnTo>
                    <a:pt x="270" y="4088"/>
                  </a:lnTo>
                  <a:lnTo>
                    <a:pt x="315" y="4088"/>
                  </a:lnTo>
                  <a:lnTo>
                    <a:pt x="450" y="4043"/>
                  </a:lnTo>
                  <a:lnTo>
                    <a:pt x="539" y="3998"/>
                  </a:lnTo>
                  <a:lnTo>
                    <a:pt x="629" y="3908"/>
                  </a:lnTo>
                  <a:lnTo>
                    <a:pt x="674" y="3773"/>
                  </a:lnTo>
                  <a:lnTo>
                    <a:pt x="1168" y="360"/>
                  </a:lnTo>
                  <a:lnTo>
                    <a:pt x="1123" y="225"/>
                  </a:lnTo>
                  <a:lnTo>
                    <a:pt x="1078" y="135"/>
                  </a:lnTo>
                  <a:lnTo>
                    <a:pt x="989" y="45"/>
                  </a:lnTo>
                  <a:lnTo>
                    <a:pt x="854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62"/>
            <p:cNvSpPr/>
            <p:nvPr/>
          </p:nvSpPr>
          <p:spPr>
            <a:xfrm>
              <a:off x="6909125" y="2086075"/>
              <a:ext cx="108950" cy="656900"/>
            </a:xfrm>
            <a:custGeom>
              <a:rect b="b" l="l" r="r" t="t"/>
              <a:pathLst>
                <a:path extrusionOk="0" h="26276" w="4358">
                  <a:moveTo>
                    <a:pt x="225" y="0"/>
                  </a:moveTo>
                  <a:lnTo>
                    <a:pt x="135" y="90"/>
                  </a:lnTo>
                  <a:lnTo>
                    <a:pt x="46" y="180"/>
                  </a:lnTo>
                  <a:lnTo>
                    <a:pt x="1" y="315"/>
                  </a:lnTo>
                  <a:lnTo>
                    <a:pt x="1" y="449"/>
                  </a:lnTo>
                  <a:lnTo>
                    <a:pt x="764" y="3594"/>
                  </a:lnTo>
                  <a:lnTo>
                    <a:pt x="1393" y="6738"/>
                  </a:lnTo>
                  <a:lnTo>
                    <a:pt x="2022" y="9927"/>
                  </a:lnTo>
                  <a:lnTo>
                    <a:pt x="2516" y="13116"/>
                  </a:lnTo>
                  <a:lnTo>
                    <a:pt x="2920" y="16305"/>
                  </a:lnTo>
                  <a:lnTo>
                    <a:pt x="3280" y="19493"/>
                  </a:lnTo>
                  <a:lnTo>
                    <a:pt x="3504" y="22727"/>
                  </a:lnTo>
                  <a:lnTo>
                    <a:pt x="3684" y="25961"/>
                  </a:lnTo>
                  <a:lnTo>
                    <a:pt x="3684" y="26096"/>
                  </a:lnTo>
                  <a:lnTo>
                    <a:pt x="3774" y="26186"/>
                  </a:lnTo>
                  <a:lnTo>
                    <a:pt x="3908" y="26276"/>
                  </a:lnTo>
                  <a:lnTo>
                    <a:pt x="4043" y="26276"/>
                  </a:lnTo>
                  <a:lnTo>
                    <a:pt x="4178" y="26231"/>
                  </a:lnTo>
                  <a:lnTo>
                    <a:pt x="4268" y="26186"/>
                  </a:lnTo>
                  <a:lnTo>
                    <a:pt x="4358" y="26051"/>
                  </a:lnTo>
                  <a:lnTo>
                    <a:pt x="4358" y="25916"/>
                  </a:lnTo>
                  <a:lnTo>
                    <a:pt x="4178" y="22682"/>
                  </a:lnTo>
                  <a:lnTo>
                    <a:pt x="3953" y="19449"/>
                  </a:lnTo>
                  <a:lnTo>
                    <a:pt x="3594" y="16215"/>
                  </a:lnTo>
                  <a:lnTo>
                    <a:pt x="3190" y="12981"/>
                  </a:lnTo>
                  <a:lnTo>
                    <a:pt x="2696" y="9792"/>
                  </a:lnTo>
                  <a:lnTo>
                    <a:pt x="2112" y="6603"/>
                  </a:lnTo>
                  <a:lnTo>
                    <a:pt x="1438" y="3414"/>
                  </a:lnTo>
                  <a:lnTo>
                    <a:pt x="674" y="270"/>
                  </a:lnTo>
                  <a:lnTo>
                    <a:pt x="585" y="135"/>
                  </a:lnTo>
                  <a:lnTo>
                    <a:pt x="495" y="45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62"/>
            <p:cNvSpPr/>
            <p:nvPr/>
          </p:nvSpPr>
          <p:spPr>
            <a:xfrm>
              <a:off x="6849625" y="2122000"/>
              <a:ext cx="78625" cy="321175"/>
            </a:xfrm>
            <a:custGeom>
              <a:rect b="b" l="l" r="r" t="t"/>
              <a:pathLst>
                <a:path extrusionOk="0" h="12847" w="3145">
                  <a:moveTo>
                    <a:pt x="270" y="1"/>
                  </a:moveTo>
                  <a:lnTo>
                    <a:pt x="135" y="90"/>
                  </a:lnTo>
                  <a:lnTo>
                    <a:pt x="45" y="180"/>
                  </a:lnTo>
                  <a:lnTo>
                    <a:pt x="0" y="315"/>
                  </a:lnTo>
                  <a:lnTo>
                    <a:pt x="0" y="450"/>
                  </a:lnTo>
                  <a:lnTo>
                    <a:pt x="449" y="1932"/>
                  </a:lnTo>
                  <a:lnTo>
                    <a:pt x="809" y="3414"/>
                  </a:lnTo>
                  <a:lnTo>
                    <a:pt x="1168" y="4941"/>
                  </a:lnTo>
                  <a:lnTo>
                    <a:pt x="1482" y="6423"/>
                  </a:lnTo>
                  <a:lnTo>
                    <a:pt x="1752" y="7951"/>
                  </a:lnTo>
                  <a:lnTo>
                    <a:pt x="2021" y="9478"/>
                  </a:lnTo>
                  <a:lnTo>
                    <a:pt x="2246" y="11005"/>
                  </a:lnTo>
                  <a:lnTo>
                    <a:pt x="2426" y="12532"/>
                  </a:lnTo>
                  <a:lnTo>
                    <a:pt x="2471" y="12667"/>
                  </a:lnTo>
                  <a:lnTo>
                    <a:pt x="2560" y="12757"/>
                  </a:lnTo>
                  <a:lnTo>
                    <a:pt x="2650" y="12846"/>
                  </a:lnTo>
                  <a:lnTo>
                    <a:pt x="2830" y="12846"/>
                  </a:lnTo>
                  <a:lnTo>
                    <a:pt x="2965" y="12801"/>
                  </a:lnTo>
                  <a:lnTo>
                    <a:pt x="3054" y="12712"/>
                  </a:lnTo>
                  <a:lnTo>
                    <a:pt x="3099" y="12622"/>
                  </a:lnTo>
                  <a:lnTo>
                    <a:pt x="3144" y="12487"/>
                  </a:lnTo>
                  <a:lnTo>
                    <a:pt x="2920" y="10915"/>
                  </a:lnTo>
                  <a:lnTo>
                    <a:pt x="2695" y="9388"/>
                  </a:lnTo>
                  <a:lnTo>
                    <a:pt x="2471" y="7861"/>
                  </a:lnTo>
                  <a:lnTo>
                    <a:pt x="2156" y="6289"/>
                  </a:lnTo>
                  <a:lnTo>
                    <a:pt x="1842" y="4762"/>
                  </a:lnTo>
                  <a:lnTo>
                    <a:pt x="1482" y="3279"/>
                  </a:lnTo>
                  <a:lnTo>
                    <a:pt x="1078" y="1752"/>
                  </a:lnTo>
                  <a:lnTo>
                    <a:pt x="674" y="270"/>
                  </a:lnTo>
                  <a:lnTo>
                    <a:pt x="629" y="135"/>
                  </a:lnTo>
                  <a:lnTo>
                    <a:pt x="494" y="46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62"/>
            <p:cNvSpPr/>
            <p:nvPr/>
          </p:nvSpPr>
          <p:spPr>
            <a:xfrm>
              <a:off x="6767650" y="2166925"/>
              <a:ext cx="33700" cy="102200"/>
            </a:xfrm>
            <a:custGeom>
              <a:rect b="b" l="l" r="r" t="t"/>
              <a:pathLst>
                <a:path extrusionOk="0" h="4088" w="1348">
                  <a:moveTo>
                    <a:pt x="315" y="0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4"/>
                  </a:lnTo>
                  <a:lnTo>
                    <a:pt x="674" y="3818"/>
                  </a:lnTo>
                  <a:lnTo>
                    <a:pt x="719" y="3908"/>
                  </a:lnTo>
                  <a:lnTo>
                    <a:pt x="809" y="3998"/>
                  </a:lnTo>
                  <a:lnTo>
                    <a:pt x="899" y="4087"/>
                  </a:lnTo>
                  <a:lnTo>
                    <a:pt x="1078" y="4087"/>
                  </a:lnTo>
                  <a:lnTo>
                    <a:pt x="1213" y="4043"/>
                  </a:lnTo>
                  <a:lnTo>
                    <a:pt x="1303" y="3953"/>
                  </a:lnTo>
                  <a:lnTo>
                    <a:pt x="1348" y="3818"/>
                  </a:lnTo>
                  <a:lnTo>
                    <a:pt x="1348" y="3683"/>
                  </a:lnTo>
                  <a:lnTo>
                    <a:pt x="719" y="270"/>
                  </a:lnTo>
                  <a:lnTo>
                    <a:pt x="629" y="135"/>
                  </a:lnTo>
                  <a:lnTo>
                    <a:pt x="539" y="45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62"/>
            <p:cNvSpPr/>
            <p:nvPr/>
          </p:nvSpPr>
          <p:spPr>
            <a:xfrm>
              <a:off x="6659850" y="3313375"/>
              <a:ext cx="344750" cy="565950"/>
            </a:xfrm>
            <a:custGeom>
              <a:rect b="b" l="l" r="r" t="t"/>
              <a:pathLst>
                <a:path extrusionOk="0" h="22638" w="13790">
                  <a:moveTo>
                    <a:pt x="13340" y="1"/>
                  </a:moveTo>
                  <a:lnTo>
                    <a:pt x="13206" y="90"/>
                  </a:lnTo>
                  <a:lnTo>
                    <a:pt x="13116" y="180"/>
                  </a:lnTo>
                  <a:lnTo>
                    <a:pt x="13116" y="315"/>
                  </a:lnTo>
                  <a:lnTo>
                    <a:pt x="12936" y="1977"/>
                  </a:lnTo>
                  <a:lnTo>
                    <a:pt x="12712" y="3594"/>
                  </a:lnTo>
                  <a:lnTo>
                    <a:pt x="12352" y="5211"/>
                  </a:lnTo>
                  <a:lnTo>
                    <a:pt x="11903" y="6783"/>
                  </a:lnTo>
                  <a:lnTo>
                    <a:pt x="11409" y="8310"/>
                  </a:lnTo>
                  <a:lnTo>
                    <a:pt x="10780" y="9837"/>
                  </a:lnTo>
                  <a:lnTo>
                    <a:pt x="10062" y="11319"/>
                  </a:lnTo>
                  <a:lnTo>
                    <a:pt x="9253" y="12712"/>
                  </a:lnTo>
                  <a:lnTo>
                    <a:pt x="8355" y="14104"/>
                  </a:lnTo>
                  <a:lnTo>
                    <a:pt x="7412" y="15451"/>
                  </a:lnTo>
                  <a:lnTo>
                    <a:pt x="6379" y="16709"/>
                  </a:lnTo>
                  <a:lnTo>
                    <a:pt x="5256" y="17922"/>
                  </a:lnTo>
                  <a:lnTo>
                    <a:pt x="4088" y="19045"/>
                  </a:lnTo>
                  <a:lnTo>
                    <a:pt x="2830" y="20122"/>
                  </a:lnTo>
                  <a:lnTo>
                    <a:pt x="1528" y="21111"/>
                  </a:lnTo>
                  <a:lnTo>
                    <a:pt x="180" y="22009"/>
                  </a:lnTo>
                  <a:lnTo>
                    <a:pt x="46" y="22099"/>
                  </a:lnTo>
                  <a:lnTo>
                    <a:pt x="1" y="22189"/>
                  </a:lnTo>
                  <a:lnTo>
                    <a:pt x="1" y="22323"/>
                  </a:lnTo>
                  <a:lnTo>
                    <a:pt x="46" y="22458"/>
                  </a:lnTo>
                  <a:lnTo>
                    <a:pt x="180" y="22593"/>
                  </a:lnTo>
                  <a:lnTo>
                    <a:pt x="360" y="22638"/>
                  </a:lnTo>
                  <a:lnTo>
                    <a:pt x="450" y="22638"/>
                  </a:lnTo>
                  <a:lnTo>
                    <a:pt x="540" y="22593"/>
                  </a:lnTo>
                  <a:lnTo>
                    <a:pt x="1932" y="21650"/>
                  </a:lnTo>
                  <a:lnTo>
                    <a:pt x="3279" y="20661"/>
                  </a:lnTo>
                  <a:lnTo>
                    <a:pt x="4537" y="19539"/>
                  </a:lnTo>
                  <a:lnTo>
                    <a:pt x="5750" y="18371"/>
                  </a:lnTo>
                  <a:lnTo>
                    <a:pt x="6918" y="17158"/>
                  </a:lnTo>
                  <a:lnTo>
                    <a:pt x="7951" y="15856"/>
                  </a:lnTo>
                  <a:lnTo>
                    <a:pt x="8939" y="14508"/>
                  </a:lnTo>
                  <a:lnTo>
                    <a:pt x="9837" y="13071"/>
                  </a:lnTo>
                  <a:lnTo>
                    <a:pt x="10645" y="11634"/>
                  </a:lnTo>
                  <a:lnTo>
                    <a:pt x="11409" y="10106"/>
                  </a:lnTo>
                  <a:lnTo>
                    <a:pt x="12038" y="8534"/>
                  </a:lnTo>
                  <a:lnTo>
                    <a:pt x="12577" y="6962"/>
                  </a:lnTo>
                  <a:lnTo>
                    <a:pt x="13026" y="5345"/>
                  </a:lnTo>
                  <a:lnTo>
                    <a:pt x="13385" y="3728"/>
                  </a:lnTo>
                  <a:lnTo>
                    <a:pt x="13655" y="2067"/>
                  </a:lnTo>
                  <a:lnTo>
                    <a:pt x="13790" y="360"/>
                  </a:lnTo>
                  <a:lnTo>
                    <a:pt x="13745" y="225"/>
                  </a:lnTo>
                  <a:lnTo>
                    <a:pt x="13700" y="135"/>
                  </a:lnTo>
                  <a:lnTo>
                    <a:pt x="13610" y="45"/>
                  </a:lnTo>
                  <a:lnTo>
                    <a:pt x="1347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62"/>
            <p:cNvSpPr/>
            <p:nvPr/>
          </p:nvSpPr>
          <p:spPr>
            <a:xfrm>
              <a:off x="6731725" y="3454850"/>
              <a:ext cx="146000" cy="265025"/>
            </a:xfrm>
            <a:custGeom>
              <a:rect b="b" l="l" r="r" t="t"/>
              <a:pathLst>
                <a:path extrusionOk="0" h="10601" w="5840">
                  <a:moveTo>
                    <a:pt x="5525" y="1"/>
                  </a:moveTo>
                  <a:lnTo>
                    <a:pt x="5390" y="46"/>
                  </a:lnTo>
                  <a:lnTo>
                    <a:pt x="5255" y="136"/>
                  </a:lnTo>
                  <a:lnTo>
                    <a:pt x="5210" y="225"/>
                  </a:lnTo>
                  <a:lnTo>
                    <a:pt x="5165" y="360"/>
                  </a:lnTo>
                  <a:lnTo>
                    <a:pt x="5120" y="1034"/>
                  </a:lnTo>
                  <a:lnTo>
                    <a:pt x="5076" y="1753"/>
                  </a:lnTo>
                  <a:lnTo>
                    <a:pt x="4941" y="2426"/>
                  </a:lnTo>
                  <a:lnTo>
                    <a:pt x="4806" y="3145"/>
                  </a:lnTo>
                  <a:lnTo>
                    <a:pt x="4582" y="3819"/>
                  </a:lnTo>
                  <a:lnTo>
                    <a:pt x="4357" y="4447"/>
                  </a:lnTo>
                  <a:lnTo>
                    <a:pt x="4087" y="5121"/>
                  </a:lnTo>
                  <a:lnTo>
                    <a:pt x="3773" y="5750"/>
                  </a:lnTo>
                  <a:lnTo>
                    <a:pt x="3414" y="6379"/>
                  </a:lnTo>
                  <a:lnTo>
                    <a:pt x="3054" y="6963"/>
                  </a:lnTo>
                  <a:lnTo>
                    <a:pt x="2650" y="7502"/>
                  </a:lnTo>
                  <a:lnTo>
                    <a:pt x="2201" y="8086"/>
                  </a:lnTo>
                  <a:lnTo>
                    <a:pt x="1752" y="8580"/>
                  </a:lnTo>
                  <a:lnTo>
                    <a:pt x="1213" y="9074"/>
                  </a:lnTo>
                  <a:lnTo>
                    <a:pt x="719" y="9523"/>
                  </a:lnTo>
                  <a:lnTo>
                    <a:pt x="135" y="9972"/>
                  </a:lnTo>
                  <a:lnTo>
                    <a:pt x="45" y="10062"/>
                  </a:lnTo>
                  <a:lnTo>
                    <a:pt x="0" y="10197"/>
                  </a:lnTo>
                  <a:lnTo>
                    <a:pt x="0" y="10331"/>
                  </a:lnTo>
                  <a:lnTo>
                    <a:pt x="90" y="10466"/>
                  </a:lnTo>
                  <a:lnTo>
                    <a:pt x="180" y="10556"/>
                  </a:lnTo>
                  <a:lnTo>
                    <a:pt x="359" y="10601"/>
                  </a:lnTo>
                  <a:lnTo>
                    <a:pt x="449" y="10601"/>
                  </a:lnTo>
                  <a:lnTo>
                    <a:pt x="539" y="10511"/>
                  </a:lnTo>
                  <a:lnTo>
                    <a:pt x="1123" y="10062"/>
                  </a:lnTo>
                  <a:lnTo>
                    <a:pt x="1707" y="9613"/>
                  </a:lnTo>
                  <a:lnTo>
                    <a:pt x="2246" y="9074"/>
                  </a:lnTo>
                  <a:lnTo>
                    <a:pt x="2740" y="8535"/>
                  </a:lnTo>
                  <a:lnTo>
                    <a:pt x="3189" y="7951"/>
                  </a:lnTo>
                  <a:lnTo>
                    <a:pt x="3638" y="7322"/>
                  </a:lnTo>
                  <a:lnTo>
                    <a:pt x="4043" y="6693"/>
                  </a:lnTo>
                  <a:lnTo>
                    <a:pt x="4402" y="6064"/>
                  </a:lnTo>
                  <a:lnTo>
                    <a:pt x="4716" y="5391"/>
                  </a:lnTo>
                  <a:lnTo>
                    <a:pt x="4986" y="4717"/>
                  </a:lnTo>
                  <a:lnTo>
                    <a:pt x="5255" y="3998"/>
                  </a:lnTo>
                  <a:lnTo>
                    <a:pt x="5435" y="3280"/>
                  </a:lnTo>
                  <a:lnTo>
                    <a:pt x="5615" y="2561"/>
                  </a:lnTo>
                  <a:lnTo>
                    <a:pt x="5749" y="1842"/>
                  </a:lnTo>
                  <a:lnTo>
                    <a:pt x="5839" y="1124"/>
                  </a:lnTo>
                  <a:lnTo>
                    <a:pt x="5839" y="360"/>
                  </a:lnTo>
                  <a:lnTo>
                    <a:pt x="5839" y="225"/>
                  </a:lnTo>
                  <a:lnTo>
                    <a:pt x="5749" y="136"/>
                  </a:lnTo>
                  <a:lnTo>
                    <a:pt x="5659" y="46"/>
                  </a:lnTo>
                  <a:lnTo>
                    <a:pt x="552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62"/>
            <p:cNvSpPr/>
            <p:nvPr/>
          </p:nvSpPr>
          <p:spPr>
            <a:xfrm>
              <a:off x="6124250" y="2244400"/>
              <a:ext cx="16850" cy="85350"/>
            </a:xfrm>
            <a:custGeom>
              <a:rect b="b" l="l" r="r" t="t"/>
              <a:pathLst>
                <a:path extrusionOk="0" h="3414" w="674">
                  <a:moveTo>
                    <a:pt x="180" y="0"/>
                  </a:moveTo>
                  <a:lnTo>
                    <a:pt x="90" y="90"/>
                  </a:lnTo>
                  <a:lnTo>
                    <a:pt x="0" y="180"/>
                  </a:lnTo>
                  <a:lnTo>
                    <a:pt x="0" y="315"/>
                  </a:lnTo>
                  <a:lnTo>
                    <a:pt x="0" y="3100"/>
                  </a:lnTo>
                  <a:lnTo>
                    <a:pt x="0" y="3234"/>
                  </a:lnTo>
                  <a:lnTo>
                    <a:pt x="90" y="3324"/>
                  </a:lnTo>
                  <a:lnTo>
                    <a:pt x="180" y="3414"/>
                  </a:lnTo>
                  <a:lnTo>
                    <a:pt x="449" y="3414"/>
                  </a:lnTo>
                  <a:lnTo>
                    <a:pt x="584" y="3324"/>
                  </a:lnTo>
                  <a:lnTo>
                    <a:pt x="674" y="3234"/>
                  </a:lnTo>
                  <a:lnTo>
                    <a:pt x="674" y="3100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62"/>
            <p:cNvSpPr/>
            <p:nvPr/>
          </p:nvSpPr>
          <p:spPr>
            <a:xfrm>
              <a:off x="6220800" y="2207350"/>
              <a:ext cx="18000" cy="220100"/>
            </a:xfrm>
            <a:custGeom>
              <a:rect b="b" l="l" r="r" t="t"/>
              <a:pathLst>
                <a:path extrusionOk="0" h="8804" w="720">
                  <a:moveTo>
                    <a:pt x="360" y="0"/>
                  </a:moveTo>
                  <a:lnTo>
                    <a:pt x="225" y="45"/>
                  </a:lnTo>
                  <a:lnTo>
                    <a:pt x="136" y="90"/>
                  </a:lnTo>
                  <a:lnTo>
                    <a:pt x="46" y="225"/>
                  </a:lnTo>
                  <a:lnTo>
                    <a:pt x="1" y="359"/>
                  </a:lnTo>
                  <a:lnTo>
                    <a:pt x="1" y="8444"/>
                  </a:lnTo>
                  <a:lnTo>
                    <a:pt x="46" y="8579"/>
                  </a:lnTo>
                  <a:lnTo>
                    <a:pt x="136" y="8714"/>
                  </a:lnTo>
                  <a:lnTo>
                    <a:pt x="225" y="8759"/>
                  </a:lnTo>
                  <a:lnTo>
                    <a:pt x="360" y="8804"/>
                  </a:lnTo>
                  <a:lnTo>
                    <a:pt x="495" y="8759"/>
                  </a:lnTo>
                  <a:lnTo>
                    <a:pt x="630" y="8714"/>
                  </a:lnTo>
                  <a:lnTo>
                    <a:pt x="674" y="8579"/>
                  </a:lnTo>
                  <a:lnTo>
                    <a:pt x="719" y="8444"/>
                  </a:lnTo>
                  <a:lnTo>
                    <a:pt x="719" y="359"/>
                  </a:lnTo>
                  <a:lnTo>
                    <a:pt x="674" y="225"/>
                  </a:lnTo>
                  <a:lnTo>
                    <a:pt x="630" y="90"/>
                  </a:lnTo>
                  <a:lnTo>
                    <a:pt x="495" y="45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62"/>
            <p:cNvSpPr/>
            <p:nvPr/>
          </p:nvSpPr>
          <p:spPr>
            <a:xfrm>
              <a:off x="6358925" y="2252250"/>
              <a:ext cx="16875" cy="57300"/>
            </a:xfrm>
            <a:custGeom>
              <a:rect b="b" l="l" r="r" t="t"/>
              <a:pathLst>
                <a:path extrusionOk="0" h="2292" w="675">
                  <a:moveTo>
                    <a:pt x="225" y="1"/>
                  </a:moveTo>
                  <a:lnTo>
                    <a:pt x="90" y="91"/>
                  </a:lnTo>
                  <a:lnTo>
                    <a:pt x="45" y="180"/>
                  </a:lnTo>
                  <a:lnTo>
                    <a:pt x="0" y="315"/>
                  </a:lnTo>
                  <a:lnTo>
                    <a:pt x="0" y="1932"/>
                  </a:lnTo>
                  <a:lnTo>
                    <a:pt x="45" y="2067"/>
                  </a:lnTo>
                  <a:lnTo>
                    <a:pt x="90" y="2202"/>
                  </a:lnTo>
                  <a:lnTo>
                    <a:pt x="225" y="2291"/>
                  </a:lnTo>
                  <a:lnTo>
                    <a:pt x="494" y="2291"/>
                  </a:lnTo>
                  <a:lnTo>
                    <a:pt x="584" y="2202"/>
                  </a:lnTo>
                  <a:lnTo>
                    <a:pt x="674" y="2067"/>
                  </a:lnTo>
                  <a:lnTo>
                    <a:pt x="674" y="1932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1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62"/>
            <p:cNvSpPr/>
            <p:nvPr/>
          </p:nvSpPr>
          <p:spPr>
            <a:xfrm>
              <a:off x="6575625" y="3630025"/>
              <a:ext cx="780425" cy="370575"/>
            </a:xfrm>
            <a:custGeom>
              <a:rect b="b" l="l" r="r" t="t"/>
              <a:pathLst>
                <a:path extrusionOk="0" h="14823" w="31217">
                  <a:moveTo>
                    <a:pt x="23087" y="1528"/>
                  </a:moveTo>
                  <a:lnTo>
                    <a:pt x="23087" y="1618"/>
                  </a:lnTo>
                  <a:lnTo>
                    <a:pt x="21381" y="2920"/>
                  </a:lnTo>
                  <a:lnTo>
                    <a:pt x="21336" y="2920"/>
                  </a:lnTo>
                  <a:lnTo>
                    <a:pt x="21156" y="3055"/>
                  </a:lnTo>
                  <a:lnTo>
                    <a:pt x="21336" y="2875"/>
                  </a:lnTo>
                  <a:lnTo>
                    <a:pt x="22998" y="1528"/>
                  </a:lnTo>
                  <a:close/>
                  <a:moveTo>
                    <a:pt x="18281" y="3414"/>
                  </a:moveTo>
                  <a:lnTo>
                    <a:pt x="18371" y="3459"/>
                  </a:lnTo>
                  <a:lnTo>
                    <a:pt x="18326" y="3504"/>
                  </a:lnTo>
                  <a:lnTo>
                    <a:pt x="16530" y="4896"/>
                  </a:lnTo>
                  <a:lnTo>
                    <a:pt x="16485" y="4896"/>
                  </a:lnTo>
                  <a:lnTo>
                    <a:pt x="16305" y="5031"/>
                  </a:lnTo>
                  <a:lnTo>
                    <a:pt x="16305" y="5031"/>
                  </a:lnTo>
                  <a:lnTo>
                    <a:pt x="16485" y="4807"/>
                  </a:lnTo>
                  <a:lnTo>
                    <a:pt x="18281" y="3414"/>
                  </a:lnTo>
                  <a:close/>
                  <a:moveTo>
                    <a:pt x="15227" y="4717"/>
                  </a:moveTo>
                  <a:lnTo>
                    <a:pt x="15182" y="4807"/>
                  </a:lnTo>
                  <a:lnTo>
                    <a:pt x="14643" y="5390"/>
                  </a:lnTo>
                  <a:lnTo>
                    <a:pt x="14598" y="5390"/>
                  </a:lnTo>
                  <a:lnTo>
                    <a:pt x="14598" y="5345"/>
                  </a:lnTo>
                  <a:lnTo>
                    <a:pt x="15137" y="4717"/>
                  </a:lnTo>
                  <a:close/>
                  <a:moveTo>
                    <a:pt x="12667" y="4312"/>
                  </a:moveTo>
                  <a:lnTo>
                    <a:pt x="12667" y="4357"/>
                  </a:lnTo>
                  <a:lnTo>
                    <a:pt x="11140" y="6693"/>
                  </a:lnTo>
                  <a:lnTo>
                    <a:pt x="11050" y="6693"/>
                  </a:lnTo>
                  <a:lnTo>
                    <a:pt x="10960" y="6873"/>
                  </a:lnTo>
                  <a:lnTo>
                    <a:pt x="11050" y="6648"/>
                  </a:lnTo>
                  <a:lnTo>
                    <a:pt x="12577" y="4312"/>
                  </a:lnTo>
                  <a:close/>
                  <a:moveTo>
                    <a:pt x="11230" y="3684"/>
                  </a:moveTo>
                  <a:lnTo>
                    <a:pt x="11230" y="3729"/>
                  </a:lnTo>
                  <a:lnTo>
                    <a:pt x="11230" y="3773"/>
                  </a:lnTo>
                  <a:lnTo>
                    <a:pt x="10152" y="4851"/>
                  </a:lnTo>
                  <a:lnTo>
                    <a:pt x="9164" y="6019"/>
                  </a:lnTo>
                  <a:lnTo>
                    <a:pt x="8220" y="7232"/>
                  </a:lnTo>
                  <a:lnTo>
                    <a:pt x="7412" y="8490"/>
                  </a:lnTo>
                  <a:lnTo>
                    <a:pt x="7322" y="8490"/>
                  </a:lnTo>
                  <a:lnTo>
                    <a:pt x="7232" y="8669"/>
                  </a:lnTo>
                  <a:lnTo>
                    <a:pt x="7322" y="8445"/>
                  </a:lnTo>
                  <a:lnTo>
                    <a:pt x="8176" y="7142"/>
                  </a:lnTo>
                  <a:lnTo>
                    <a:pt x="9074" y="5929"/>
                  </a:lnTo>
                  <a:lnTo>
                    <a:pt x="10107" y="4762"/>
                  </a:lnTo>
                  <a:lnTo>
                    <a:pt x="11185" y="3684"/>
                  </a:lnTo>
                  <a:close/>
                  <a:moveTo>
                    <a:pt x="5570" y="7277"/>
                  </a:moveTo>
                  <a:lnTo>
                    <a:pt x="5570" y="7322"/>
                  </a:lnTo>
                  <a:lnTo>
                    <a:pt x="3998" y="10556"/>
                  </a:lnTo>
                  <a:lnTo>
                    <a:pt x="3953" y="10601"/>
                  </a:lnTo>
                  <a:lnTo>
                    <a:pt x="3864" y="10780"/>
                  </a:lnTo>
                  <a:lnTo>
                    <a:pt x="3909" y="10556"/>
                  </a:lnTo>
                  <a:lnTo>
                    <a:pt x="5481" y="7277"/>
                  </a:lnTo>
                  <a:close/>
                  <a:moveTo>
                    <a:pt x="12532" y="1"/>
                  </a:moveTo>
                  <a:lnTo>
                    <a:pt x="11724" y="90"/>
                  </a:lnTo>
                  <a:lnTo>
                    <a:pt x="10915" y="315"/>
                  </a:lnTo>
                  <a:lnTo>
                    <a:pt x="10556" y="450"/>
                  </a:lnTo>
                  <a:lnTo>
                    <a:pt x="10152" y="584"/>
                  </a:lnTo>
                  <a:lnTo>
                    <a:pt x="9792" y="764"/>
                  </a:lnTo>
                  <a:lnTo>
                    <a:pt x="9433" y="989"/>
                  </a:lnTo>
                  <a:lnTo>
                    <a:pt x="9074" y="1258"/>
                  </a:lnTo>
                  <a:lnTo>
                    <a:pt x="8714" y="1528"/>
                  </a:lnTo>
                  <a:lnTo>
                    <a:pt x="8400" y="1842"/>
                  </a:lnTo>
                  <a:lnTo>
                    <a:pt x="8086" y="2201"/>
                  </a:lnTo>
                  <a:lnTo>
                    <a:pt x="7996" y="2291"/>
                  </a:lnTo>
                  <a:lnTo>
                    <a:pt x="7861" y="2336"/>
                  </a:lnTo>
                  <a:lnTo>
                    <a:pt x="7187" y="2471"/>
                  </a:lnTo>
                  <a:lnTo>
                    <a:pt x="6514" y="2651"/>
                  </a:lnTo>
                  <a:lnTo>
                    <a:pt x="5705" y="2965"/>
                  </a:lnTo>
                  <a:lnTo>
                    <a:pt x="5256" y="3190"/>
                  </a:lnTo>
                  <a:lnTo>
                    <a:pt x="4762" y="3414"/>
                  </a:lnTo>
                  <a:lnTo>
                    <a:pt x="4268" y="3729"/>
                  </a:lnTo>
                  <a:lnTo>
                    <a:pt x="3819" y="4043"/>
                  </a:lnTo>
                  <a:lnTo>
                    <a:pt x="3325" y="4402"/>
                  </a:lnTo>
                  <a:lnTo>
                    <a:pt x="2831" y="4851"/>
                  </a:lnTo>
                  <a:lnTo>
                    <a:pt x="2381" y="5301"/>
                  </a:lnTo>
                  <a:lnTo>
                    <a:pt x="1932" y="5840"/>
                  </a:lnTo>
                  <a:lnTo>
                    <a:pt x="1663" y="6244"/>
                  </a:lnTo>
                  <a:lnTo>
                    <a:pt x="1348" y="6693"/>
                  </a:lnTo>
                  <a:lnTo>
                    <a:pt x="1124" y="7142"/>
                  </a:lnTo>
                  <a:lnTo>
                    <a:pt x="899" y="7591"/>
                  </a:lnTo>
                  <a:lnTo>
                    <a:pt x="720" y="8085"/>
                  </a:lnTo>
                  <a:lnTo>
                    <a:pt x="540" y="8579"/>
                  </a:lnTo>
                  <a:lnTo>
                    <a:pt x="405" y="9118"/>
                  </a:lnTo>
                  <a:lnTo>
                    <a:pt x="270" y="9657"/>
                  </a:lnTo>
                  <a:lnTo>
                    <a:pt x="181" y="10196"/>
                  </a:lnTo>
                  <a:lnTo>
                    <a:pt x="91" y="10780"/>
                  </a:lnTo>
                  <a:lnTo>
                    <a:pt x="1" y="11948"/>
                  </a:lnTo>
                  <a:lnTo>
                    <a:pt x="46" y="13206"/>
                  </a:lnTo>
                  <a:lnTo>
                    <a:pt x="181" y="14508"/>
                  </a:lnTo>
                  <a:lnTo>
                    <a:pt x="226" y="14823"/>
                  </a:lnTo>
                  <a:lnTo>
                    <a:pt x="450" y="14688"/>
                  </a:lnTo>
                  <a:lnTo>
                    <a:pt x="2247" y="13700"/>
                  </a:lnTo>
                  <a:lnTo>
                    <a:pt x="4043" y="12712"/>
                  </a:lnTo>
                  <a:lnTo>
                    <a:pt x="5885" y="11813"/>
                  </a:lnTo>
                  <a:lnTo>
                    <a:pt x="7681" y="10870"/>
                  </a:lnTo>
                  <a:lnTo>
                    <a:pt x="9523" y="10017"/>
                  </a:lnTo>
                  <a:lnTo>
                    <a:pt x="11364" y="9163"/>
                  </a:lnTo>
                  <a:lnTo>
                    <a:pt x="13251" y="8355"/>
                  </a:lnTo>
                  <a:lnTo>
                    <a:pt x="15137" y="7546"/>
                  </a:lnTo>
                  <a:lnTo>
                    <a:pt x="17024" y="6828"/>
                  </a:lnTo>
                  <a:lnTo>
                    <a:pt x="18910" y="6064"/>
                  </a:lnTo>
                  <a:lnTo>
                    <a:pt x="20842" y="5390"/>
                  </a:lnTo>
                  <a:lnTo>
                    <a:pt x="22773" y="4717"/>
                  </a:lnTo>
                  <a:lnTo>
                    <a:pt x="24704" y="4088"/>
                  </a:lnTo>
                  <a:lnTo>
                    <a:pt x="26636" y="3459"/>
                  </a:lnTo>
                  <a:lnTo>
                    <a:pt x="28612" y="2875"/>
                  </a:lnTo>
                  <a:lnTo>
                    <a:pt x="30588" y="2336"/>
                  </a:lnTo>
                  <a:lnTo>
                    <a:pt x="31217" y="2157"/>
                  </a:lnTo>
                  <a:lnTo>
                    <a:pt x="30588" y="1977"/>
                  </a:lnTo>
                  <a:lnTo>
                    <a:pt x="29555" y="1618"/>
                  </a:lnTo>
                  <a:lnTo>
                    <a:pt x="28253" y="1258"/>
                  </a:lnTo>
                  <a:lnTo>
                    <a:pt x="26770" y="854"/>
                  </a:lnTo>
                  <a:lnTo>
                    <a:pt x="25962" y="719"/>
                  </a:lnTo>
                  <a:lnTo>
                    <a:pt x="25109" y="584"/>
                  </a:lnTo>
                  <a:lnTo>
                    <a:pt x="24210" y="450"/>
                  </a:lnTo>
                  <a:lnTo>
                    <a:pt x="23357" y="360"/>
                  </a:lnTo>
                  <a:lnTo>
                    <a:pt x="22459" y="315"/>
                  </a:lnTo>
                  <a:lnTo>
                    <a:pt x="21515" y="315"/>
                  </a:lnTo>
                  <a:lnTo>
                    <a:pt x="20662" y="405"/>
                  </a:lnTo>
                  <a:lnTo>
                    <a:pt x="19764" y="495"/>
                  </a:lnTo>
                  <a:lnTo>
                    <a:pt x="18910" y="674"/>
                  </a:lnTo>
                  <a:lnTo>
                    <a:pt x="18057" y="944"/>
                  </a:lnTo>
                  <a:lnTo>
                    <a:pt x="17832" y="944"/>
                  </a:lnTo>
                  <a:lnTo>
                    <a:pt x="17473" y="764"/>
                  </a:lnTo>
                  <a:lnTo>
                    <a:pt x="16664" y="495"/>
                  </a:lnTo>
                  <a:lnTo>
                    <a:pt x="16081" y="360"/>
                  </a:lnTo>
                  <a:lnTo>
                    <a:pt x="15497" y="225"/>
                  </a:lnTo>
                  <a:lnTo>
                    <a:pt x="14823" y="90"/>
                  </a:lnTo>
                  <a:lnTo>
                    <a:pt x="14059" y="1"/>
                  </a:lnTo>
                  <a:close/>
                </a:path>
              </a:pathLst>
            </a:custGeom>
            <a:solidFill>
              <a:srgbClr val="9AC45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62"/>
            <p:cNvSpPr/>
            <p:nvPr/>
          </p:nvSpPr>
          <p:spPr>
            <a:xfrm>
              <a:off x="6583500" y="3687300"/>
              <a:ext cx="769200" cy="441300"/>
            </a:xfrm>
            <a:custGeom>
              <a:rect b="b" l="l" r="r" t="t"/>
              <a:pathLst>
                <a:path extrusionOk="0" h="17652" w="30768">
                  <a:moveTo>
                    <a:pt x="24479" y="4716"/>
                  </a:moveTo>
                  <a:lnTo>
                    <a:pt x="24434" y="4806"/>
                  </a:lnTo>
                  <a:lnTo>
                    <a:pt x="22997" y="5121"/>
                  </a:lnTo>
                  <a:lnTo>
                    <a:pt x="23042" y="5300"/>
                  </a:lnTo>
                  <a:lnTo>
                    <a:pt x="22952" y="5076"/>
                  </a:lnTo>
                  <a:lnTo>
                    <a:pt x="22952" y="5031"/>
                  </a:lnTo>
                  <a:lnTo>
                    <a:pt x="24434" y="4716"/>
                  </a:lnTo>
                  <a:close/>
                  <a:moveTo>
                    <a:pt x="20347" y="6333"/>
                  </a:moveTo>
                  <a:lnTo>
                    <a:pt x="20437" y="6378"/>
                  </a:lnTo>
                  <a:lnTo>
                    <a:pt x="20392" y="6423"/>
                  </a:lnTo>
                  <a:lnTo>
                    <a:pt x="19179" y="6648"/>
                  </a:lnTo>
                  <a:lnTo>
                    <a:pt x="19179" y="6872"/>
                  </a:lnTo>
                  <a:lnTo>
                    <a:pt x="19089" y="6648"/>
                  </a:lnTo>
                  <a:lnTo>
                    <a:pt x="19089" y="6603"/>
                  </a:lnTo>
                  <a:lnTo>
                    <a:pt x="19134" y="6558"/>
                  </a:lnTo>
                  <a:lnTo>
                    <a:pt x="20347" y="6333"/>
                  </a:lnTo>
                  <a:close/>
                  <a:moveTo>
                    <a:pt x="17607" y="8534"/>
                  </a:moveTo>
                  <a:lnTo>
                    <a:pt x="17652" y="8579"/>
                  </a:lnTo>
                  <a:lnTo>
                    <a:pt x="17607" y="8579"/>
                  </a:lnTo>
                  <a:lnTo>
                    <a:pt x="17562" y="8624"/>
                  </a:lnTo>
                  <a:lnTo>
                    <a:pt x="16170" y="8669"/>
                  </a:lnTo>
                  <a:lnTo>
                    <a:pt x="16170" y="8893"/>
                  </a:lnTo>
                  <a:lnTo>
                    <a:pt x="16125" y="8624"/>
                  </a:lnTo>
                  <a:lnTo>
                    <a:pt x="16125" y="8579"/>
                  </a:lnTo>
                  <a:lnTo>
                    <a:pt x="16170" y="8579"/>
                  </a:lnTo>
                  <a:lnTo>
                    <a:pt x="17562" y="8534"/>
                  </a:lnTo>
                  <a:close/>
                  <a:moveTo>
                    <a:pt x="12442" y="10061"/>
                  </a:moveTo>
                  <a:lnTo>
                    <a:pt x="14912" y="10421"/>
                  </a:lnTo>
                  <a:lnTo>
                    <a:pt x="14957" y="10421"/>
                  </a:lnTo>
                  <a:lnTo>
                    <a:pt x="14957" y="10465"/>
                  </a:lnTo>
                  <a:lnTo>
                    <a:pt x="14912" y="10510"/>
                  </a:lnTo>
                  <a:lnTo>
                    <a:pt x="12442" y="10151"/>
                  </a:lnTo>
                  <a:lnTo>
                    <a:pt x="12397" y="10106"/>
                  </a:lnTo>
                  <a:lnTo>
                    <a:pt x="12442" y="10061"/>
                  </a:lnTo>
                  <a:close/>
                  <a:moveTo>
                    <a:pt x="7950" y="11903"/>
                  </a:moveTo>
                  <a:lnTo>
                    <a:pt x="8220" y="12172"/>
                  </a:lnTo>
                  <a:lnTo>
                    <a:pt x="8534" y="12352"/>
                  </a:lnTo>
                  <a:lnTo>
                    <a:pt x="8849" y="12532"/>
                  </a:lnTo>
                  <a:lnTo>
                    <a:pt x="9163" y="12711"/>
                  </a:lnTo>
                  <a:lnTo>
                    <a:pt x="9522" y="12801"/>
                  </a:lnTo>
                  <a:lnTo>
                    <a:pt x="9882" y="12891"/>
                  </a:lnTo>
                  <a:lnTo>
                    <a:pt x="10241" y="12936"/>
                  </a:lnTo>
                  <a:lnTo>
                    <a:pt x="10645" y="12936"/>
                  </a:lnTo>
                  <a:lnTo>
                    <a:pt x="10645" y="12981"/>
                  </a:lnTo>
                  <a:lnTo>
                    <a:pt x="10600" y="13026"/>
                  </a:lnTo>
                  <a:lnTo>
                    <a:pt x="10196" y="13026"/>
                  </a:lnTo>
                  <a:lnTo>
                    <a:pt x="9837" y="12981"/>
                  </a:lnTo>
                  <a:lnTo>
                    <a:pt x="9477" y="12891"/>
                  </a:lnTo>
                  <a:lnTo>
                    <a:pt x="9118" y="12801"/>
                  </a:lnTo>
                  <a:lnTo>
                    <a:pt x="8804" y="12621"/>
                  </a:lnTo>
                  <a:lnTo>
                    <a:pt x="8489" y="12442"/>
                  </a:lnTo>
                  <a:lnTo>
                    <a:pt x="8175" y="12262"/>
                  </a:lnTo>
                  <a:lnTo>
                    <a:pt x="7905" y="11993"/>
                  </a:lnTo>
                  <a:lnTo>
                    <a:pt x="7771" y="12127"/>
                  </a:lnTo>
                  <a:lnTo>
                    <a:pt x="7905" y="11903"/>
                  </a:lnTo>
                  <a:close/>
                  <a:moveTo>
                    <a:pt x="4088" y="12846"/>
                  </a:moveTo>
                  <a:lnTo>
                    <a:pt x="4851" y="13385"/>
                  </a:lnTo>
                  <a:lnTo>
                    <a:pt x="5615" y="13834"/>
                  </a:lnTo>
                  <a:lnTo>
                    <a:pt x="6423" y="14238"/>
                  </a:lnTo>
                  <a:lnTo>
                    <a:pt x="7277" y="14553"/>
                  </a:lnTo>
                  <a:lnTo>
                    <a:pt x="8130" y="14777"/>
                  </a:lnTo>
                  <a:lnTo>
                    <a:pt x="9028" y="14957"/>
                  </a:lnTo>
                  <a:lnTo>
                    <a:pt x="9882" y="15047"/>
                  </a:lnTo>
                  <a:lnTo>
                    <a:pt x="10780" y="15047"/>
                  </a:lnTo>
                  <a:lnTo>
                    <a:pt x="10825" y="15092"/>
                  </a:lnTo>
                  <a:lnTo>
                    <a:pt x="10780" y="15137"/>
                  </a:lnTo>
                  <a:lnTo>
                    <a:pt x="9882" y="15137"/>
                  </a:lnTo>
                  <a:lnTo>
                    <a:pt x="8983" y="15047"/>
                  </a:lnTo>
                  <a:lnTo>
                    <a:pt x="8085" y="14867"/>
                  </a:lnTo>
                  <a:lnTo>
                    <a:pt x="7232" y="14643"/>
                  </a:lnTo>
                  <a:lnTo>
                    <a:pt x="6378" y="14328"/>
                  </a:lnTo>
                  <a:lnTo>
                    <a:pt x="5570" y="13924"/>
                  </a:lnTo>
                  <a:lnTo>
                    <a:pt x="4761" y="13475"/>
                  </a:lnTo>
                  <a:lnTo>
                    <a:pt x="4043" y="12936"/>
                  </a:lnTo>
                  <a:lnTo>
                    <a:pt x="4043" y="12846"/>
                  </a:lnTo>
                  <a:close/>
                  <a:moveTo>
                    <a:pt x="30767" y="0"/>
                  </a:moveTo>
                  <a:lnTo>
                    <a:pt x="30318" y="135"/>
                  </a:lnTo>
                  <a:lnTo>
                    <a:pt x="28387" y="674"/>
                  </a:lnTo>
                  <a:lnTo>
                    <a:pt x="26410" y="1258"/>
                  </a:lnTo>
                  <a:lnTo>
                    <a:pt x="24479" y="1887"/>
                  </a:lnTo>
                  <a:lnTo>
                    <a:pt x="22548" y="2516"/>
                  </a:lnTo>
                  <a:lnTo>
                    <a:pt x="20616" y="3189"/>
                  </a:lnTo>
                  <a:lnTo>
                    <a:pt x="18685" y="3863"/>
                  </a:lnTo>
                  <a:lnTo>
                    <a:pt x="16799" y="4582"/>
                  </a:lnTo>
                  <a:lnTo>
                    <a:pt x="14867" y="5345"/>
                  </a:lnTo>
                  <a:lnTo>
                    <a:pt x="12981" y="6154"/>
                  </a:lnTo>
                  <a:lnTo>
                    <a:pt x="11139" y="6962"/>
                  </a:lnTo>
                  <a:lnTo>
                    <a:pt x="9298" y="7815"/>
                  </a:lnTo>
                  <a:lnTo>
                    <a:pt x="7456" y="8669"/>
                  </a:lnTo>
                  <a:lnTo>
                    <a:pt x="5615" y="9567"/>
                  </a:lnTo>
                  <a:lnTo>
                    <a:pt x="3773" y="10510"/>
                  </a:lnTo>
                  <a:lnTo>
                    <a:pt x="1977" y="11499"/>
                  </a:lnTo>
                  <a:lnTo>
                    <a:pt x="225" y="12487"/>
                  </a:lnTo>
                  <a:lnTo>
                    <a:pt x="0" y="12576"/>
                  </a:lnTo>
                  <a:lnTo>
                    <a:pt x="135" y="12756"/>
                  </a:lnTo>
                  <a:lnTo>
                    <a:pt x="944" y="13789"/>
                  </a:lnTo>
                  <a:lnTo>
                    <a:pt x="1797" y="14643"/>
                  </a:lnTo>
                  <a:lnTo>
                    <a:pt x="2650" y="15406"/>
                  </a:lnTo>
                  <a:lnTo>
                    <a:pt x="3549" y="16080"/>
                  </a:lnTo>
                  <a:lnTo>
                    <a:pt x="3998" y="16349"/>
                  </a:lnTo>
                  <a:lnTo>
                    <a:pt x="4447" y="16619"/>
                  </a:lnTo>
                  <a:lnTo>
                    <a:pt x="4941" y="16843"/>
                  </a:lnTo>
                  <a:lnTo>
                    <a:pt x="5390" y="17068"/>
                  </a:lnTo>
                  <a:lnTo>
                    <a:pt x="5884" y="17248"/>
                  </a:lnTo>
                  <a:lnTo>
                    <a:pt x="6333" y="17382"/>
                  </a:lnTo>
                  <a:lnTo>
                    <a:pt x="6827" y="17472"/>
                  </a:lnTo>
                  <a:lnTo>
                    <a:pt x="7322" y="17562"/>
                  </a:lnTo>
                  <a:lnTo>
                    <a:pt x="8040" y="17652"/>
                  </a:lnTo>
                  <a:lnTo>
                    <a:pt x="9343" y="17652"/>
                  </a:lnTo>
                  <a:lnTo>
                    <a:pt x="9972" y="17562"/>
                  </a:lnTo>
                  <a:lnTo>
                    <a:pt x="10555" y="17472"/>
                  </a:lnTo>
                  <a:lnTo>
                    <a:pt x="11094" y="17337"/>
                  </a:lnTo>
                  <a:lnTo>
                    <a:pt x="11588" y="17158"/>
                  </a:lnTo>
                  <a:lnTo>
                    <a:pt x="12083" y="16978"/>
                  </a:lnTo>
                  <a:lnTo>
                    <a:pt x="12891" y="16619"/>
                  </a:lnTo>
                  <a:lnTo>
                    <a:pt x="13520" y="16304"/>
                  </a:lnTo>
                  <a:lnTo>
                    <a:pt x="14014" y="15945"/>
                  </a:lnTo>
                  <a:lnTo>
                    <a:pt x="14149" y="15900"/>
                  </a:lnTo>
                  <a:lnTo>
                    <a:pt x="14238" y="15900"/>
                  </a:lnTo>
                  <a:lnTo>
                    <a:pt x="14733" y="15945"/>
                  </a:lnTo>
                  <a:lnTo>
                    <a:pt x="15182" y="15945"/>
                  </a:lnTo>
                  <a:lnTo>
                    <a:pt x="15631" y="15900"/>
                  </a:lnTo>
                  <a:lnTo>
                    <a:pt x="16035" y="15855"/>
                  </a:lnTo>
                  <a:lnTo>
                    <a:pt x="16484" y="15721"/>
                  </a:lnTo>
                  <a:lnTo>
                    <a:pt x="16888" y="15631"/>
                  </a:lnTo>
                  <a:lnTo>
                    <a:pt x="17248" y="15451"/>
                  </a:lnTo>
                  <a:lnTo>
                    <a:pt x="17607" y="15271"/>
                  </a:lnTo>
                  <a:lnTo>
                    <a:pt x="18326" y="14867"/>
                  </a:lnTo>
                  <a:lnTo>
                    <a:pt x="18955" y="14373"/>
                  </a:lnTo>
                  <a:lnTo>
                    <a:pt x="19538" y="13879"/>
                  </a:lnTo>
                  <a:lnTo>
                    <a:pt x="20077" y="13295"/>
                  </a:lnTo>
                  <a:lnTo>
                    <a:pt x="20527" y="12756"/>
                  </a:lnTo>
                  <a:lnTo>
                    <a:pt x="20931" y="12172"/>
                  </a:lnTo>
                  <a:lnTo>
                    <a:pt x="21290" y="11633"/>
                  </a:lnTo>
                  <a:lnTo>
                    <a:pt x="21560" y="11139"/>
                  </a:lnTo>
                  <a:lnTo>
                    <a:pt x="21964" y="10376"/>
                  </a:lnTo>
                  <a:lnTo>
                    <a:pt x="22144" y="10016"/>
                  </a:lnTo>
                  <a:lnTo>
                    <a:pt x="22188" y="9926"/>
                  </a:lnTo>
                  <a:lnTo>
                    <a:pt x="22278" y="9882"/>
                  </a:lnTo>
                  <a:lnTo>
                    <a:pt x="23042" y="9477"/>
                  </a:lnTo>
                  <a:lnTo>
                    <a:pt x="23805" y="8983"/>
                  </a:lnTo>
                  <a:lnTo>
                    <a:pt x="24524" y="8444"/>
                  </a:lnTo>
                  <a:lnTo>
                    <a:pt x="25198" y="7860"/>
                  </a:lnTo>
                  <a:lnTo>
                    <a:pt x="25871" y="7277"/>
                  </a:lnTo>
                  <a:lnTo>
                    <a:pt x="26455" y="6603"/>
                  </a:lnTo>
                  <a:lnTo>
                    <a:pt x="27039" y="5929"/>
                  </a:lnTo>
                  <a:lnTo>
                    <a:pt x="27623" y="5255"/>
                  </a:lnTo>
                  <a:lnTo>
                    <a:pt x="28117" y="4537"/>
                  </a:lnTo>
                  <a:lnTo>
                    <a:pt x="28566" y="3863"/>
                  </a:lnTo>
                  <a:lnTo>
                    <a:pt x="29420" y="2560"/>
                  </a:lnTo>
                  <a:lnTo>
                    <a:pt x="30093" y="1393"/>
                  </a:lnTo>
                  <a:lnTo>
                    <a:pt x="30588" y="404"/>
                  </a:lnTo>
                  <a:lnTo>
                    <a:pt x="30767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62"/>
            <p:cNvSpPr/>
            <p:nvPr/>
          </p:nvSpPr>
          <p:spPr>
            <a:xfrm>
              <a:off x="6550925" y="3604200"/>
              <a:ext cx="830950" cy="414375"/>
            </a:xfrm>
            <a:custGeom>
              <a:rect b="b" l="l" r="r" t="t"/>
              <a:pathLst>
                <a:path extrusionOk="0" h="16575" w="33238">
                  <a:moveTo>
                    <a:pt x="13745" y="1"/>
                  </a:moveTo>
                  <a:lnTo>
                    <a:pt x="12936" y="90"/>
                  </a:lnTo>
                  <a:lnTo>
                    <a:pt x="12173" y="225"/>
                  </a:lnTo>
                  <a:lnTo>
                    <a:pt x="11364" y="450"/>
                  </a:lnTo>
                  <a:lnTo>
                    <a:pt x="10601" y="764"/>
                  </a:lnTo>
                  <a:lnTo>
                    <a:pt x="10241" y="989"/>
                  </a:lnTo>
                  <a:lnTo>
                    <a:pt x="9837" y="1213"/>
                  </a:lnTo>
                  <a:lnTo>
                    <a:pt x="9478" y="1438"/>
                  </a:lnTo>
                  <a:lnTo>
                    <a:pt x="9119" y="1752"/>
                  </a:lnTo>
                  <a:lnTo>
                    <a:pt x="8804" y="2067"/>
                  </a:lnTo>
                  <a:lnTo>
                    <a:pt x="8490" y="2426"/>
                  </a:lnTo>
                  <a:lnTo>
                    <a:pt x="7996" y="2516"/>
                  </a:lnTo>
                  <a:lnTo>
                    <a:pt x="7367" y="2695"/>
                  </a:lnTo>
                  <a:lnTo>
                    <a:pt x="6648" y="2965"/>
                  </a:lnTo>
                  <a:lnTo>
                    <a:pt x="5750" y="3324"/>
                  </a:lnTo>
                  <a:lnTo>
                    <a:pt x="4852" y="3818"/>
                  </a:lnTo>
                  <a:lnTo>
                    <a:pt x="4403" y="4133"/>
                  </a:lnTo>
                  <a:lnTo>
                    <a:pt x="3908" y="4447"/>
                  </a:lnTo>
                  <a:lnTo>
                    <a:pt x="3459" y="4851"/>
                  </a:lnTo>
                  <a:lnTo>
                    <a:pt x="3010" y="5256"/>
                  </a:lnTo>
                  <a:lnTo>
                    <a:pt x="2561" y="5750"/>
                  </a:lnTo>
                  <a:lnTo>
                    <a:pt x="2157" y="6244"/>
                  </a:lnTo>
                  <a:lnTo>
                    <a:pt x="1797" y="6738"/>
                  </a:lnTo>
                  <a:lnTo>
                    <a:pt x="1483" y="7187"/>
                  </a:lnTo>
                  <a:lnTo>
                    <a:pt x="1214" y="7726"/>
                  </a:lnTo>
                  <a:lnTo>
                    <a:pt x="989" y="8220"/>
                  </a:lnTo>
                  <a:lnTo>
                    <a:pt x="764" y="8804"/>
                  </a:lnTo>
                  <a:lnTo>
                    <a:pt x="540" y="9343"/>
                  </a:lnTo>
                  <a:lnTo>
                    <a:pt x="405" y="9927"/>
                  </a:lnTo>
                  <a:lnTo>
                    <a:pt x="270" y="10511"/>
                  </a:lnTo>
                  <a:lnTo>
                    <a:pt x="136" y="11139"/>
                  </a:lnTo>
                  <a:lnTo>
                    <a:pt x="91" y="11768"/>
                  </a:lnTo>
                  <a:lnTo>
                    <a:pt x="1" y="12442"/>
                  </a:lnTo>
                  <a:lnTo>
                    <a:pt x="1" y="13116"/>
                  </a:lnTo>
                  <a:lnTo>
                    <a:pt x="1" y="13789"/>
                  </a:lnTo>
                  <a:lnTo>
                    <a:pt x="46" y="14508"/>
                  </a:lnTo>
                  <a:lnTo>
                    <a:pt x="180" y="15945"/>
                  </a:lnTo>
                  <a:lnTo>
                    <a:pt x="270" y="16215"/>
                  </a:lnTo>
                  <a:lnTo>
                    <a:pt x="450" y="16395"/>
                  </a:lnTo>
                  <a:lnTo>
                    <a:pt x="630" y="16529"/>
                  </a:lnTo>
                  <a:lnTo>
                    <a:pt x="899" y="16574"/>
                  </a:lnTo>
                  <a:lnTo>
                    <a:pt x="989" y="16529"/>
                  </a:lnTo>
                  <a:lnTo>
                    <a:pt x="1124" y="16529"/>
                  </a:lnTo>
                  <a:lnTo>
                    <a:pt x="1258" y="16439"/>
                  </a:lnTo>
                  <a:lnTo>
                    <a:pt x="1438" y="16260"/>
                  </a:lnTo>
                  <a:lnTo>
                    <a:pt x="1573" y="16035"/>
                  </a:lnTo>
                  <a:lnTo>
                    <a:pt x="1573" y="15900"/>
                  </a:lnTo>
                  <a:lnTo>
                    <a:pt x="1573" y="15766"/>
                  </a:lnTo>
                  <a:lnTo>
                    <a:pt x="1438" y="14463"/>
                  </a:lnTo>
                  <a:lnTo>
                    <a:pt x="1393" y="13206"/>
                  </a:lnTo>
                  <a:lnTo>
                    <a:pt x="1438" y="11993"/>
                  </a:lnTo>
                  <a:lnTo>
                    <a:pt x="1483" y="11454"/>
                  </a:lnTo>
                  <a:lnTo>
                    <a:pt x="1618" y="10870"/>
                  </a:lnTo>
                  <a:lnTo>
                    <a:pt x="1708" y="10331"/>
                  </a:lnTo>
                  <a:lnTo>
                    <a:pt x="1842" y="9837"/>
                  </a:lnTo>
                  <a:lnTo>
                    <a:pt x="2022" y="9343"/>
                  </a:lnTo>
                  <a:lnTo>
                    <a:pt x="2202" y="8849"/>
                  </a:lnTo>
                  <a:lnTo>
                    <a:pt x="2426" y="8400"/>
                  </a:lnTo>
                  <a:lnTo>
                    <a:pt x="2651" y="7951"/>
                  </a:lnTo>
                  <a:lnTo>
                    <a:pt x="2920" y="7501"/>
                  </a:lnTo>
                  <a:lnTo>
                    <a:pt x="3235" y="7097"/>
                  </a:lnTo>
                  <a:lnTo>
                    <a:pt x="3639" y="6603"/>
                  </a:lnTo>
                  <a:lnTo>
                    <a:pt x="4088" y="6154"/>
                  </a:lnTo>
                  <a:lnTo>
                    <a:pt x="4582" y="5705"/>
                  </a:lnTo>
                  <a:lnTo>
                    <a:pt x="5031" y="5345"/>
                  </a:lnTo>
                  <a:lnTo>
                    <a:pt x="5525" y="5031"/>
                  </a:lnTo>
                  <a:lnTo>
                    <a:pt x="5975" y="4762"/>
                  </a:lnTo>
                  <a:lnTo>
                    <a:pt x="6873" y="4357"/>
                  </a:lnTo>
                  <a:lnTo>
                    <a:pt x="7681" y="4043"/>
                  </a:lnTo>
                  <a:lnTo>
                    <a:pt x="8310" y="3863"/>
                  </a:lnTo>
                  <a:lnTo>
                    <a:pt x="8939" y="3728"/>
                  </a:lnTo>
                  <a:lnTo>
                    <a:pt x="9164" y="3639"/>
                  </a:lnTo>
                  <a:lnTo>
                    <a:pt x="9388" y="3504"/>
                  </a:lnTo>
                  <a:lnTo>
                    <a:pt x="9658" y="3145"/>
                  </a:lnTo>
                  <a:lnTo>
                    <a:pt x="9972" y="2830"/>
                  </a:lnTo>
                  <a:lnTo>
                    <a:pt x="10331" y="2561"/>
                  </a:lnTo>
                  <a:lnTo>
                    <a:pt x="10646" y="2336"/>
                  </a:lnTo>
                  <a:lnTo>
                    <a:pt x="11005" y="2112"/>
                  </a:lnTo>
                  <a:lnTo>
                    <a:pt x="11364" y="1932"/>
                  </a:lnTo>
                  <a:lnTo>
                    <a:pt x="11724" y="1797"/>
                  </a:lnTo>
                  <a:lnTo>
                    <a:pt x="12128" y="1662"/>
                  </a:lnTo>
                  <a:lnTo>
                    <a:pt x="12891" y="1528"/>
                  </a:lnTo>
                  <a:lnTo>
                    <a:pt x="13655" y="1438"/>
                  </a:lnTo>
                  <a:lnTo>
                    <a:pt x="14419" y="1393"/>
                  </a:lnTo>
                  <a:lnTo>
                    <a:pt x="15137" y="1438"/>
                  </a:lnTo>
                  <a:lnTo>
                    <a:pt x="15856" y="1528"/>
                  </a:lnTo>
                  <a:lnTo>
                    <a:pt x="16530" y="1662"/>
                  </a:lnTo>
                  <a:lnTo>
                    <a:pt x="17113" y="1797"/>
                  </a:lnTo>
                  <a:lnTo>
                    <a:pt x="17608" y="1932"/>
                  </a:lnTo>
                  <a:lnTo>
                    <a:pt x="18371" y="2201"/>
                  </a:lnTo>
                  <a:lnTo>
                    <a:pt x="18641" y="2336"/>
                  </a:lnTo>
                  <a:lnTo>
                    <a:pt x="18910" y="2381"/>
                  </a:lnTo>
                  <a:lnTo>
                    <a:pt x="19180" y="2336"/>
                  </a:lnTo>
                  <a:lnTo>
                    <a:pt x="19674" y="2156"/>
                  </a:lnTo>
                  <a:lnTo>
                    <a:pt x="20213" y="2022"/>
                  </a:lnTo>
                  <a:lnTo>
                    <a:pt x="21246" y="1842"/>
                  </a:lnTo>
                  <a:lnTo>
                    <a:pt x="22369" y="1752"/>
                  </a:lnTo>
                  <a:lnTo>
                    <a:pt x="23447" y="1752"/>
                  </a:lnTo>
                  <a:lnTo>
                    <a:pt x="24569" y="1797"/>
                  </a:lnTo>
                  <a:lnTo>
                    <a:pt x="25647" y="1932"/>
                  </a:lnTo>
                  <a:lnTo>
                    <a:pt x="26680" y="2112"/>
                  </a:lnTo>
                  <a:lnTo>
                    <a:pt x="27713" y="2291"/>
                  </a:lnTo>
                  <a:lnTo>
                    <a:pt x="28657" y="2516"/>
                  </a:lnTo>
                  <a:lnTo>
                    <a:pt x="29510" y="2740"/>
                  </a:lnTo>
                  <a:lnTo>
                    <a:pt x="30947" y="3190"/>
                  </a:lnTo>
                  <a:lnTo>
                    <a:pt x="31935" y="3504"/>
                  </a:lnTo>
                  <a:lnTo>
                    <a:pt x="32295" y="3684"/>
                  </a:lnTo>
                  <a:lnTo>
                    <a:pt x="32430" y="3728"/>
                  </a:lnTo>
                  <a:lnTo>
                    <a:pt x="32564" y="3728"/>
                  </a:lnTo>
                  <a:lnTo>
                    <a:pt x="32789" y="3684"/>
                  </a:lnTo>
                  <a:lnTo>
                    <a:pt x="33013" y="3504"/>
                  </a:lnTo>
                  <a:lnTo>
                    <a:pt x="33103" y="3414"/>
                  </a:lnTo>
                  <a:lnTo>
                    <a:pt x="33193" y="3279"/>
                  </a:lnTo>
                  <a:lnTo>
                    <a:pt x="33238" y="3145"/>
                  </a:lnTo>
                  <a:lnTo>
                    <a:pt x="33238" y="3010"/>
                  </a:lnTo>
                  <a:lnTo>
                    <a:pt x="33193" y="2785"/>
                  </a:lnTo>
                  <a:lnTo>
                    <a:pt x="33058" y="2561"/>
                  </a:lnTo>
                  <a:lnTo>
                    <a:pt x="32924" y="2471"/>
                  </a:lnTo>
                  <a:lnTo>
                    <a:pt x="32834" y="2381"/>
                  </a:lnTo>
                  <a:lnTo>
                    <a:pt x="32385" y="2201"/>
                  </a:lnTo>
                  <a:lnTo>
                    <a:pt x="31307" y="1842"/>
                  </a:lnTo>
                  <a:lnTo>
                    <a:pt x="29824" y="1393"/>
                  </a:lnTo>
                  <a:lnTo>
                    <a:pt x="28926" y="1123"/>
                  </a:lnTo>
                  <a:lnTo>
                    <a:pt x="27938" y="899"/>
                  </a:lnTo>
                  <a:lnTo>
                    <a:pt x="26905" y="719"/>
                  </a:lnTo>
                  <a:lnTo>
                    <a:pt x="25827" y="540"/>
                  </a:lnTo>
                  <a:lnTo>
                    <a:pt x="24704" y="450"/>
                  </a:lnTo>
                  <a:lnTo>
                    <a:pt x="23536" y="360"/>
                  </a:lnTo>
                  <a:lnTo>
                    <a:pt x="22369" y="360"/>
                  </a:lnTo>
                  <a:lnTo>
                    <a:pt x="21201" y="450"/>
                  </a:lnTo>
                  <a:lnTo>
                    <a:pt x="20078" y="674"/>
                  </a:lnTo>
                  <a:lnTo>
                    <a:pt x="19494" y="764"/>
                  </a:lnTo>
                  <a:lnTo>
                    <a:pt x="18955" y="944"/>
                  </a:lnTo>
                  <a:lnTo>
                    <a:pt x="18281" y="719"/>
                  </a:lnTo>
                  <a:lnTo>
                    <a:pt x="17248" y="405"/>
                  </a:lnTo>
                  <a:lnTo>
                    <a:pt x="16664" y="270"/>
                  </a:lnTo>
                  <a:lnTo>
                    <a:pt x="15991" y="135"/>
                  </a:lnTo>
                  <a:lnTo>
                    <a:pt x="15272" y="45"/>
                  </a:lnTo>
                  <a:lnTo>
                    <a:pt x="14508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62"/>
            <p:cNvSpPr/>
            <p:nvPr/>
          </p:nvSpPr>
          <p:spPr>
            <a:xfrm>
              <a:off x="6555425" y="3662600"/>
              <a:ext cx="826450" cy="491825"/>
            </a:xfrm>
            <a:custGeom>
              <a:rect b="b" l="l" r="r" t="t"/>
              <a:pathLst>
                <a:path extrusionOk="0" h="19673" w="33058">
                  <a:moveTo>
                    <a:pt x="32384" y="0"/>
                  </a:moveTo>
                  <a:lnTo>
                    <a:pt x="32115" y="45"/>
                  </a:lnTo>
                  <a:lnTo>
                    <a:pt x="31890" y="180"/>
                  </a:lnTo>
                  <a:lnTo>
                    <a:pt x="31800" y="315"/>
                  </a:lnTo>
                  <a:lnTo>
                    <a:pt x="31711" y="404"/>
                  </a:lnTo>
                  <a:lnTo>
                    <a:pt x="31576" y="764"/>
                  </a:lnTo>
                  <a:lnTo>
                    <a:pt x="31127" y="1707"/>
                  </a:lnTo>
                  <a:lnTo>
                    <a:pt x="30408" y="3009"/>
                  </a:lnTo>
                  <a:lnTo>
                    <a:pt x="29914" y="3773"/>
                  </a:lnTo>
                  <a:lnTo>
                    <a:pt x="29420" y="4581"/>
                  </a:lnTo>
                  <a:lnTo>
                    <a:pt x="28836" y="5435"/>
                  </a:lnTo>
                  <a:lnTo>
                    <a:pt x="28162" y="6288"/>
                  </a:lnTo>
                  <a:lnTo>
                    <a:pt x="27489" y="7142"/>
                  </a:lnTo>
                  <a:lnTo>
                    <a:pt x="26725" y="7950"/>
                  </a:lnTo>
                  <a:lnTo>
                    <a:pt x="25917" y="8714"/>
                  </a:lnTo>
                  <a:lnTo>
                    <a:pt x="25063" y="9387"/>
                  </a:lnTo>
                  <a:lnTo>
                    <a:pt x="24210" y="10016"/>
                  </a:lnTo>
                  <a:lnTo>
                    <a:pt x="23716" y="10286"/>
                  </a:lnTo>
                  <a:lnTo>
                    <a:pt x="23267" y="10510"/>
                  </a:lnTo>
                  <a:lnTo>
                    <a:pt x="23042" y="10645"/>
                  </a:lnTo>
                  <a:lnTo>
                    <a:pt x="22907" y="10870"/>
                  </a:lnTo>
                  <a:lnTo>
                    <a:pt x="22772" y="11184"/>
                  </a:lnTo>
                  <a:lnTo>
                    <a:pt x="22413" y="11858"/>
                  </a:lnTo>
                  <a:lnTo>
                    <a:pt x="22144" y="12352"/>
                  </a:lnTo>
                  <a:lnTo>
                    <a:pt x="21829" y="12846"/>
                  </a:lnTo>
                  <a:lnTo>
                    <a:pt x="21425" y="13385"/>
                  </a:lnTo>
                  <a:lnTo>
                    <a:pt x="20976" y="13924"/>
                  </a:lnTo>
                  <a:lnTo>
                    <a:pt x="20482" y="14508"/>
                  </a:lnTo>
                  <a:lnTo>
                    <a:pt x="19943" y="15002"/>
                  </a:lnTo>
                  <a:lnTo>
                    <a:pt x="19314" y="15496"/>
                  </a:lnTo>
                  <a:lnTo>
                    <a:pt x="18640" y="15900"/>
                  </a:lnTo>
                  <a:lnTo>
                    <a:pt x="18281" y="16080"/>
                  </a:lnTo>
                  <a:lnTo>
                    <a:pt x="17922" y="16214"/>
                  </a:lnTo>
                  <a:lnTo>
                    <a:pt x="17562" y="16349"/>
                  </a:lnTo>
                  <a:lnTo>
                    <a:pt x="17158" y="16439"/>
                  </a:lnTo>
                  <a:lnTo>
                    <a:pt x="16754" y="16529"/>
                  </a:lnTo>
                  <a:lnTo>
                    <a:pt x="15856" y="16529"/>
                  </a:lnTo>
                  <a:lnTo>
                    <a:pt x="15406" y="16484"/>
                  </a:lnTo>
                  <a:lnTo>
                    <a:pt x="15137" y="16529"/>
                  </a:lnTo>
                  <a:lnTo>
                    <a:pt x="14912" y="16619"/>
                  </a:lnTo>
                  <a:lnTo>
                    <a:pt x="14418" y="16978"/>
                  </a:lnTo>
                  <a:lnTo>
                    <a:pt x="13834" y="17292"/>
                  </a:lnTo>
                  <a:lnTo>
                    <a:pt x="13071" y="17607"/>
                  </a:lnTo>
                  <a:lnTo>
                    <a:pt x="12622" y="17787"/>
                  </a:lnTo>
                  <a:lnTo>
                    <a:pt x="12128" y="17921"/>
                  </a:lnTo>
                  <a:lnTo>
                    <a:pt x="11589" y="18056"/>
                  </a:lnTo>
                  <a:lnTo>
                    <a:pt x="11005" y="18191"/>
                  </a:lnTo>
                  <a:lnTo>
                    <a:pt x="10421" y="18236"/>
                  </a:lnTo>
                  <a:lnTo>
                    <a:pt x="9792" y="18281"/>
                  </a:lnTo>
                  <a:lnTo>
                    <a:pt x="9163" y="18236"/>
                  </a:lnTo>
                  <a:lnTo>
                    <a:pt x="8489" y="18191"/>
                  </a:lnTo>
                  <a:lnTo>
                    <a:pt x="7995" y="18101"/>
                  </a:lnTo>
                  <a:lnTo>
                    <a:pt x="7501" y="17966"/>
                  </a:lnTo>
                  <a:lnTo>
                    <a:pt x="7052" y="17831"/>
                  </a:lnTo>
                  <a:lnTo>
                    <a:pt x="6558" y="17652"/>
                  </a:lnTo>
                  <a:lnTo>
                    <a:pt x="6064" y="17427"/>
                  </a:lnTo>
                  <a:lnTo>
                    <a:pt x="5615" y="17203"/>
                  </a:lnTo>
                  <a:lnTo>
                    <a:pt x="5166" y="16933"/>
                  </a:lnTo>
                  <a:lnTo>
                    <a:pt x="4717" y="16619"/>
                  </a:lnTo>
                  <a:lnTo>
                    <a:pt x="4223" y="16304"/>
                  </a:lnTo>
                  <a:lnTo>
                    <a:pt x="3818" y="15945"/>
                  </a:lnTo>
                  <a:lnTo>
                    <a:pt x="2920" y="15092"/>
                  </a:lnTo>
                  <a:lnTo>
                    <a:pt x="2067" y="14193"/>
                  </a:lnTo>
                  <a:lnTo>
                    <a:pt x="1258" y="13115"/>
                  </a:lnTo>
                  <a:lnTo>
                    <a:pt x="1168" y="13026"/>
                  </a:lnTo>
                  <a:lnTo>
                    <a:pt x="1078" y="12936"/>
                  </a:lnTo>
                  <a:lnTo>
                    <a:pt x="809" y="12846"/>
                  </a:lnTo>
                  <a:lnTo>
                    <a:pt x="539" y="12846"/>
                  </a:lnTo>
                  <a:lnTo>
                    <a:pt x="405" y="12891"/>
                  </a:lnTo>
                  <a:lnTo>
                    <a:pt x="315" y="12981"/>
                  </a:lnTo>
                  <a:lnTo>
                    <a:pt x="180" y="13070"/>
                  </a:lnTo>
                  <a:lnTo>
                    <a:pt x="135" y="13160"/>
                  </a:lnTo>
                  <a:lnTo>
                    <a:pt x="0" y="13430"/>
                  </a:lnTo>
                  <a:lnTo>
                    <a:pt x="45" y="13699"/>
                  </a:lnTo>
                  <a:lnTo>
                    <a:pt x="90" y="13834"/>
                  </a:lnTo>
                  <a:lnTo>
                    <a:pt x="135" y="13924"/>
                  </a:lnTo>
                  <a:lnTo>
                    <a:pt x="1034" y="15092"/>
                  </a:lnTo>
                  <a:lnTo>
                    <a:pt x="1528" y="15631"/>
                  </a:lnTo>
                  <a:lnTo>
                    <a:pt x="1977" y="16125"/>
                  </a:lnTo>
                  <a:lnTo>
                    <a:pt x="2471" y="16619"/>
                  </a:lnTo>
                  <a:lnTo>
                    <a:pt x="2965" y="17023"/>
                  </a:lnTo>
                  <a:lnTo>
                    <a:pt x="3459" y="17427"/>
                  </a:lnTo>
                  <a:lnTo>
                    <a:pt x="3998" y="17787"/>
                  </a:lnTo>
                  <a:lnTo>
                    <a:pt x="4492" y="18146"/>
                  </a:lnTo>
                  <a:lnTo>
                    <a:pt x="5031" y="18415"/>
                  </a:lnTo>
                  <a:lnTo>
                    <a:pt x="5525" y="18685"/>
                  </a:lnTo>
                  <a:lnTo>
                    <a:pt x="6064" y="18954"/>
                  </a:lnTo>
                  <a:lnTo>
                    <a:pt x="6603" y="19134"/>
                  </a:lnTo>
                  <a:lnTo>
                    <a:pt x="7187" y="19314"/>
                  </a:lnTo>
                  <a:lnTo>
                    <a:pt x="7726" y="19448"/>
                  </a:lnTo>
                  <a:lnTo>
                    <a:pt x="8310" y="19538"/>
                  </a:lnTo>
                  <a:lnTo>
                    <a:pt x="9028" y="19628"/>
                  </a:lnTo>
                  <a:lnTo>
                    <a:pt x="9747" y="19673"/>
                  </a:lnTo>
                  <a:lnTo>
                    <a:pt x="10241" y="19628"/>
                  </a:lnTo>
                  <a:lnTo>
                    <a:pt x="10780" y="19583"/>
                  </a:lnTo>
                  <a:lnTo>
                    <a:pt x="11768" y="19448"/>
                  </a:lnTo>
                  <a:lnTo>
                    <a:pt x="12667" y="19224"/>
                  </a:lnTo>
                  <a:lnTo>
                    <a:pt x="13430" y="18954"/>
                  </a:lnTo>
                  <a:lnTo>
                    <a:pt x="14149" y="18685"/>
                  </a:lnTo>
                  <a:lnTo>
                    <a:pt x="14733" y="18370"/>
                  </a:lnTo>
                  <a:lnTo>
                    <a:pt x="15182" y="18101"/>
                  </a:lnTo>
                  <a:lnTo>
                    <a:pt x="15541" y="17921"/>
                  </a:lnTo>
                  <a:lnTo>
                    <a:pt x="16484" y="17921"/>
                  </a:lnTo>
                  <a:lnTo>
                    <a:pt x="16933" y="17876"/>
                  </a:lnTo>
                  <a:lnTo>
                    <a:pt x="17383" y="17831"/>
                  </a:lnTo>
                  <a:lnTo>
                    <a:pt x="17787" y="17742"/>
                  </a:lnTo>
                  <a:lnTo>
                    <a:pt x="18191" y="17607"/>
                  </a:lnTo>
                  <a:lnTo>
                    <a:pt x="19000" y="17292"/>
                  </a:lnTo>
                  <a:lnTo>
                    <a:pt x="19718" y="16933"/>
                  </a:lnTo>
                  <a:lnTo>
                    <a:pt x="20347" y="16439"/>
                  </a:lnTo>
                  <a:lnTo>
                    <a:pt x="20976" y="15945"/>
                  </a:lnTo>
                  <a:lnTo>
                    <a:pt x="21515" y="15406"/>
                  </a:lnTo>
                  <a:lnTo>
                    <a:pt x="22054" y="14867"/>
                  </a:lnTo>
                  <a:lnTo>
                    <a:pt x="22503" y="14283"/>
                  </a:lnTo>
                  <a:lnTo>
                    <a:pt x="22862" y="13744"/>
                  </a:lnTo>
                  <a:lnTo>
                    <a:pt x="23222" y="13205"/>
                  </a:lnTo>
                  <a:lnTo>
                    <a:pt x="23761" y="12307"/>
                  </a:lnTo>
                  <a:lnTo>
                    <a:pt x="24075" y="11633"/>
                  </a:lnTo>
                  <a:lnTo>
                    <a:pt x="24569" y="11364"/>
                  </a:lnTo>
                  <a:lnTo>
                    <a:pt x="25063" y="11094"/>
                  </a:lnTo>
                  <a:lnTo>
                    <a:pt x="26006" y="10420"/>
                  </a:lnTo>
                  <a:lnTo>
                    <a:pt x="26905" y="9702"/>
                  </a:lnTo>
                  <a:lnTo>
                    <a:pt x="27758" y="8893"/>
                  </a:lnTo>
                  <a:lnTo>
                    <a:pt x="28522" y="8040"/>
                  </a:lnTo>
                  <a:lnTo>
                    <a:pt x="29285" y="7142"/>
                  </a:lnTo>
                  <a:lnTo>
                    <a:pt x="29914" y="6288"/>
                  </a:lnTo>
                  <a:lnTo>
                    <a:pt x="30543" y="5390"/>
                  </a:lnTo>
                  <a:lnTo>
                    <a:pt x="31082" y="4581"/>
                  </a:lnTo>
                  <a:lnTo>
                    <a:pt x="31576" y="3773"/>
                  </a:lnTo>
                  <a:lnTo>
                    <a:pt x="32339" y="2381"/>
                  </a:lnTo>
                  <a:lnTo>
                    <a:pt x="32789" y="1392"/>
                  </a:lnTo>
                  <a:lnTo>
                    <a:pt x="33013" y="943"/>
                  </a:lnTo>
                  <a:lnTo>
                    <a:pt x="33058" y="809"/>
                  </a:lnTo>
                  <a:lnTo>
                    <a:pt x="33058" y="674"/>
                  </a:lnTo>
                  <a:lnTo>
                    <a:pt x="33013" y="449"/>
                  </a:lnTo>
                  <a:lnTo>
                    <a:pt x="32878" y="225"/>
                  </a:lnTo>
                  <a:lnTo>
                    <a:pt x="32744" y="135"/>
                  </a:lnTo>
                  <a:lnTo>
                    <a:pt x="32654" y="45"/>
                  </a:lnTo>
                  <a:lnTo>
                    <a:pt x="3251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62"/>
            <p:cNvSpPr/>
            <p:nvPr/>
          </p:nvSpPr>
          <p:spPr>
            <a:xfrm>
              <a:off x="6565525" y="3676075"/>
              <a:ext cx="801775" cy="338000"/>
            </a:xfrm>
            <a:custGeom>
              <a:rect b="b" l="l" r="r" t="t"/>
              <a:pathLst>
                <a:path extrusionOk="0" h="13520" w="32071">
                  <a:moveTo>
                    <a:pt x="31621" y="0"/>
                  </a:moveTo>
                  <a:lnTo>
                    <a:pt x="29600" y="584"/>
                  </a:lnTo>
                  <a:lnTo>
                    <a:pt x="27534" y="1168"/>
                  </a:lnTo>
                  <a:lnTo>
                    <a:pt x="25513" y="1797"/>
                  </a:lnTo>
                  <a:lnTo>
                    <a:pt x="23491" y="2470"/>
                  </a:lnTo>
                  <a:lnTo>
                    <a:pt x="21470" y="3144"/>
                  </a:lnTo>
                  <a:lnTo>
                    <a:pt x="19449" y="3863"/>
                  </a:lnTo>
                  <a:lnTo>
                    <a:pt x="17473" y="4626"/>
                  </a:lnTo>
                  <a:lnTo>
                    <a:pt x="15496" y="5435"/>
                  </a:lnTo>
                  <a:lnTo>
                    <a:pt x="13520" y="6243"/>
                  </a:lnTo>
                  <a:lnTo>
                    <a:pt x="11589" y="7097"/>
                  </a:lnTo>
                  <a:lnTo>
                    <a:pt x="9613" y="7995"/>
                  </a:lnTo>
                  <a:lnTo>
                    <a:pt x="7726" y="8893"/>
                  </a:lnTo>
                  <a:lnTo>
                    <a:pt x="5795" y="9837"/>
                  </a:lnTo>
                  <a:lnTo>
                    <a:pt x="3908" y="10825"/>
                  </a:lnTo>
                  <a:lnTo>
                    <a:pt x="2022" y="11858"/>
                  </a:lnTo>
                  <a:lnTo>
                    <a:pt x="180" y="12891"/>
                  </a:lnTo>
                  <a:lnTo>
                    <a:pt x="46" y="12981"/>
                  </a:lnTo>
                  <a:lnTo>
                    <a:pt x="1" y="13115"/>
                  </a:lnTo>
                  <a:lnTo>
                    <a:pt x="1" y="13250"/>
                  </a:lnTo>
                  <a:lnTo>
                    <a:pt x="46" y="13340"/>
                  </a:lnTo>
                  <a:lnTo>
                    <a:pt x="180" y="13475"/>
                  </a:lnTo>
                  <a:lnTo>
                    <a:pt x="360" y="13520"/>
                  </a:lnTo>
                  <a:lnTo>
                    <a:pt x="495" y="13475"/>
                  </a:lnTo>
                  <a:lnTo>
                    <a:pt x="2381" y="12442"/>
                  </a:lnTo>
                  <a:lnTo>
                    <a:pt x="4223" y="11453"/>
                  </a:lnTo>
                  <a:lnTo>
                    <a:pt x="6109" y="10465"/>
                  </a:lnTo>
                  <a:lnTo>
                    <a:pt x="7996" y="9522"/>
                  </a:lnTo>
                  <a:lnTo>
                    <a:pt x="9927" y="8624"/>
                  </a:lnTo>
                  <a:lnTo>
                    <a:pt x="11858" y="7726"/>
                  </a:lnTo>
                  <a:lnTo>
                    <a:pt x="13790" y="6872"/>
                  </a:lnTo>
                  <a:lnTo>
                    <a:pt x="15766" y="6064"/>
                  </a:lnTo>
                  <a:lnTo>
                    <a:pt x="17697" y="5255"/>
                  </a:lnTo>
                  <a:lnTo>
                    <a:pt x="19674" y="4537"/>
                  </a:lnTo>
                  <a:lnTo>
                    <a:pt x="21695" y="3773"/>
                  </a:lnTo>
                  <a:lnTo>
                    <a:pt x="23671" y="3099"/>
                  </a:lnTo>
                  <a:lnTo>
                    <a:pt x="25692" y="2426"/>
                  </a:lnTo>
                  <a:lnTo>
                    <a:pt x="27713" y="1842"/>
                  </a:lnTo>
                  <a:lnTo>
                    <a:pt x="29779" y="1213"/>
                  </a:lnTo>
                  <a:lnTo>
                    <a:pt x="31801" y="674"/>
                  </a:lnTo>
                  <a:lnTo>
                    <a:pt x="31935" y="629"/>
                  </a:lnTo>
                  <a:lnTo>
                    <a:pt x="32025" y="494"/>
                  </a:lnTo>
                  <a:lnTo>
                    <a:pt x="32070" y="404"/>
                  </a:lnTo>
                  <a:lnTo>
                    <a:pt x="32070" y="270"/>
                  </a:lnTo>
                  <a:lnTo>
                    <a:pt x="32025" y="135"/>
                  </a:lnTo>
                  <a:lnTo>
                    <a:pt x="31890" y="45"/>
                  </a:lnTo>
                  <a:lnTo>
                    <a:pt x="31801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62"/>
            <p:cNvSpPr/>
            <p:nvPr/>
          </p:nvSpPr>
          <p:spPr>
            <a:xfrm>
              <a:off x="6665475" y="3804075"/>
              <a:ext cx="57275" cy="98825"/>
            </a:xfrm>
            <a:custGeom>
              <a:rect b="b" l="l" r="r" t="t"/>
              <a:pathLst>
                <a:path extrusionOk="0" h="3953" w="2291">
                  <a:moveTo>
                    <a:pt x="1842" y="0"/>
                  </a:moveTo>
                  <a:lnTo>
                    <a:pt x="1707" y="90"/>
                  </a:lnTo>
                  <a:lnTo>
                    <a:pt x="1617" y="180"/>
                  </a:lnTo>
                  <a:lnTo>
                    <a:pt x="45" y="3459"/>
                  </a:lnTo>
                  <a:lnTo>
                    <a:pt x="0" y="3594"/>
                  </a:lnTo>
                  <a:lnTo>
                    <a:pt x="45" y="3728"/>
                  </a:lnTo>
                  <a:lnTo>
                    <a:pt x="90" y="3818"/>
                  </a:lnTo>
                  <a:lnTo>
                    <a:pt x="225" y="3908"/>
                  </a:lnTo>
                  <a:lnTo>
                    <a:pt x="359" y="3953"/>
                  </a:lnTo>
                  <a:lnTo>
                    <a:pt x="539" y="3908"/>
                  </a:lnTo>
                  <a:lnTo>
                    <a:pt x="629" y="3818"/>
                  </a:lnTo>
                  <a:lnTo>
                    <a:pt x="674" y="3728"/>
                  </a:lnTo>
                  <a:lnTo>
                    <a:pt x="2246" y="494"/>
                  </a:lnTo>
                  <a:lnTo>
                    <a:pt x="2291" y="360"/>
                  </a:lnTo>
                  <a:lnTo>
                    <a:pt x="2291" y="225"/>
                  </a:lnTo>
                  <a:lnTo>
                    <a:pt x="2201" y="135"/>
                  </a:lnTo>
                  <a:lnTo>
                    <a:pt x="2111" y="45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62"/>
            <p:cNvSpPr/>
            <p:nvPr/>
          </p:nvSpPr>
          <p:spPr>
            <a:xfrm>
              <a:off x="6750800" y="3714250"/>
              <a:ext cx="113450" cy="135875"/>
            </a:xfrm>
            <a:custGeom>
              <a:rect b="b" l="l" r="r" t="t"/>
              <a:pathLst>
                <a:path extrusionOk="0" h="5435" w="4538">
                  <a:moveTo>
                    <a:pt x="4223" y="0"/>
                  </a:moveTo>
                  <a:lnTo>
                    <a:pt x="4088" y="45"/>
                  </a:lnTo>
                  <a:lnTo>
                    <a:pt x="3953" y="90"/>
                  </a:lnTo>
                  <a:lnTo>
                    <a:pt x="2875" y="1213"/>
                  </a:lnTo>
                  <a:lnTo>
                    <a:pt x="1842" y="2381"/>
                  </a:lnTo>
                  <a:lnTo>
                    <a:pt x="899" y="3593"/>
                  </a:lnTo>
                  <a:lnTo>
                    <a:pt x="46" y="4896"/>
                  </a:lnTo>
                  <a:lnTo>
                    <a:pt x="1" y="5031"/>
                  </a:lnTo>
                  <a:lnTo>
                    <a:pt x="1" y="5165"/>
                  </a:lnTo>
                  <a:lnTo>
                    <a:pt x="46" y="5300"/>
                  </a:lnTo>
                  <a:lnTo>
                    <a:pt x="135" y="5390"/>
                  </a:lnTo>
                  <a:lnTo>
                    <a:pt x="225" y="5435"/>
                  </a:lnTo>
                  <a:lnTo>
                    <a:pt x="360" y="5435"/>
                  </a:lnTo>
                  <a:lnTo>
                    <a:pt x="495" y="5390"/>
                  </a:lnTo>
                  <a:lnTo>
                    <a:pt x="630" y="5255"/>
                  </a:lnTo>
                  <a:lnTo>
                    <a:pt x="1483" y="3998"/>
                  </a:lnTo>
                  <a:lnTo>
                    <a:pt x="2381" y="2830"/>
                  </a:lnTo>
                  <a:lnTo>
                    <a:pt x="3369" y="1662"/>
                  </a:lnTo>
                  <a:lnTo>
                    <a:pt x="4447" y="629"/>
                  </a:lnTo>
                  <a:lnTo>
                    <a:pt x="4492" y="494"/>
                  </a:lnTo>
                  <a:lnTo>
                    <a:pt x="4537" y="360"/>
                  </a:lnTo>
                  <a:lnTo>
                    <a:pt x="4537" y="225"/>
                  </a:lnTo>
                  <a:lnTo>
                    <a:pt x="4447" y="135"/>
                  </a:lnTo>
                  <a:lnTo>
                    <a:pt x="4313" y="45"/>
                  </a:lnTo>
                  <a:lnTo>
                    <a:pt x="422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62"/>
            <p:cNvSpPr/>
            <p:nvPr/>
          </p:nvSpPr>
          <p:spPr>
            <a:xfrm>
              <a:off x="6844000" y="3729975"/>
              <a:ext cx="56175" cy="75250"/>
            </a:xfrm>
            <a:custGeom>
              <a:rect b="b" l="l" r="r" t="t"/>
              <a:pathLst>
                <a:path extrusionOk="0" h="3010" w="2247">
                  <a:moveTo>
                    <a:pt x="1842" y="0"/>
                  </a:moveTo>
                  <a:lnTo>
                    <a:pt x="1707" y="45"/>
                  </a:lnTo>
                  <a:lnTo>
                    <a:pt x="1618" y="135"/>
                  </a:lnTo>
                  <a:lnTo>
                    <a:pt x="46" y="2470"/>
                  </a:lnTo>
                  <a:lnTo>
                    <a:pt x="1" y="2605"/>
                  </a:lnTo>
                  <a:lnTo>
                    <a:pt x="1" y="2740"/>
                  </a:lnTo>
                  <a:lnTo>
                    <a:pt x="46" y="2875"/>
                  </a:lnTo>
                  <a:lnTo>
                    <a:pt x="135" y="2964"/>
                  </a:lnTo>
                  <a:lnTo>
                    <a:pt x="270" y="3009"/>
                  </a:lnTo>
                  <a:lnTo>
                    <a:pt x="360" y="3009"/>
                  </a:lnTo>
                  <a:lnTo>
                    <a:pt x="495" y="2964"/>
                  </a:lnTo>
                  <a:lnTo>
                    <a:pt x="629" y="2875"/>
                  </a:lnTo>
                  <a:lnTo>
                    <a:pt x="2202" y="539"/>
                  </a:lnTo>
                  <a:lnTo>
                    <a:pt x="2246" y="404"/>
                  </a:lnTo>
                  <a:lnTo>
                    <a:pt x="2246" y="270"/>
                  </a:lnTo>
                  <a:lnTo>
                    <a:pt x="2202" y="135"/>
                  </a:lnTo>
                  <a:lnTo>
                    <a:pt x="2067" y="45"/>
                  </a:lnTo>
                  <a:lnTo>
                    <a:pt x="1977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62"/>
            <p:cNvSpPr/>
            <p:nvPr/>
          </p:nvSpPr>
          <p:spPr>
            <a:xfrm>
              <a:off x="6932700" y="3740075"/>
              <a:ext cx="30350" cy="32575"/>
            </a:xfrm>
            <a:custGeom>
              <a:rect b="b" l="l" r="r" t="t"/>
              <a:pathLst>
                <a:path extrusionOk="0" h="1303" w="1214">
                  <a:moveTo>
                    <a:pt x="854" y="0"/>
                  </a:moveTo>
                  <a:lnTo>
                    <a:pt x="720" y="45"/>
                  </a:lnTo>
                  <a:lnTo>
                    <a:pt x="630" y="135"/>
                  </a:lnTo>
                  <a:lnTo>
                    <a:pt x="91" y="719"/>
                  </a:lnTo>
                  <a:lnTo>
                    <a:pt x="1" y="854"/>
                  </a:lnTo>
                  <a:lnTo>
                    <a:pt x="1" y="988"/>
                  </a:lnTo>
                  <a:lnTo>
                    <a:pt x="46" y="1123"/>
                  </a:lnTo>
                  <a:lnTo>
                    <a:pt x="91" y="1213"/>
                  </a:lnTo>
                  <a:lnTo>
                    <a:pt x="226" y="1303"/>
                  </a:lnTo>
                  <a:lnTo>
                    <a:pt x="315" y="1303"/>
                  </a:lnTo>
                  <a:lnTo>
                    <a:pt x="495" y="1258"/>
                  </a:lnTo>
                  <a:lnTo>
                    <a:pt x="585" y="1213"/>
                  </a:lnTo>
                  <a:lnTo>
                    <a:pt x="1124" y="584"/>
                  </a:lnTo>
                  <a:lnTo>
                    <a:pt x="1214" y="449"/>
                  </a:lnTo>
                  <a:lnTo>
                    <a:pt x="1214" y="315"/>
                  </a:lnTo>
                  <a:lnTo>
                    <a:pt x="1169" y="225"/>
                  </a:lnTo>
                  <a:lnTo>
                    <a:pt x="1124" y="90"/>
                  </a:lnTo>
                  <a:lnTo>
                    <a:pt x="989" y="45"/>
                  </a:lnTo>
                  <a:lnTo>
                    <a:pt x="854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62"/>
            <p:cNvSpPr/>
            <p:nvPr/>
          </p:nvSpPr>
          <p:spPr>
            <a:xfrm>
              <a:off x="6979875" y="3708625"/>
              <a:ext cx="61775" cy="51675"/>
            </a:xfrm>
            <a:custGeom>
              <a:rect b="b" l="l" r="r" t="t"/>
              <a:pathLst>
                <a:path extrusionOk="0" h="2067" w="2471">
                  <a:moveTo>
                    <a:pt x="2066" y="1"/>
                  </a:moveTo>
                  <a:lnTo>
                    <a:pt x="1932" y="46"/>
                  </a:lnTo>
                  <a:lnTo>
                    <a:pt x="135" y="1438"/>
                  </a:lnTo>
                  <a:lnTo>
                    <a:pt x="45" y="1528"/>
                  </a:lnTo>
                  <a:lnTo>
                    <a:pt x="0" y="1663"/>
                  </a:lnTo>
                  <a:lnTo>
                    <a:pt x="0" y="1797"/>
                  </a:lnTo>
                  <a:lnTo>
                    <a:pt x="90" y="1932"/>
                  </a:lnTo>
                  <a:lnTo>
                    <a:pt x="180" y="2022"/>
                  </a:lnTo>
                  <a:lnTo>
                    <a:pt x="360" y="2067"/>
                  </a:lnTo>
                  <a:lnTo>
                    <a:pt x="450" y="2067"/>
                  </a:lnTo>
                  <a:lnTo>
                    <a:pt x="539" y="1977"/>
                  </a:lnTo>
                  <a:lnTo>
                    <a:pt x="2336" y="585"/>
                  </a:lnTo>
                  <a:lnTo>
                    <a:pt x="2426" y="495"/>
                  </a:lnTo>
                  <a:lnTo>
                    <a:pt x="2471" y="360"/>
                  </a:lnTo>
                  <a:lnTo>
                    <a:pt x="2471" y="225"/>
                  </a:lnTo>
                  <a:lnTo>
                    <a:pt x="2426" y="135"/>
                  </a:lnTo>
                  <a:lnTo>
                    <a:pt x="2336" y="46"/>
                  </a:lnTo>
                  <a:lnTo>
                    <a:pt x="2201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62"/>
            <p:cNvSpPr/>
            <p:nvPr/>
          </p:nvSpPr>
          <p:spPr>
            <a:xfrm>
              <a:off x="7101150" y="3660350"/>
              <a:ext cx="59525" cy="50550"/>
            </a:xfrm>
            <a:custGeom>
              <a:rect b="b" l="l" r="r" t="t"/>
              <a:pathLst>
                <a:path extrusionOk="0" h="2022" w="2381">
                  <a:moveTo>
                    <a:pt x="1932" y="0"/>
                  </a:moveTo>
                  <a:lnTo>
                    <a:pt x="1797" y="90"/>
                  </a:lnTo>
                  <a:lnTo>
                    <a:pt x="135" y="1393"/>
                  </a:lnTo>
                  <a:lnTo>
                    <a:pt x="45" y="1527"/>
                  </a:lnTo>
                  <a:lnTo>
                    <a:pt x="0" y="1662"/>
                  </a:lnTo>
                  <a:lnTo>
                    <a:pt x="0" y="1797"/>
                  </a:lnTo>
                  <a:lnTo>
                    <a:pt x="45" y="1887"/>
                  </a:lnTo>
                  <a:lnTo>
                    <a:pt x="180" y="1977"/>
                  </a:lnTo>
                  <a:lnTo>
                    <a:pt x="315" y="2021"/>
                  </a:lnTo>
                  <a:lnTo>
                    <a:pt x="449" y="2021"/>
                  </a:lnTo>
                  <a:lnTo>
                    <a:pt x="539" y="1977"/>
                  </a:lnTo>
                  <a:lnTo>
                    <a:pt x="2246" y="629"/>
                  </a:lnTo>
                  <a:lnTo>
                    <a:pt x="2336" y="494"/>
                  </a:lnTo>
                  <a:lnTo>
                    <a:pt x="2381" y="405"/>
                  </a:lnTo>
                  <a:lnTo>
                    <a:pt x="2336" y="270"/>
                  </a:lnTo>
                  <a:lnTo>
                    <a:pt x="2291" y="135"/>
                  </a:lnTo>
                  <a:lnTo>
                    <a:pt x="2201" y="45"/>
                  </a:lnTo>
                  <a:lnTo>
                    <a:pt x="206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62"/>
            <p:cNvSpPr/>
            <p:nvPr/>
          </p:nvSpPr>
          <p:spPr>
            <a:xfrm>
              <a:off x="6676700" y="4000575"/>
              <a:ext cx="185300" cy="73025"/>
            </a:xfrm>
            <a:custGeom>
              <a:rect b="b" l="l" r="r" t="t"/>
              <a:pathLst>
                <a:path extrusionOk="0" h="2921" w="7412">
                  <a:moveTo>
                    <a:pt x="315" y="1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135" y="629"/>
                  </a:lnTo>
                  <a:lnTo>
                    <a:pt x="854" y="1168"/>
                  </a:lnTo>
                  <a:lnTo>
                    <a:pt x="1617" y="1618"/>
                  </a:lnTo>
                  <a:lnTo>
                    <a:pt x="2426" y="1977"/>
                  </a:lnTo>
                  <a:lnTo>
                    <a:pt x="3234" y="2336"/>
                  </a:lnTo>
                  <a:lnTo>
                    <a:pt x="4088" y="2561"/>
                  </a:lnTo>
                  <a:lnTo>
                    <a:pt x="4986" y="2785"/>
                  </a:lnTo>
                  <a:lnTo>
                    <a:pt x="5839" y="2875"/>
                  </a:lnTo>
                  <a:lnTo>
                    <a:pt x="6738" y="2920"/>
                  </a:lnTo>
                  <a:lnTo>
                    <a:pt x="7097" y="2920"/>
                  </a:lnTo>
                  <a:lnTo>
                    <a:pt x="7232" y="2875"/>
                  </a:lnTo>
                  <a:lnTo>
                    <a:pt x="7321" y="2785"/>
                  </a:lnTo>
                  <a:lnTo>
                    <a:pt x="7411" y="2695"/>
                  </a:lnTo>
                  <a:lnTo>
                    <a:pt x="7411" y="2561"/>
                  </a:lnTo>
                  <a:lnTo>
                    <a:pt x="7366" y="2426"/>
                  </a:lnTo>
                  <a:lnTo>
                    <a:pt x="7321" y="2336"/>
                  </a:lnTo>
                  <a:lnTo>
                    <a:pt x="7187" y="2246"/>
                  </a:lnTo>
                  <a:lnTo>
                    <a:pt x="7052" y="2246"/>
                  </a:lnTo>
                  <a:lnTo>
                    <a:pt x="6199" y="2201"/>
                  </a:lnTo>
                  <a:lnTo>
                    <a:pt x="5300" y="2112"/>
                  </a:lnTo>
                  <a:lnTo>
                    <a:pt x="4447" y="1977"/>
                  </a:lnTo>
                  <a:lnTo>
                    <a:pt x="3638" y="1707"/>
                  </a:lnTo>
                  <a:lnTo>
                    <a:pt x="2785" y="1438"/>
                  </a:lnTo>
                  <a:lnTo>
                    <a:pt x="2022" y="1034"/>
                  </a:lnTo>
                  <a:lnTo>
                    <a:pt x="1258" y="584"/>
                  </a:lnTo>
                  <a:lnTo>
                    <a:pt x="539" y="90"/>
                  </a:lnTo>
                  <a:lnTo>
                    <a:pt x="449" y="45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62"/>
            <p:cNvSpPr/>
            <p:nvPr/>
          </p:nvSpPr>
          <p:spPr>
            <a:xfrm>
              <a:off x="6773275" y="3978125"/>
              <a:ext cx="83100" cy="42700"/>
            </a:xfrm>
            <a:custGeom>
              <a:rect b="b" l="l" r="r" t="t"/>
              <a:pathLst>
                <a:path extrusionOk="0" h="1708" w="3324">
                  <a:moveTo>
                    <a:pt x="225" y="0"/>
                  </a:moveTo>
                  <a:lnTo>
                    <a:pt x="90" y="90"/>
                  </a:lnTo>
                  <a:lnTo>
                    <a:pt x="0" y="180"/>
                  </a:lnTo>
                  <a:lnTo>
                    <a:pt x="0" y="315"/>
                  </a:lnTo>
                  <a:lnTo>
                    <a:pt x="0" y="449"/>
                  </a:lnTo>
                  <a:lnTo>
                    <a:pt x="90" y="584"/>
                  </a:lnTo>
                  <a:lnTo>
                    <a:pt x="359" y="809"/>
                  </a:lnTo>
                  <a:lnTo>
                    <a:pt x="674" y="1033"/>
                  </a:lnTo>
                  <a:lnTo>
                    <a:pt x="988" y="1258"/>
                  </a:lnTo>
                  <a:lnTo>
                    <a:pt x="1347" y="1393"/>
                  </a:lnTo>
                  <a:lnTo>
                    <a:pt x="1707" y="1527"/>
                  </a:lnTo>
                  <a:lnTo>
                    <a:pt x="2066" y="1617"/>
                  </a:lnTo>
                  <a:lnTo>
                    <a:pt x="2425" y="1662"/>
                  </a:lnTo>
                  <a:lnTo>
                    <a:pt x="2830" y="1707"/>
                  </a:lnTo>
                  <a:lnTo>
                    <a:pt x="3009" y="1662"/>
                  </a:lnTo>
                  <a:lnTo>
                    <a:pt x="3144" y="1662"/>
                  </a:lnTo>
                  <a:lnTo>
                    <a:pt x="3234" y="1572"/>
                  </a:lnTo>
                  <a:lnTo>
                    <a:pt x="3324" y="1438"/>
                  </a:lnTo>
                  <a:lnTo>
                    <a:pt x="3324" y="1303"/>
                  </a:lnTo>
                  <a:lnTo>
                    <a:pt x="3324" y="1168"/>
                  </a:lnTo>
                  <a:lnTo>
                    <a:pt x="3234" y="1078"/>
                  </a:lnTo>
                  <a:lnTo>
                    <a:pt x="3099" y="988"/>
                  </a:lnTo>
                  <a:lnTo>
                    <a:pt x="2650" y="988"/>
                  </a:lnTo>
                  <a:lnTo>
                    <a:pt x="2336" y="943"/>
                  </a:lnTo>
                  <a:lnTo>
                    <a:pt x="1976" y="899"/>
                  </a:lnTo>
                  <a:lnTo>
                    <a:pt x="1662" y="764"/>
                  </a:lnTo>
                  <a:lnTo>
                    <a:pt x="1392" y="629"/>
                  </a:lnTo>
                  <a:lnTo>
                    <a:pt x="1078" y="494"/>
                  </a:lnTo>
                  <a:lnTo>
                    <a:pt x="808" y="315"/>
                  </a:lnTo>
                  <a:lnTo>
                    <a:pt x="584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62"/>
            <p:cNvSpPr/>
            <p:nvPr/>
          </p:nvSpPr>
          <p:spPr>
            <a:xfrm>
              <a:off x="6885550" y="3932075"/>
              <a:ext cx="79750" cy="24725"/>
            </a:xfrm>
            <a:custGeom>
              <a:rect b="b" l="l" r="r" t="t"/>
              <a:pathLst>
                <a:path extrusionOk="0" h="989" w="3190">
                  <a:moveTo>
                    <a:pt x="270" y="1"/>
                  </a:moveTo>
                  <a:lnTo>
                    <a:pt x="135" y="46"/>
                  </a:lnTo>
                  <a:lnTo>
                    <a:pt x="45" y="135"/>
                  </a:lnTo>
                  <a:lnTo>
                    <a:pt x="1" y="270"/>
                  </a:lnTo>
                  <a:lnTo>
                    <a:pt x="45" y="405"/>
                  </a:lnTo>
                  <a:lnTo>
                    <a:pt x="90" y="540"/>
                  </a:lnTo>
                  <a:lnTo>
                    <a:pt x="180" y="630"/>
                  </a:lnTo>
                  <a:lnTo>
                    <a:pt x="315" y="674"/>
                  </a:lnTo>
                  <a:lnTo>
                    <a:pt x="2785" y="989"/>
                  </a:lnTo>
                  <a:lnTo>
                    <a:pt x="2965" y="989"/>
                  </a:lnTo>
                  <a:lnTo>
                    <a:pt x="3055" y="899"/>
                  </a:lnTo>
                  <a:lnTo>
                    <a:pt x="3145" y="809"/>
                  </a:lnTo>
                  <a:lnTo>
                    <a:pt x="3190" y="719"/>
                  </a:lnTo>
                  <a:lnTo>
                    <a:pt x="3190" y="585"/>
                  </a:lnTo>
                  <a:lnTo>
                    <a:pt x="3100" y="450"/>
                  </a:lnTo>
                  <a:lnTo>
                    <a:pt x="3010" y="360"/>
                  </a:lnTo>
                  <a:lnTo>
                    <a:pt x="2875" y="31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62"/>
            <p:cNvSpPr/>
            <p:nvPr/>
          </p:nvSpPr>
          <p:spPr>
            <a:xfrm>
              <a:off x="6978750" y="3892775"/>
              <a:ext cx="52800" cy="19125"/>
            </a:xfrm>
            <a:custGeom>
              <a:rect b="b" l="l" r="r" t="t"/>
              <a:pathLst>
                <a:path extrusionOk="0" h="765" w="2112">
                  <a:moveTo>
                    <a:pt x="1752" y="1"/>
                  </a:moveTo>
                  <a:lnTo>
                    <a:pt x="315" y="46"/>
                  </a:lnTo>
                  <a:lnTo>
                    <a:pt x="225" y="91"/>
                  </a:lnTo>
                  <a:lnTo>
                    <a:pt x="90" y="180"/>
                  </a:lnTo>
                  <a:lnTo>
                    <a:pt x="45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90" y="630"/>
                  </a:lnTo>
                  <a:lnTo>
                    <a:pt x="225" y="719"/>
                  </a:lnTo>
                  <a:lnTo>
                    <a:pt x="360" y="764"/>
                  </a:lnTo>
                  <a:lnTo>
                    <a:pt x="1797" y="674"/>
                  </a:lnTo>
                  <a:lnTo>
                    <a:pt x="1932" y="674"/>
                  </a:lnTo>
                  <a:lnTo>
                    <a:pt x="2022" y="585"/>
                  </a:lnTo>
                  <a:lnTo>
                    <a:pt x="2111" y="450"/>
                  </a:lnTo>
                  <a:lnTo>
                    <a:pt x="2111" y="315"/>
                  </a:lnTo>
                  <a:lnTo>
                    <a:pt x="2067" y="225"/>
                  </a:lnTo>
                  <a:lnTo>
                    <a:pt x="2022" y="91"/>
                  </a:lnTo>
                  <a:lnTo>
                    <a:pt x="1887" y="46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62"/>
            <p:cNvSpPr/>
            <p:nvPr/>
          </p:nvSpPr>
          <p:spPr>
            <a:xfrm>
              <a:off x="7053975" y="3838875"/>
              <a:ext cx="47200" cy="22500"/>
            </a:xfrm>
            <a:custGeom>
              <a:rect b="b" l="l" r="r" t="t"/>
              <a:pathLst>
                <a:path extrusionOk="0" h="900" w="1888">
                  <a:moveTo>
                    <a:pt x="1483" y="1"/>
                  </a:moveTo>
                  <a:lnTo>
                    <a:pt x="270" y="225"/>
                  </a:lnTo>
                  <a:lnTo>
                    <a:pt x="136" y="270"/>
                  </a:lnTo>
                  <a:lnTo>
                    <a:pt x="46" y="360"/>
                  </a:lnTo>
                  <a:lnTo>
                    <a:pt x="1" y="495"/>
                  </a:lnTo>
                  <a:lnTo>
                    <a:pt x="1" y="630"/>
                  </a:lnTo>
                  <a:lnTo>
                    <a:pt x="46" y="719"/>
                  </a:lnTo>
                  <a:lnTo>
                    <a:pt x="136" y="809"/>
                  </a:lnTo>
                  <a:lnTo>
                    <a:pt x="225" y="899"/>
                  </a:lnTo>
                  <a:lnTo>
                    <a:pt x="405" y="899"/>
                  </a:lnTo>
                  <a:lnTo>
                    <a:pt x="1618" y="675"/>
                  </a:lnTo>
                  <a:lnTo>
                    <a:pt x="1752" y="630"/>
                  </a:lnTo>
                  <a:lnTo>
                    <a:pt x="1842" y="540"/>
                  </a:lnTo>
                  <a:lnTo>
                    <a:pt x="1887" y="405"/>
                  </a:lnTo>
                  <a:lnTo>
                    <a:pt x="1887" y="270"/>
                  </a:lnTo>
                  <a:lnTo>
                    <a:pt x="1842" y="136"/>
                  </a:lnTo>
                  <a:lnTo>
                    <a:pt x="1752" y="46"/>
                  </a:lnTo>
                  <a:lnTo>
                    <a:pt x="1618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62"/>
            <p:cNvSpPr/>
            <p:nvPr/>
          </p:nvSpPr>
          <p:spPr>
            <a:xfrm>
              <a:off x="7149425" y="3797325"/>
              <a:ext cx="52800" cy="24750"/>
            </a:xfrm>
            <a:custGeom>
              <a:rect b="b" l="l" r="r" t="t"/>
              <a:pathLst>
                <a:path extrusionOk="0" h="990" w="2112">
                  <a:moveTo>
                    <a:pt x="1707" y="1"/>
                  </a:moveTo>
                  <a:lnTo>
                    <a:pt x="270" y="315"/>
                  </a:lnTo>
                  <a:lnTo>
                    <a:pt x="135" y="405"/>
                  </a:lnTo>
                  <a:lnTo>
                    <a:pt x="46" y="495"/>
                  </a:lnTo>
                  <a:lnTo>
                    <a:pt x="1" y="585"/>
                  </a:lnTo>
                  <a:lnTo>
                    <a:pt x="1" y="720"/>
                  </a:lnTo>
                  <a:lnTo>
                    <a:pt x="46" y="854"/>
                  </a:lnTo>
                  <a:lnTo>
                    <a:pt x="135" y="944"/>
                  </a:lnTo>
                  <a:lnTo>
                    <a:pt x="225" y="989"/>
                  </a:lnTo>
                  <a:lnTo>
                    <a:pt x="405" y="989"/>
                  </a:lnTo>
                  <a:lnTo>
                    <a:pt x="1842" y="675"/>
                  </a:lnTo>
                  <a:lnTo>
                    <a:pt x="1977" y="630"/>
                  </a:lnTo>
                  <a:lnTo>
                    <a:pt x="2067" y="540"/>
                  </a:lnTo>
                  <a:lnTo>
                    <a:pt x="2112" y="405"/>
                  </a:lnTo>
                  <a:lnTo>
                    <a:pt x="2112" y="270"/>
                  </a:lnTo>
                  <a:lnTo>
                    <a:pt x="2067" y="136"/>
                  </a:lnTo>
                  <a:lnTo>
                    <a:pt x="1977" y="46"/>
                  </a:lnTo>
                  <a:lnTo>
                    <a:pt x="1842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62"/>
            <p:cNvSpPr/>
            <p:nvPr/>
          </p:nvSpPr>
          <p:spPr>
            <a:xfrm>
              <a:off x="6394850" y="2986625"/>
              <a:ext cx="463775" cy="1002750"/>
            </a:xfrm>
            <a:custGeom>
              <a:rect b="b" l="l" r="r" t="t"/>
              <a:pathLst>
                <a:path extrusionOk="0" h="40110" w="18551">
                  <a:moveTo>
                    <a:pt x="13385" y="7636"/>
                  </a:moveTo>
                  <a:lnTo>
                    <a:pt x="13430" y="7681"/>
                  </a:lnTo>
                  <a:lnTo>
                    <a:pt x="13655" y="10421"/>
                  </a:lnTo>
                  <a:lnTo>
                    <a:pt x="13655" y="10465"/>
                  </a:lnTo>
                  <a:lnTo>
                    <a:pt x="13610" y="10465"/>
                  </a:lnTo>
                  <a:lnTo>
                    <a:pt x="13610" y="10690"/>
                  </a:lnTo>
                  <a:lnTo>
                    <a:pt x="13565" y="10421"/>
                  </a:lnTo>
                  <a:lnTo>
                    <a:pt x="13296" y="7681"/>
                  </a:lnTo>
                  <a:lnTo>
                    <a:pt x="13340" y="7636"/>
                  </a:lnTo>
                  <a:close/>
                  <a:moveTo>
                    <a:pt x="11095" y="12711"/>
                  </a:moveTo>
                  <a:lnTo>
                    <a:pt x="12038" y="17113"/>
                  </a:lnTo>
                  <a:lnTo>
                    <a:pt x="11993" y="17158"/>
                  </a:lnTo>
                  <a:lnTo>
                    <a:pt x="11948" y="17158"/>
                  </a:lnTo>
                  <a:lnTo>
                    <a:pt x="10960" y="12756"/>
                  </a:lnTo>
                  <a:lnTo>
                    <a:pt x="11005" y="12711"/>
                  </a:lnTo>
                  <a:close/>
                  <a:moveTo>
                    <a:pt x="6154" y="13744"/>
                  </a:moveTo>
                  <a:lnTo>
                    <a:pt x="6199" y="13789"/>
                  </a:lnTo>
                  <a:lnTo>
                    <a:pt x="6289" y="15271"/>
                  </a:lnTo>
                  <a:lnTo>
                    <a:pt x="6513" y="16754"/>
                  </a:lnTo>
                  <a:lnTo>
                    <a:pt x="6873" y="18191"/>
                  </a:lnTo>
                  <a:lnTo>
                    <a:pt x="7277" y="19628"/>
                  </a:lnTo>
                  <a:lnTo>
                    <a:pt x="7816" y="21021"/>
                  </a:lnTo>
                  <a:lnTo>
                    <a:pt x="8400" y="22368"/>
                  </a:lnTo>
                  <a:lnTo>
                    <a:pt x="9118" y="23670"/>
                  </a:lnTo>
                  <a:lnTo>
                    <a:pt x="9882" y="24928"/>
                  </a:lnTo>
                  <a:lnTo>
                    <a:pt x="9882" y="25018"/>
                  </a:lnTo>
                  <a:lnTo>
                    <a:pt x="9792" y="24973"/>
                  </a:lnTo>
                  <a:lnTo>
                    <a:pt x="9029" y="23715"/>
                  </a:lnTo>
                  <a:lnTo>
                    <a:pt x="8310" y="22413"/>
                  </a:lnTo>
                  <a:lnTo>
                    <a:pt x="7726" y="21065"/>
                  </a:lnTo>
                  <a:lnTo>
                    <a:pt x="7187" y="19628"/>
                  </a:lnTo>
                  <a:lnTo>
                    <a:pt x="6783" y="18236"/>
                  </a:lnTo>
                  <a:lnTo>
                    <a:pt x="6423" y="16754"/>
                  </a:lnTo>
                  <a:lnTo>
                    <a:pt x="6199" y="15271"/>
                  </a:lnTo>
                  <a:lnTo>
                    <a:pt x="6064" y="13789"/>
                  </a:lnTo>
                  <a:lnTo>
                    <a:pt x="6109" y="13744"/>
                  </a:lnTo>
                  <a:close/>
                  <a:moveTo>
                    <a:pt x="6468" y="23356"/>
                  </a:moveTo>
                  <a:lnTo>
                    <a:pt x="8579" y="26725"/>
                  </a:lnTo>
                  <a:lnTo>
                    <a:pt x="8579" y="26770"/>
                  </a:lnTo>
                  <a:lnTo>
                    <a:pt x="8534" y="26815"/>
                  </a:lnTo>
                  <a:lnTo>
                    <a:pt x="8669" y="26994"/>
                  </a:lnTo>
                  <a:lnTo>
                    <a:pt x="8490" y="26815"/>
                  </a:lnTo>
                  <a:lnTo>
                    <a:pt x="6379" y="23446"/>
                  </a:lnTo>
                  <a:lnTo>
                    <a:pt x="6379" y="23401"/>
                  </a:lnTo>
                  <a:lnTo>
                    <a:pt x="6423" y="23356"/>
                  </a:lnTo>
                  <a:close/>
                  <a:moveTo>
                    <a:pt x="7322" y="28701"/>
                  </a:moveTo>
                  <a:lnTo>
                    <a:pt x="7322" y="28746"/>
                  </a:lnTo>
                  <a:lnTo>
                    <a:pt x="7996" y="29689"/>
                  </a:lnTo>
                  <a:lnTo>
                    <a:pt x="7996" y="29734"/>
                  </a:lnTo>
                  <a:lnTo>
                    <a:pt x="8085" y="29914"/>
                  </a:lnTo>
                  <a:lnTo>
                    <a:pt x="7906" y="29734"/>
                  </a:lnTo>
                  <a:lnTo>
                    <a:pt x="7232" y="28791"/>
                  </a:lnTo>
                  <a:lnTo>
                    <a:pt x="7232" y="28746"/>
                  </a:lnTo>
                  <a:lnTo>
                    <a:pt x="7277" y="28746"/>
                  </a:lnTo>
                  <a:lnTo>
                    <a:pt x="7322" y="28701"/>
                  </a:lnTo>
                  <a:close/>
                  <a:moveTo>
                    <a:pt x="2830" y="26410"/>
                  </a:moveTo>
                  <a:lnTo>
                    <a:pt x="2875" y="26455"/>
                  </a:lnTo>
                  <a:lnTo>
                    <a:pt x="3235" y="27578"/>
                  </a:lnTo>
                  <a:lnTo>
                    <a:pt x="3639" y="28701"/>
                  </a:lnTo>
                  <a:lnTo>
                    <a:pt x="4133" y="29824"/>
                  </a:lnTo>
                  <a:lnTo>
                    <a:pt x="4672" y="30902"/>
                  </a:lnTo>
                  <a:lnTo>
                    <a:pt x="5256" y="31980"/>
                  </a:lnTo>
                  <a:lnTo>
                    <a:pt x="5884" y="32968"/>
                  </a:lnTo>
                  <a:lnTo>
                    <a:pt x="6558" y="33956"/>
                  </a:lnTo>
                  <a:lnTo>
                    <a:pt x="7322" y="34899"/>
                  </a:lnTo>
                  <a:lnTo>
                    <a:pt x="7322" y="34944"/>
                  </a:lnTo>
                  <a:lnTo>
                    <a:pt x="7277" y="34989"/>
                  </a:lnTo>
                  <a:lnTo>
                    <a:pt x="7412" y="35124"/>
                  </a:lnTo>
                  <a:lnTo>
                    <a:pt x="7232" y="34989"/>
                  </a:lnTo>
                  <a:lnTo>
                    <a:pt x="6468" y="34046"/>
                  </a:lnTo>
                  <a:lnTo>
                    <a:pt x="5795" y="33058"/>
                  </a:lnTo>
                  <a:lnTo>
                    <a:pt x="5166" y="32025"/>
                  </a:lnTo>
                  <a:lnTo>
                    <a:pt x="4582" y="30947"/>
                  </a:lnTo>
                  <a:lnTo>
                    <a:pt x="4043" y="29869"/>
                  </a:lnTo>
                  <a:lnTo>
                    <a:pt x="3549" y="28746"/>
                  </a:lnTo>
                  <a:lnTo>
                    <a:pt x="3145" y="27623"/>
                  </a:lnTo>
                  <a:lnTo>
                    <a:pt x="2785" y="26455"/>
                  </a:lnTo>
                  <a:lnTo>
                    <a:pt x="2561" y="26545"/>
                  </a:lnTo>
                  <a:lnTo>
                    <a:pt x="2785" y="26410"/>
                  </a:lnTo>
                  <a:close/>
                  <a:moveTo>
                    <a:pt x="4807" y="35169"/>
                  </a:moveTo>
                  <a:lnTo>
                    <a:pt x="4851" y="35214"/>
                  </a:lnTo>
                  <a:lnTo>
                    <a:pt x="5076" y="35618"/>
                  </a:lnTo>
                  <a:lnTo>
                    <a:pt x="5346" y="35977"/>
                  </a:lnTo>
                  <a:lnTo>
                    <a:pt x="5660" y="36292"/>
                  </a:lnTo>
                  <a:lnTo>
                    <a:pt x="6019" y="36606"/>
                  </a:lnTo>
                  <a:lnTo>
                    <a:pt x="6019" y="36696"/>
                  </a:lnTo>
                  <a:lnTo>
                    <a:pt x="6199" y="36831"/>
                  </a:lnTo>
                  <a:lnTo>
                    <a:pt x="6199" y="36831"/>
                  </a:lnTo>
                  <a:lnTo>
                    <a:pt x="5974" y="36696"/>
                  </a:lnTo>
                  <a:lnTo>
                    <a:pt x="5615" y="36381"/>
                  </a:lnTo>
                  <a:lnTo>
                    <a:pt x="5301" y="36022"/>
                  </a:lnTo>
                  <a:lnTo>
                    <a:pt x="4986" y="35663"/>
                  </a:lnTo>
                  <a:lnTo>
                    <a:pt x="4762" y="35259"/>
                  </a:lnTo>
                  <a:lnTo>
                    <a:pt x="4762" y="35169"/>
                  </a:lnTo>
                  <a:close/>
                  <a:moveTo>
                    <a:pt x="18551" y="0"/>
                  </a:moveTo>
                  <a:lnTo>
                    <a:pt x="18236" y="225"/>
                  </a:lnTo>
                  <a:lnTo>
                    <a:pt x="17203" y="899"/>
                  </a:lnTo>
                  <a:lnTo>
                    <a:pt x="16215" y="1662"/>
                  </a:lnTo>
                  <a:lnTo>
                    <a:pt x="15227" y="2471"/>
                  </a:lnTo>
                  <a:lnTo>
                    <a:pt x="14239" y="3279"/>
                  </a:lnTo>
                  <a:lnTo>
                    <a:pt x="13251" y="4132"/>
                  </a:lnTo>
                  <a:lnTo>
                    <a:pt x="12352" y="4986"/>
                  </a:lnTo>
                  <a:lnTo>
                    <a:pt x="10601" y="6693"/>
                  </a:lnTo>
                  <a:lnTo>
                    <a:pt x="9118" y="8220"/>
                  </a:lnTo>
                  <a:lnTo>
                    <a:pt x="7861" y="9567"/>
                  </a:lnTo>
                  <a:lnTo>
                    <a:pt x="6513" y="11049"/>
                  </a:lnTo>
                  <a:lnTo>
                    <a:pt x="6289" y="11274"/>
                  </a:lnTo>
                  <a:lnTo>
                    <a:pt x="6019" y="11364"/>
                  </a:lnTo>
                  <a:lnTo>
                    <a:pt x="5795" y="11409"/>
                  </a:lnTo>
                  <a:lnTo>
                    <a:pt x="5570" y="11364"/>
                  </a:lnTo>
                  <a:lnTo>
                    <a:pt x="5435" y="11364"/>
                  </a:lnTo>
                  <a:lnTo>
                    <a:pt x="5390" y="11454"/>
                  </a:lnTo>
                  <a:lnTo>
                    <a:pt x="4537" y="12532"/>
                  </a:lnTo>
                  <a:lnTo>
                    <a:pt x="3773" y="13610"/>
                  </a:lnTo>
                  <a:lnTo>
                    <a:pt x="3145" y="14687"/>
                  </a:lnTo>
                  <a:lnTo>
                    <a:pt x="2651" y="15721"/>
                  </a:lnTo>
                  <a:lnTo>
                    <a:pt x="2201" y="16754"/>
                  </a:lnTo>
                  <a:lnTo>
                    <a:pt x="1842" y="17787"/>
                  </a:lnTo>
                  <a:lnTo>
                    <a:pt x="1528" y="18775"/>
                  </a:lnTo>
                  <a:lnTo>
                    <a:pt x="1348" y="19718"/>
                  </a:lnTo>
                  <a:lnTo>
                    <a:pt x="1168" y="20616"/>
                  </a:lnTo>
                  <a:lnTo>
                    <a:pt x="1079" y="21470"/>
                  </a:lnTo>
                  <a:lnTo>
                    <a:pt x="989" y="22323"/>
                  </a:lnTo>
                  <a:lnTo>
                    <a:pt x="944" y="23042"/>
                  </a:lnTo>
                  <a:lnTo>
                    <a:pt x="989" y="24344"/>
                  </a:lnTo>
                  <a:lnTo>
                    <a:pt x="1034" y="25377"/>
                  </a:lnTo>
                  <a:lnTo>
                    <a:pt x="1034" y="26096"/>
                  </a:lnTo>
                  <a:lnTo>
                    <a:pt x="1034" y="26320"/>
                  </a:lnTo>
                  <a:lnTo>
                    <a:pt x="944" y="26500"/>
                  </a:lnTo>
                  <a:lnTo>
                    <a:pt x="809" y="26680"/>
                  </a:lnTo>
                  <a:lnTo>
                    <a:pt x="585" y="26859"/>
                  </a:lnTo>
                  <a:lnTo>
                    <a:pt x="405" y="26949"/>
                  </a:lnTo>
                  <a:lnTo>
                    <a:pt x="225" y="26994"/>
                  </a:lnTo>
                  <a:lnTo>
                    <a:pt x="90" y="27039"/>
                  </a:lnTo>
                  <a:lnTo>
                    <a:pt x="90" y="27174"/>
                  </a:lnTo>
                  <a:lnTo>
                    <a:pt x="46" y="27848"/>
                  </a:lnTo>
                  <a:lnTo>
                    <a:pt x="1" y="28521"/>
                  </a:lnTo>
                  <a:lnTo>
                    <a:pt x="46" y="29195"/>
                  </a:lnTo>
                  <a:lnTo>
                    <a:pt x="90" y="29824"/>
                  </a:lnTo>
                  <a:lnTo>
                    <a:pt x="180" y="30453"/>
                  </a:lnTo>
                  <a:lnTo>
                    <a:pt x="315" y="31037"/>
                  </a:lnTo>
                  <a:lnTo>
                    <a:pt x="450" y="31620"/>
                  </a:lnTo>
                  <a:lnTo>
                    <a:pt x="629" y="32204"/>
                  </a:lnTo>
                  <a:lnTo>
                    <a:pt x="809" y="32743"/>
                  </a:lnTo>
                  <a:lnTo>
                    <a:pt x="1034" y="33282"/>
                  </a:lnTo>
                  <a:lnTo>
                    <a:pt x="1573" y="34270"/>
                  </a:lnTo>
                  <a:lnTo>
                    <a:pt x="2112" y="35214"/>
                  </a:lnTo>
                  <a:lnTo>
                    <a:pt x="2740" y="36067"/>
                  </a:lnTo>
                  <a:lnTo>
                    <a:pt x="3369" y="36831"/>
                  </a:lnTo>
                  <a:lnTo>
                    <a:pt x="3998" y="37504"/>
                  </a:lnTo>
                  <a:lnTo>
                    <a:pt x="4627" y="38133"/>
                  </a:lnTo>
                  <a:lnTo>
                    <a:pt x="5256" y="38672"/>
                  </a:lnTo>
                  <a:lnTo>
                    <a:pt x="5795" y="39121"/>
                  </a:lnTo>
                  <a:lnTo>
                    <a:pt x="6289" y="39481"/>
                  </a:lnTo>
                  <a:lnTo>
                    <a:pt x="7007" y="39975"/>
                  </a:lnTo>
                  <a:lnTo>
                    <a:pt x="7232" y="40109"/>
                  </a:lnTo>
                  <a:lnTo>
                    <a:pt x="7277" y="39840"/>
                  </a:lnTo>
                  <a:lnTo>
                    <a:pt x="9118" y="34585"/>
                  </a:lnTo>
                  <a:lnTo>
                    <a:pt x="10870" y="29330"/>
                  </a:lnTo>
                  <a:lnTo>
                    <a:pt x="12622" y="24075"/>
                  </a:lnTo>
                  <a:lnTo>
                    <a:pt x="14329" y="18865"/>
                  </a:lnTo>
                  <a:lnTo>
                    <a:pt x="15676" y="14687"/>
                  </a:lnTo>
                  <a:lnTo>
                    <a:pt x="16350" y="12442"/>
                  </a:lnTo>
                  <a:lnTo>
                    <a:pt x="16979" y="10106"/>
                  </a:lnTo>
                  <a:lnTo>
                    <a:pt x="17518" y="7726"/>
                  </a:lnTo>
                  <a:lnTo>
                    <a:pt x="17742" y="6558"/>
                  </a:lnTo>
                  <a:lnTo>
                    <a:pt x="17967" y="5300"/>
                  </a:lnTo>
                  <a:lnTo>
                    <a:pt x="18191" y="4088"/>
                  </a:lnTo>
                  <a:lnTo>
                    <a:pt x="18326" y="2875"/>
                  </a:lnTo>
                  <a:lnTo>
                    <a:pt x="18461" y="1617"/>
                  </a:lnTo>
                  <a:lnTo>
                    <a:pt x="18551" y="404"/>
                  </a:lnTo>
                  <a:lnTo>
                    <a:pt x="18551" y="0"/>
                  </a:lnTo>
                  <a:close/>
                </a:path>
              </a:pathLst>
            </a:custGeom>
            <a:solidFill>
              <a:srgbClr val="9AC456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62"/>
            <p:cNvSpPr/>
            <p:nvPr/>
          </p:nvSpPr>
          <p:spPr>
            <a:xfrm>
              <a:off x="6577875" y="3000100"/>
              <a:ext cx="413250" cy="988150"/>
            </a:xfrm>
            <a:custGeom>
              <a:rect b="b" l="l" r="r" t="t"/>
              <a:pathLst>
                <a:path extrusionOk="0" h="39526" w="16530">
                  <a:moveTo>
                    <a:pt x="11858" y="6917"/>
                  </a:moveTo>
                  <a:lnTo>
                    <a:pt x="11858" y="6962"/>
                  </a:lnTo>
                  <a:lnTo>
                    <a:pt x="11858" y="7007"/>
                  </a:lnTo>
                  <a:lnTo>
                    <a:pt x="11634" y="7860"/>
                  </a:lnTo>
                  <a:lnTo>
                    <a:pt x="11589" y="7905"/>
                  </a:lnTo>
                  <a:lnTo>
                    <a:pt x="11544" y="7860"/>
                  </a:lnTo>
                  <a:lnTo>
                    <a:pt x="11544" y="7815"/>
                  </a:lnTo>
                  <a:lnTo>
                    <a:pt x="11769" y="6962"/>
                  </a:lnTo>
                  <a:lnTo>
                    <a:pt x="11813" y="6962"/>
                  </a:lnTo>
                  <a:lnTo>
                    <a:pt x="11858" y="6917"/>
                  </a:lnTo>
                  <a:close/>
                  <a:moveTo>
                    <a:pt x="11858" y="10241"/>
                  </a:moveTo>
                  <a:lnTo>
                    <a:pt x="11903" y="10286"/>
                  </a:lnTo>
                  <a:lnTo>
                    <a:pt x="11230" y="11768"/>
                  </a:lnTo>
                  <a:lnTo>
                    <a:pt x="11409" y="11858"/>
                  </a:lnTo>
                  <a:lnTo>
                    <a:pt x="11140" y="11813"/>
                  </a:lnTo>
                  <a:lnTo>
                    <a:pt x="11140" y="11768"/>
                  </a:lnTo>
                  <a:lnTo>
                    <a:pt x="11813" y="10241"/>
                  </a:lnTo>
                  <a:close/>
                  <a:moveTo>
                    <a:pt x="12308" y="13789"/>
                  </a:moveTo>
                  <a:lnTo>
                    <a:pt x="12308" y="13879"/>
                  </a:lnTo>
                  <a:lnTo>
                    <a:pt x="9882" y="17248"/>
                  </a:lnTo>
                  <a:lnTo>
                    <a:pt x="10017" y="17337"/>
                  </a:lnTo>
                  <a:lnTo>
                    <a:pt x="9792" y="17248"/>
                  </a:lnTo>
                  <a:lnTo>
                    <a:pt x="9747" y="17203"/>
                  </a:lnTo>
                  <a:lnTo>
                    <a:pt x="9792" y="17158"/>
                  </a:lnTo>
                  <a:lnTo>
                    <a:pt x="12218" y="13834"/>
                  </a:lnTo>
                  <a:lnTo>
                    <a:pt x="12308" y="13789"/>
                  </a:lnTo>
                  <a:close/>
                  <a:moveTo>
                    <a:pt x="14149" y="17113"/>
                  </a:moveTo>
                  <a:lnTo>
                    <a:pt x="14149" y="17158"/>
                  </a:lnTo>
                  <a:lnTo>
                    <a:pt x="13385" y="18281"/>
                  </a:lnTo>
                  <a:lnTo>
                    <a:pt x="12577" y="19404"/>
                  </a:lnTo>
                  <a:lnTo>
                    <a:pt x="11724" y="20437"/>
                  </a:lnTo>
                  <a:lnTo>
                    <a:pt x="10825" y="21470"/>
                  </a:lnTo>
                  <a:lnTo>
                    <a:pt x="9837" y="22413"/>
                  </a:lnTo>
                  <a:lnTo>
                    <a:pt x="8849" y="23356"/>
                  </a:lnTo>
                  <a:lnTo>
                    <a:pt x="7816" y="24209"/>
                  </a:lnTo>
                  <a:lnTo>
                    <a:pt x="6738" y="25063"/>
                  </a:lnTo>
                  <a:lnTo>
                    <a:pt x="6873" y="25198"/>
                  </a:lnTo>
                  <a:lnTo>
                    <a:pt x="6648" y="25018"/>
                  </a:lnTo>
                  <a:lnTo>
                    <a:pt x="6693" y="24973"/>
                  </a:lnTo>
                  <a:lnTo>
                    <a:pt x="7771" y="24120"/>
                  </a:lnTo>
                  <a:lnTo>
                    <a:pt x="8804" y="23266"/>
                  </a:lnTo>
                  <a:lnTo>
                    <a:pt x="9792" y="22368"/>
                  </a:lnTo>
                  <a:lnTo>
                    <a:pt x="10736" y="21380"/>
                  </a:lnTo>
                  <a:lnTo>
                    <a:pt x="11634" y="20392"/>
                  </a:lnTo>
                  <a:lnTo>
                    <a:pt x="12487" y="19314"/>
                  </a:lnTo>
                  <a:lnTo>
                    <a:pt x="13296" y="18236"/>
                  </a:lnTo>
                  <a:lnTo>
                    <a:pt x="14059" y="17113"/>
                  </a:lnTo>
                  <a:close/>
                  <a:moveTo>
                    <a:pt x="8445" y="26186"/>
                  </a:moveTo>
                  <a:lnTo>
                    <a:pt x="8490" y="26231"/>
                  </a:lnTo>
                  <a:lnTo>
                    <a:pt x="8445" y="26276"/>
                  </a:lnTo>
                  <a:lnTo>
                    <a:pt x="6783" y="27219"/>
                  </a:lnTo>
                  <a:lnTo>
                    <a:pt x="6873" y="27398"/>
                  </a:lnTo>
                  <a:lnTo>
                    <a:pt x="6873" y="27398"/>
                  </a:lnTo>
                  <a:lnTo>
                    <a:pt x="6693" y="27219"/>
                  </a:lnTo>
                  <a:lnTo>
                    <a:pt x="6693" y="27174"/>
                  </a:lnTo>
                  <a:lnTo>
                    <a:pt x="6693" y="27129"/>
                  </a:lnTo>
                  <a:lnTo>
                    <a:pt x="8400" y="26186"/>
                  </a:lnTo>
                  <a:close/>
                  <a:moveTo>
                    <a:pt x="6783" y="30183"/>
                  </a:moveTo>
                  <a:lnTo>
                    <a:pt x="6783" y="30228"/>
                  </a:lnTo>
                  <a:lnTo>
                    <a:pt x="6738" y="30273"/>
                  </a:lnTo>
                  <a:lnTo>
                    <a:pt x="6064" y="30632"/>
                  </a:lnTo>
                  <a:lnTo>
                    <a:pt x="5975" y="30632"/>
                  </a:lnTo>
                  <a:lnTo>
                    <a:pt x="5975" y="30587"/>
                  </a:lnTo>
                  <a:lnTo>
                    <a:pt x="6019" y="30542"/>
                  </a:lnTo>
                  <a:lnTo>
                    <a:pt x="6693" y="30183"/>
                  </a:lnTo>
                  <a:close/>
                  <a:moveTo>
                    <a:pt x="10017" y="30812"/>
                  </a:moveTo>
                  <a:lnTo>
                    <a:pt x="10017" y="30857"/>
                  </a:lnTo>
                  <a:lnTo>
                    <a:pt x="10017" y="30902"/>
                  </a:lnTo>
                  <a:lnTo>
                    <a:pt x="9298" y="31576"/>
                  </a:lnTo>
                  <a:lnTo>
                    <a:pt x="8535" y="32159"/>
                  </a:lnTo>
                  <a:lnTo>
                    <a:pt x="7771" y="32743"/>
                  </a:lnTo>
                  <a:lnTo>
                    <a:pt x="6963" y="33282"/>
                  </a:lnTo>
                  <a:lnTo>
                    <a:pt x="6109" y="33731"/>
                  </a:lnTo>
                  <a:lnTo>
                    <a:pt x="5256" y="34181"/>
                  </a:lnTo>
                  <a:lnTo>
                    <a:pt x="4358" y="34585"/>
                  </a:lnTo>
                  <a:lnTo>
                    <a:pt x="3414" y="34899"/>
                  </a:lnTo>
                  <a:lnTo>
                    <a:pt x="3504" y="35079"/>
                  </a:lnTo>
                  <a:lnTo>
                    <a:pt x="3369" y="34854"/>
                  </a:lnTo>
                  <a:lnTo>
                    <a:pt x="3414" y="34809"/>
                  </a:lnTo>
                  <a:lnTo>
                    <a:pt x="4313" y="34450"/>
                  </a:lnTo>
                  <a:lnTo>
                    <a:pt x="5211" y="34091"/>
                  </a:lnTo>
                  <a:lnTo>
                    <a:pt x="6064" y="33642"/>
                  </a:lnTo>
                  <a:lnTo>
                    <a:pt x="6918" y="33192"/>
                  </a:lnTo>
                  <a:lnTo>
                    <a:pt x="7726" y="32653"/>
                  </a:lnTo>
                  <a:lnTo>
                    <a:pt x="8490" y="32115"/>
                  </a:lnTo>
                  <a:lnTo>
                    <a:pt x="9253" y="31486"/>
                  </a:lnTo>
                  <a:lnTo>
                    <a:pt x="9972" y="30857"/>
                  </a:lnTo>
                  <a:lnTo>
                    <a:pt x="10017" y="30812"/>
                  </a:lnTo>
                  <a:close/>
                  <a:moveTo>
                    <a:pt x="5121" y="36292"/>
                  </a:moveTo>
                  <a:lnTo>
                    <a:pt x="4941" y="36471"/>
                  </a:lnTo>
                  <a:lnTo>
                    <a:pt x="4492" y="36741"/>
                  </a:lnTo>
                  <a:lnTo>
                    <a:pt x="3998" y="36965"/>
                  </a:lnTo>
                  <a:lnTo>
                    <a:pt x="3549" y="37145"/>
                  </a:lnTo>
                  <a:lnTo>
                    <a:pt x="3010" y="37235"/>
                  </a:lnTo>
                  <a:lnTo>
                    <a:pt x="2965" y="37190"/>
                  </a:lnTo>
                  <a:lnTo>
                    <a:pt x="3010" y="37100"/>
                  </a:lnTo>
                  <a:lnTo>
                    <a:pt x="3504" y="37010"/>
                  </a:lnTo>
                  <a:lnTo>
                    <a:pt x="3998" y="36876"/>
                  </a:lnTo>
                  <a:lnTo>
                    <a:pt x="4447" y="36651"/>
                  </a:lnTo>
                  <a:lnTo>
                    <a:pt x="4852" y="36381"/>
                  </a:lnTo>
                  <a:lnTo>
                    <a:pt x="4897" y="36381"/>
                  </a:lnTo>
                  <a:lnTo>
                    <a:pt x="4941" y="36426"/>
                  </a:lnTo>
                  <a:lnTo>
                    <a:pt x="5121" y="36292"/>
                  </a:lnTo>
                  <a:close/>
                  <a:moveTo>
                    <a:pt x="11319" y="0"/>
                  </a:moveTo>
                  <a:lnTo>
                    <a:pt x="11274" y="809"/>
                  </a:lnTo>
                  <a:lnTo>
                    <a:pt x="11140" y="1976"/>
                  </a:lnTo>
                  <a:lnTo>
                    <a:pt x="11005" y="3144"/>
                  </a:lnTo>
                  <a:lnTo>
                    <a:pt x="10825" y="4357"/>
                  </a:lnTo>
                  <a:lnTo>
                    <a:pt x="10646" y="5480"/>
                  </a:lnTo>
                  <a:lnTo>
                    <a:pt x="10152" y="7815"/>
                  </a:lnTo>
                  <a:lnTo>
                    <a:pt x="9613" y="10061"/>
                  </a:lnTo>
                  <a:lnTo>
                    <a:pt x="9029" y="12262"/>
                  </a:lnTo>
                  <a:lnTo>
                    <a:pt x="8400" y="14373"/>
                  </a:lnTo>
                  <a:lnTo>
                    <a:pt x="7142" y="18370"/>
                  </a:lnTo>
                  <a:lnTo>
                    <a:pt x="5436" y="23581"/>
                  </a:lnTo>
                  <a:lnTo>
                    <a:pt x="3684" y="28791"/>
                  </a:lnTo>
                  <a:lnTo>
                    <a:pt x="1887" y="34046"/>
                  </a:lnTo>
                  <a:lnTo>
                    <a:pt x="91" y="39256"/>
                  </a:lnTo>
                  <a:lnTo>
                    <a:pt x="1" y="39526"/>
                  </a:lnTo>
                  <a:lnTo>
                    <a:pt x="315" y="39526"/>
                  </a:lnTo>
                  <a:lnTo>
                    <a:pt x="1303" y="39481"/>
                  </a:lnTo>
                  <a:lnTo>
                    <a:pt x="1977" y="39391"/>
                  </a:lnTo>
                  <a:lnTo>
                    <a:pt x="2696" y="39256"/>
                  </a:lnTo>
                  <a:lnTo>
                    <a:pt x="3504" y="39121"/>
                  </a:lnTo>
                  <a:lnTo>
                    <a:pt x="4358" y="38897"/>
                  </a:lnTo>
                  <a:lnTo>
                    <a:pt x="5256" y="38627"/>
                  </a:lnTo>
                  <a:lnTo>
                    <a:pt x="6154" y="38268"/>
                  </a:lnTo>
                  <a:lnTo>
                    <a:pt x="7052" y="37864"/>
                  </a:lnTo>
                  <a:lnTo>
                    <a:pt x="7996" y="37370"/>
                  </a:lnTo>
                  <a:lnTo>
                    <a:pt x="8894" y="36786"/>
                  </a:lnTo>
                  <a:lnTo>
                    <a:pt x="9747" y="36067"/>
                  </a:lnTo>
                  <a:lnTo>
                    <a:pt x="10152" y="35708"/>
                  </a:lnTo>
                  <a:lnTo>
                    <a:pt x="10556" y="35303"/>
                  </a:lnTo>
                  <a:lnTo>
                    <a:pt x="10960" y="34854"/>
                  </a:lnTo>
                  <a:lnTo>
                    <a:pt x="11319" y="34405"/>
                  </a:lnTo>
                  <a:lnTo>
                    <a:pt x="11679" y="33911"/>
                  </a:lnTo>
                  <a:lnTo>
                    <a:pt x="12038" y="33372"/>
                  </a:lnTo>
                  <a:lnTo>
                    <a:pt x="12352" y="32788"/>
                  </a:lnTo>
                  <a:lnTo>
                    <a:pt x="12622" y="32204"/>
                  </a:lnTo>
                  <a:lnTo>
                    <a:pt x="12712" y="32070"/>
                  </a:lnTo>
                  <a:lnTo>
                    <a:pt x="12577" y="31980"/>
                  </a:lnTo>
                  <a:lnTo>
                    <a:pt x="12487" y="31845"/>
                  </a:lnTo>
                  <a:lnTo>
                    <a:pt x="12352" y="31665"/>
                  </a:lnTo>
                  <a:lnTo>
                    <a:pt x="12263" y="31441"/>
                  </a:lnTo>
                  <a:lnTo>
                    <a:pt x="12263" y="31171"/>
                  </a:lnTo>
                  <a:lnTo>
                    <a:pt x="12263" y="30992"/>
                  </a:lnTo>
                  <a:lnTo>
                    <a:pt x="12352" y="30812"/>
                  </a:lnTo>
                  <a:lnTo>
                    <a:pt x="12802" y="30183"/>
                  </a:lnTo>
                  <a:lnTo>
                    <a:pt x="13341" y="29330"/>
                  </a:lnTo>
                  <a:lnTo>
                    <a:pt x="14059" y="28252"/>
                  </a:lnTo>
                  <a:lnTo>
                    <a:pt x="14419" y="27578"/>
                  </a:lnTo>
                  <a:lnTo>
                    <a:pt x="14778" y="26859"/>
                  </a:lnTo>
                  <a:lnTo>
                    <a:pt x="15137" y="26051"/>
                  </a:lnTo>
                  <a:lnTo>
                    <a:pt x="15452" y="25198"/>
                  </a:lnTo>
                  <a:lnTo>
                    <a:pt x="15766" y="24299"/>
                  </a:lnTo>
                  <a:lnTo>
                    <a:pt x="16035" y="23311"/>
                  </a:lnTo>
                  <a:lnTo>
                    <a:pt x="16260" y="22233"/>
                  </a:lnTo>
                  <a:lnTo>
                    <a:pt x="16440" y="21110"/>
                  </a:lnTo>
                  <a:lnTo>
                    <a:pt x="16530" y="19943"/>
                  </a:lnTo>
                  <a:lnTo>
                    <a:pt x="16530" y="18685"/>
                  </a:lnTo>
                  <a:lnTo>
                    <a:pt x="16485" y="17382"/>
                  </a:lnTo>
                  <a:lnTo>
                    <a:pt x="16305" y="16035"/>
                  </a:lnTo>
                  <a:lnTo>
                    <a:pt x="16305" y="15900"/>
                  </a:lnTo>
                  <a:lnTo>
                    <a:pt x="16170" y="15855"/>
                  </a:lnTo>
                  <a:lnTo>
                    <a:pt x="15991" y="15765"/>
                  </a:lnTo>
                  <a:lnTo>
                    <a:pt x="15811" y="15631"/>
                  </a:lnTo>
                  <a:lnTo>
                    <a:pt x="15631" y="15406"/>
                  </a:lnTo>
                  <a:lnTo>
                    <a:pt x="15541" y="15137"/>
                  </a:lnTo>
                  <a:lnTo>
                    <a:pt x="15182" y="13071"/>
                  </a:lnTo>
                  <a:lnTo>
                    <a:pt x="14823" y="11409"/>
                  </a:lnTo>
                  <a:lnTo>
                    <a:pt x="14374" y="9477"/>
                  </a:lnTo>
                  <a:lnTo>
                    <a:pt x="13835" y="7366"/>
                  </a:lnTo>
                  <a:lnTo>
                    <a:pt x="13206" y="5121"/>
                  </a:lnTo>
                  <a:lnTo>
                    <a:pt x="12847" y="3998"/>
                  </a:lnTo>
                  <a:lnTo>
                    <a:pt x="12487" y="2920"/>
                  </a:lnTo>
                  <a:lnTo>
                    <a:pt x="12083" y="1797"/>
                  </a:lnTo>
                  <a:lnTo>
                    <a:pt x="11634" y="764"/>
                  </a:lnTo>
                  <a:lnTo>
                    <a:pt x="11319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62"/>
            <p:cNvSpPr/>
            <p:nvPr/>
          </p:nvSpPr>
          <p:spPr>
            <a:xfrm>
              <a:off x="6370150" y="2960800"/>
              <a:ext cx="505325" cy="1053275"/>
            </a:xfrm>
            <a:custGeom>
              <a:rect b="b" l="l" r="r" t="t"/>
              <a:pathLst>
                <a:path extrusionOk="0" h="42131" w="20213">
                  <a:moveTo>
                    <a:pt x="19404" y="0"/>
                  </a:moveTo>
                  <a:lnTo>
                    <a:pt x="19314" y="45"/>
                  </a:lnTo>
                  <a:lnTo>
                    <a:pt x="19179" y="90"/>
                  </a:lnTo>
                  <a:lnTo>
                    <a:pt x="18146" y="764"/>
                  </a:lnTo>
                  <a:lnTo>
                    <a:pt x="17113" y="1482"/>
                  </a:lnTo>
                  <a:lnTo>
                    <a:pt x="16080" y="2291"/>
                  </a:lnTo>
                  <a:lnTo>
                    <a:pt x="15092" y="3144"/>
                  </a:lnTo>
                  <a:lnTo>
                    <a:pt x="14104" y="3998"/>
                  </a:lnTo>
                  <a:lnTo>
                    <a:pt x="13116" y="4851"/>
                  </a:lnTo>
                  <a:lnTo>
                    <a:pt x="11319" y="6558"/>
                  </a:lnTo>
                  <a:lnTo>
                    <a:pt x="9747" y="8175"/>
                  </a:lnTo>
                  <a:lnTo>
                    <a:pt x="8400" y="9612"/>
                  </a:lnTo>
                  <a:lnTo>
                    <a:pt x="6738" y="11409"/>
                  </a:lnTo>
                  <a:lnTo>
                    <a:pt x="6513" y="11319"/>
                  </a:lnTo>
                  <a:lnTo>
                    <a:pt x="6289" y="11319"/>
                  </a:lnTo>
                  <a:lnTo>
                    <a:pt x="6064" y="11409"/>
                  </a:lnTo>
                  <a:lnTo>
                    <a:pt x="5839" y="11543"/>
                  </a:lnTo>
                  <a:lnTo>
                    <a:pt x="4896" y="12711"/>
                  </a:lnTo>
                  <a:lnTo>
                    <a:pt x="4088" y="13834"/>
                  </a:lnTo>
                  <a:lnTo>
                    <a:pt x="3414" y="15002"/>
                  </a:lnTo>
                  <a:lnTo>
                    <a:pt x="2830" y="16125"/>
                  </a:lnTo>
                  <a:lnTo>
                    <a:pt x="2336" y="17248"/>
                  </a:lnTo>
                  <a:lnTo>
                    <a:pt x="1932" y="18326"/>
                  </a:lnTo>
                  <a:lnTo>
                    <a:pt x="1617" y="19404"/>
                  </a:lnTo>
                  <a:lnTo>
                    <a:pt x="1348" y="20392"/>
                  </a:lnTo>
                  <a:lnTo>
                    <a:pt x="1168" y="21380"/>
                  </a:lnTo>
                  <a:lnTo>
                    <a:pt x="1078" y="22323"/>
                  </a:lnTo>
                  <a:lnTo>
                    <a:pt x="989" y="23176"/>
                  </a:lnTo>
                  <a:lnTo>
                    <a:pt x="944" y="23985"/>
                  </a:lnTo>
                  <a:lnTo>
                    <a:pt x="944" y="25377"/>
                  </a:lnTo>
                  <a:lnTo>
                    <a:pt x="1034" y="26455"/>
                  </a:lnTo>
                  <a:lnTo>
                    <a:pt x="1034" y="27039"/>
                  </a:lnTo>
                  <a:lnTo>
                    <a:pt x="944" y="27084"/>
                  </a:lnTo>
                  <a:lnTo>
                    <a:pt x="674" y="27084"/>
                  </a:lnTo>
                  <a:lnTo>
                    <a:pt x="405" y="27219"/>
                  </a:lnTo>
                  <a:lnTo>
                    <a:pt x="225" y="27398"/>
                  </a:lnTo>
                  <a:lnTo>
                    <a:pt x="180" y="27533"/>
                  </a:lnTo>
                  <a:lnTo>
                    <a:pt x="135" y="27668"/>
                  </a:lnTo>
                  <a:lnTo>
                    <a:pt x="45" y="28521"/>
                  </a:lnTo>
                  <a:lnTo>
                    <a:pt x="0" y="29330"/>
                  </a:lnTo>
                  <a:lnTo>
                    <a:pt x="0" y="30138"/>
                  </a:lnTo>
                  <a:lnTo>
                    <a:pt x="90" y="30902"/>
                  </a:lnTo>
                  <a:lnTo>
                    <a:pt x="180" y="31665"/>
                  </a:lnTo>
                  <a:lnTo>
                    <a:pt x="360" y="32384"/>
                  </a:lnTo>
                  <a:lnTo>
                    <a:pt x="539" y="33103"/>
                  </a:lnTo>
                  <a:lnTo>
                    <a:pt x="764" y="33776"/>
                  </a:lnTo>
                  <a:lnTo>
                    <a:pt x="989" y="34405"/>
                  </a:lnTo>
                  <a:lnTo>
                    <a:pt x="1303" y="35034"/>
                  </a:lnTo>
                  <a:lnTo>
                    <a:pt x="1617" y="35663"/>
                  </a:lnTo>
                  <a:lnTo>
                    <a:pt x="1932" y="36247"/>
                  </a:lnTo>
                  <a:lnTo>
                    <a:pt x="2291" y="36786"/>
                  </a:lnTo>
                  <a:lnTo>
                    <a:pt x="2650" y="37280"/>
                  </a:lnTo>
                  <a:lnTo>
                    <a:pt x="3414" y="38268"/>
                  </a:lnTo>
                  <a:lnTo>
                    <a:pt x="4178" y="39121"/>
                  </a:lnTo>
                  <a:lnTo>
                    <a:pt x="4941" y="39885"/>
                  </a:lnTo>
                  <a:lnTo>
                    <a:pt x="5660" y="40514"/>
                  </a:lnTo>
                  <a:lnTo>
                    <a:pt x="6334" y="41053"/>
                  </a:lnTo>
                  <a:lnTo>
                    <a:pt x="6872" y="41457"/>
                  </a:lnTo>
                  <a:lnTo>
                    <a:pt x="7322" y="41771"/>
                  </a:lnTo>
                  <a:lnTo>
                    <a:pt x="7726" y="42041"/>
                  </a:lnTo>
                  <a:lnTo>
                    <a:pt x="7906" y="42086"/>
                  </a:lnTo>
                  <a:lnTo>
                    <a:pt x="8085" y="42131"/>
                  </a:lnTo>
                  <a:lnTo>
                    <a:pt x="8265" y="42086"/>
                  </a:lnTo>
                  <a:lnTo>
                    <a:pt x="8445" y="41996"/>
                  </a:lnTo>
                  <a:lnTo>
                    <a:pt x="8579" y="41906"/>
                  </a:lnTo>
                  <a:lnTo>
                    <a:pt x="8669" y="41771"/>
                  </a:lnTo>
                  <a:lnTo>
                    <a:pt x="8759" y="41636"/>
                  </a:lnTo>
                  <a:lnTo>
                    <a:pt x="8759" y="41502"/>
                  </a:lnTo>
                  <a:lnTo>
                    <a:pt x="8759" y="41232"/>
                  </a:lnTo>
                  <a:lnTo>
                    <a:pt x="8624" y="41008"/>
                  </a:lnTo>
                  <a:lnTo>
                    <a:pt x="8534" y="40918"/>
                  </a:lnTo>
                  <a:lnTo>
                    <a:pt x="8445" y="40828"/>
                  </a:lnTo>
                  <a:lnTo>
                    <a:pt x="8085" y="40603"/>
                  </a:lnTo>
                  <a:lnTo>
                    <a:pt x="7187" y="39975"/>
                  </a:lnTo>
                  <a:lnTo>
                    <a:pt x="6603" y="39525"/>
                  </a:lnTo>
                  <a:lnTo>
                    <a:pt x="5974" y="38942"/>
                  </a:lnTo>
                  <a:lnTo>
                    <a:pt x="5300" y="38313"/>
                  </a:lnTo>
                  <a:lnTo>
                    <a:pt x="4582" y="37549"/>
                  </a:lnTo>
                  <a:lnTo>
                    <a:pt x="3908" y="36696"/>
                  </a:lnTo>
                  <a:lnTo>
                    <a:pt x="3279" y="35798"/>
                  </a:lnTo>
                  <a:lnTo>
                    <a:pt x="2965" y="35303"/>
                  </a:lnTo>
                  <a:lnTo>
                    <a:pt x="2695" y="34764"/>
                  </a:lnTo>
                  <a:lnTo>
                    <a:pt x="2426" y="34225"/>
                  </a:lnTo>
                  <a:lnTo>
                    <a:pt x="2201" y="33642"/>
                  </a:lnTo>
                  <a:lnTo>
                    <a:pt x="1977" y="33058"/>
                  </a:lnTo>
                  <a:lnTo>
                    <a:pt x="1797" y="32474"/>
                  </a:lnTo>
                  <a:lnTo>
                    <a:pt x="1617" y="31845"/>
                  </a:lnTo>
                  <a:lnTo>
                    <a:pt x="1528" y="31171"/>
                  </a:lnTo>
                  <a:lnTo>
                    <a:pt x="1438" y="30498"/>
                  </a:lnTo>
                  <a:lnTo>
                    <a:pt x="1393" y="29824"/>
                  </a:lnTo>
                  <a:lnTo>
                    <a:pt x="1393" y="29105"/>
                  </a:lnTo>
                  <a:lnTo>
                    <a:pt x="1438" y="28387"/>
                  </a:lnTo>
                  <a:lnTo>
                    <a:pt x="1662" y="28297"/>
                  </a:lnTo>
                  <a:lnTo>
                    <a:pt x="1887" y="28162"/>
                  </a:lnTo>
                  <a:lnTo>
                    <a:pt x="2111" y="27982"/>
                  </a:lnTo>
                  <a:lnTo>
                    <a:pt x="2291" y="27713"/>
                  </a:lnTo>
                  <a:lnTo>
                    <a:pt x="2381" y="27488"/>
                  </a:lnTo>
                  <a:lnTo>
                    <a:pt x="2426" y="27219"/>
                  </a:lnTo>
                  <a:lnTo>
                    <a:pt x="2426" y="26859"/>
                  </a:lnTo>
                  <a:lnTo>
                    <a:pt x="2381" y="26365"/>
                  </a:lnTo>
                  <a:lnTo>
                    <a:pt x="2336" y="25377"/>
                  </a:lnTo>
                  <a:lnTo>
                    <a:pt x="2336" y="24120"/>
                  </a:lnTo>
                  <a:lnTo>
                    <a:pt x="2381" y="23356"/>
                  </a:lnTo>
                  <a:lnTo>
                    <a:pt x="2426" y="22592"/>
                  </a:lnTo>
                  <a:lnTo>
                    <a:pt x="2516" y="21739"/>
                  </a:lnTo>
                  <a:lnTo>
                    <a:pt x="2695" y="20886"/>
                  </a:lnTo>
                  <a:lnTo>
                    <a:pt x="2920" y="19942"/>
                  </a:lnTo>
                  <a:lnTo>
                    <a:pt x="3189" y="18999"/>
                  </a:lnTo>
                  <a:lnTo>
                    <a:pt x="3504" y="18011"/>
                  </a:lnTo>
                  <a:lnTo>
                    <a:pt x="3953" y="16978"/>
                  </a:lnTo>
                  <a:lnTo>
                    <a:pt x="4447" y="15945"/>
                  </a:lnTo>
                  <a:lnTo>
                    <a:pt x="5076" y="14912"/>
                  </a:lnTo>
                  <a:lnTo>
                    <a:pt x="5795" y="13834"/>
                  </a:lnTo>
                  <a:lnTo>
                    <a:pt x="6603" y="12801"/>
                  </a:lnTo>
                  <a:lnTo>
                    <a:pt x="6917" y="12801"/>
                  </a:lnTo>
                  <a:lnTo>
                    <a:pt x="7232" y="12756"/>
                  </a:lnTo>
                  <a:lnTo>
                    <a:pt x="7501" y="12621"/>
                  </a:lnTo>
                  <a:lnTo>
                    <a:pt x="7681" y="12487"/>
                  </a:lnTo>
                  <a:lnTo>
                    <a:pt x="7816" y="12352"/>
                  </a:lnTo>
                  <a:lnTo>
                    <a:pt x="9208" y="10780"/>
                  </a:lnTo>
                  <a:lnTo>
                    <a:pt x="10511" y="9387"/>
                  </a:lnTo>
                  <a:lnTo>
                    <a:pt x="12083" y="7771"/>
                  </a:lnTo>
                  <a:lnTo>
                    <a:pt x="13879" y="6064"/>
                  </a:lnTo>
                  <a:lnTo>
                    <a:pt x="14822" y="5165"/>
                  </a:lnTo>
                  <a:lnTo>
                    <a:pt x="15811" y="4312"/>
                  </a:lnTo>
                  <a:lnTo>
                    <a:pt x="16844" y="3459"/>
                  </a:lnTo>
                  <a:lnTo>
                    <a:pt x="17877" y="2695"/>
                  </a:lnTo>
                  <a:lnTo>
                    <a:pt x="18865" y="1932"/>
                  </a:lnTo>
                  <a:lnTo>
                    <a:pt x="19898" y="1258"/>
                  </a:lnTo>
                  <a:lnTo>
                    <a:pt x="20033" y="1168"/>
                  </a:lnTo>
                  <a:lnTo>
                    <a:pt x="20078" y="1078"/>
                  </a:lnTo>
                  <a:lnTo>
                    <a:pt x="20212" y="809"/>
                  </a:lnTo>
                  <a:lnTo>
                    <a:pt x="20212" y="539"/>
                  </a:lnTo>
                  <a:lnTo>
                    <a:pt x="20167" y="449"/>
                  </a:lnTo>
                  <a:lnTo>
                    <a:pt x="20122" y="315"/>
                  </a:lnTo>
                  <a:lnTo>
                    <a:pt x="20033" y="180"/>
                  </a:lnTo>
                  <a:lnTo>
                    <a:pt x="19943" y="90"/>
                  </a:lnTo>
                  <a:lnTo>
                    <a:pt x="1967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62"/>
            <p:cNvSpPr/>
            <p:nvPr/>
          </p:nvSpPr>
          <p:spPr>
            <a:xfrm>
              <a:off x="6555425" y="2960800"/>
              <a:ext cx="460400" cy="1053275"/>
            </a:xfrm>
            <a:custGeom>
              <a:rect b="b" l="l" r="r" t="t"/>
              <a:pathLst>
                <a:path extrusionOk="0" h="42131" w="18416">
                  <a:moveTo>
                    <a:pt x="11948" y="0"/>
                  </a:moveTo>
                  <a:lnTo>
                    <a:pt x="11813" y="45"/>
                  </a:lnTo>
                  <a:lnTo>
                    <a:pt x="11678" y="135"/>
                  </a:lnTo>
                  <a:lnTo>
                    <a:pt x="11589" y="225"/>
                  </a:lnTo>
                  <a:lnTo>
                    <a:pt x="11454" y="449"/>
                  </a:lnTo>
                  <a:lnTo>
                    <a:pt x="11454" y="719"/>
                  </a:lnTo>
                  <a:lnTo>
                    <a:pt x="11454" y="854"/>
                  </a:lnTo>
                  <a:lnTo>
                    <a:pt x="11499" y="988"/>
                  </a:lnTo>
                  <a:lnTo>
                    <a:pt x="11993" y="2066"/>
                  </a:lnTo>
                  <a:lnTo>
                    <a:pt x="12487" y="3189"/>
                  </a:lnTo>
                  <a:lnTo>
                    <a:pt x="12936" y="4357"/>
                  </a:lnTo>
                  <a:lnTo>
                    <a:pt x="13340" y="5525"/>
                  </a:lnTo>
                  <a:lnTo>
                    <a:pt x="13745" y="6737"/>
                  </a:lnTo>
                  <a:lnTo>
                    <a:pt x="14104" y="7950"/>
                  </a:lnTo>
                  <a:lnTo>
                    <a:pt x="14733" y="10331"/>
                  </a:lnTo>
                  <a:lnTo>
                    <a:pt x="15227" y="12487"/>
                  </a:lnTo>
                  <a:lnTo>
                    <a:pt x="15631" y="14373"/>
                  </a:lnTo>
                  <a:lnTo>
                    <a:pt x="16035" y="16754"/>
                  </a:lnTo>
                  <a:lnTo>
                    <a:pt x="16080" y="16933"/>
                  </a:lnTo>
                  <a:lnTo>
                    <a:pt x="16170" y="17113"/>
                  </a:lnTo>
                  <a:lnTo>
                    <a:pt x="16350" y="17382"/>
                  </a:lnTo>
                  <a:lnTo>
                    <a:pt x="16574" y="17607"/>
                  </a:lnTo>
                  <a:lnTo>
                    <a:pt x="16844" y="17787"/>
                  </a:lnTo>
                  <a:lnTo>
                    <a:pt x="17023" y="19089"/>
                  </a:lnTo>
                  <a:lnTo>
                    <a:pt x="17068" y="20347"/>
                  </a:lnTo>
                  <a:lnTo>
                    <a:pt x="17023" y="21559"/>
                  </a:lnTo>
                  <a:lnTo>
                    <a:pt x="16933" y="22727"/>
                  </a:lnTo>
                  <a:lnTo>
                    <a:pt x="16754" y="23805"/>
                  </a:lnTo>
                  <a:lnTo>
                    <a:pt x="16529" y="24838"/>
                  </a:lnTo>
                  <a:lnTo>
                    <a:pt x="16305" y="25781"/>
                  </a:lnTo>
                  <a:lnTo>
                    <a:pt x="15990" y="26680"/>
                  </a:lnTo>
                  <a:lnTo>
                    <a:pt x="15631" y="27533"/>
                  </a:lnTo>
                  <a:lnTo>
                    <a:pt x="15317" y="28297"/>
                  </a:lnTo>
                  <a:lnTo>
                    <a:pt x="14957" y="29015"/>
                  </a:lnTo>
                  <a:lnTo>
                    <a:pt x="14598" y="29644"/>
                  </a:lnTo>
                  <a:lnTo>
                    <a:pt x="13924" y="30722"/>
                  </a:lnTo>
                  <a:lnTo>
                    <a:pt x="13385" y="31531"/>
                  </a:lnTo>
                  <a:lnTo>
                    <a:pt x="13071" y="31935"/>
                  </a:lnTo>
                  <a:lnTo>
                    <a:pt x="12891" y="32249"/>
                  </a:lnTo>
                  <a:lnTo>
                    <a:pt x="12801" y="32519"/>
                  </a:lnTo>
                  <a:lnTo>
                    <a:pt x="12756" y="32743"/>
                  </a:lnTo>
                  <a:lnTo>
                    <a:pt x="12801" y="33058"/>
                  </a:lnTo>
                  <a:lnTo>
                    <a:pt x="12891" y="33327"/>
                  </a:lnTo>
                  <a:lnTo>
                    <a:pt x="12981" y="33552"/>
                  </a:lnTo>
                  <a:lnTo>
                    <a:pt x="13116" y="33731"/>
                  </a:lnTo>
                  <a:lnTo>
                    <a:pt x="12801" y="34405"/>
                  </a:lnTo>
                  <a:lnTo>
                    <a:pt x="12442" y="34989"/>
                  </a:lnTo>
                  <a:lnTo>
                    <a:pt x="12038" y="35573"/>
                  </a:lnTo>
                  <a:lnTo>
                    <a:pt x="11634" y="36112"/>
                  </a:lnTo>
                  <a:lnTo>
                    <a:pt x="11184" y="36606"/>
                  </a:lnTo>
                  <a:lnTo>
                    <a:pt x="10735" y="37055"/>
                  </a:lnTo>
                  <a:lnTo>
                    <a:pt x="10241" y="37459"/>
                  </a:lnTo>
                  <a:lnTo>
                    <a:pt x="9747" y="37864"/>
                  </a:lnTo>
                  <a:lnTo>
                    <a:pt x="9253" y="38223"/>
                  </a:lnTo>
                  <a:lnTo>
                    <a:pt x="8759" y="38537"/>
                  </a:lnTo>
                  <a:lnTo>
                    <a:pt x="8220" y="38852"/>
                  </a:lnTo>
                  <a:lnTo>
                    <a:pt x="7726" y="39121"/>
                  </a:lnTo>
                  <a:lnTo>
                    <a:pt x="6693" y="39570"/>
                  </a:lnTo>
                  <a:lnTo>
                    <a:pt x="5660" y="39930"/>
                  </a:lnTo>
                  <a:lnTo>
                    <a:pt x="4672" y="40199"/>
                  </a:lnTo>
                  <a:lnTo>
                    <a:pt x="3773" y="40424"/>
                  </a:lnTo>
                  <a:lnTo>
                    <a:pt x="2920" y="40559"/>
                  </a:lnTo>
                  <a:lnTo>
                    <a:pt x="2201" y="40648"/>
                  </a:lnTo>
                  <a:lnTo>
                    <a:pt x="1123" y="40738"/>
                  </a:lnTo>
                  <a:lnTo>
                    <a:pt x="674" y="40738"/>
                  </a:lnTo>
                  <a:lnTo>
                    <a:pt x="405" y="40783"/>
                  </a:lnTo>
                  <a:lnTo>
                    <a:pt x="180" y="40918"/>
                  </a:lnTo>
                  <a:lnTo>
                    <a:pt x="45" y="41142"/>
                  </a:lnTo>
                  <a:lnTo>
                    <a:pt x="0" y="41277"/>
                  </a:lnTo>
                  <a:lnTo>
                    <a:pt x="0" y="41412"/>
                  </a:lnTo>
                  <a:lnTo>
                    <a:pt x="0" y="41547"/>
                  </a:lnTo>
                  <a:lnTo>
                    <a:pt x="45" y="41681"/>
                  </a:lnTo>
                  <a:lnTo>
                    <a:pt x="180" y="41906"/>
                  </a:lnTo>
                  <a:lnTo>
                    <a:pt x="405" y="42041"/>
                  </a:lnTo>
                  <a:lnTo>
                    <a:pt x="495" y="42086"/>
                  </a:lnTo>
                  <a:lnTo>
                    <a:pt x="629" y="42131"/>
                  </a:lnTo>
                  <a:lnTo>
                    <a:pt x="764" y="42131"/>
                  </a:lnTo>
                  <a:lnTo>
                    <a:pt x="1573" y="42086"/>
                  </a:lnTo>
                  <a:lnTo>
                    <a:pt x="2201" y="42041"/>
                  </a:lnTo>
                  <a:lnTo>
                    <a:pt x="2920" y="41951"/>
                  </a:lnTo>
                  <a:lnTo>
                    <a:pt x="3818" y="41816"/>
                  </a:lnTo>
                  <a:lnTo>
                    <a:pt x="4761" y="41592"/>
                  </a:lnTo>
                  <a:lnTo>
                    <a:pt x="5795" y="41322"/>
                  </a:lnTo>
                  <a:lnTo>
                    <a:pt x="6828" y="40963"/>
                  </a:lnTo>
                  <a:lnTo>
                    <a:pt x="7950" y="40514"/>
                  </a:lnTo>
                  <a:lnTo>
                    <a:pt x="9028" y="39975"/>
                  </a:lnTo>
                  <a:lnTo>
                    <a:pt x="9567" y="39660"/>
                  </a:lnTo>
                  <a:lnTo>
                    <a:pt x="10106" y="39301"/>
                  </a:lnTo>
                  <a:lnTo>
                    <a:pt x="10645" y="38897"/>
                  </a:lnTo>
                  <a:lnTo>
                    <a:pt x="11184" y="38492"/>
                  </a:lnTo>
                  <a:lnTo>
                    <a:pt x="11678" y="38043"/>
                  </a:lnTo>
                  <a:lnTo>
                    <a:pt x="12172" y="37549"/>
                  </a:lnTo>
                  <a:lnTo>
                    <a:pt x="12622" y="37055"/>
                  </a:lnTo>
                  <a:lnTo>
                    <a:pt x="13071" y="36471"/>
                  </a:lnTo>
                  <a:lnTo>
                    <a:pt x="13520" y="35887"/>
                  </a:lnTo>
                  <a:lnTo>
                    <a:pt x="13924" y="35214"/>
                  </a:lnTo>
                  <a:lnTo>
                    <a:pt x="14283" y="34540"/>
                  </a:lnTo>
                  <a:lnTo>
                    <a:pt x="14598" y="33821"/>
                  </a:lnTo>
                  <a:lnTo>
                    <a:pt x="14643" y="33687"/>
                  </a:lnTo>
                  <a:lnTo>
                    <a:pt x="14688" y="33552"/>
                  </a:lnTo>
                  <a:lnTo>
                    <a:pt x="14598" y="33282"/>
                  </a:lnTo>
                  <a:lnTo>
                    <a:pt x="14463" y="33058"/>
                  </a:lnTo>
                  <a:lnTo>
                    <a:pt x="14373" y="32968"/>
                  </a:lnTo>
                  <a:lnTo>
                    <a:pt x="14239" y="32923"/>
                  </a:lnTo>
                  <a:lnTo>
                    <a:pt x="14239" y="32878"/>
                  </a:lnTo>
                  <a:lnTo>
                    <a:pt x="14149" y="32833"/>
                  </a:lnTo>
                  <a:lnTo>
                    <a:pt x="14508" y="32294"/>
                  </a:lnTo>
                  <a:lnTo>
                    <a:pt x="15092" y="31441"/>
                  </a:lnTo>
                  <a:lnTo>
                    <a:pt x="15856" y="30228"/>
                  </a:lnTo>
                  <a:lnTo>
                    <a:pt x="16215" y="29554"/>
                  </a:lnTo>
                  <a:lnTo>
                    <a:pt x="16619" y="28746"/>
                  </a:lnTo>
                  <a:lnTo>
                    <a:pt x="16978" y="27892"/>
                  </a:lnTo>
                  <a:lnTo>
                    <a:pt x="17338" y="26994"/>
                  </a:lnTo>
                  <a:lnTo>
                    <a:pt x="17652" y="26006"/>
                  </a:lnTo>
                  <a:lnTo>
                    <a:pt x="17967" y="24928"/>
                  </a:lnTo>
                  <a:lnTo>
                    <a:pt x="18191" y="23805"/>
                  </a:lnTo>
                  <a:lnTo>
                    <a:pt x="18326" y="22592"/>
                  </a:lnTo>
                  <a:lnTo>
                    <a:pt x="18416" y="21290"/>
                  </a:lnTo>
                  <a:lnTo>
                    <a:pt x="18416" y="19987"/>
                  </a:lnTo>
                  <a:lnTo>
                    <a:pt x="18326" y="18550"/>
                  </a:lnTo>
                  <a:lnTo>
                    <a:pt x="18146" y="17068"/>
                  </a:lnTo>
                  <a:lnTo>
                    <a:pt x="18056" y="16843"/>
                  </a:lnTo>
                  <a:lnTo>
                    <a:pt x="17877" y="16664"/>
                  </a:lnTo>
                  <a:lnTo>
                    <a:pt x="17697" y="16529"/>
                  </a:lnTo>
                  <a:lnTo>
                    <a:pt x="17428" y="16484"/>
                  </a:lnTo>
                  <a:lnTo>
                    <a:pt x="16978" y="14059"/>
                  </a:lnTo>
                  <a:lnTo>
                    <a:pt x="16574" y="12172"/>
                  </a:lnTo>
                  <a:lnTo>
                    <a:pt x="16035" y="9926"/>
                  </a:lnTo>
                  <a:lnTo>
                    <a:pt x="15406" y="7546"/>
                  </a:lnTo>
                  <a:lnTo>
                    <a:pt x="15047" y="6288"/>
                  </a:lnTo>
                  <a:lnTo>
                    <a:pt x="14643" y="5076"/>
                  </a:lnTo>
                  <a:lnTo>
                    <a:pt x="14194" y="3818"/>
                  </a:lnTo>
                  <a:lnTo>
                    <a:pt x="13745" y="2605"/>
                  </a:lnTo>
                  <a:lnTo>
                    <a:pt x="13250" y="1482"/>
                  </a:lnTo>
                  <a:lnTo>
                    <a:pt x="12756" y="360"/>
                  </a:lnTo>
                  <a:lnTo>
                    <a:pt x="12667" y="225"/>
                  </a:lnTo>
                  <a:lnTo>
                    <a:pt x="12577" y="135"/>
                  </a:lnTo>
                  <a:lnTo>
                    <a:pt x="12352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62"/>
            <p:cNvSpPr/>
            <p:nvPr/>
          </p:nvSpPr>
          <p:spPr>
            <a:xfrm>
              <a:off x="6563275" y="2974275"/>
              <a:ext cx="305450" cy="1035300"/>
            </a:xfrm>
            <a:custGeom>
              <a:rect b="b" l="l" r="r" t="t"/>
              <a:pathLst>
                <a:path extrusionOk="0" h="41412" w="12218">
                  <a:moveTo>
                    <a:pt x="11769" y="0"/>
                  </a:moveTo>
                  <a:lnTo>
                    <a:pt x="11634" y="90"/>
                  </a:lnTo>
                  <a:lnTo>
                    <a:pt x="11544" y="180"/>
                  </a:lnTo>
                  <a:lnTo>
                    <a:pt x="11544" y="315"/>
                  </a:lnTo>
                  <a:lnTo>
                    <a:pt x="11454" y="1572"/>
                  </a:lnTo>
                  <a:lnTo>
                    <a:pt x="11364" y="2830"/>
                  </a:lnTo>
                  <a:lnTo>
                    <a:pt x="11185" y="4087"/>
                  </a:lnTo>
                  <a:lnTo>
                    <a:pt x="11005" y="5345"/>
                  </a:lnTo>
                  <a:lnTo>
                    <a:pt x="10825" y="6603"/>
                  </a:lnTo>
                  <a:lnTo>
                    <a:pt x="10556" y="7860"/>
                  </a:lnTo>
                  <a:lnTo>
                    <a:pt x="10017" y="10286"/>
                  </a:lnTo>
                  <a:lnTo>
                    <a:pt x="9388" y="12666"/>
                  </a:lnTo>
                  <a:lnTo>
                    <a:pt x="8714" y="14957"/>
                  </a:lnTo>
                  <a:lnTo>
                    <a:pt x="7996" y="17203"/>
                  </a:lnTo>
                  <a:lnTo>
                    <a:pt x="7322" y="19269"/>
                  </a:lnTo>
                  <a:lnTo>
                    <a:pt x="5525" y="24703"/>
                  </a:lnTo>
                  <a:lnTo>
                    <a:pt x="3729" y="30183"/>
                  </a:lnTo>
                  <a:lnTo>
                    <a:pt x="1887" y="35573"/>
                  </a:lnTo>
                  <a:lnTo>
                    <a:pt x="46" y="40963"/>
                  </a:lnTo>
                  <a:lnTo>
                    <a:pt x="1" y="41097"/>
                  </a:lnTo>
                  <a:lnTo>
                    <a:pt x="46" y="41232"/>
                  </a:lnTo>
                  <a:lnTo>
                    <a:pt x="136" y="41322"/>
                  </a:lnTo>
                  <a:lnTo>
                    <a:pt x="270" y="41412"/>
                  </a:lnTo>
                  <a:lnTo>
                    <a:pt x="450" y="41412"/>
                  </a:lnTo>
                  <a:lnTo>
                    <a:pt x="540" y="41367"/>
                  </a:lnTo>
                  <a:lnTo>
                    <a:pt x="630" y="41277"/>
                  </a:lnTo>
                  <a:lnTo>
                    <a:pt x="675" y="41187"/>
                  </a:lnTo>
                  <a:lnTo>
                    <a:pt x="2561" y="35798"/>
                  </a:lnTo>
                  <a:lnTo>
                    <a:pt x="4403" y="30363"/>
                  </a:lnTo>
                  <a:lnTo>
                    <a:pt x="6199" y="24928"/>
                  </a:lnTo>
                  <a:lnTo>
                    <a:pt x="7996" y="19493"/>
                  </a:lnTo>
                  <a:lnTo>
                    <a:pt x="8670" y="17382"/>
                  </a:lnTo>
                  <a:lnTo>
                    <a:pt x="9388" y="15137"/>
                  </a:lnTo>
                  <a:lnTo>
                    <a:pt x="10062" y="12846"/>
                  </a:lnTo>
                  <a:lnTo>
                    <a:pt x="10691" y="10420"/>
                  </a:lnTo>
                  <a:lnTo>
                    <a:pt x="11230" y="7950"/>
                  </a:lnTo>
                  <a:lnTo>
                    <a:pt x="11499" y="6693"/>
                  </a:lnTo>
                  <a:lnTo>
                    <a:pt x="11724" y="5435"/>
                  </a:lnTo>
                  <a:lnTo>
                    <a:pt x="11903" y="4177"/>
                  </a:lnTo>
                  <a:lnTo>
                    <a:pt x="12038" y="2920"/>
                  </a:lnTo>
                  <a:lnTo>
                    <a:pt x="12173" y="1617"/>
                  </a:lnTo>
                  <a:lnTo>
                    <a:pt x="12218" y="359"/>
                  </a:lnTo>
                  <a:lnTo>
                    <a:pt x="12173" y="225"/>
                  </a:lnTo>
                  <a:lnTo>
                    <a:pt x="12128" y="90"/>
                  </a:lnTo>
                  <a:lnTo>
                    <a:pt x="12038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62"/>
            <p:cNvSpPr/>
            <p:nvPr/>
          </p:nvSpPr>
          <p:spPr>
            <a:xfrm>
              <a:off x="6456600" y="3639000"/>
              <a:ext cx="128050" cy="230225"/>
            </a:xfrm>
            <a:custGeom>
              <a:rect b="b" l="l" r="r" t="t"/>
              <a:pathLst>
                <a:path extrusionOk="0" h="9209" w="5122">
                  <a:moveTo>
                    <a:pt x="405" y="1"/>
                  </a:moveTo>
                  <a:lnTo>
                    <a:pt x="270" y="46"/>
                  </a:lnTo>
                  <a:lnTo>
                    <a:pt x="136" y="91"/>
                  </a:lnTo>
                  <a:lnTo>
                    <a:pt x="46" y="181"/>
                  </a:lnTo>
                  <a:lnTo>
                    <a:pt x="1" y="315"/>
                  </a:lnTo>
                  <a:lnTo>
                    <a:pt x="1" y="450"/>
                  </a:lnTo>
                  <a:lnTo>
                    <a:pt x="405" y="1618"/>
                  </a:lnTo>
                  <a:lnTo>
                    <a:pt x="809" y="2786"/>
                  </a:lnTo>
                  <a:lnTo>
                    <a:pt x="1303" y="3909"/>
                  </a:lnTo>
                  <a:lnTo>
                    <a:pt x="1842" y="4986"/>
                  </a:lnTo>
                  <a:lnTo>
                    <a:pt x="2426" y="6064"/>
                  </a:lnTo>
                  <a:lnTo>
                    <a:pt x="3055" y="7097"/>
                  </a:lnTo>
                  <a:lnTo>
                    <a:pt x="3774" y="8131"/>
                  </a:lnTo>
                  <a:lnTo>
                    <a:pt x="4537" y="9074"/>
                  </a:lnTo>
                  <a:lnTo>
                    <a:pt x="4627" y="9164"/>
                  </a:lnTo>
                  <a:lnTo>
                    <a:pt x="4807" y="9209"/>
                  </a:lnTo>
                  <a:lnTo>
                    <a:pt x="4897" y="9164"/>
                  </a:lnTo>
                  <a:lnTo>
                    <a:pt x="5031" y="9119"/>
                  </a:lnTo>
                  <a:lnTo>
                    <a:pt x="5076" y="9029"/>
                  </a:lnTo>
                  <a:lnTo>
                    <a:pt x="5121" y="8894"/>
                  </a:lnTo>
                  <a:lnTo>
                    <a:pt x="5121" y="8759"/>
                  </a:lnTo>
                  <a:lnTo>
                    <a:pt x="5076" y="8625"/>
                  </a:lnTo>
                  <a:lnTo>
                    <a:pt x="4313" y="7681"/>
                  </a:lnTo>
                  <a:lnTo>
                    <a:pt x="3639" y="6738"/>
                  </a:lnTo>
                  <a:lnTo>
                    <a:pt x="3010" y="5705"/>
                  </a:lnTo>
                  <a:lnTo>
                    <a:pt x="2426" y="4672"/>
                  </a:lnTo>
                  <a:lnTo>
                    <a:pt x="1932" y="3594"/>
                  </a:lnTo>
                  <a:lnTo>
                    <a:pt x="1438" y="2516"/>
                  </a:lnTo>
                  <a:lnTo>
                    <a:pt x="1034" y="1393"/>
                  </a:lnTo>
                  <a:lnTo>
                    <a:pt x="675" y="270"/>
                  </a:lnTo>
                  <a:lnTo>
                    <a:pt x="630" y="136"/>
                  </a:lnTo>
                  <a:lnTo>
                    <a:pt x="540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62"/>
            <p:cNvSpPr/>
            <p:nvPr/>
          </p:nvSpPr>
          <p:spPr>
            <a:xfrm>
              <a:off x="6539700" y="3322350"/>
              <a:ext cx="110075" cy="297600"/>
            </a:xfrm>
            <a:custGeom>
              <a:rect b="b" l="l" r="r" t="t"/>
              <a:pathLst>
                <a:path extrusionOk="0" h="11904" w="4403">
                  <a:moveTo>
                    <a:pt x="315" y="1"/>
                  </a:moveTo>
                  <a:lnTo>
                    <a:pt x="180" y="46"/>
                  </a:lnTo>
                  <a:lnTo>
                    <a:pt x="90" y="136"/>
                  </a:lnTo>
                  <a:lnTo>
                    <a:pt x="1" y="225"/>
                  </a:lnTo>
                  <a:lnTo>
                    <a:pt x="1" y="360"/>
                  </a:lnTo>
                  <a:lnTo>
                    <a:pt x="135" y="1887"/>
                  </a:lnTo>
                  <a:lnTo>
                    <a:pt x="360" y="3369"/>
                  </a:lnTo>
                  <a:lnTo>
                    <a:pt x="674" y="4852"/>
                  </a:lnTo>
                  <a:lnTo>
                    <a:pt x="1124" y="6334"/>
                  </a:lnTo>
                  <a:lnTo>
                    <a:pt x="1618" y="7726"/>
                  </a:lnTo>
                  <a:lnTo>
                    <a:pt x="2246" y="9119"/>
                  </a:lnTo>
                  <a:lnTo>
                    <a:pt x="2965" y="10421"/>
                  </a:lnTo>
                  <a:lnTo>
                    <a:pt x="3774" y="11724"/>
                  </a:lnTo>
                  <a:lnTo>
                    <a:pt x="3908" y="11858"/>
                  </a:lnTo>
                  <a:lnTo>
                    <a:pt x="4043" y="11903"/>
                  </a:lnTo>
                  <a:lnTo>
                    <a:pt x="4178" y="11858"/>
                  </a:lnTo>
                  <a:lnTo>
                    <a:pt x="4268" y="11814"/>
                  </a:lnTo>
                  <a:lnTo>
                    <a:pt x="4357" y="11724"/>
                  </a:lnTo>
                  <a:lnTo>
                    <a:pt x="4402" y="11589"/>
                  </a:lnTo>
                  <a:lnTo>
                    <a:pt x="4402" y="11454"/>
                  </a:lnTo>
                  <a:lnTo>
                    <a:pt x="4357" y="11364"/>
                  </a:lnTo>
                  <a:lnTo>
                    <a:pt x="3549" y="10107"/>
                  </a:lnTo>
                  <a:lnTo>
                    <a:pt x="2875" y="8804"/>
                  </a:lnTo>
                  <a:lnTo>
                    <a:pt x="2291" y="7457"/>
                  </a:lnTo>
                  <a:lnTo>
                    <a:pt x="1752" y="6109"/>
                  </a:lnTo>
                  <a:lnTo>
                    <a:pt x="1348" y="4672"/>
                  </a:lnTo>
                  <a:lnTo>
                    <a:pt x="1034" y="3280"/>
                  </a:lnTo>
                  <a:lnTo>
                    <a:pt x="809" y="1797"/>
                  </a:lnTo>
                  <a:lnTo>
                    <a:pt x="674" y="360"/>
                  </a:lnTo>
                  <a:lnTo>
                    <a:pt x="629" y="225"/>
                  </a:lnTo>
                  <a:lnTo>
                    <a:pt x="585" y="91"/>
                  </a:lnTo>
                  <a:lnTo>
                    <a:pt x="450" y="46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62"/>
            <p:cNvSpPr/>
            <p:nvPr/>
          </p:nvSpPr>
          <p:spPr>
            <a:xfrm>
              <a:off x="6662100" y="3296525"/>
              <a:ext cx="40450" cy="126925"/>
            </a:xfrm>
            <a:custGeom>
              <a:rect b="b" l="l" r="r" t="t"/>
              <a:pathLst>
                <a:path extrusionOk="0" h="5077" w="1618">
                  <a:moveTo>
                    <a:pt x="270" y="1"/>
                  </a:moveTo>
                  <a:lnTo>
                    <a:pt x="135" y="46"/>
                  </a:lnTo>
                  <a:lnTo>
                    <a:pt x="45" y="136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944" y="4807"/>
                  </a:lnTo>
                  <a:lnTo>
                    <a:pt x="989" y="4897"/>
                  </a:lnTo>
                  <a:lnTo>
                    <a:pt x="1078" y="4986"/>
                  </a:lnTo>
                  <a:lnTo>
                    <a:pt x="1168" y="5076"/>
                  </a:lnTo>
                  <a:lnTo>
                    <a:pt x="1348" y="5076"/>
                  </a:lnTo>
                  <a:lnTo>
                    <a:pt x="1483" y="5031"/>
                  </a:lnTo>
                  <a:lnTo>
                    <a:pt x="1572" y="4941"/>
                  </a:lnTo>
                  <a:lnTo>
                    <a:pt x="1617" y="4807"/>
                  </a:lnTo>
                  <a:lnTo>
                    <a:pt x="1617" y="4672"/>
                  </a:lnTo>
                  <a:lnTo>
                    <a:pt x="674" y="270"/>
                  </a:lnTo>
                  <a:lnTo>
                    <a:pt x="629" y="136"/>
                  </a:lnTo>
                  <a:lnTo>
                    <a:pt x="539" y="46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62"/>
            <p:cNvSpPr/>
            <p:nvPr/>
          </p:nvSpPr>
          <p:spPr>
            <a:xfrm>
              <a:off x="6720500" y="3169650"/>
              <a:ext cx="23600" cy="86475"/>
            </a:xfrm>
            <a:custGeom>
              <a:rect b="b" l="l" r="r" t="t"/>
              <a:pathLst>
                <a:path extrusionOk="0" h="3459" w="944">
                  <a:moveTo>
                    <a:pt x="314" y="0"/>
                  </a:moveTo>
                  <a:lnTo>
                    <a:pt x="180" y="45"/>
                  </a:lnTo>
                  <a:lnTo>
                    <a:pt x="90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225" y="3144"/>
                  </a:lnTo>
                  <a:lnTo>
                    <a:pt x="270" y="3279"/>
                  </a:lnTo>
                  <a:lnTo>
                    <a:pt x="359" y="3369"/>
                  </a:lnTo>
                  <a:lnTo>
                    <a:pt x="449" y="3414"/>
                  </a:lnTo>
                  <a:lnTo>
                    <a:pt x="584" y="3459"/>
                  </a:lnTo>
                  <a:lnTo>
                    <a:pt x="629" y="3459"/>
                  </a:lnTo>
                  <a:lnTo>
                    <a:pt x="719" y="3414"/>
                  </a:lnTo>
                  <a:lnTo>
                    <a:pt x="853" y="3324"/>
                  </a:lnTo>
                  <a:lnTo>
                    <a:pt x="898" y="3234"/>
                  </a:lnTo>
                  <a:lnTo>
                    <a:pt x="943" y="3100"/>
                  </a:lnTo>
                  <a:lnTo>
                    <a:pt x="674" y="315"/>
                  </a:lnTo>
                  <a:lnTo>
                    <a:pt x="629" y="180"/>
                  </a:lnTo>
                  <a:lnTo>
                    <a:pt x="539" y="9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62"/>
            <p:cNvSpPr/>
            <p:nvPr/>
          </p:nvSpPr>
          <p:spPr>
            <a:xfrm>
              <a:off x="6773275" y="3125850"/>
              <a:ext cx="17975" cy="35950"/>
            </a:xfrm>
            <a:custGeom>
              <a:rect b="b" l="l" r="r" t="t"/>
              <a:pathLst>
                <a:path extrusionOk="0" h="1438" w="719">
                  <a:moveTo>
                    <a:pt x="314" y="1"/>
                  </a:moveTo>
                  <a:lnTo>
                    <a:pt x="180" y="46"/>
                  </a:lnTo>
                  <a:lnTo>
                    <a:pt x="90" y="91"/>
                  </a:lnTo>
                  <a:lnTo>
                    <a:pt x="0" y="225"/>
                  </a:lnTo>
                  <a:lnTo>
                    <a:pt x="0" y="360"/>
                  </a:lnTo>
                  <a:lnTo>
                    <a:pt x="45" y="1124"/>
                  </a:lnTo>
                  <a:lnTo>
                    <a:pt x="45" y="1258"/>
                  </a:lnTo>
                  <a:lnTo>
                    <a:pt x="135" y="1348"/>
                  </a:lnTo>
                  <a:lnTo>
                    <a:pt x="270" y="1438"/>
                  </a:lnTo>
                  <a:lnTo>
                    <a:pt x="539" y="1438"/>
                  </a:lnTo>
                  <a:lnTo>
                    <a:pt x="629" y="1348"/>
                  </a:lnTo>
                  <a:lnTo>
                    <a:pt x="719" y="1213"/>
                  </a:lnTo>
                  <a:lnTo>
                    <a:pt x="719" y="1079"/>
                  </a:lnTo>
                  <a:lnTo>
                    <a:pt x="674" y="315"/>
                  </a:lnTo>
                  <a:lnTo>
                    <a:pt x="674" y="180"/>
                  </a:lnTo>
                  <a:lnTo>
                    <a:pt x="584" y="9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62"/>
            <p:cNvSpPr/>
            <p:nvPr/>
          </p:nvSpPr>
          <p:spPr>
            <a:xfrm>
              <a:off x="6547575" y="3562650"/>
              <a:ext cx="68500" cy="102200"/>
            </a:xfrm>
            <a:custGeom>
              <a:rect b="b" l="l" r="r" t="t"/>
              <a:pathLst>
                <a:path extrusionOk="0" h="4088" w="2740">
                  <a:moveTo>
                    <a:pt x="270" y="1"/>
                  </a:moveTo>
                  <a:lnTo>
                    <a:pt x="135" y="91"/>
                  </a:lnTo>
                  <a:lnTo>
                    <a:pt x="45" y="180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40"/>
                  </a:lnTo>
                  <a:lnTo>
                    <a:pt x="2111" y="3908"/>
                  </a:lnTo>
                  <a:lnTo>
                    <a:pt x="2246" y="4043"/>
                  </a:lnTo>
                  <a:lnTo>
                    <a:pt x="2425" y="4088"/>
                  </a:lnTo>
                  <a:lnTo>
                    <a:pt x="2605" y="3998"/>
                  </a:lnTo>
                  <a:lnTo>
                    <a:pt x="2695" y="3908"/>
                  </a:lnTo>
                  <a:lnTo>
                    <a:pt x="2740" y="3818"/>
                  </a:lnTo>
                  <a:lnTo>
                    <a:pt x="2740" y="3684"/>
                  </a:lnTo>
                  <a:lnTo>
                    <a:pt x="2695" y="3549"/>
                  </a:lnTo>
                  <a:lnTo>
                    <a:pt x="629" y="180"/>
                  </a:lnTo>
                  <a:lnTo>
                    <a:pt x="539" y="91"/>
                  </a:lnTo>
                  <a:lnTo>
                    <a:pt x="404" y="46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62"/>
            <p:cNvSpPr/>
            <p:nvPr/>
          </p:nvSpPr>
          <p:spPr>
            <a:xfrm>
              <a:off x="6568900" y="3697400"/>
              <a:ext cx="33700" cy="40450"/>
            </a:xfrm>
            <a:custGeom>
              <a:rect b="b" l="l" r="r" t="t"/>
              <a:pathLst>
                <a:path extrusionOk="0" h="1618" w="1348">
                  <a:moveTo>
                    <a:pt x="270" y="0"/>
                  </a:moveTo>
                  <a:lnTo>
                    <a:pt x="135" y="45"/>
                  </a:lnTo>
                  <a:lnTo>
                    <a:pt x="45" y="135"/>
                  </a:lnTo>
                  <a:lnTo>
                    <a:pt x="0" y="270"/>
                  </a:lnTo>
                  <a:lnTo>
                    <a:pt x="0" y="405"/>
                  </a:lnTo>
                  <a:lnTo>
                    <a:pt x="45" y="539"/>
                  </a:lnTo>
                  <a:lnTo>
                    <a:pt x="719" y="1483"/>
                  </a:lnTo>
                  <a:lnTo>
                    <a:pt x="809" y="1573"/>
                  </a:lnTo>
                  <a:lnTo>
                    <a:pt x="989" y="1617"/>
                  </a:lnTo>
                  <a:lnTo>
                    <a:pt x="1078" y="1617"/>
                  </a:lnTo>
                  <a:lnTo>
                    <a:pt x="1168" y="1573"/>
                  </a:lnTo>
                  <a:lnTo>
                    <a:pt x="1258" y="1483"/>
                  </a:lnTo>
                  <a:lnTo>
                    <a:pt x="1348" y="1348"/>
                  </a:lnTo>
                  <a:lnTo>
                    <a:pt x="1303" y="1213"/>
                  </a:lnTo>
                  <a:lnTo>
                    <a:pt x="1258" y="1078"/>
                  </a:lnTo>
                  <a:lnTo>
                    <a:pt x="629" y="135"/>
                  </a:lnTo>
                  <a:lnTo>
                    <a:pt x="495" y="45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62"/>
            <p:cNvSpPr/>
            <p:nvPr/>
          </p:nvSpPr>
          <p:spPr>
            <a:xfrm>
              <a:off x="6506025" y="3859100"/>
              <a:ext cx="47175" cy="52800"/>
            </a:xfrm>
            <a:custGeom>
              <a:rect b="b" l="l" r="r" t="t"/>
              <a:pathLst>
                <a:path extrusionOk="0" h="2112" w="1887">
                  <a:moveTo>
                    <a:pt x="180" y="0"/>
                  </a:moveTo>
                  <a:lnTo>
                    <a:pt x="90" y="90"/>
                  </a:lnTo>
                  <a:lnTo>
                    <a:pt x="45" y="225"/>
                  </a:lnTo>
                  <a:lnTo>
                    <a:pt x="0" y="360"/>
                  </a:lnTo>
                  <a:lnTo>
                    <a:pt x="45" y="494"/>
                  </a:lnTo>
                  <a:lnTo>
                    <a:pt x="315" y="899"/>
                  </a:lnTo>
                  <a:lnTo>
                    <a:pt x="584" y="1348"/>
                  </a:lnTo>
                  <a:lnTo>
                    <a:pt x="943" y="1707"/>
                  </a:lnTo>
                  <a:lnTo>
                    <a:pt x="1348" y="2021"/>
                  </a:lnTo>
                  <a:lnTo>
                    <a:pt x="1437" y="2066"/>
                  </a:lnTo>
                  <a:lnTo>
                    <a:pt x="1572" y="2111"/>
                  </a:lnTo>
                  <a:lnTo>
                    <a:pt x="1707" y="2066"/>
                  </a:lnTo>
                  <a:lnTo>
                    <a:pt x="1842" y="1977"/>
                  </a:lnTo>
                  <a:lnTo>
                    <a:pt x="1887" y="1842"/>
                  </a:lnTo>
                  <a:lnTo>
                    <a:pt x="1887" y="1707"/>
                  </a:lnTo>
                  <a:lnTo>
                    <a:pt x="1842" y="1572"/>
                  </a:lnTo>
                  <a:lnTo>
                    <a:pt x="1752" y="1482"/>
                  </a:lnTo>
                  <a:lnTo>
                    <a:pt x="1437" y="1213"/>
                  </a:lnTo>
                  <a:lnTo>
                    <a:pt x="1123" y="899"/>
                  </a:lnTo>
                  <a:lnTo>
                    <a:pt x="899" y="539"/>
                  </a:lnTo>
                  <a:lnTo>
                    <a:pt x="674" y="180"/>
                  </a:lnTo>
                  <a:lnTo>
                    <a:pt x="584" y="45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62"/>
            <p:cNvSpPr/>
            <p:nvPr/>
          </p:nvSpPr>
          <p:spPr>
            <a:xfrm>
              <a:off x="6654250" y="3763650"/>
              <a:ext cx="181925" cy="116800"/>
            </a:xfrm>
            <a:custGeom>
              <a:rect b="b" l="l" r="r" t="t"/>
              <a:pathLst>
                <a:path extrusionOk="0" h="4672" w="7277">
                  <a:moveTo>
                    <a:pt x="6827" y="0"/>
                  </a:moveTo>
                  <a:lnTo>
                    <a:pt x="6692" y="90"/>
                  </a:lnTo>
                  <a:lnTo>
                    <a:pt x="6019" y="719"/>
                  </a:lnTo>
                  <a:lnTo>
                    <a:pt x="5255" y="1303"/>
                  </a:lnTo>
                  <a:lnTo>
                    <a:pt x="4492" y="1887"/>
                  </a:lnTo>
                  <a:lnTo>
                    <a:pt x="3683" y="2381"/>
                  </a:lnTo>
                  <a:lnTo>
                    <a:pt x="2875" y="2875"/>
                  </a:lnTo>
                  <a:lnTo>
                    <a:pt x="2021" y="3279"/>
                  </a:lnTo>
                  <a:lnTo>
                    <a:pt x="1123" y="3639"/>
                  </a:lnTo>
                  <a:lnTo>
                    <a:pt x="270" y="3998"/>
                  </a:lnTo>
                  <a:lnTo>
                    <a:pt x="135" y="4043"/>
                  </a:lnTo>
                  <a:lnTo>
                    <a:pt x="45" y="4178"/>
                  </a:lnTo>
                  <a:lnTo>
                    <a:pt x="0" y="4267"/>
                  </a:lnTo>
                  <a:lnTo>
                    <a:pt x="45" y="4402"/>
                  </a:lnTo>
                  <a:lnTo>
                    <a:pt x="90" y="4537"/>
                  </a:lnTo>
                  <a:lnTo>
                    <a:pt x="180" y="4582"/>
                  </a:lnTo>
                  <a:lnTo>
                    <a:pt x="270" y="4627"/>
                  </a:lnTo>
                  <a:lnTo>
                    <a:pt x="359" y="4672"/>
                  </a:lnTo>
                  <a:lnTo>
                    <a:pt x="494" y="4627"/>
                  </a:lnTo>
                  <a:lnTo>
                    <a:pt x="1392" y="4312"/>
                  </a:lnTo>
                  <a:lnTo>
                    <a:pt x="2291" y="3908"/>
                  </a:lnTo>
                  <a:lnTo>
                    <a:pt x="3189" y="3459"/>
                  </a:lnTo>
                  <a:lnTo>
                    <a:pt x="4042" y="2965"/>
                  </a:lnTo>
                  <a:lnTo>
                    <a:pt x="4896" y="2426"/>
                  </a:lnTo>
                  <a:lnTo>
                    <a:pt x="5659" y="1887"/>
                  </a:lnTo>
                  <a:lnTo>
                    <a:pt x="6468" y="1258"/>
                  </a:lnTo>
                  <a:lnTo>
                    <a:pt x="7186" y="584"/>
                  </a:lnTo>
                  <a:lnTo>
                    <a:pt x="7276" y="495"/>
                  </a:lnTo>
                  <a:lnTo>
                    <a:pt x="7276" y="360"/>
                  </a:lnTo>
                  <a:lnTo>
                    <a:pt x="7276" y="225"/>
                  </a:lnTo>
                  <a:lnTo>
                    <a:pt x="7186" y="90"/>
                  </a:lnTo>
                  <a:lnTo>
                    <a:pt x="7097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62"/>
            <p:cNvSpPr/>
            <p:nvPr/>
          </p:nvSpPr>
          <p:spPr>
            <a:xfrm>
              <a:off x="6737325" y="3420050"/>
              <a:ext cx="202150" cy="213375"/>
            </a:xfrm>
            <a:custGeom>
              <a:rect b="b" l="l" r="r" t="t"/>
              <a:pathLst>
                <a:path extrusionOk="0" h="8535" w="8086">
                  <a:moveTo>
                    <a:pt x="7681" y="0"/>
                  </a:moveTo>
                  <a:lnTo>
                    <a:pt x="7546" y="45"/>
                  </a:lnTo>
                  <a:lnTo>
                    <a:pt x="7457" y="180"/>
                  </a:lnTo>
                  <a:lnTo>
                    <a:pt x="6693" y="1258"/>
                  </a:lnTo>
                  <a:lnTo>
                    <a:pt x="5885" y="2336"/>
                  </a:lnTo>
                  <a:lnTo>
                    <a:pt x="5031" y="3369"/>
                  </a:lnTo>
                  <a:lnTo>
                    <a:pt x="4133" y="4402"/>
                  </a:lnTo>
                  <a:lnTo>
                    <a:pt x="3190" y="5345"/>
                  </a:lnTo>
                  <a:lnTo>
                    <a:pt x="2202" y="6244"/>
                  </a:lnTo>
                  <a:lnTo>
                    <a:pt x="1213" y="7097"/>
                  </a:lnTo>
                  <a:lnTo>
                    <a:pt x="135" y="7950"/>
                  </a:lnTo>
                  <a:lnTo>
                    <a:pt x="46" y="8040"/>
                  </a:lnTo>
                  <a:lnTo>
                    <a:pt x="1" y="8175"/>
                  </a:lnTo>
                  <a:lnTo>
                    <a:pt x="1" y="8310"/>
                  </a:lnTo>
                  <a:lnTo>
                    <a:pt x="46" y="8400"/>
                  </a:lnTo>
                  <a:lnTo>
                    <a:pt x="180" y="8534"/>
                  </a:lnTo>
                  <a:lnTo>
                    <a:pt x="450" y="8534"/>
                  </a:lnTo>
                  <a:lnTo>
                    <a:pt x="540" y="8489"/>
                  </a:lnTo>
                  <a:lnTo>
                    <a:pt x="1618" y="7636"/>
                  </a:lnTo>
                  <a:lnTo>
                    <a:pt x="2696" y="6783"/>
                  </a:lnTo>
                  <a:lnTo>
                    <a:pt x="3684" y="5839"/>
                  </a:lnTo>
                  <a:lnTo>
                    <a:pt x="4627" y="4851"/>
                  </a:lnTo>
                  <a:lnTo>
                    <a:pt x="5570" y="3818"/>
                  </a:lnTo>
                  <a:lnTo>
                    <a:pt x="6424" y="2785"/>
                  </a:lnTo>
                  <a:lnTo>
                    <a:pt x="7277" y="1662"/>
                  </a:lnTo>
                  <a:lnTo>
                    <a:pt x="8041" y="539"/>
                  </a:lnTo>
                  <a:lnTo>
                    <a:pt x="8085" y="405"/>
                  </a:lnTo>
                  <a:lnTo>
                    <a:pt x="8085" y="270"/>
                  </a:lnTo>
                  <a:lnTo>
                    <a:pt x="8041" y="135"/>
                  </a:lnTo>
                  <a:lnTo>
                    <a:pt x="7906" y="45"/>
                  </a:lnTo>
                  <a:lnTo>
                    <a:pt x="7816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62"/>
            <p:cNvSpPr/>
            <p:nvPr/>
          </p:nvSpPr>
          <p:spPr>
            <a:xfrm>
              <a:off x="6814800" y="3338075"/>
              <a:ext cx="78625" cy="101100"/>
            </a:xfrm>
            <a:custGeom>
              <a:rect b="b" l="l" r="r" t="t"/>
              <a:pathLst>
                <a:path extrusionOk="0" h="4044" w="3145">
                  <a:moveTo>
                    <a:pt x="2741" y="1"/>
                  </a:moveTo>
                  <a:lnTo>
                    <a:pt x="2606" y="46"/>
                  </a:lnTo>
                  <a:lnTo>
                    <a:pt x="2516" y="135"/>
                  </a:lnTo>
                  <a:lnTo>
                    <a:pt x="46" y="3459"/>
                  </a:lnTo>
                  <a:lnTo>
                    <a:pt x="1" y="3594"/>
                  </a:lnTo>
                  <a:lnTo>
                    <a:pt x="1" y="3729"/>
                  </a:lnTo>
                  <a:lnTo>
                    <a:pt x="46" y="3863"/>
                  </a:lnTo>
                  <a:lnTo>
                    <a:pt x="136" y="3953"/>
                  </a:lnTo>
                  <a:lnTo>
                    <a:pt x="225" y="3998"/>
                  </a:lnTo>
                  <a:lnTo>
                    <a:pt x="360" y="4043"/>
                  </a:lnTo>
                  <a:lnTo>
                    <a:pt x="495" y="3998"/>
                  </a:lnTo>
                  <a:lnTo>
                    <a:pt x="630" y="3908"/>
                  </a:lnTo>
                  <a:lnTo>
                    <a:pt x="3055" y="540"/>
                  </a:lnTo>
                  <a:lnTo>
                    <a:pt x="3145" y="405"/>
                  </a:lnTo>
                  <a:lnTo>
                    <a:pt x="3145" y="270"/>
                  </a:lnTo>
                  <a:lnTo>
                    <a:pt x="3100" y="135"/>
                  </a:lnTo>
                  <a:lnTo>
                    <a:pt x="3010" y="46"/>
                  </a:lnTo>
                  <a:lnTo>
                    <a:pt x="2875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62"/>
            <p:cNvSpPr/>
            <p:nvPr/>
          </p:nvSpPr>
          <p:spPr>
            <a:xfrm>
              <a:off x="6848500" y="3248250"/>
              <a:ext cx="33700" cy="55050"/>
            </a:xfrm>
            <a:custGeom>
              <a:rect b="b" l="l" r="r" t="t"/>
              <a:pathLst>
                <a:path extrusionOk="0" h="2202" w="1348">
                  <a:moveTo>
                    <a:pt x="1033" y="0"/>
                  </a:moveTo>
                  <a:lnTo>
                    <a:pt x="899" y="45"/>
                  </a:lnTo>
                  <a:lnTo>
                    <a:pt x="809" y="90"/>
                  </a:lnTo>
                  <a:lnTo>
                    <a:pt x="719" y="225"/>
                  </a:lnTo>
                  <a:lnTo>
                    <a:pt x="45" y="1707"/>
                  </a:lnTo>
                  <a:lnTo>
                    <a:pt x="0" y="1842"/>
                  </a:lnTo>
                  <a:lnTo>
                    <a:pt x="0" y="1977"/>
                  </a:lnTo>
                  <a:lnTo>
                    <a:pt x="90" y="2067"/>
                  </a:lnTo>
                  <a:lnTo>
                    <a:pt x="180" y="2156"/>
                  </a:lnTo>
                  <a:lnTo>
                    <a:pt x="360" y="2201"/>
                  </a:lnTo>
                  <a:lnTo>
                    <a:pt x="449" y="2156"/>
                  </a:lnTo>
                  <a:lnTo>
                    <a:pt x="539" y="2111"/>
                  </a:lnTo>
                  <a:lnTo>
                    <a:pt x="584" y="2067"/>
                  </a:lnTo>
                  <a:lnTo>
                    <a:pt x="674" y="1977"/>
                  </a:lnTo>
                  <a:lnTo>
                    <a:pt x="1348" y="495"/>
                  </a:lnTo>
                  <a:lnTo>
                    <a:pt x="1348" y="360"/>
                  </a:lnTo>
                  <a:lnTo>
                    <a:pt x="1348" y="225"/>
                  </a:lnTo>
                  <a:lnTo>
                    <a:pt x="1258" y="135"/>
                  </a:lnTo>
                  <a:lnTo>
                    <a:pt x="1168" y="45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62"/>
            <p:cNvSpPr/>
            <p:nvPr/>
          </p:nvSpPr>
          <p:spPr>
            <a:xfrm>
              <a:off x="6858600" y="3166275"/>
              <a:ext cx="23600" cy="38200"/>
            </a:xfrm>
            <a:custGeom>
              <a:rect b="b" l="l" r="r" t="t"/>
              <a:pathLst>
                <a:path extrusionOk="0" h="1528" w="944">
                  <a:moveTo>
                    <a:pt x="540" y="1"/>
                  </a:moveTo>
                  <a:lnTo>
                    <a:pt x="450" y="46"/>
                  </a:lnTo>
                  <a:lnTo>
                    <a:pt x="315" y="135"/>
                  </a:lnTo>
                  <a:lnTo>
                    <a:pt x="270" y="225"/>
                  </a:lnTo>
                  <a:lnTo>
                    <a:pt x="45" y="1124"/>
                  </a:lnTo>
                  <a:lnTo>
                    <a:pt x="1" y="1258"/>
                  </a:lnTo>
                  <a:lnTo>
                    <a:pt x="45" y="1348"/>
                  </a:lnTo>
                  <a:lnTo>
                    <a:pt x="135" y="1483"/>
                  </a:lnTo>
                  <a:lnTo>
                    <a:pt x="270" y="1528"/>
                  </a:lnTo>
                  <a:lnTo>
                    <a:pt x="450" y="1528"/>
                  </a:lnTo>
                  <a:lnTo>
                    <a:pt x="584" y="1483"/>
                  </a:lnTo>
                  <a:lnTo>
                    <a:pt x="629" y="1393"/>
                  </a:lnTo>
                  <a:lnTo>
                    <a:pt x="674" y="1303"/>
                  </a:lnTo>
                  <a:lnTo>
                    <a:pt x="944" y="450"/>
                  </a:lnTo>
                  <a:lnTo>
                    <a:pt x="944" y="315"/>
                  </a:lnTo>
                  <a:lnTo>
                    <a:pt x="899" y="180"/>
                  </a:lnTo>
                  <a:lnTo>
                    <a:pt x="809" y="90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62"/>
            <p:cNvSpPr/>
            <p:nvPr/>
          </p:nvSpPr>
          <p:spPr>
            <a:xfrm>
              <a:off x="6737325" y="3646875"/>
              <a:ext cx="60675" cy="41575"/>
            </a:xfrm>
            <a:custGeom>
              <a:rect b="b" l="l" r="r" t="t"/>
              <a:pathLst>
                <a:path extrusionOk="0" h="1663" w="2427">
                  <a:moveTo>
                    <a:pt x="2022" y="0"/>
                  </a:moveTo>
                  <a:lnTo>
                    <a:pt x="1887" y="45"/>
                  </a:lnTo>
                  <a:lnTo>
                    <a:pt x="180" y="1033"/>
                  </a:lnTo>
                  <a:lnTo>
                    <a:pt x="91" y="1123"/>
                  </a:lnTo>
                  <a:lnTo>
                    <a:pt x="46" y="1213"/>
                  </a:lnTo>
                  <a:lnTo>
                    <a:pt x="1" y="1348"/>
                  </a:lnTo>
                  <a:lnTo>
                    <a:pt x="46" y="1483"/>
                  </a:lnTo>
                  <a:lnTo>
                    <a:pt x="180" y="1617"/>
                  </a:lnTo>
                  <a:lnTo>
                    <a:pt x="360" y="1662"/>
                  </a:lnTo>
                  <a:lnTo>
                    <a:pt x="540" y="1617"/>
                  </a:lnTo>
                  <a:lnTo>
                    <a:pt x="2246" y="674"/>
                  </a:lnTo>
                  <a:lnTo>
                    <a:pt x="2336" y="584"/>
                  </a:lnTo>
                  <a:lnTo>
                    <a:pt x="2381" y="449"/>
                  </a:lnTo>
                  <a:lnTo>
                    <a:pt x="2426" y="315"/>
                  </a:lnTo>
                  <a:lnTo>
                    <a:pt x="2381" y="180"/>
                  </a:lnTo>
                  <a:lnTo>
                    <a:pt x="2291" y="90"/>
                  </a:lnTo>
                  <a:lnTo>
                    <a:pt x="2157" y="45"/>
                  </a:lnTo>
                  <a:lnTo>
                    <a:pt x="2022" y="0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62"/>
            <p:cNvSpPr/>
            <p:nvPr/>
          </p:nvSpPr>
          <p:spPr>
            <a:xfrm>
              <a:off x="6720500" y="3746800"/>
              <a:ext cx="33700" cy="26975"/>
            </a:xfrm>
            <a:custGeom>
              <a:rect b="b" l="l" r="r" t="t"/>
              <a:pathLst>
                <a:path extrusionOk="0" h="1079" w="1348">
                  <a:moveTo>
                    <a:pt x="988" y="1"/>
                  </a:moveTo>
                  <a:lnTo>
                    <a:pt x="853" y="46"/>
                  </a:lnTo>
                  <a:lnTo>
                    <a:pt x="135" y="450"/>
                  </a:lnTo>
                  <a:lnTo>
                    <a:pt x="45" y="540"/>
                  </a:lnTo>
                  <a:lnTo>
                    <a:pt x="0" y="630"/>
                  </a:lnTo>
                  <a:lnTo>
                    <a:pt x="0" y="764"/>
                  </a:lnTo>
                  <a:lnTo>
                    <a:pt x="45" y="899"/>
                  </a:lnTo>
                  <a:lnTo>
                    <a:pt x="135" y="1034"/>
                  </a:lnTo>
                  <a:lnTo>
                    <a:pt x="314" y="1079"/>
                  </a:lnTo>
                  <a:lnTo>
                    <a:pt x="494" y="1034"/>
                  </a:lnTo>
                  <a:lnTo>
                    <a:pt x="1213" y="630"/>
                  </a:lnTo>
                  <a:lnTo>
                    <a:pt x="1303" y="540"/>
                  </a:lnTo>
                  <a:lnTo>
                    <a:pt x="1347" y="450"/>
                  </a:lnTo>
                  <a:lnTo>
                    <a:pt x="1347" y="315"/>
                  </a:lnTo>
                  <a:lnTo>
                    <a:pt x="1347" y="180"/>
                  </a:lnTo>
                  <a:lnTo>
                    <a:pt x="1258" y="91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62"/>
            <p:cNvSpPr/>
            <p:nvPr/>
          </p:nvSpPr>
          <p:spPr>
            <a:xfrm>
              <a:off x="6644125" y="3902875"/>
              <a:ext cx="65150" cy="34850"/>
            </a:xfrm>
            <a:custGeom>
              <a:rect b="b" l="l" r="r" t="t"/>
              <a:pathLst>
                <a:path extrusionOk="0" h="1394" w="2606">
                  <a:moveTo>
                    <a:pt x="2157" y="1"/>
                  </a:moveTo>
                  <a:lnTo>
                    <a:pt x="2067" y="46"/>
                  </a:lnTo>
                  <a:lnTo>
                    <a:pt x="1663" y="270"/>
                  </a:lnTo>
                  <a:lnTo>
                    <a:pt x="1213" y="495"/>
                  </a:lnTo>
                  <a:lnTo>
                    <a:pt x="764" y="630"/>
                  </a:lnTo>
                  <a:lnTo>
                    <a:pt x="315" y="720"/>
                  </a:lnTo>
                  <a:lnTo>
                    <a:pt x="180" y="765"/>
                  </a:lnTo>
                  <a:lnTo>
                    <a:pt x="91" y="854"/>
                  </a:lnTo>
                  <a:lnTo>
                    <a:pt x="46" y="944"/>
                  </a:lnTo>
                  <a:lnTo>
                    <a:pt x="1" y="1079"/>
                  </a:lnTo>
                  <a:lnTo>
                    <a:pt x="46" y="1214"/>
                  </a:lnTo>
                  <a:lnTo>
                    <a:pt x="136" y="1303"/>
                  </a:lnTo>
                  <a:lnTo>
                    <a:pt x="225" y="1393"/>
                  </a:lnTo>
                  <a:lnTo>
                    <a:pt x="405" y="1393"/>
                  </a:lnTo>
                  <a:lnTo>
                    <a:pt x="944" y="1303"/>
                  </a:lnTo>
                  <a:lnTo>
                    <a:pt x="1483" y="1124"/>
                  </a:lnTo>
                  <a:lnTo>
                    <a:pt x="1977" y="899"/>
                  </a:lnTo>
                  <a:lnTo>
                    <a:pt x="2471" y="585"/>
                  </a:lnTo>
                  <a:lnTo>
                    <a:pt x="2561" y="495"/>
                  </a:lnTo>
                  <a:lnTo>
                    <a:pt x="2606" y="360"/>
                  </a:lnTo>
                  <a:lnTo>
                    <a:pt x="2606" y="226"/>
                  </a:lnTo>
                  <a:lnTo>
                    <a:pt x="2516" y="136"/>
                  </a:lnTo>
                  <a:lnTo>
                    <a:pt x="2426" y="46"/>
                  </a:lnTo>
                  <a:lnTo>
                    <a:pt x="2291" y="1"/>
                  </a:lnTo>
                  <a:close/>
                </a:path>
              </a:pathLst>
            </a:custGeom>
            <a:solidFill>
              <a:srgbClr val="343F1B"/>
            </a:solidFill>
            <a:ln>
              <a:noFill/>
            </a:ln>
          </p:spPr>
          <p:txBody>
            <a:bodyPr anchorCtr="0" anchor="ctr" bIns="62300" lIns="62300" spcFirstLastPara="1" rIns="62300" wrap="square" tIns="62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4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p63"/>
          <p:cNvSpPr txBox="1"/>
          <p:nvPr>
            <p:ph type="title"/>
          </p:nvPr>
        </p:nvSpPr>
        <p:spPr>
          <a:xfrm>
            <a:off x="855250" y="126152"/>
            <a:ext cx="5334600" cy="65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Conclusion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36" name="Google Shape;2436;p63"/>
          <p:cNvSpPr txBox="1"/>
          <p:nvPr/>
        </p:nvSpPr>
        <p:spPr>
          <a:xfrm>
            <a:off x="413375" y="1092450"/>
            <a:ext cx="85140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Why the system is less human-dependent now?</a:t>
            </a:r>
            <a:endParaRPr b="1" sz="1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Recipe is encoded, not remembered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– the “good region” </a:t>
            </a: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(30 ml, 2 tsp, 50 whisks) 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lives in the controller, not in the barista’s head.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Guardrails block bad choices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: Software prevents high-risk parameter combos (e.g., 20 ml / 3 tsp), so a tired operator can’t accidentally choose them.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Consistency is measured by process, not by human judgment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:  same quantities and whisking trajectory every time → reliability comes from the robot, not from an expert’s “feel.”</a:t>
            </a:r>
            <a:br>
              <a:rPr lang="en" sz="1000">
                <a:latin typeface="Outfit"/>
                <a:ea typeface="Outfit"/>
                <a:cs typeface="Outfit"/>
                <a:sym typeface="Outfit"/>
              </a:rPr>
            </a:br>
            <a:endParaRPr sz="1000"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>
                <a:latin typeface="Outfit"/>
                <a:ea typeface="Outfit"/>
                <a:cs typeface="Outfit"/>
                <a:sym typeface="Outfit"/>
              </a:rPr>
              <a:t>Standardized sequence</a:t>
            </a:r>
            <a:r>
              <a:rPr lang="en" sz="1000">
                <a:latin typeface="Outfit"/>
                <a:ea typeface="Outfit"/>
                <a:cs typeface="Outfit"/>
                <a:sym typeface="Outfit"/>
              </a:rPr>
              <a:t> :  UR10e runs the same motion and timing each cup, so quality and service time no longer depend on who is operating the system.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64"/>
          <p:cNvSpPr txBox="1"/>
          <p:nvPr>
            <p:ph type="title"/>
          </p:nvPr>
        </p:nvSpPr>
        <p:spPr>
          <a:xfrm>
            <a:off x="780700" y="51599"/>
            <a:ext cx="5219400" cy="5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Future</a:t>
            </a: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 Work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42" name="Google Shape;2442;p64"/>
          <p:cNvSpPr txBox="1"/>
          <p:nvPr/>
        </p:nvSpPr>
        <p:spPr>
          <a:xfrm>
            <a:off x="239775" y="737125"/>
            <a:ext cx="85317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A840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Technical Work</a:t>
            </a:r>
            <a:endParaRPr sz="1000">
              <a:solidFill>
                <a:srgbClr val="5A8408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Char char="●"/>
            </a:pP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Closed-loop quality control (CV + sensors)</a:t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Char char="●"/>
            </a:pP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Bayesian optimization for full </a:t>
            </a: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recipe</a:t>
            </a: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and motion</a:t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Char char="●"/>
            </a:pP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Task and Motion Planning for full drink workflow</a:t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Char char="●"/>
            </a:pP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Reliability growth and predictive maintenance.</a:t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443" name="Google Shape;2443;p64"/>
          <p:cNvSpPr txBox="1"/>
          <p:nvPr/>
        </p:nvSpPr>
        <p:spPr>
          <a:xfrm>
            <a:off x="239775" y="2116100"/>
            <a:ext cx="85317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A840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Human factors and UX</a:t>
            </a:r>
            <a:endParaRPr sz="1000">
              <a:solidFill>
                <a:srgbClr val="5A8408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Char char="●"/>
            </a:pP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User acceptance studies for robot barista</a:t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Char char="●"/>
            </a:pP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Personalized Matcha Profiles</a:t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Char char="●"/>
            </a:pP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Compare Human vs Robot Reproducibility</a:t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444" name="Google Shape;2444;p64"/>
          <p:cNvSpPr txBox="1"/>
          <p:nvPr/>
        </p:nvSpPr>
        <p:spPr>
          <a:xfrm>
            <a:off x="306150" y="3291775"/>
            <a:ext cx="85317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A840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Operations and Business</a:t>
            </a:r>
            <a:endParaRPr sz="1000">
              <a:solidFill>
                <a:srgbClr val="5A8408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Char char="●"/>
            </a:pP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Multi Robot Queueing Model</a:t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Char char="●"/>
            </a:pP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Live LTC/CAC experiments</a:t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Char char="●"/>
            </a:pPr>
            <a:r>
              <a:rPr lang="en" sz="1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Cleaning Safety and Standards Integration</a:t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8" name="Shape 2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9" name="Google Shape;2449;p65"/>
          <p:cNvSpPr txBox="1"/>
          <p:nvPr>
            <p:ph type="title"/>
          </p:nvPr>
        </p:nvSpPr>
        <p:spPr>
          <a:xfrm>
            <a:off x="3043526" y="373825"/>
            <a:ext cx="3817200" cy="86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38761D"/>
                </a:solidFill>
                <a:latin typeface="Outfit"/>
                <a:ea typeface="Outfit"/>
                <a:cs typeface="Outfit"/>
                <a:sym typeface="Outfit"/>
              </a:rPr>
              <a:t>Thank You</a:t>
            </a:r>
            <a:endParaRPr sz="3000">
              <a:solidFill>
                <a:srgbClr val="38761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450" name="Google Shape;2450;p65"/>
          <p:cNvGrpSpPr/>
          <p:nvPr/>
        </p:nvGrpSpPr>
        <p:grpSpPr>
          <a:xfrm>
            <a:off x="6325385" y="294373"/>
            <a:ext cx="711523" cy="903354"/>
            <a:chOff x="2965800" y="1494175"/>
            <a:chExt cx="999050" cy="1268400"/>
          </a:xfrm>
        </p:grpSpPr>
        <p:sp>
          <p:nvSpPr>
            <p:cNvPr id="2451" name="Google Shape;2451;p65"/>
            <p:cNvSpPr/>
            <p:nvPr/>
          </p:nvSpPr>
          <p:spPr>
            <a:xfrm>
              <a:off x="2965800" y="1494175"/>
              <a:ext cx="999050" cy="1268400"/>
            </a:xfrm>
            <a:custGeom>
              <a:rect b="b" l="l" r="r" t="t"/>
              <a:pathLst>
                <a:path extrusionOk="0" h="50736" w="39962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50"/>
                  </a:lnTo>
                  <a:lnTo>
                    <a:pt x="18199" y="20956"/>
                  </a:lnTo>
                  <a:lnTo>
                    <a:pt x="18963" y="20320"/>
                  </a:lnTo>
                  <a:lnTo>
                    <a:pt x="19684" y="19641"/>
                  </a:lnTo>
                  <a:lnTo>
                    <a:pt x="20405" y="18920"/>
                  </a:lnTo>
                  <a:lnTo>
                    <a:pt x="21042" y="18156"/>
                  </a:lnTo>
                  <a:lnTo>
                    <a:pt x="21593" y="17350"/>
                  </a:lnTo>
                  <a:lnTo>
                    <a:pt x="21848" y="16926"/>
                  </a:lnTo>
                  <a:lnTo>
                    <a:pt x="22060" y="16502"/>
                  </a:lnTo>
                  <a:lnTo>
                    <a:pt x="22272" y="16035"/>
                  </a:lnTo>
                  <a:lnTo>
                    <a:pt x="22442" y="15569"/>
                  </a:lnTo>
                  <a:lnTo>
                    <a:pt x="22569" y="15017"/>
                  </a:lnTo>
                  <a:lnTo>
                    <a:pt x="22696" y="14466"/>
                  </a:lnTo>
                  <a:lnTo>
                    <a:pt x="22738" y="13914"/>
                  </a:lnTo>
                  <a:lnTo>
                    <a:pt x="22781" y="13363"/>
                  </a:lnTo>
                  <a:lnTo>
                    <a:pt x="22781" y="12769"/>
                  </a:lnTo>
                  <a:lnTo>
                    <a:pt x="22738" y="12175"/>
                  </a:lnTo>
                  <a:lnTo>
                    <a:pt x="22611" y="11030"/>
                  </a:lnTo>
                  <a:lnTo>
                    <a:pt x="22442" y="9842"/>
                  </a:lnTo>
                  <a:lnTo>
                    <a:pt x="22229" y="8696"/>
                  </a:lnTo>
                  <a:lnTo>
                    <a:pt x="21975" y="7594"/>
                  </a:lnTo>
                  <a:lnTo>
                    <a:pt x="21805" y="6491"/>
                  </a:lnTo>
                  <a:lnTo>
                    <a:pt x="21720" y="6321"/>
                  </a:lnTo>
                  <a:lnTo>
                    <a:pt x="21636" y="6194"/>
                  </a:lnTo>
                  <a:lnTo>
                    <a:pt x="21508" y="6109"/>
                  </a:lnTo>
                  <a:lnTo>
                    <a:pt x="21339" y="6024"/>
                  </a:lnTo>
                  <a:lnTo>
                    <a:pt x="21211" y="6024"/>
                  </a:lnTo>
                  <a:lnTo>
                    <a:pt x="21042" y="6066"/>
                  </a:lnTo>
                  <a:lnTo>
                    <a:pt x="20872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273" y="32622"/>
                  </a:lnTo>
                  <a:lnTo>
                    <a:pt x="8824" y="31943"/>
                  </a:lnTo>
                  <a:lnTo>
                    <a:pt x="9333" y="31222"/>
                  </a:lnTo>
                  <a:lnTo>
                    <a:pt x="9800" y="30543"/>
                  </a:lnTo>
                  <a:lnTo>
                    <a:pt x="10224" y="29780"/>
                  </a:lnTo>
                  <a:lnTo>
                    <a:pt x="10564" y="29016"/>
                  </a:lnTo>
                  <a:lnTo>
                    <a:pt x="10818" y="28253"/>
                  </a:lnTo>
                  <a:lnTo>
                    <a:pt x="10988" y="27404"/>
                  </a:lnTo>
                  <a:lnTo>
                    <a:pt x="11073" y="26938"/>
                  </a:lnTo>
                  <a:lnTo>
                    <a:pt x="11073" y="26513"/>
                  </a:lnTo>
                  <a:lnTo>
                    <a:pt x="11073" y="26004"/>
                  </a:lnTo>
                  <a:lnTo>
                    <a:pt x="11073" y="25495"/>
                  </a:lnTo>
                  <a:lnTo>
                    <a:pt x="10945" y="24520"/>
                  </a:lnTo>
                  <a:lnTo>
                    <a:pt x="10733" y="23544"/>
                  </a:lnTo>
                  <a:lnTo>
                    <a:pt x="10436" y="22568"/>
                  </a:lnTo>
                  <a:lnTo>
                    <a:pt x="10097" y="21635"/>
                  </a:lnTo>
                  <a:lnTo>
                    <a:pt x="9715" y="20702"/>
                  </a:lnTo>
                  <a:lnTo>
                    <a:pt x="8909" y="18878"/>
                  </a:lnTo>
                  <a:lnTo>
                    <a:pt x="8824" y="18750"/>
                  </a:lnTo>
                  <a:lnTo>
                    <a:pt x="8655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46" y="18665"/>
                  </a:lnTo>
                  <a:lnTo>
                    <a:pt x="7976" y="18750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982" y="38434"/>
                  </a:lnTo>
                  <a:lnTo>
                    <a:pt x="13533" y="38773"/>
                  </a:lnTo>
                  <a:lnTo>
                    <a:pt x="14085" y="39028"/>
                  </a:lnTo>
                  <a:lnTo>
                    <a:pt x="14636" y="39240"/>
                  </a:lnTo>
                  <a:lnTo>
                    <a:pt x="15187" y="39409"/>
                  </a:lnTo>
                  <a:lnTo>
                    <a:pt x="15739" y="39537"/>
                  </a:lnTo>
                  <a:lnTo>
                    <a:pt x="16290" y="39664"/>
                  </a:lnTo>
                  <a:lnTo>
                    <a:pt x="16842" y="39706"/>
                  </a:lnTo>
                  <a:lnTo>
                    <a:pt x="17436" y="39749"/>
                  </a:lnTo>
                  <a:lnTo>
                    <a:pt x="17987" y="39749"/>
                  </a:lnTo>
                  <a:lnTo>
                    <a:pt x="18539" y="39706"/>
                  </a:lnTo>
                  <a:lnTo>
                    <a:pt x="19090" y="39664"/>
                  </a:lnTo>
                  <a:lnTo>
                    <a:pt x="19642" y="39579"/>
                  </a:lnTo>
                  <a:lnTo>
                    <a:pt x="20193" y="39452"/>
                  </a:lnTo>
                  <a:lnTo>
                    <a:pt x="20745" y="39282"/>
                  </a:lnTo>
                  <a:lnTo>
                    <a:pt x="21296" y="39112"/>
                  </a:lnTo>
                  <a:lnTo>
                    <a:pt x="22357" y="38688"/>
                  </a:lnTo>
                  <a:lnTo>
                    <a:pt x="23417" y="38179"/>
                  </a:lnTo>
                  <a:lnTo>
                    <a:pt x="24435" y="37585"/>
                  </a:lnTo>
                  <a:lnTo>
                    <a:pt x="25411" y="36907"/>
                  </a:lnTo>
                  <a:lnTo>
                    <a:pt x="26344" y="36185"/>
                  </a:lnTo>
                  <a:lnTo>
                    <a:pt x="27235" y="35422"/>
                  </a:lnTo>
                  <a:lnTo>
                    <a:pt x="28084" y="34616"/>
                  </a:lnTo>
                  <a:lnTo>
                    <a:pt x="28847" y="33767"/>
                  </a:lnTo>
                  <a:lnTo>
                    <a:pt x="28974" y="33598"/>
                  </a:lnTo>
                  <a:lnTo>
                    <a:pt x="29017" y="33386"/>
                  </a:lnTo>
                  <a:lnTo>
                    <a:pt x="29017" y="33216"/>
                  </a:lnTo>
                  <a:lnTo>
                    <a:pt x="28974" y="33046"/>
                  </a:lnTo>
                  <a:lnTo>
                    <a:pt x="28890" y="32877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926" y="25707"/>
                  </a:lnTo>
                  <a:lnTo>
                    <a:pt x="24520" y="25919"/>
                  </a:lnTo>
                  <a:lnTo>
                    <a:pt x="25114" y="26089"/>
                  </a:lnTo>
                  <a:lnTo>
                    <a:pt x="25708" y="26216"/>
                  </a:lnTo>
                  <a:lnTo>
                    <a:pt x="26302" y="26344"/>
                  </a:lnTo>
                  <a:lnTo>
                    <a:pt x="26896" y="26428"/>
                  </a:lnTo>
                  <a:lnTo>
                    <a:pt x="27490" y="26471"/>
                  </a:lnTo>
                  <a:lnTo>
                    <a:pt x="28041" y="26513"/>
                  </a:lnTo>
                  <a:lnTo>
                    <a:pt x="29229" y="26513"/>
                  </a:lnTo>
                  <a:lnTo>
                    <a:pt x="29823" y="26471"/>
                  </a:lnTo>
                  <a:lnTo>
                    <a:pt x="30374" y="26386"/>
                  </a:lnTo>
                  <a:lnTo>
                    <a:pt x="30968" y="26301"/>
                  </a:lnTo>
                  <a:lnTo>
                    <a:pt x="31520" y="26174"/>
                  </a:lnTo>
                  <a:lnTo>
                    <a:pt x="32071" y="26004"/>
                  </a:lnTo>
                  <a:lnTo>
                    <a:pt x="32623" y="25835"/>
                  </a:lnTo>
                  <a:lnTo>
                    <a:pt x="33174" y="25665"/>
                  </a:lnTo>
                  <a:lnTo>
                    <a:pt x="33726" y="25410"/>
                  </a:lnTo>
                  <a:lnTo>
                    <a:pt x="34235" y="25198"/>
                  </a:lnTo>
                  <a:lnTo>
                    <a:pt x="34744" y="24901"/>
                  </a:lnTo>
                  <a:lnTo>
                    <a:pt x="35253" y="24604"/>
                  </a:lnTo>
                  <a:lnTo>
                    <a:pt x="35762" y="24307"/>
                  </a:lnTo>
                  <a:lnTo>
                    <a:pt x="36228" y="23968"/>
                  </a:lnTo>
                  <a:lnTo>
                    <a:pt x="36695" y="23629"/>
                  </a:lnTo>
                  <a:lnTo>
                    <a:pt x="37162" y="23247"/>
                  </a:lnTo>
                  <a:lnTo>
                    <a:pt x="37586" y="22823"/>
                  </a:lnTo>
                  <a:lnTo>
                    <a:pt x="38010" y="22398"/>
                  </a:lnTo>
                  <a:lnTo>
                    <a:pt x="38434" y="21974"/>
                  </a:lnTo>
                  <a:lnTo>
                    <a:pt x="38816" y="21508"/>
                  </a:lnTo>
                  <a:lnTo>
                    <a:pt x="39198" y="20999"/>
                  </a:lnTo>
                  <a:lnTo>
                    <a:pt x="39537" y="20490"/>
                  </a:lnTo>
                  <a:lnTo>
                    <a:pt x="39877" y="19980"/>
                  </a:lnTo>
                  <a:lnTo>
                    <a:pt x="39962" y="19811"/>
                  </a:lnTo>
                  <a:lnTo>
                    <a:pt x="39962" y="19641"/>
                  </a:lnTo>
                  <a:lnTo>
                    <a:pt x="39962" y="19471"/>
                  </a:lnTo>
                  <a:lnTo>
                    <a:pt x="39877" y="19302"/>
                  </a:lnTo>
                  <a:lnTo>
                    <a:pt x="39792" y="19174"/>
                  </a:lnTo>
                  <a:lnTo>
                    <a:pt x="39665" y="19047"/>
                  </a:lnTo>
                  <a:lnTo>
                    <a:pt x="39495" y="19005"/>
                  </a:lnTo>
                  <a:lnTo>
                    <a:pt x="39325" y="18962"/>
                  </a:lnTo>
                  <a:lnTo>
                    <a:pt x="38731" y="19005"/>
                  </a:lnTo>
                  <a:lnTo>
                    <a:pt x="38137" y="19005"/>
                  </a:lnTo>
                  <a:lnTo>
                    <a:pt x="36907" y="18920"/>
                  </a:lnTo>
                  <a:lnTo>
                    <a:pt x="34447" y="18708"/>
                  </a:lnTo>
                  <a:lnTo>
                    <a:pt x="33217" y="18665"/>
                  </a:lnTo>
                  <a:lnTo>
                    <a:pt x="32623" y="18623"/>
                  </a:lnTo>
                  <a:lnTo>
                    <a:pt x="32029" y="18665"/>
                  </a:lnTo>
                  <a:lnTo>
                    <a:pt x="31435" y="18708"/>
                  </a:lnTo>
                  <a:lnTo>
                    <a:pt x="30841" y="18793"/>
                  </a:lnTo>
                  <a:lnTo>
                    <a:pt x="30247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956" y="13193"/>
                  </a:lnTo>
                  <a:lnTo>
                    <a:pt x="28593" y="13363"/>
                  </a:lnTo>
                  <a:lnTo>
                    <a:pt x="29229" y="13448"/>
                  </a:lnTo>
                  <a:lnTo>
                    <a:pt x="29865" y="13532"/>
                  </a:lnTo>
                  <a:lnTo>
                    <a:pt x="30502" y="13532"/>
                  </a:lnTo>
                  <a:lnTo>
                    <a:pt x="31138" y="13490"/>
                  </a:lnTo>
                  <a:lnTo>
                    <a:pt x="31774" y="13405"/>
                  </a:lnTo>
                  <a:lnTo>
                    <a:pt x="32368" y="13278"/>
                  </a:lnTo>
                  <a:lnTo>
                    <a:pt x="33004" y="13108"/>
                  </a:lnTo>
                  <a:lnTo>
                    <a:pt x="33598" y="12896"/>
                  </a:lnTo>
                  <a:lnTo>
                    <a:pt x="34192" y="12684"/>
                  </a:lnTo>
                  <a:lnTo>
                    <a:pt x="34786" y="12387"/>
                  </a:lnTo>
                  <a:lnTo>
                    <a:pt x="35338" y="12048"/>
                  </a:lnTo>
                  <a:lnTo>
                    <a:pt x="35889" y="11708"/>
                  </a:lnTo>
                  <a:lnTo>
                    <a:pt x="36398" y="11327"/>
                  </a:lnTo>
                  <a:lnTo>
                    <a:pt x="36907" y="10902"/>
                  </a:lnTo>
                  <a:lnTo>
                    <a:pt x="37416" y="10393"/>
                  </a:lnTo>
                  <a:lnTo>
                    <a:pt x="37883" y="9842"/>
                  </a:lnTo>
                  <a:lnTo>
                    <a:pt x="38265" y="9290"/>
                  </a:lnTo>
                  <a:lnTo>
                    <a:pt x="38604" y="8696"/>
                  </a:lnTo>
                  <a:lnTo>
                    <a:pt x="38901" y="8060"/>
                  </a:lnTo>
                  <a:lnTo>
                    <a:pt x="39113" y="7424"/>
                  </a:lnTo>
                  <a:lnTo>
                    <a:pt x="39283" y="6788"/>
                  </a:lnTo>
                  <a:lnTo>
                    <a:pt x="39410" y="6109"/>
                  </a:lnTo>
                  <a:lnTo>
                    <a:pt x="39495" y="5472"/>
                  </a:lnTo>
                  <a:lnTo>
                    <a:pt x="39537" y="4794"/>
                  </a:lnTo>
                  <a:lnTo>
                    <a:pt x="39580" y="4073"/>
                  </a:lnTo>
                  <a:lnTo>
                    <a:pt x="39537" y="3394"/>
                  </a:lnTo>
                  <a:lnTo>
                    <a:pt x="39452" y="1994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65"/>
            <p:cNvSpPr/>
            <p:nvPr/>
          </p:nvSpPr>
          <p:spPr>
            <a:xfrm>
              <a:off x="2965800" y="1494175"/>
              <a:ext cx="985275" cy="1268400"/>
            </a:xfrm>
            <a:custGeom>
              <a:rect b="b" l="l" r="r" t="t"/>
              <a:pathLst>
                <a:path extrusionOk="0" h="50736" w="39411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92"/>
                  </a:lnTo>
                  <a:lnTo>
                    <a:pt x="16884" y="21296"/>
                  </a:lnTo>
                  <a:lnTo>
                    <a:pt x="16418" y="20999"/>
                  </a:lnTo>
                  <a:lnTo>
                    <a:pt x="16036" y="20659"/>
                  </a:lnTo>
                  <a:lnTo>
                    <a:pt x="15697" y="20277"/>
                  </a:lnTo>
                  <a:lnTo>
                    <a:pt x="15442" y="19853"/>
                  </a:lnTo>
                  <a:lnTo>
                    <a:pt x="15230" y="19471"/>
                  </a:lnTo>
                  <a:lnTo>
                    <a:pt x="15103" y="19005"/>
                  </a:lnTo>
                  <a:lnTo>
                    <a:pt x="14975" y="18538"/>
                  </a:lnTo>
                  <a:lnTo>
                    <a:pt x="14933" y="18072"/>
                  </a:lnTo>
                  <a:lnTo>
                    <a:pt x="14933" y="17562"/>
                  </a:lnTo>
                  <a:lnTo>
                    <a:pt x="14975" y="17053"/>
                  </a:lnTo>
                  <a:lnTo>
                    <a:pt x="15060" y="16544"/>
                  </a:lnTo>
                  <a:lnTo>
                    <a:pt x="15187" y="15993"/>
                  </a:lnTo>
                  <a:lnTo>
                    <a:pt x="15357" y="15441"/>
                  </a:lnTo>
                  <a:lnTo>
                    <a:pt x="15527" y="14890"/>
                  </a:lnTo>
                  <a:lnTo>
                    <a:pt x="15739" y="14338"/>
                  </a:lnTo>
                  <a:lnTo>
                    <a:pt x="16290" y="13193"/>
                  </a:lnTo>
                  <a:lnTo>
                    <a:pt x="16927" y="12090"/>
                  </a:lnTo>
                  <a:lnTo>
                    <a:pt x="17605" y="10987"/>
                  </a:lnTo>
                  <a:lnTo>
                    <a:pt x="18369" y="9884"/>
                  </a:lnTo>
                  <a:lnTo>
                    <a:pt x="19175" y="8824"/>
                  </a:lnTo>
                  <a:lnTo>
                    <a:pt x="19981" y="7848"/>
                  </a:lnTo>
                  <a:lnTo>
                    <a:pt x="20745" y="6915"/>
                  </a:lnTo>
                  <a:lnTo>
                    <a:pt x="21508" y="6066"/>
                  </a:lnTo>
                  <a:lnTo>
                    <a:pt x="21296" y="6024"/>
                  </a:lnTo>
                  <a:lnTo>
                    <a:pt x="21084" y="6024"/>
                  </a:lnTo>
                  <a:lnTo>
                    <a:pt x="20914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188" y="32664"/>
                  </a:lnTo>
                  <a:lnTo>
                    <a:pt x="8061" y="32622"/>
                  </a:lnTo>
                  <a:lnTo>
                    <a:pt x="7933" y="32537"/>
                  </a:lnTo>
                  <a:lnTo>
                    <a:pt x="7849" y="32452"/>
                  </a:lnTo>
                  <a:lnTo>
                    <a:pt x="7721" y="32325"/>
                  </a:lnTo>
                  <a:lnTo>
                    <a:pt x="7212" y="31477"/>
                  </a:lnTo>
                  <a:lnTo>
                    <a:pt x="6788" y="30586"/>
                  </a:lnTo>
                  <a:lnTo>
                    <a:pt x="6449" y="29695"/>
                  </a:lnTo>
                  <a:lnTo>
                    <a:pt x="6194" y="28847"/>
                  </a:lnTo>
                  <a:lnTo>
                    <a:pt x="6067" y="27998"/>
                  </a:lnTo>
                  <a:lnTo>
                    <a:pt x="6024" y="27107"/>
                  </a:lnTo>
                  <a:lnTo>
                    <a:pt x="6024" y="26259"/>
                  </a:lnTo>
                  <a:lnTo>
                    <a:pt x="6109" y="25410"/>
                  </a:lnTo>
                  <a:lnTo>
                    <a:pt x="6279" y="24562"/>
                  </a:lnTo>
                  <a:lnTo>
                    <a:pt x="6491" y="23714"/>
                  </a:lnTo>
                  <a:lnTo>
                    <a:pt x="6788" y="22908"/>
                  </a:lnTo>
                  <a:lnTo>
                    <a:pt x="7085" y="22059"/>
                  </a:lnTo>
                  <a:lnTo>
                    <a:pt x="7467" y="21211"/>
                  </a:lnTo>
                  <a:lnTo>
                    <a:pt x="7849" y="20362"/>
                  </a:lnTo>
                  <a:lnTo>
                    <a:pt x="8739" y="18708"/>
                  </a:lnTo>
                  <a:lnTo>
                    <a:pt x="8612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88" y="18623"/>
                  </a:lnTo>
                  <a:lnTo>
                    <a:pt x="8061" y="18708"/>
                  </a:lnTo>
                  <a:lnTo>
                    <a:pt x="7933" y="18793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685" y="38264"/>
                  </a:lnTo>
                  <a:lnTo>
                    <a:pt x="12939" y="37797"/>
                  </a:lnTo>
                  <a:lnTo>
                    <a:pt x="13236" y="37373"/>
                  </a:lnTo>
                  <a:lnTo>
                    <a:pt x="13533" y="36949"/>
                  </a:lnTo>
                  <a:lnTo>
                    <a:pt x="13872" y="36567"/>
                  </a:lnTo>
                  <a:lnTo>
                    <a:pt x="14254" y="36185"/>
                  </a:lnTo>
                  <a:lnTo>
                    <a:pt x="14636" y="35846"/>
                  </a:lnTo>
                  <a:lnTo>
                    <a:pt x="15018" y="35507"/>
                  </a:lnTo>
                  <a:lnTo>
                    <a:pt x="15442" y="35210"/>
                  </a:lnTo>
                  <a:lnTo>
                    <a:pt x="15909" y="34913"/>
                  </a:lnTo>
                  <a:lnTo>
                    <a:pt x="16333" y="34658"/>
                  </a:lnTo>
                  <a:lnTo>
                    <a:pt x="17309" y="34149"/>
                  </a:lnTo>
                  <a:lnTo>
                    <a:pt x="18369" y="33767"/>
                  </a:lnTo>
                  <a:lnTo>
                    <a:pt x="19430" y="33428"/>
                  </a:lnTo>
                  <a:lnTo>
                    <a:pt x="20533" y="33173"/>
                  </a:lnTo>
                  <a:lnTo>
                    <a:pt x="21678" y="32961"/>
                  </a:lnTo>
                  <a:lnTo>
                    <a:pt x="22866" y="32792"/>
                  </a:lnTo>
                  <a:lnTo>
                    <a:pt x="24054" y="32707"/>
                  </a:lnTo>
                  <a:lnTo>
                    <a:pt x="25241" y="32664"/>
                  </a:lnTo>
                  <a:lnTo>
                    <a:pt x="27617" y="32664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502" y="25538"/>
                  </a:lnTo>
                  <a:lnTo>
                    <a:pt x="23629" y="25071"/>
                  </a:lnTo>
                  <a:lnTo>
                    <a:pt x="23841" y="24647"/>
                  </a:lnTo>
                  <a:lnTo>
                    <a:pt x="24096" y="24180"/>
                  </a:lnTo>
                  <a:lnTo>
                    <a:pt x="24393" y="23798"/>
                  </a:lnTo>
                  <a:lnTo>
                    <a:pt x="24732" y="23374"/>
                  </a:lnTo>
                  <a:lnTo>
                    <a:pt x="25156" y="23035"/>
                  </a:lnTo>
                  <a:lnTo>
                    <a:pt x="25581" y="22695"/>
                  </a:lnTo>
                  <a:lnTo>
                    <a:pt x="26005" y="22356"/>
                  </a:lnTo>
                  <a:lnTo>
                    <a:pt x="26472" y="22059"/>
                  </a:lnTo>
                  <a:lnTo>
                    <a:pt x="26981" y="21762"/>
                  </a:lnTo>
                  <a:lnTo>
                    <a:pt x="27956" y="21253"/>
                  </a:lnTo>
                  <a:lnTo>
                    <a:pt x="28932" y="20829"/>
                  </a:lnTo>
                  <a:lnTo>
                    <a:pt x="29780" y="20490"/>
                  </a:lnTo>
                  <a:lnTo>
                    <a:pt x="30756" y="20193"/>
                  </a:lnTo>
                  <a:lnTo>
                    <a:pt x="31774" y="19896"/>
                  </a:lnTo>
                  <a:lnTo>
                    <a:pt x="32750" y="19641"/>
                  </a:lnTo>
                  <a:lnTo>
                    <a:pt x="33768" y="19429"/>
                  </a:lnTo>
                  <a:lnTo>
                    <a:pt x="34786" y="19259"/>
                  </a:lnTo>
                  <a:lnTo>
                    <a:pt x="35804" y="19132"/>
                  </a:lnTo>
                  <a:lnTo>
                    <a:pt x="36822" y="19047"/>
                  </a:lnTo>
                  <a:lnTo>
                    <a:pt x="37883" y="18962"/>
                  </a:lnTo>
                  <a:lnTo>
                    <a:pt x="36822" y="18920"/>
                  </a:lnTo>
                  <a:lnTo>
                    <a:pt x="35804" y="18835"/>
                  </a:lnTo>
                  <a:lnTo>
                    <a:pt x="34744" y="18750"/>
                  </a:lnTo>
                  <a:lnTo>
                    <a:pt x="33726" y="18665"/>
                  </a:lnTo>
                  <a:lnTo>
                    <a:pt x="32665" y="18623"/>
                  </a:lnTo>
                  <a:lnTo>
                    <a:pt x="31647" y="18665"/>
                  </a:lnTo>
                  <a:lnTo>
                    <a:pt x="31180" y="18750"/>
                  </a:lnTo>
                  <a:lnTo>
                    <a:pt x="30671" y="18835"/>
                  </a:lnTo>
                  <a:lnTo>
                    <a:pt x="30162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787" y="13108"/>
                  </a:lnTo>
                  <a:lnTo>
                    <a:pt x="27871" y="12599"/>
                  </a:lnTo>
                  <a:lnTo>
                    <a:pt x="28041" y="12090"/>
                  </a:lnTo>
                  <a:lnTo>
                    <a:pt x="28211" y="11581"/>
                  </a:lnTo>
                  <a:lnTo>
                    <a:pt x="28465" y="11114"/>
                  </a:lnTo>
                  <a:lnTo>
                    <a:pt x="28720" y="10648"/>
                  </a:lnTo>
                  <a:lnTo>
                    <a:pt x="28974" y="10224"/>
                  </a:lnTo>
                  <a:lnTo>
                    <a:pt x="29314" y="9799"/>
                  </a:lnTo>
                  <a:lnTo>
                    <a:pt x="29653" y="9375"/>
                  </a:lnTo>
                  <a:lnTo>
                    <a:pt x="30417" y="8612"/>
                  </a:lnTo>
                  <a:lnTo>
                    <a:pt x="31223" y="7890"/>
                  </a:lnTo>
                  <a:lnTo>
                    <a:pt x="32114" y="7212"/>
                  </a:lnTo>
                  <a:lnTo>
                    <a:pt x="33004" y="6533"/>
                  </a:lnTo>
                  <a:lnTo>
                    <a:pt x="34786" y="5303"/>
                  </a:lnTo>
                  <a:lnTo>
                    <a:pt x="35635" y="4709"/>
                  </a:lnTo>
                  <a:lnTo>
                    <a:pt x="36483" y="4073"/>
                  </a:lnTo>
                  <a:lnTo>
                    <a:pt x="37247" y="3436"/>
                  </a:lnTo>
                  <a:lnTo>
                    <a:pt x="38010" y="2757"/>
                  </a:lnTo>
                  <a:lnTo>
                    <a:pt x="38731" y="2036"/>
                  </a:lnTo>
                  <a:lnTo>
                    <a:pt x="39410" y="1273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65"/>
            <p:cNvSpPr/>
            <p:nvPr/>
          </p:nvSpPr>
          <p:spPr>
            <a:xfrm>
              <a:off x="3325325" y="1662800"/>
              <a:ext cx="194100" cy="353175"/>
            </a:xfrm>
            <a:custGeom>
              <a:rect b="b" l="l" r="r" t="t"/>
              <a:pathLst>
                <a:path extrusionOk="0" h="14127" w="7764">
                  <a:moveTo>
                    <a:pt x="6661" y="0"/>
                  </a:moveTo>
                  <a:lnTo>
                    <a:pt x="6576" y="85"/>
                  </a:lnTo>
                  <a:lnTo>
                    <a:pt x="6067" y="933"/>
                  </a:lnTo>
                  <a:lnTo>
                    <a:pt x="5600" y="1867"/>
                  </a:lnTo>
                  <a:lnTo>
                    <a:pt x="5176" y="2800"/>
                  </a:lnTo>
                  <a:lnTo>
                    <a:pt x="4794" y="3776"/>
                  </a:lnTo>
                  <a:lnTo>
                    <a:pt x="3691" y="2333"/>
                  </a:lnTo>
                  <a:lnTo>
                    <a:pt x="3649" y="2291"/>
                  </a:lnTo>
                  <a:lnTo>
                    <a:pt x="3564" y="2291"/>
                  </a:lnTo>
                  <a:lnTo>
                    <a:pt x="3479" y="2333"/>
                  </a:lnTo>
                  <a:lnTo>
                    <a:pt x="3437" y="2418"/>
                  </a:lnTo>
                  <a:lnTo>
                    <a:pt x="3437" y="2461"/>
                  </a:lnTo>
                  <a:lnTo>
                    <a:pt x="3437" y="2503"/>
                  </a:lnTo>
                  <a:lnTo>
                    <a:pt x="4624" y="4285"/>
                  </a:lnTo>
                  <a:lnTo>
                    <a:pt x="4115" y="5769"/>
                  </a:lnTo>
                  <a:lnTo>
                    <a:pt x="3691" y="7254"/>
                  </a:lnTo>
                  <a:lnTo>
                    <a:pt x="3224" y="6491"/>
                  </a:lnTo>
                  <a:lnTo>
                    <a:pt x="2631" y="5854"/>
                  </a:lnTo>
                  <a:lnTo>
                    <a:pt x="1994" y="5218"/>
                  </a:lnTo>
                  <a:lnTo>
                    <a:pt x="1273" y="4666"/>
                  </a:lnTo>
                  <a:lnTo>
                    <a:pt x="1188" y="4624"/>
                  </a:lnTo>
                  <a:lnTo>
                    <a:pt x="1146" y="4666"/>
                  </a:lnTo>
                  <a:lnTo>
                    <a:pt x="1061" y="4709"/>
                  </a:lnTo>
                  <a:lnTo>
                    <a:pt x="1019" y="4836"/>
                  </a:lnTo>
                  <a:lnTo>
                    <a:pt x="1061" y="4921"/>
                  </a:lnTo>
                  <a:lnTo>
                    <a:pt x="1103" y="4963"/>
                  </a:lnTo>
                  <a:lnTo>
                    <a:pt x="1485" y="5260"/>
                  </a:lnTo>
                  <a:lnTo>
                    <a:pt x="1867" y="5600"/>
                  </a:lnTo>
                  <a:lnTo>
                    <a:pt x="2206" y="5939"/>
                  </a:lnTo>
                  <a:lnTo>
                    <a:pt x="2503" y="6321"/>
                  </a:lnTo>
                  <a:lnTo>
                    <a:pt x="2800" y="6703"/>
                  </a:lnTo>
                  <a:lnTo>
                    <a:pt x="3055" y="7084"/>
                  </a:lnTo>
                  <a:lnTo>
                    <a:pt x="3309" y="7509"/>
                  </a:lnTo>
                  <a:lnTo>
                    <a:pt x="3521" y="7975"/>
                  </a:lnTo>
                  <a:lnTo>
                    <a:pt x="3097" y="9884"/>
                  </a:lnTo>
                  <a:lnTo>
                    <a:pt x="2800" y="11836"/>
                  </a:lnTo>
                  <a:lnTo>
                    <a:pt x="2249" y="10987"/>
                  </a:lnTo>
                  <a:lnTo>
                    <a:pt x="1697" y="10181"/>
                  </a:lnTo>
                  <a:lnTo>
                    <a:pt x="1019" y="9460"/>
                  </a:lnTo>
                  <a:lnTo>
                    <a:pt x="679" y="9078"/>
                  </a:lnTo>
                  <a:lnTo>
                    <a:pt x="255" y="8739"/>
                  </a:lnTo>
                  <a:lnTo>
                    <a:pt x="213" y="8696"/>
                  </a:lnTo>
                  <a:lnTo>
                    <a:pt x="170" y="8696"/>
                  </a:lnTo>
                  <a:lnTo>
                    <a:pt x="43" y="8739"/>
                  </a:lnTo>
                  <a:lnTo>
                    <a:pt x="0" y="8824"/>
                  </a:lnTo>
                  <a:lnTo>
                    <a:pt x="0" y="8909"/>
                  </a:lnTo>
                  <a:lnTo>
                    <a:pt x="43" y="8951"/>
                  </a:lnTo>
                  <a:lnTo>
                    <a:pt x="849" y="9799"/>
                  </a:lnTo>
                  <a:lnTo>
                    <a:pt x="1231" y="10224"/>
                  </a:lnTo>
                  <a:lnTo>
                    <a:pt x="1570" y="10690"/>
                  </a:lnTo>
                  <a:lnTo>
                    <a:pt x="1909" y="11157"/>
                  </a:lnTo>
                  <a:lnTo>
                    <a:pt x="2206" y="11666"/>
                  </a:lnTo>
                  <a:lnTo>
                    <a:pt x="2461" y="12175"/>
                  </a:lnTo>
                  <a:lnTo>
                    <a:pt x="2673" y="12684"/>
                  </a:lnTo>
                  <a:lnTo>
                    <a:pt x="2546" y="13787"/>
                  </a:lnTo>
                  <a:lnTo>
                    <a:pt x="2546" y="13914"/>
                  </a:lnTo>
                  <a:lnTo>
                    <a:pt x="2631" y="14041"/>
                  </a:lnTo>
                  <a:lnTo>
                    <a:pt x="2715" y="14084"/>
                  </a:lnTo>
                  <a:lnTo>
                    <a:pt x="2843" y="14126"/>
                  </a:lnTo>
                  <a:lnTo>
                    <a:pt x="2970" y="14126"/>
                  </a:lnTo>
                  <a:lnTo>
                    <a:pt x="3055" y="14084"/>
                  </a:lnTo>
                  <a:lnTo>
                    <a:pt x="3140" y="13999"/>
                  </a:lnTo>
                  <a:lnTo>
                    <a:pt x="3182" y="13914"/>
                  </a:lnTo>
                  <a:lnTo>
                    <a:pt x="3352" y="12769"/>
                  </a:lnTo>
                  <a:lnTo>
                    <a:pt x="4073" y="12048"/>
                  </a:lnTo>
                  <a:lnTo>
                    <a:pt x="4794" y="11411"/>
                  </a:lnTo>
                  <a:lnTo>
                    <a:pt x="5600" y="10775"/>
                  </a:lnTo>
                  <a:lnTo>
                    <a:pt x="6406" y="10224"/>
                  </a:lnTo>
                  <a:lnTo>
                    <a:pt x="6533" y="10096"/>
                  </a:lnTo>
                  <a:lnTo>
                    <a:pt x="6576" y="10011"/>
                  </a:lnTo>
                  <a:lnTo>
                    <a:pt x="6576" y="9884"/>
                  </a:lnTo>
                  <a:lnTo>
                    <a:pt x="6533" y="9757"/>
                  </a:lnTo>
                  <a:lnTo>
                    <a:pt x="6449" y="9672"/>
                  </a:lnTo>
                  <a:lnTo>
                    <a:pt x="6364" y="9630"/>
                  </a:lnTo>
                  <a:lnTo>
                    <a:pt x="6236" y="9630"/>
                  </a:lnTo>
                  <a:lnTo>
                    <a:pt x="6109" y="9672"/>
                  </a:lnTo>
                  <a:lnTo>
                    <a:pt x="5430" y="10096"/>
                  </a:lnTo>
                  <a:lnTo>
                    <a:pt x="4752" y="10563"/>
                  </a:lnTo>
                  <a:lnTo>
                    <a:pt x="4115" y="11072"/>
                  </a:lnTo>
                  <a:lnTo>
                    <a:pt x="3564" y="11666"/>
                  </a:lnTo>
                  <a:lnTo>
                    <a:pt x="3861" y="9884"/>
                  </a:lnTo>
                  <a:lnTo>
                    <a:pt x="4243" y="8103"/>
                  </a:lnTo>
                  <a:lnTo>
                    <a:pt x="5091" y="7551"/>
                  </a:lnTo>
                  <a:lnTo>
                    <a:pt x="5897" y="7084"/>
                  </a:lnTo>
                  <a:lnTo>
                    <a:pt x="6788" y="6618"/>
                  </a:lnTo>
                  <a:lnTo>
                    <a:pt x="7636" y="6151"/>
                  </a:lnTo>
                  <a:lnTo>
                    <a:pt x="7721" y="6109"/>
                  </a:lnTo>
                  <a:lnTo>
                    <a:pt x="7764" y="6024"/>
                  </a:lnTo>
                  <a:lnTo>
                    <a:pt x="7764" y="5939"/>
                  </a:lnTo>
                  <a:lnTo>
                    <a:pt x="7721" y="5854"/>
                  </a:lnTo>
                  <a:lnTo>
                    <a:pt x="7679" y="5769"/>
                  </a:lnTo>
                  <a:lnTo>
                    <a:pt x="7636" y="5727"/>
                  </a:lnTo>
                  <a:lnTo>
                    <a:pt x="7551" y="5685"/>
                  </a:lnTo>
                  <a:lnTo>
                    <a:pt x="7467" y="5685"/>
                  </a:lnTo>
                  <a:lnTo>
                    <a:pt x="6661" y="6024"/>
                  </a:lnTo>
                  <a:lnTo>
                    <a:pt x="5897" y="6448"/>
                  </a:lnTo>
                  <a:lnTo>
                    <a:pt x="5176" y="6872"/>
                  </a:lnTo>
                  <a:lnTo>
                    <a:pt x="4455" y="7339"/>
                  </a:lnTo>
                  <a:lnTo>
                    <a:pt x="4455" y="7339"/>
                  </a:lnTo>
                  <a:lnTo>
                    <a:pt x="4540" y="6915"/>
                  </a:lnTo>
                  <a:lnTo>
                    <a:pt x="4921" y="5685"/>
                  </a:lnTo>
                  <a:lnTo>
                    <a:pt x="5303" y="4497"/>
                  </a:lnTo>
                  <a:lnTo>
                    <a:pt x="5855" y="4200"/>
                  </a:lnTo>
                  <a:lnTo>
                    <a:pt x="6406" y="3945"/>
                  </a:lnTo>
                  <a:lnTo>
                    <a:pt x="7000" y="3733"/>
                  </a:lnTo>
                  <a:lnTo>
                    <a:pt x="7551" y="3521"/>
                  </a:lnTo>
                  <a:lnTo>
                    <a:pt x="7636" y="3479"/>
                  </a:lnTo>
                  <a:lnTo>
                    <a:pt x="7721" y="3394"/>
                  </a:lnTo>
                  <a:lnTo>
                    <a:pt x="7721" y="3351"/>
                  </a:lnTo>
                  <a:lnTo>
                    <a:pt x="7721" y="3267"/>
                  </a:lnTo>
                  <a:lnTo>
                    <a:pt x="7679" y="3182"/>
                  </a:lnTo>
                  <a:lnTo>
                    <a:pt x="7636" y="3139"/>
                  </a:lnTo>
                  <a:lnTo>
                    <a:pt x="7551" y="3097"/>
                  </a:lnTo>
                  <a:lnTo>
                    <a:pt x="7467" y="3097"/>
                  </a:lnTo>
                  <a:lnTo>
                    <a:pt x="6958" y="3224"/>
                  </a:lnTo>
                  <a:lnTo>
                    <a:pt x="6491" y="3394"/>
                  </a:lnTo>
                  <a:lnTo>
                    <a:pt x="5982" y="3606"/>
                  </a:lnTo>
                  <a:lnTo>
                    <a:pt x="5558" y="3818"/>
                  </a:lnTo>
                  <a:lnTo>
                    <a:pt x="6194" y="1994"/>
                  </a:lnTo>
                  <a:lnTo>
                    <a:pt x="6830" y="170"/>
                  </a:lnTo>
                  <a:lnTo>
                    <a:pt x="6830" y="85"/>
                  </a:lnTo>
                  <a:lnTo>
                    <a:pt x="6745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65"/>
            <p:cNvSpPr/>
            <p:nvPr/>
          </p:nvSpPr>
          <p:spPr>
            <a:xfrm>
              <a:off x="3667875" y="1550375"/>
              <a:ext cx="267275" cy="261975"/>
            </a:xfrm>
            <a:custGeom>
              <a:rect b="b" l="l" r="r" t="t"/>
              <a:pathLst>
                <a:path extrusionOk="0" h="10479" w="10691">
                  <a:moveTo>
                    <a:pt x="8061" y="0"/>
                  </a:moveTo>
                  <a:lnTo>
                    <a:pt x="7933" y="43"/>
                  </a:lnTo>
                  <a:lnTo>
                    <a:pt x="7848" y="85"/>
                  </a:lnTo>
                  <a:lnTo>
                    <a:pt x="7848" y="170"/>
                  </a:lnTo>
                  <a:lnTo>
                    <a:pt x="7721" y="679"/>
                  </a:lnTo>
                  <a:lnTo>
                    <a:pt x="7594" y="1231"/>
                  </a:lnTo>
                  <a:lnTo>
                    <a:pt x="7467" y="2291"/>
                  </a:lnTo>
                  <a:lnTo>
                    <a:pt x="6364" y="3224"/>
                  </a:lnTo>
                  <a:lnTo>
                    <a:pt x="5261" y="4200"/>
                  </a:lnTo>
                  <a:lnTo>
                    <a:pt x="5091" y="2121"/>
                  </a:lnTo>
                  <a:lnTo>
                    <a:pt x="5091" y="2079"/>
                  </a:lnTo>
                  <a:lnTo>
                    <a:pt x="5006" y="2079"/>
                  </a:lnTo>
                  <a:lnTo>
                    <a:pt x="4964" y="2121"/>
                  </a:lnTo>
                  <a:lnTo>
                    <a:pt x="4837" y="4582"/>
                  </a:lnTo>
                  <a:lnTo>
                    <a:pt x="3606" y="5812"/>
                  </a:lnTo>
                  <a:lnTo>
                    <a:pt x="2419" y="7085"/>
                  </a:lnTo>
                  <a:lnTo>
                    <a:pt x="2334" y="6364"/>
                  </a:lnTo>
                  <a:lnTo>
                    <a:pt x="2249" y="5642"/>
                  </a:lnTo>
                  <a:lnTo>
                    <a:pt x="2122" y="4921"/>
                  </a:lnTo>
                  <a:lnTo>
                    <a:pt x="1952" y="4243"/>
                  </a:lnTo>
                  <a:lnTo>
                    <a:pt x="1910" y="4158"/>
                  </a:lnTo>
                  <a:lnTo>
                    <a:pt x="1867" y="4115"/>
                  </a:lnTo>
                  <a:lnTo>
                    <a:pt x="1782" y="4115"/>
                  </a:lnTo>
                  <a:lnTo>
                    <a:pt x="1655" y="4200"/>
                  </a:lnTo>
                  <a:lnTo>
                    <a:pt x="1655" y="4243"/>
                  </a:lnTo>
                  <a:lnTo>
                    <a:pt x="1655" y="4327"/>
                  </a:lnTo>
                  <a:lnTo>
                    <a:pt x="1782" y="5133"/>
                  </a:lnTo>
                  <a:lnTo>
                    <a:pt x="1910" y="5939"/>
                  </a:lnTo>
                  <a:lnTo>
                    <a:pt x="1994" y="6745"/>
                  </a:lnTo>
                  <a:lnTo>
                    <a:pt x="2037" y="7551"/>
                  </a:lnTo>
                  <a:lnTo>
                    <a:pt x="1485" y="8230"/>
                  </a:lnTo>
                  <a:lnTo>
                    <a:pt x="976" y="8909"/>
                  </a:lnTo>
                  <a:lnTo>
                    <a:pt x="467" y="9630"/>
                  </a:lnTo>
                  <a:lnTo>
                    <a:pt x="1" y="10309"/>
                  </a:lnTo>
                  <a:lnTo>
                    <a:pt x="1" y="10394"/>
                  </a:lnTo>
                  <a:lnTo>
                    <a:pt x="43" y="10436"/>
                  </a:lnTo>
                  <a:lnTo>
                    <a:pt x="85" y="10478"/>
                  </a:lnTo>
                  <a:lnTo>
                    <a:pt x="170" y="10436"/>
                  </a:lnTo>
                  <a:lnTo>
                    <a:pt x="2291" y="8273"/>
                  </a:lnTo>
                  <a:lnTo>
                    <a:pt x="2843" y="8230"/>
                  </a:lnTo>
                  <a:lnTo>
                    <a:pt x="3394" y="8188"/>
                  </a:lnTo>
                  <a:lnTo>
                    <a:pt x="4455" y="8188"/>
                  </a:lnTo>
                  <a:lnTo>
                    <a:pt x="5515" y="8273"/>
                  </a:lnTo>
                  <a:lnTo>
                    <a:pt x="6618" y="8357"/>
                  </a:lnTo>
                  <a:lnTo>
                    <a:pt x="6703" y="8357"/>
                  </a:lnTo>
                  <a:lnTo>
                    <a:pt x="6746" y="8315"/>
                  </a:lnTo>
                  <a:lnTo>
                    <a:pt x="6788" y="8230"/>
                  </a:lnTo>
                  <a:lnTo>
                    <a:pt x="6788" y="8103"/>
                  </a:lnTo>
                  <a:lnTo>
                    <a:pt x="6746" y="8018"/>
                  </a:lnTo>
                  <a:lnTo>
                    <a:pt x="6661" y="8018"/>
                  </a:lnTo>
                  <a:lnTo>
                    <a:pt x="6194" y="7891"/>
                  </a:lnTo>
                  <a:lnTo>
                    <a:pt x="5727" y="7806"/>
                  </a:lnTo>
                  <a:lnTo>
                    <a:pt x="5261" y="7721"/>
                  </a:lnTo>
                  <a:lnTo>
                    <a:pt x="4752" y="7679"/>
                  </a:lnTo>
                  <a:lnTo>
                    <a:pt x="3776" y="7679"/>
                  </a:lnTo>
                  <a:lnTo>
                    <a:pt x="2800" y="7764"/>
                  </a:lnTo>
                  <a:lnTo>
                    <a:pt x="5049" y="5473"/>
                  </a:lnTo>
                  <a:lnTo>
                    <a:pt x="6194" y="5430"/>
                  </a:lnTo>
                  <a:lnTo>
                    <a:pt x="7339" y="5388"/>
                  </a:lnTo>
                  <a:lnTo>
                    <a:pt x="9630" y="5346"/>
                  </a:lnTo>
                  <a:lnTo>
                    <a:pt x="9715" y="5346"/>
                  </a:lnTo>
                  <a:lnTo>
                    <a:pt x="9757" y="5303"/>
                  </a:lnTo>
                  <a:lnTo>
                    <a:pt x="9800" y="5218"/>
                  </a:lnTo>
                  <a:lnTo>
                    <a:pt x="9842" y="5133"/>
                  </a:lnTo>
                  <a:lnTo>
                    <a:pt x="9800" y="5091"/>
                  </a:lnTo>
                  <a:lnTo>
                    <a:pt x="9757" y="5006"/>
                  </a:lnTo>
                  <a:lnTo>
                    <a:pt x="9715" y="4964"/>
                  </a:lnTo>
                  <a:lnTo>
                    <a:pt x="9630" y="4921"/>
                  </a:lnTo>
                  <a:lnTo>
                    <a:pt x="8612" y="4879"/>
                  </a:lnTo>
                  <a:lnTo>
                    <a:pt x="7594" y="4836"/>
                  </a:lnTo>
                  <a:lnTo>
                    <a:pt x="6576" y="4879"/>
                  </a:lnTo>
                  <a:lnTo>
                    <a:pt x="5600" y="4964"/>
                  </a:lnTo>
                  <a:lnTo>
                    <a:pt x="6533" y="4030"/>
                  </a:lnTo>
                  <a:lnTo>
                    <a:pt x="7552" y="3097"/>
                  </a:lnTo>
                  <a:lnTo>
                    <a:pt x="7679" y="3140"/>
                  </a:lnTo>
                  <a:lnTo>
                    <a:pt x="8994" y="3097"/>
                  </a:lnTo>
                  <a:lnTo>
                    <a:pt x="10309" y="3055"/>
                  </a:lnTo>
                  <a:lnTo>
                    <a:pt x="10394" y="3012"/>
                  </a:lnTo>
                  <a:lnTo>
                    <a:pt x="10479" y="2970"/>
                  </a:lnTo>
                  <a:lnTo>
                    <a:pt x="10521" y="2885"/>
                  </a:lnTo>
                  <a:lnTo>
                    <a:pt x="10521" y="2843"/>
                  </a:lnTo>
                  <a:lnTo>
                    <a:pt x="10521" y="2758"/>
                  </a:lnTo>
                  <a:lnTo>
                    <a:pt x="10479" y="2673"/>
                  </a:lnTo>
                  <a:lnTo>
                    <a:pt x="10394" y="2631"/>
                  </a:lnTo>
                  <a:lnTo>
                    <a:pt x="10309" y="2631"/>
                  </a:lnTo>
                  <a:lnTo>
                    <a:pt x="8103" y="2588"/>
                  </a:lnTo>
                  <a:lnTo>
                    <a:pt x="9333" y="1570"/>
                  </a:lnTo>
                  <a:lnTo>
                    <a:pt x="10606" y="552"/>
                  </a:lnTo>
                  <a:lnTo>
                    <a:pt x="10691" y="467"/>
                  </a:lnTo>
                  <a:lnTo>
                    <a:pt x="10691" y="382"/>
                  </a:lnTo>
                  <a:lnTo>
                    <a:pt x="10691" y="297"/>
                  </a:lnTo>
                  <a:lnTo>
                    <a:pt x="10648" y="170"/>
                  </a:lnTo>
                  <a:lnTo>
                    <a:pt x="10606" y="128"/>
                  </a:lnTo>
                  <a:lnTo>
                    <a:pt x="10521" y="85"/>
                  </a:lnTo>
                  <a:lnTo>
                    <a:pt x="10436" y="85"/>
                  </a:lnTo>
                  <a:lnTo>
                    <a:pt x="10351" y="128"/>
                  </a:lnTo>
                  <a:lnTo>
                    <a:pt x="9206" y="934"/>
                  </a:lnTo>
                  <a:lnTo>
                    <a:pt x="8103" y="1825"/>
                  </a:lnTo>
                  <a:lnTo>
                    <a:pt x="8188" y="1019"/>
                  </a:lnTo>
                  <a:lnTo>
                    <a:pt x="8230" y="594"/>
                  </a:lnTo>
                  <a:lnTo>
                    <a:pt x="8188" y="213"/>
                  </a:lnTo>
                  <a:lnTo>
                    <a:pt x="8188" y="128"/>
                  </a:lnTo>
                  <a:lnTo>
                    <a:pt x="8145" y="85"/>
                  </a:lnTo>
                  <a:lnTo>
                    <a:pt x="8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65"/>
            <p:cNvSpPr/>
            <p:nvPr/>
          </p:nvSpPr>
          <p:spPr>
            <a:xfrm>
              <a:off x="3569250" y="1983075"/>
              <a:ext cx="362725" cy="167575"/>
            </a:xfrm>
            <a:custGeom>
              <a:rect b="b" l="l" r="r" t="t"/>
              <a:pathLst>
                <a:path extrusionOk="0" h="6703" w="14509">
                  <a:moveTo>
                    <a:pt x="11327" y="0"/>
                  </a:moveTo>
                  <a:lnTo>
                    <a:pt x="11284" y="43"/>
                  </a:lnTo>
                  <a:lnTo>
                    <a:pt x="11200" y="85"/>
                  </a:lnTo>
                  <a:lnTo>
                    <a:pt x="10521" y="1061"/>
                  </a:lnTo>
                  <a:lnTo>
                    <a:pt x="9842" y="1994"/>
                  </a:lnTo>
                  <a:lnTo>
                    <a:pt x="6448" y="3055"/>
                  </a:lnTo>
                  <a:lnTo>
                    <a:pt x="6745" y="2418"/>
                  </a:lnTo>
                  <a:lnTo>
                    <a:pt x="7000" y="1740"/>
                  </a:lnTo>
                  <a:lnTo>
                    <a:pt x="7170" y="1018"/>
                  </a:lnTo>
                  <a:lnTo>
                    <a:pt x="7297" y="297"/>
                  </a:lnTo>
                  <a:lnTo>
                    <a:pt x="7297" y="255"/>
                  </a:lnTo>
                  <a:lnTo>
                    <a:pt x="7254" y="212"/>
                  </a:lnTo>
                  <a:lnTo>
                    <a:pt x="7170" y="170"/>
                  </a:lnTo>
                  <a:lnTo>
                    <a:pt x="7042" y="170"/>
                  </a:lnTo>
                  <a:lnTo>
                    <a:pt x="6957" y="255"/>
                  </a:lnTo>
                  <a:lnTo>
                    <a:pt x="6703" y="1061"/>
                  </a:lnTo>
                  <a:lnTo>
                    <a:pt x="6448" y="1824"/>
                  </a:lnTo>
                  <a:lnTo>
                    <a:pt x="6151" y="2546"/>
                  </a:lnTo>
                  <a:lnTo>
                    <a:pt x="5770" y="3267"/>
                  </a:lnTo>
                  <a:lnTo>
                    <a:pt x="3055" y="4158"/>
                  </a:lnTo>
                  <a:lnTo>
                    <a:pt x="3479" y="3436"/>
                  </a:lnTo>
                  <a:lnTo>
                    <a:pt x="3776" y="2715"/>
                  </a:lnTo>
                  <a:lnTo>
                    <a:pt x="4030" y="1952"/>
                  </a:lnTo>
                  <a:lnTo>
                    <a:pt x="4115" y="1570"/>
                  </a:lnTo>
                  <a:lnTo>
                    <a:pt x="4200" y="1188"/>
                  </a:lnTo>
                  <a:lnTo>
                    <a:pt x="4200" y="1103"/>
                  </a:lnTo>
                  <a:lnTo>
                    <a:pt x="4158" y="1061"/>
                  </a:lnTo>
                  <a:lnTo>
                    <a:pt x="4073" y="1018"/>
                  </a:lnTo>
                  <a:lnTo>
                    <a:pt x="3946" y="1018"/>
                  </a:lnTo>
                  <a:lnTo>
                    <a:pt x="3861" y="1146"/>
                  </a:lnTo>
                  <a:lnTo>
                    <a:pt x="3521" y="1994"/>
                  </a:lnTo>
                  <a:lnTo>
                    <a:pt x="3182" y="2800"/>
                  </a:lnTo>
                  <a:lnTo>
                    <a:pt x="2758" y="3606"/>
                  </a:lnTo>
                  <a:lnTo>
                    <a:pt x="2249" y="4370"/>
                  </a:lnTo>
                  <a:lnTo>
                    <a:pt x="2206" y="4412"/>
                  </a:lnTo>
                  <a:lnTo>
                    <a:pt x="128" y="5133"/>
                  </a:lnTo>
                  <a:lnTo>
                    <a:pt x="43" y="5176"/>
                  </a:lnTo>
                  <a:lnTo>
                    <a:pt x="0" y="5218"/>
                  </a:lnTo>
                  <a:lnTo>
                    <a:pt x="0" y="5388"/>
                  </a:lnTo>
                  <a:lnTo>
                    <a:pt x="85" y="5473"/>
                  </a:lnTo>
                  <a:lnTo>
                    <a:pt x="170" y="5515"/>
                  </a:lnTo>
                  <a:lnTo>
                    <a:pt x="212" y="5515"/>
                  </a:lnTo>
                  <a:lnTo>
                    <a:pt x="2673" y="4879"/>
                  </a:lnTo>
                  <a:lnTo>
                    <a:pt x="3606" y="5260"/>
                  </a:lnTo>
                  <a:lnTo>
                    <a:pt x="4497" y="5685"/>
                  </a:lnTo>
                  <a:lnTo>
                    <a:pt x="5388" y="6151"/>
                  </a:lnTo>
                  <a:lnTo>
                    <a:pt x="6236" y="6660"/>
                  </a:lnTo>
                  <a:lnTo>
                    <a:pt x="6364" y="6703"/>
                  </a:lnTo>
                  <a:lnTo>
                    <a:pt x="6491" y="6703"/>
                  </a:lnTo>
                  <a:lnTo>
                    <a:pt x="6576" y="6618"/>
                  </a:lnTo>
                  <a:lnTo>
                    <a:pt x="6618" y="6533"/>
                  </a:lnTo>
                  <a:lnTo>
                    <a:pt x="6661" y="6448"/>
                  </a:lnTo>
                  <a:lnTo>
                    <a:pt x="6661" y="6321"/>
                  </a:lnTo>
                  <a:lnTo>
                    <a:pt x="6618" y="6236"/>
                  </a:lnTo>
                  <a:lnTo>
                    <a:pt x="6533" y="6151"/>
                  </a:lnTo>
                  <a:lnTo>
                    <a:pt x="5812" y="5727"/>
                  </a:lnTo>
                  <a:lnTo>
                    <a:pt x="5091" y="5303"/>
                  </a:lnTo>
                  <a:lnTo>
                    <a:pt x="4370" y="4964"/>
                  </a:lnTo>
                  <a:lnTo>
                    <a:pt x="3606" y="4624"/>
                  </a:lnTo>
                  <a:lnTo>
                    <a:pt x="6109" y="3861"/>
                  </a:lnTo>
                  <a:lnTo>
                    <a:pt x="6576" y="3945"/>
                  </a:lnTo>
                  <a:lnTo>
                    <a:pt x="7000" y="4073"/>
                  </a:lnTo>
                  <a:lnTo>
                    <a:pt x="7891" y="4327"/>
                  </a:lnTo>
                  <a:lnTo>
                    <a:pt x="8739" y="4667"/>
                  </a:lnTo>
                  <a:lnTo>
                    <a:pt x="9588" y="5091"/>
                  </a:lnTo>
                  <a:lnTo>
                    <a:pt x="9757" y="5091"/>
                  </a:lnTo>
                  <a:lnTo>
                    <a:pt x="9885" y="5006"/>
                  </a:lnTo>
                  <a:lnTo>
                    <a:pt x="9927" y="4921"/>
                  </a:lnTo>
                  <a:lnTo>
                    <a:pt x="9927" y="4879"/>
                  </a:lnTo>
                  <a:lnTo>
                    <a:pt x="9927" y="4794"/>
                  </a:lnTo>
                  <a:lnTo>
                    <a:pt x="9842" y="4709"/>
                  </a:lnTo>
                  <a:lnTo>
                    <a:pt x="9248" y="4327"/>
                  </a:lnTo>
                  <a:lnTo>
                    <a:pt x="8612" y="3988"/>
                  </a:lnTo>
                  <a:lnTo>
                    <a:pt x="7933" y="3733"/>
                  </a:lnTo>
                  <a:lnTo>
                    <a:pt x="7212" y="3521"/>
                  </a:lnTo>
                  <a:lnTo>
                    <a:pt x="9588" y="2800"/>
                  </a:lnTo>
                  <a:lnTo>
                    <a:pt x="9630" y="2842"/>
                  </a:lnTo>
                  <a:lnTo>
                    <a:pt x="9715" y="2842"/>
                  </a:lnTo>
                  <a:lnTo>
                    <a:pt x="10309" y="2885"/>
                  </a:lnTo>
                  <a:lnTo>
                    <a:pt x="10860" y="3012"/>
                  </a:lnTo>
                  <a:lnTo>
                    <a:pt x="11369" y="3224"/>
                  </a:lnTo>
                  <a:lnTo>
                    <a:pt x="11836" y="3521"/>
                  </a:lnTo>
                  <a:lnTo>
                    <a:pt x="11963" y="3564"/>
                  </a:lnTo>
                  <a:lnTo>
                    <a:pt x="12048" y="3564"/>
                  </a:lnTo>
                  <a:lnTo>
                    <a:pt x="12133" y="3521"/>
                  </a:lnTo>
                  <a:lnTo>
                    <a:pt x="12175" y="3436"/>
                  </a:lnTo>
                  <a:lnTo>
                    <a:pt x="12218" y="3352"/>
                  </a:lnTo>
                  <a:lnTo>
                    <a:pt x="12218" y="3267"/>
                  </a:lnTo>
                  <a:lnTo>
                    <a:pt x="12175" y="3139"/>
                  </a:lnTo>
                  <a:lnTo>
                    <a:pt x="12090" y="3055"/>
                  </a:lnTo>
                  <a:lnTo>
                    <a:pt x="11793" y="2842"/>
                  </a:lnTo>
                  <a:lnTo>
                    <a:pt x="11412" y="2673"/>
                  </a:lnTo>
                  <a:lnTo>
                    <a:pt x="11072" y="2503"/>
                  </a:lnTo>
                  <a:lnTo>
                    <a:pt x="10691" y="2418"/>
                  </a:lnTo>
                  <a:lnTo>
                    <a:pt x="14339" y="1188"/>
                  </a:lnTo>
                  <a:lnTo>
                    <a:pt x="14424" y="1146"/>
                  </a:lnTo>
                  <a:lnTo>
                    <a:pt x="14508" y="1061"/>
                  </a:lnTo>
                  <a:lnTo>
                    <a:pt x="14508" y="934"/>
                  </a:lnTo>
                  <a:lnTo>
                    <a:pt x="14508" y="849"/>
                  </a:lnTo>
                  <a:lnTo>
                    <a:pt x="14466" y="721"/>
                  </a:lnTo>
                  <a:lnTo>
                    <a:pt x="14381" y="679"/>
                  </a:lnTo>
                  <a:lnTo>
                    <a:pt x="14296" y="637"/>
                  </a:lnTo>
                  <a:lnTo>
                    <a:pt x="14169" y="637"/>
                  </a:lnTo>
                  <a:lnTo>
                    <a:pt x="10478" y="1824"/>
                  </a:lnTo>
                  <a:lnTo>
                    <a:pt x="11497" y="255"/>
                  </a:lnTo>
                  <a:lnTo>
                    <a:pt x="11539" y="212"/>
                  </a:lnTo>
                  <a:lnTo>
                    <a:pt x="11539" y="128"/>
                  </a:lnTo>
                  <a:lnTo>
                    <a:pt x="11454" y="43"/>
                  </a:lnTo>
                  <a:lnTo>
                    <a:pt x="1132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65"/>
            <p:cNvSpPr/>
            <p:nvPr/>
          </p:nvSpPr>
          <p:spPr>
            <a:xfrm>
              <a:off x="3065500" y="1990500"/>
              <a:ext cx="146375" cy="307575"/>
            </a:xfrm>
            <a:custGeom>
              <a:rect b="b" l="l" r="r" t="t"/>
              <a:pathLst>
                <a:path extrusionOk="0" h="12303" w="5855">
                  <a:moveTo>
                    <a:pt x="4115" y="0"/>
                  </a:moveTo>
                  <a:lnTo>
                    <a:pt x="3988" y="85"/>
                  </a:lnTo>
                  <a:lnTo>
                    <a:pt x="3903" y="212"/>
                  </a:lnTo>
                  <a:lnTo>
                    <a:pt x="3521" y="1188"/>
                  </a:lnTo>
                  <a:lnTo>
                    <a:pt x="3182" y="2249"/>
                  </a:lnTo>
                  <a:lnTo>
                    <a:pt x="2885" y="3267"/>
                  </a:lnTo>
                  <a:lnTo>
                    <a:pt x="2673" y="4327"/>
                  </a:lnTo>
                  <a:lnTo>
                    <a:pt x="2036" y="3818"/>
                  </a:lnTo>
                  <a:lnTo>
                    <a:pt x="1697" y="3648"/>
                  </a:lnTo>
                  <a:lnTo>
                    <a:pt x="1358" y="3479"/>
                  </a:lnTo>
                  <a:lnTo>
                    <a:pt x="1315" y="3479"/>
                  </a:lnTo>
                  <a:lnTo>
                    <a:pt x="1273" y="3521"/>
                  </a:lnTo>
                  <a:lnTo>
                    <a:pt x="1273" y="3606"/>
                  </a:lnTo>
                  <a:lnTo>
                    <a:pt x="1400" y="3776"/>
                  </a:lnTo>
                  <a:lnTo>
                    <a:pt x="1527" y="3945"/>
                  </a:lnTo>
                  <a:lnTo>
                    <a:pt x="1867" y="4285"/>
                  </a:lnTo>
                  <a:lnTo>
                    <a:pt x="2588" y="4879"/>
                  </a:lnTo>
                  <a:lnTo>
                    <a:pt x="2418" y="6109"/>
                  </a:lnTo>
                  <a:lnTo>
                    <a:pt x="2376" y="7381"/>
                  </a:lnTo>
                  <a:lnTo>
                    <a:pt x="1824" y="7042"/>
                  </a:lnTo>
                  <a:lnTo>
                    <a:pt x="1273" y="6745"/>
                  </a:lnTo>
                  <a:lnTo>
                    <a:pt x="721" y="6491"/>
                  </a:lnTo>
                  <a:lnTo>
                    <a:pt x="128" y="6279"/>
                  </a:lnTo>
                  <a:lnTo>
                    <a:pt x="85" y="6279"/>
                  </a:lnTo>
                  <a:lnTo>
                    <a:pt x="0" y="6363"/>
                  </a:lnTo>
                  <a:lnTo>
                    <a:pt x="0" y="6406"/>
                  </a:lnTo>
                  <a:lnTo>
                    <a:pt x="43" y="6491"/>
                  </a:lnTo>
                  <a:lnTo>
                    <a:pt x="1230" y="7169"/>
                  </a:lnTo>
                  <a:lnTo>
                    <a:pt x="1782" y="7551"/>
                  </a:lnTo>
                  <a:lnTo>
                    <a:pt x="2376" y="7933"/>
                  </a:lnTo>
                  <a:lnTo>
                    <a:pt x="2418" y="9078"/>
                  </a:lnTo>
                  <a:lnTo>
                    <a:pt x="2546" y="10181"/>
                  </a:lnTo>
                  <a:lnTo>
                    <a:pt x="1867" y="9757"/>
                  </a:lnTo>
                  <a:lnTo>
                    <a:pt x="467" y="8951"/>
                  </a:lnTo>
                  <a:lnTo>
                    <a:pt x="382" y="8909"/>
                  </a:lnTo>
                  <a:lnTo>
                    <a:pt x="340" y="8951"/>
                  </a:lnTo>
                  <a:lnTo>
                    <a:pt x="340" y="9036"/>
                  </a:lnTo>
                  <a:lnTo>
                    <a:pt x="382" y="9078"/>
                  </a:lnTo>
                  <a:lnTo>
                    <a:pt x="1358" y="9800"/>
                  </a:lnTo>
                  <a:lnTo>
                    <a:pt x="2376" y="10478"/>
                  </a:lnTo>
                  <a:lnTo>
                    <a:pt x="2673" y="10690"/>
                  </a:lnTo>
                  <a:lnTo>
                    <a:pt x="2842" y="11412"/>
                  </a:lnTo>
                  <a:lnTo>
                    <a:pt x="3055" y="12175"/>
                  </a:lnTo>
                  <a:lnTo>
                    <a:pt x="3055" y="12218"/>
                  </a:lnTo>
                  <a:lnTo>
                    <a:pt x="3139" y="12260"/>
                  </a:lnTo>
                  <a:lnTo>
                    <a:pt x="3267" y="12302"/>
                  </a:lnTo>
                  <a:lnTo>
                    <a:pt x="3352" y="12218"/>
                  </a:lnTo>
                  <a:lnTo>
                    <a:pt x="3394" y="12175"/>
                  </a:lnTo>
                  <a:lnTo>
                    <a:pt x="3394" y="12090"/>
                  </a:lnTo>
                  <a:lnTo>
                    <a:pt x="3267" y="10733"/>
                  </a:lnTo>
                  <a:lnTo>
                    <a:pt x="3521" y="10563"/>
                  </a:lnTo>
                  <a:lnTo>
                    <a:pt x="3733" y="10309"/>
                  </a:lnTo>
                  <a:lnTo>
                    <a:pt x="4158" y="9842"/>
                  </a:lnTo>
                  <a:lnTo>
                    <a:pt x="5770" y="8272"/>
                  </a:lnTo>
                  <a:lnTo>
                    <a:pt x="5812" y="8187"/>
                  </a:lnTo>
                  <a:lnTo>
                    <a:pt x="5854" y="8060"/>
                  </a:lnTo>
                  <a:lnTo>
                    <a:pt x="5812" y="7975"/>
                  </a:lnTo>
                  <a:lnTo>
                    <a:pt x="5770" y="7891"/>
                  </a:lnTo>
                  <a:lnTo>
                    <a:pt x="5685" y="7848"/>
                  </a:lnTo>
                  <a:lnTo>
                    <a:pt x="5600" y="7806"/>
                  </a:lnTo>
                  <a:lnTo>
                    <a:pt x="5473" y="7848"/>
                  </a:lnTo>
                  <a:lnTo>
                    <a:pt x="5388" y="7891"/>
                  </a:lnTo>
                  <a:lnTo>
                    <a:pt x="4370" y="8994"/>
                  </a:lnTo>
                  <a:lnTo>
                    <a:pt x="3861" y="9587"/>
                  </a:lnTo>
                  <a:lnTo>
                    <a:pt x="3606" y="9842"/>
                  </a:lnTo>
                  <a:lnTo>
                    <a:pt x="3309" y="10096"/>
                  </a:lnTo>
                  <a:lnTo>
                    <a:pt x="3224" y="10224"/>
                  </a:lnTo>
                  <a:lnTo>
                    <a:pt x="3139" y="8824"/>
                  </a:lnTo>
                  <a:lnTo>
                    <a:pt x="3139" y="7424"/>
                  </a:lnTo>
                  <a:lnTo>
                    <a:pt x="3521" y="6830"/>
                  </a:lnTo>
                  <a:lnTo>
                    <a:pt x="3945" y="6321"/>
                  </a:lnTo>
                  <a:lnTo>
                    <a:pt x="4412" y="5812"/>
                  </a:lnTo>
                  <a:lnTo>
                    <a:pt x="4921" y="5303"/>
                  </a:lnTo>
                  <a:lnTo>
                    <a:pt x="4964" y="5218"/>
                  </a:lnTo>
                  <a:lnTo>
                    <a:pt x="4964" y="5133"/>
                  </a:lnTo>
                  <a:lnTo>
                    <a:pt x="4964" y="5091"/>
                  </a:lnTo>
                  <a:lnTo>
                    <a:pt x="4921" y="5006"/>
                  </a:lnTo>
                  <a:lnTo>
                    <a:pt x="4836" y="4921"/>
                  </a:lnTo>
                  <a:lnTo>
                    <a:pt x="4624" y="4921"/>
                  </a:lnTo>
                  <a:lnTo>
                    <a:pt x="4200" y="5260"/>
                  </a:lnTo>
                  <a:lnTo>
                    <a:pt x="3861" y="5600"/>
                  </a:lnTo>
                  <a:lnTo>
                    <a:pt x="3479" y="5982"/>
                  </a:lnTo>
                  <a:lnTo>
                    <a:pt x="3182" y="6406"/>
                  </a:lnTo>
                  <a:lnTo>
                    <a:pt x="3267" y="5473"/>
                  </a:lnTo>
                  <a:lnTo>
                    <a:pt x="3394" y="4539"/>
                  </a:lnTo>
                  <a:lnTo>
                    <a:pt x="3818" y="4285"/>
                  </a:lnTo>
                  <a:lnTo>
                    <a:pt x="4242" y="4030"/>
                  </a:lnTo>
                  <a:lnTo>
                    <a:pt x="5133" y="3606"/>
                  </a:lnTo>
                  <a:lnTo>
                    <a:pt x="5218" y="3564"/>
                  </a:lnTo>
                  <a:lnTo>
                    <a:pt x="5260" y="3479"/>
                  </a:lnTo>
                  <a:lnTo>
                    <a:pt x="5303" y="3394"/>
                  </a:lnTo>
                  <a:lnTo>
                    <a:pt x="5303" y="3309"/>
                  </a:lnTo>
                  <a:lnTo>
                    <a:pt x="5260" y="3224"/>
                  </a:lnTo>
                  <a:lnTo>
                    <a:pt x="5218" y="3182"/>
                  </a:lnTo>
                  <a:lnTo>
                    <a:pt x="5133" y="3139"/>
                  </a:lnTo>
                  <a:lnTo>
                    <a:pt x="5006" y="3139"/>
                  </a:lnTo>
                  <a:lnTo>
                    <a:pt x="4624" y="3224"/>
                  </a:lnTo>
                  <a:lnTo>
                    <a:pt x="4242" y="3351"/>
                  </a:lnTo>
                  <a:lnTo>
                    <a:pt x="3903" y="3521"/>
                  </a:lnTo>
                  <a:lnTo>
                    <a:pt x="3521" y="3733"/>
                  </a:lnTo>
                  <a:lnTo>
                    <a:pt x="3733" y="2885"/>
                  </a:lnTo>
                  <a:lnTo>
                    <a:pt x="3945" y="2079"/>
                  </a:lnTo>
                  <a:lnTo>
                    <a:pt x="4242" y="1230"/>
                  </a:lnTo>
                  <a:lnTo>
                    <a:pt x="4582" y="382"/>
                  </a:lnTo>
                  <a:lnTo>
                    <a:pt x="4582" y="255"/>
                  </a:lnTo>
                  <a:lnTo>
                    <a:pt x="4539" y="127"/>
                  </a:lnTo>
                  <a:lnTo>
                    <a:pt x="4454" y="43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65"/>
            <p:cNvSpPr/>
            <p:nvPr/>
          </p:nvSpPr>
          <p:spPr>
            <a:xfrm>
              <a:off x="3286075" y="2309700"/>
              <a:ext cx="374400" cy="171850"/>
            </a:xfrm>
            <a:custGeom>
              <a:rect b="b" l="l" r="r" t="t"/>
              <a:pathLst>
                <a:path extrusionOk="0" h="6874" w="14976">
                  <a:moveTo>
                    <a:pt x="11836" y="1"/>
                  </a:moveTo>
                  <a:lnTo>
                    <a:pt x="11243" y="468"/>
                  </a:lnTo>
                  <a:lnTo>
                    <a:pt x="10733" y="1019"/>
                  </a:lnTo>
                  <a:lnTo>
                    <a:pt x="8782" y="1486"/>
                  </a:lnTo>
                  <a:lnTo>
                    <a:pt x="6873" y="2080"/>
                  </a:lnTo>
                  <a:lnTo>
                    <a:pt x="6873" y="2080"/>
                  </a:lnTo>
                  <a:lnTo>
                    <a:pt x="7552" y="1274"/>
                  </a:lnTo>
                  <a:lnTo>
                    <a:pt x="8231" y="425"/>
                  </a:lnTo>
                  <a:lnTo>
                    <a:pt x="8231" y="383"/>
                  </a:lnTo>
                  <a:lnTo>
                    <a:pt x="8273" y="298"/>
                  </a:lnTo>
                  <a:lnTo>
                    <a:pt x="8188" y="213"/>
                  </a:lnTo>
                  <a:lnTo>
                    <a:pt x="8103" y="171"/>
                  </a:lnTo>
                  <a:lnTo>
                    <a:pt x="8061" y="171"/>
                  </a:lnTo>
                  <a:lnTo>
                    <a:pt x="7976" y="213"/>
                  </a:lnTo>
                  <a:lnTo>
                    <a:pt x="6958" y="1274"/>
                  </a:lnTo>
                  <a:lnTo>
                    <a:pt x="5940" y="2334"/>
                  </a:lnTo>
                  <a:lnTo>
                    <a:pt x="5940" y="2377"/>
                  </a:lnTo>
                  <a:lnTo>
                    <a:pt x="2631" y="3480"/>
                  </a:lnTo>
                  <a:lnTo>
                    <a:pt x="2631" y="3480"/>
                  </a:lnTo>
                  <a:lnTo>
                    <a:pt x="3310" y="2377"/>
                  </a:lnTo>
                  <a:lnTo>
                    <a:pt x="3946" y="1231"/>
                  </a:lnTo>
                  <a:lnTo>
                    <a:pt x="3988" y="1146"/>
                  </a:lnTo>
                  <a:lnTo>
                    <a:pt x="3988" y="1062"/>
                  </a:lnTo>
                  <a:lnTo>
                    <a:pt x="3946" y="977"/>
                  </a:lnTo>
                  <a:lnTo>
                    <a:pt x="3861" y="934"/>
                  </a:lnTo>
                  <a:lnTo>
                    <a:pt x="3692" y="934"/>
                  </a:lnTo>
                  <a:lnTo>
                    <a:pt x="3607" y="1019"/>
                  </a:lnTo>
                  <a:lnTo>
                    <a:pt x="2673" y="2419"/>
                  </a:lnTo>
                  <a:lnTo>
                    <a:pt x="1698" y="3776"/>
                  </a:lnTo>
                  <a:lnTo>
                    <a:pt x="171" y="4286"/>
                  </a:lnTo>
                  <a:lnTo>
                    <a:pt x="86" y="4328"/>
                  </a:lnTo>
                  <a:lnTo>
                    <a:pt x="43" y="4413"/>
                  </a:lnTo>
                  <a:lnTo>
                    <a:pt x="1" y="4498"/>
                  </a:lnTo>
                  <a:lnTo>
                    <a:pt x="1" y="4582"/>
                  </a:lnTo>
                  <a:lnTo>
                    <a:pt x="43" y="4667"/>
                  </a:lnTo>
                  <a:lnTo>
                    <a:pt x="128" y="4710"/>
                  </a:lnTo>
                  <a:lnTo>
                    <a:pt x="213" y="4752"/>
                  </a:lnTo>
                  <a:lnTo>
                    <a:pt x="298" y="4752"/>
                  </a:lnTo>
                  <a:lnTo>
                    <a:pt x="1528" y="4370"/>
                  </a:lnTo>
                  <a:lnTo>
                    <a:pt x="1570" y="4455"/>
                  </a:lnTo>
                  <a:lnTo>
                    <a:pt x="1655" y="4498"/>
                  </a:lnTo>
                  <a:lnTo>
                    <a:pt x="2334" y="4667"/>
                  </a:lnTo>
                  <a:lnTo>
                    <a:pt x="3013" y="4922"/>
                  </a:lnTo>
                  <a:lnTo>
                    <a:pt x="3692" y="5176"/>
                  </a:lnTo>
                  <a:lnTo>
                    <a:pt x="4328" y="5473"/>
                  </a:lnTo>
                  <a:lnTo>
                    <a:pt x="5558" y="6110"/>
                  </a:lnTo>
                  <a:lnTo>
                    <a:pt x="6831" y="6831"/>
                  </a:lnTo>
                  <a:lnTo>
                    <a:pt x="6916" y="6873"/>
                  </a:lnTo>
                  <a:lnTo>
                    <a:pt x="7043" y="6873"/>
                  </a:lnTo>
                  <a:lnTo>
                    <a:pt x="7128" y="6831"/>
                  </a:lnTo>
                  <a:lnTo>
                    <a:pt x="7213" y="6746"/>
                  </a:lnTo>
                  <a:lnTo>
                    <a:pt x="7255" y="6619"/>
                  </a:lnTo>
                  <a:lnTo>
                    <a:pt x="7255" y="6534"/>
                  </a:lnTo>
                  <a:lnTo>
                    <a:pt x="7213" y="6407"/>
                  </a:lnTo>
                  <a:lnTo>
                    <a:pt x="7128" y="6322"/>
                  </a:lnTo>
                  <a:lnTo>
                    <a:pt x="6576" y="5940"/>
                  </a:lnTo>
                  <a:lnTo>
                    <a:pt x="6025" y="5601"/>
                  </a:lnTo>
                  <a:lnTo>
                    <a:pt x="5431" y="5304"/>
                  </a:lnTo>
                  <a:lnTo>
                    <a:pt x="4879" y="5007"/>
                  </a:lnTo>
                  <a:lnTo>
                    <a:pt x="4285" y="4752"/>
                  </a:lnTo>
                  <a:lnTo>
                    <a:pt x="3649" y="4498"/>
                  </a:lnTo>
                  <a:lnTo>
                    <a:pt x="2419" y="4073"/>
                  </a:lnTo>
                  <a:lnTo>
                    <a:pt x="6279" y="2886"/>
                  </a:lnTo>
                  <a:lnTo>
                    <a:pt x="7467" y="3310"/>
                  </a:lnTo>
                  <a:lnTo>
                    <a:pt x="8570" y="3861"/>
                  </a:lnTo>
                  <a:lnTo>
                    <a:pt x="9673" y="4455"/>
                  </a:lnTo>
                  <a:lnTo>
                    <a:pt x="10733" y="5134"/>
                  </a:lnTo>
                  <a:lnTo>
                    <a:pt x="10861" y="5176"/>
                  </a:lnTo>
                  <a:lnTo>
                    <a:pt x="10946" y="5176"/>
                  </a:lnTo>
                  <a:lnTo>
                    <a:pt x="11030" y="5134"/>
                  </a:lnTo>
                  <a:lnTo>
                    <a:pt x="11115" y="5049"/>
                  </a:lnTo>
                  <a:lnTo>
                    <a:pt x="11115" y="4964"/>
                  </a:lnTo>
                  <a:lnTo>
                    <a:pt x="11115" y="4879"/>
                  </a:lnTo>
                  <a:lnTo>
                    <a:pt x="11115" y="4752"/>
                  </a:lnTo>
                  <a:lnTo>
                    <a:pt x="11030" y="4667"/>
                  </a:lnTo>
                  <a:lnTo>
                    <a:pt x="10097" y="4073"/>
                  </a:lnTo>
                  <a:lnTo>
                    <a:pt x="9121" y="3522"/>
                  </a:lnTo>
                  <a:lnTo>
                    <a:pt x="8103" y="3055"/>
                  </a:lnTo>
                  <a:lnTo>
                    <a:pt x="7085" y="2631"/>
                  </a:lnTo>
                  <a:lnTo>
                    <a:pt x="8697" y="2164"/>
                  </a:lnTo>
                  <a:lnTo>
                    <a:pt x="10309" y="1740"/>
                  </a:lnTo>
                  <a:lnTo>
                    <a:pt x="10352" y="1825"/>
                  </a:lnTo>
                  <a:lnTo>
                    <a:pt x="10479" y="1868"/>
                  </a:lnTo>
                  <a:lnTo>
                    <a:pt x="10818" y="2037"/>
                  </a:lnTo>
                  <a:lnTo>
                    <a:pt x="11158" y="2207"/>
                  </a:lnTo>
                  <a:lnTo>
                    <a:pt x="11752" y="2631"/>
                  </a:lnTo>
                  <a:lnTo>
                    <a:pt x="12345" y="3098"/>
                  </a:lnTo>
                  <a:lnTo>
                    <a:pt x="12939" y="3607"/>
                  </a:lnTo>
                  <a:lnTo>
                    <a:pt x="13024" y="3649"/>
                  </a:lnTo>
                  <a:lnTo>
                    <a:pt x="13194" y="3649"/>
                  </a:lnTo>
                  <a:lnTo>
                    <a:pt x="13279" y="3607"/>
                  </a:lnTo>
                  <a:lnTo>
                    <a:pt x="13364" y="3522"/>
                  </a:lnTo>
                  <a:lnTo>
                    <a:pt x="13406" y="3437"/>
                  </a:lnTo>
                  <a:lnTo>
                    <a:pt x="13406" y="3352"/>
                  </a:lnTo>
                  <a:lnTo>
                    <a:pt x="13364" y="3267"/>
                  </a:lnTo>
                  <a:lnTo>
                    <a:pt x="13109" y="3013"/>
                  </a:lnTo>
                  <a:lnTo>
                    <a:pt x="12897" y="2716"/>
                  </a:lnTo>
                  <a:lnTo>
                    <a:pt x="12642" y="2504"/>
                  </a:lnTo>
                  <a:lnTo>
                    <a:pt x="12345" y="2292"/>
                  </a:lnTo>
                  <a:lnTo>
                    <a:pt x="11752" y="1868"/>
                  </a:lnTo>
                  <a:lnTo>
                    <a:pt x="11115" y="1571"/>
                  </a:lnTo>
                  <a:lnTo>
                    <a:pt x="12897" y="1231"/>
                  </a:lnTo>
                  <a:lnTo>
                    <a:pt x="13788" y="1062"/>
                  </a:lnTo>
                  <a:lnTo>
                    <a:pt x="14679" y="977"/>
                  </a:lnTo>
                  <a:lnTo>
                    <a:pt x="14806" y="934"/>
                  </a:lnTo>
                  <a:lnTo>
                    <a:pt x="14933" y="849"/>
                  </a:lnTo>
                  <a:lnTo>
                    <a:pt x="14976" y="765"/>
                  </a:lnTo>
                  <a:lnTo>
                    <a:pt x="14976" y="637"/>
                  </a:lnTo>
                  <a:lnTo>
                    <a:pt x="14976" y="510"/>
                  </a:lnTo>
                  <a:lnTo>
                    <a:pt x="14933" y="425"/>
                  </a:lnTo>
                  <a:lnTo>
                    <a:pt x="14806" y="383"/>
                  </a:lnTo>
                  <a:lnTo>
                    <a:pt x="14679" y="340"/>
                  </a:lnTo>
                  <a:lnTo>
                    <a:pt x="13873" y="425"/>
                  </a:lnTo>
                  <a:lnTo>
                    <a:pt x="13067" y="552"/>
                  </a:lnTo>
                  <a:lnTo>
                    <a:pt x="11497" y="849"/>
                  </a:lnTo>
                  <a:lnTo>
                    <a:pt x="11921" y="86"/>
                  </a:lnTo>
                  <a:lnTo>
                    <a:pt x="11964" y="43"/>
                  </a:lnTo>
                  <a:lnTo>
                    <a:pt x="11921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8" name="Google Shape;2458;p65"/>
          <p:cNvGrpSpPr/>
          <p:nvPr/>
        </p:nvGrpSpPr>
        <p:grpSpPr>
          <a:xfrm flipH="1">
            <a:off x="2054135" y="355348"/>
            <a:ext cx="711523" cy="903354"/>
            <a:chOff x="2965800" y="1494175"/>
            <a:chExt cx="999050" cy="1268400"/>
          </a:xfrm>
        </p:grpSpPr>
        <p:sp>
          <p:nvSpPr>
            <p:cNvPr id="2459" name="Google Shape;2459;p65"/>
            <p:cNvSpPr/>
            <p:nvPr/>
          </p:nvSpPr>
          <p:spPr>
            <a:xfrm>
              <a:off x="2965800" y="1494175"/>
              <a:ext cx="999050" cy="1268400"/>
            </a:xfrm>
            <a:custGeom>
              <a:rect b="b" l="l" r="r" t="t"/>
              <a:pathLst>
                <a:path extrusionOk="0" h="50736" w="39962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50"/>
                  </a:lnTo>
                  <a:lnTo>
                    <a:pt x="18199" y="20956"/>
                  </a:lnTo>
                  <a:lnTo>
                    <a:pt x="18963" y="20320"/>
                  </a:lnTo>
                  <a:lnTo>
                    <a:pt x="19684" y="19641"/>
                  </a:lnTo>
                  <a:lnTo>
                    <a:pt x="20405" y="18920"/>
                  </a:lnTo>
                  <a:lnTo>
                    <a:pt x="21042" y="18156"/>
                  </a:lnTo>
                  <a:lnTo>
                    <a:pt x="21593" y="17350"/>
                  </a:lnTo>
                  <a:lnTo>
                    <a:pt x="21848" y="16926"/>
                  </a:lnTo>
                  <a:lnTo>
                    <a:pt x="22060" y="16502"/>
                  </a:lnTo>
                  <a:lnTo>
                    <a:pt x="22272" y="16035"/>
                  </a:lnTo>
                  <a:lnTo>
                    <a:pt x="22442" y="15569"/>
                  </a:lnTo>
                  <a:lnTo>
                    <a:pt x="22569" y="15017"/>
                  </a:lnTo>
                  <a:lnTo>
                    <a:pt x="22696" y="14466"/>
                  </a:lnTo>
                  <a:lnTo>
                    <a:pt x="22738" y="13914"/>
                  </a:lnTo>
                  <a:lnTo>
                    <a:pt x="22781" y="13363"/>
                  </a:lnTo>
                  <a:lnTo>
                    <a:pt x="22781" y="12769"/>
                  </a:lnTo>
                  <a:lnTo>
                    <a:pt x="22738" y="12175"/>
                  </a:lnTo>
                  <a:lnTo>
                    <a:pt x="22611" y="11030"/>
                  </a:lnTo>
                  <a:lnTo>
                    <a:pt x="22442" y="9842"/>
                  </a:lnTo>
                  <a:lnTo>
                    <a:pt x="22229" y="8696"/>
                  </a:lnTo>
                  <a:lnTo>
                    <a:pt x="21975" y="7594"/>
                  </a:lnTo>
                  <a:lnTo>
                    <a:pt x="21805" y="6491"/>
                  </a:lnTo>
                  <a:lnTo>
                    <a:pt x="21720" y="6321"/>
                  </a:lnTo>
                  <a:lnTo>
                    <a:pt x="21636" y="6194"/>
                  </a:lnTo>
                  <a:lnTo>
                    <a:pt x="21508" y="6109"/>
                  </a:lnTo>
                  <a:lnTo>
                    <a:pt x="21339" y="6024"/>
                  </a:lnTo>
                  <a:lnTo>
                    <a:pt x="21211" y="6024"/>
                  </a:lnTo>
                  <a:lnTo>
                    <a:pt x="21042" y="6066"/>
                  </a:lnTo>
                  <a:lnTo>
                    <a:pt x="20872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273" y="32622"/>
                  </a:lnTo>
                  <a:lnTo>
                    <a:pt x="8824" y="31943"/>
                  </a:lnTo>
                  <a:lnTo>
                    <a:pt x="9333" y="31222"/>
                  </a:lnTo>
                  <a:lnTo>
                    <a:pt x="9800" y="30543"/>
                  </a:lnTo>
                  <a:lnTo>
                    <a:pt x="10224" y="29780"/>
                  </a:lnTo>
                  <a:lnTo>
                    <a:pt x="10564" y="29016"/>
                  </a:lnTo>
                  <a:lnTo>
                    <a:pt x="10818" y="28253"/>
                  </a:lnTo>
                  <a:lnTo>
                    <a:pt x="10988" y="27404"/>
                  </a:lnTo>
                  <a:lnTo>
                    <a:pt x="11073" y="26938"/>
                  </a:lnTo>
                  <a:lnTo>
                    <a:pt x="11073" y="26513"/>
                  </a:lnTo>
                  <a:lnTo>
                    <a:pt x="11073" y="26004"/>
                  </a:lnTo>
                  <a:lnTo>
                    <a:pt x="11073" y="25495"/>
                  </a:lnTo>
                  <a:lnTo>
                    <a:pt x="10945" y="24520"/>
                  </a:lnTo>
                  <a:lnTo>
                    <a:pt x="10733" y="23544"/>
                  </a:lnTo>
                  <a:lnTo>
                    <a:pt x="10436" y="22568"/>
                  </a:lnTo>
                  <a:lnTo>
                    <a:pt x="10097" y="21635"/>
                  </a:lnTo>
                  <a:lnTo>
                    <a:pt x="9715" y="20702"/>
                  </a:lnTo>
                  <a:lnTo>
                    <a:pt x="8909" y="18878"/>
                  </a:lnTo>
                  <a:lnTo>
                    <a:pt x="8824" y="18750"/>
                  </a:lnTo>
                  <a:lnTo>
                    <a:pt x="8655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46" y="18665"/>
                  </a:lnTo>
                  <a:lnTo>
                    <a:pt x="7976" y="18750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982" y="38434"/>
                  </a:lnTo>
                  <a:lnTo>
                    <a:pt x="13533" y="38773"/>
                  </a:lnTo>
                  <a:lnTo>
                    <a:pt x="14085" y="39028"/>
                  </a:lnTo>
                  <a:lnTo>
                    <a:pt x="14636" y="39240"/>
                  </a:lnTo>
                  <a:lnTo>
                    <a:pt x="15187" y="39409"/>
                  </a:lnTo>
                  <a:lnTo>
                    <a:pt x="15739" y="39537"/>
                  </a:lnTo>
                  <a:lnTo>
                    <a:pt x="16290" y="39664"/>
                  </a:lnTo>
                  <a:lnTo>
                    <a:pt x="16842" y="39706"/>
                  </a:lnTo>
                  <a:lnTo>
                    <a:pt x="17436" y="39749"/>
                  </a:lnTo>
                  <a:lnTo>
                    <a:pt x="17987" y="39749"/>
                  </a:lnTo>
                  <a:lnTo>
                    <a:pt x="18539" y="39706"/>
                  </a:lnTo>
                  <a:lnTo>
                    <a:pt x="19090" y="39664"/>
                  </a:lnTo>
                  <a:lnTo>
                    <a:pt x="19642" y="39579"/>
                  </a:lnTo>
                  <a:lnTo>
                    <a:pt x="20193" y="39452"/>
                  </a:lnTo>
                  <a:lnTo>
                    <a:pt x="20745" y="39282"/>
                  </a:lnTo>
                  <a:lnTo>
                    <a:pt x="21296" y="39112"/>
                  </a:lnTo>
                  <a:lnTo>
                    <a:pt x="22357" y="38688"/>
                  </a:lnTo>
                  <a:lnTo>
                    <a:pt x="23417" y="38179"/>
                  </a:lnTo>
                  <a:lnTo>
                    <a:pt x="24435" y="37585"/>
                  </a:lnTo>
                  <a:lnTo>
                    <a:pt x="25411" y="36907"/>
                  </a:lnTo>
                  <a:lnTo>
                    <a:pt x="26344" y="36185"/>
                  </a:lnTo>
                  <a:lnTo>
                    <a:pt x="27235" y="35422"/>
                  </a:lnTo>
                  <a:lnTo>
                    <a:pt x="28084" y="34616"/>
                  </a:lnTo>
                  <a:lnTo>
                    <a:pt x="28847" y="33767"/>
                  </a:lnTo>
                  <a:lnTo>
                    <a:pt x="28974" y="33598"/>
                  </a:lnTo>
                  <a:lnTo>
                    <a:pt x="29017" y="33386"/>
                  </a:lnTo>
                  <a:lnTo>
                    <a:pt x="29017" y="33216"/>
                  </a:lnTo>
                  <a:lnTo>
                    <a:pt x="28974" y="33046"/>
                  </a:lnTo>
                  <a:lnTo>
                    <a:pt x="28890" y="32877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926" y="25707"/>
                  </a:lnTo>
                  <a:lnTo>
                    <a:pt x="24520" y="25919"/>
                  </a:lnTo>
                  <a:lnTo>
                    <a:pt x="25114" y="26089"/>
                  </a:lnTo>
                  <a:lnTo>
                    <a:pt x="25708" y="26216"/>
                  </a:lnTo>
                  <a:lnTo>
                    <a:pt x="26302" y="26344"/>
                  </a:lnTo>
                  <a:lnTo>
                    <a:pt x="26896" y="26428"/>
                  </a:lnTo>
                  <a:lnTo>
                    <a:pt x="27490" y="26471"/>
                  </a:lnTo>
                  <a:lnTo>
                    <a:pt x="28041" y="26513"/>
                  </a:lnTo>
                  <a:lnTo>
                    <a:pt x="29229" y="26513"/>
                  </a:lnTo>
                  <a:lnTo>
                    <a:pt x="29823" y="26471"/>
                  </a:lnTo>
                  <a:lnTo>
                    <a:pt x="30374" y="26386"/>
                  </a:lnTo>
                  <a:lnTo>
                    <a:pt x="30968" y="26301"/>
                  </a:lnTo>
                  <a:lnTo>
                    <a:pt x="31520" y="26174"/>
                  </a:lnTo>
                  <a:lnTo>
                    <a:pt x="32071" y="26004"/>
                  </a:lnTo>
                  <a:lnTo>
                    <a:pt x="32623" y="25835"/>
                  </a:lnTo>
                  <a:lnTo>
                    <a:pt x="33174" y="25665"/>
                  </a:lnTo>
                  <a:lnTo>
                    <a:pt x="33726" y="25410"/>
                  </a:lnTo>
                  <a:lnTo>
                    <a:pt x="34235" y="25198"/>
                  </a:lnTo>
                  <a:lnTo>
                    <a:pt x="34744" y="24901"/>
                  </a:lnTo>
                  <a:lnTo>
                    <a:pt x="35253" y="24604"/>
                  </a:lnTo>
                  <a:lnTo>
                    <a:pt x="35762" y="24307"/>
                  </a:lnTo>
                  <a:lnTo>
                    <a:pt x="36228" y="23968"/>
                  </a:lnTo>
                  <a:lnTo>
                    <a:pt x="36695" y="23629"/>
                  </a:lnTo>
                  <a:lnTo>
                    <a:pt x="37162" y="23247"/>
                  </a:lnTo>
                  <a:lnTo>
                    <a:pt x="37586" y="22823"/>
                  </a:lnTo>
                  <a:lnTo>
                    <a:pt x="38010" y="22398"/>
                  </a:lnTo>
                  <a:lnTo>
                    <a:pt x="38434" y="21974"/>
                  </a:lnTo>
                  <a:lnTo>
                    <a:pt x="38816" y="21508"/>
                  </a:lnTo>
                  <a:lnTo>
                    <a:pt x="39198" y="20999"/>
                  </a:lnTo>
                  <a:lnTo>
                    <a:pt x="39537" y="20490"/>
                  </a:lnTo>
                  <a:lnTo>
                    <a:pt x="39877" y="19980"/>
                  </a:lnTo>
                  <a:lnTo>
                    <a:pt x="39962" y="19811"/>
                  </a:lnTo>
                  <a:lnTo>
                    <a:pt x="39962" y="19641"/>
                  </a:lnTo>
                  <a:lnTo>
                    <a:pt x="39962" y="19471"/>
                  </a:lnTo>
                  <a:lnTo>
                    <a:pt x="39877" y="19302"/>
                  </a:lnTo>
                  <a:lnTo>
                    <a:pt x="39792" y="19174"/>
                  </a:lnTo>
                  <a:lnTo>
                    <a:pt x="39665" y="19047"/>
                  </a:lnTo>
                  <a:lnTo>
                    <a:pt x="39495" y="19005"/>
                  </a:lnTo>
                  <a:lnTo>
                    <a:pt x="39325" y="18962"/>
                  </a:lnTo>
                  <a:lnTo>
                    <a:pt x="38731" y="19005"/>
                  </a:lnTo>
                  <a:lnTo>
                    <a:pt x="38137" y="19005"/>
                  </a:lnTo>
                  <a:lnTo>
                    <a:pt x="36907" y="18920"/>
                  </a:lnTo>
                  <a:lnTo>
                    <a:pt x="34447" y="18708"/>
                  </a:lnTo>
                  <a:lnTo>
                    <a:pt x="33217" y="18665"/>
                  </a:lnTo>
                  <a:lnTo>
                    <a:pt x="32623" y="18623"/>
                  </a:lnTo>
                  <a:lnTo>
                    <a:pt x="32029" y="18665"/>
                  </a:lnTo>
                  <a:lnTo>
                    <a:pt x="31435" y="18708"/>
                  </a:lnTo>
                  <a:lnTo>
                    <a:pt x="30841" y="18793"/>
                  </a:lnTo>
                  <a:lnTo>
                    <a:pt x="30247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956" y="13193"/>
                  </a:lnTo>
                  <a:lnTo>
                    <a:pt x="28593" y="13363"/>
                  </a:lnTo>
                  <a:lnTo>
                    <a:pt x="29229" y="13448"/>
                  </a:lnTo>
                  <a:lnTo>
                    <a:pt x="29865" y="13532"/>
                  </a:lnTo>
                  <a:lnTo>
                    <a:pt x="30502" y="13532"/>
                  </a:lnTo>
                  <a:lnTo>
                    <a:pt x="31138" y="13490"/>
                  </a:lnTo>
                  <a:lnTo>
                    <a:pt x="31774" y="13405"/>
                  </a:lnTo>
                  <a:lnTo>
                    <a:pt x="32368" y="13278"/>
                  </a:lnTo>
                  <a:lnTo>
                    <a:pt x="33004" y="13108"/>
                  </a:lnTo>
                  <a:lnTo>
                    <a:pt x="33598" y="12896"/>
                  </a:lnTo>
                  <a:lnTo>
                    <a:pt x="34192" y="12684"/>
                  </a:lnTo>
                  <a:lnTo>
                    <a:pt x="34786" y="12387"/>
                  </a:lnTo>
                  <a:lnTo>
                    <a:pt x="35338" y="12048"/>
                  </a:lnTo>
                  <a:lnTo>
                    <a:pt x="35889" y="11708"/>
                  </a:lnTo>
                  <a:lnTo>
                    <a:pt x="36398" y="11327"/>
                  </a:lnTo>
                  <a:lnTo>
                    <a:pt x="36907" y="10902"/>
                  </a:lnTo>
                  <a:lnTo>
                    <a:pt x="37416" y="10393"/>
                  </a:lnTo>
                  <a:lnTo>
                    <a:pt x="37883" y="9842"/>
                  </a:lnTo>
                  <a:lnTo>
                    <a:pt x="38265" y="9290"/>
                  </a:lnTo>
                  <a:lnTo>
                    <a:pt x="38604" y="8696"/>
                  </a:lnTo>
                  <a:lnTo>
                    <a:pt x="38901" y="8060"/>
                  </a:lnTo>
                  <a:lnTo>
                    <a:pt x="39113" y="7424"/>
                  </a:lnTo>
                  <a:lnTo>
                    <a:pt x="39283" y="6788"/>
                  </a:lnTo>
                  <a:lnTo>
                    <a:pt x="39410" y="6109"/>
                  </a:lnTo>
                  <a:lnTo>
                    <a:pt x="39495" y="5472"/>
                  </a:lnTo>
                  <a:lnTo>
                    <a:pt x="39537" y="4794"/>
                  </a:lnTo>
                  <a:lnTo>
                    <a:pt x="39580" y="4073"/>
                  </a:lnTo>
                  <a:lnTo>
                    <a:pt x="39537" y="3394"/>
                  </a:lnTo>
                  <a:lnTo>
                    <a:pt x="39452" y="1994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65"/>
            <p:cNvSpPr/>
            <p:nvPr/>
          </p:nvSpPr>
          <p:spPr>
            <a:xfrm>
              <a:off x="2965800" y="1494175"/>
              <a:ext cx="985275" cy="1268400"/>
            </a:xfrm>
            <a:custGeom>
              <a:rect b="b" l="l" r="r" t="t"/>
              <a:pathLst>
                <a:path extrusionOk="0" h="50736" w="39411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92"/>
                  </a:lnTo>
                  <a:lnTo>
                    <a:pt x="16884" y="21296"/>
                  </a:lnTo>
                  <a:lnTo>
                    <a:pt x="16418" y="20999"/>
                  </a:lnTo>
                  <a:lnTo>
                    <a:pt x="16036" y="20659"/>
                  </a:lnTo>
                  <a:lnTo>
                    <a:pt x="15697" y="20277"/>
                  </a:lnTo>
                  <a:lnTo>
                    <a:pt x="15442" y="19853"/>
                  </a:lnTo>
                  <a:lnTo>
                    <a:pt x="15230" y="19471"/>
                  </a:lnTo>
                  <a:lnTo>
                    <a:pt x="15103" y="19005"/>
                  </a:lnTo>
                  <a:lnTo>
                    <a:pt x="14975" y="18538"/>
                  </a:lnTo>
                  <a:lnTo>
                    <a:pt x="14933" y="18072"/>
                  </a:lnTo>
                  <a:lnTo>
                    <a:pt x="14933" y="17562"/>
                  </a:lnTo>
                  <a:lnTo>
                    <a:pt x="14975" y="17053"/>
                  </a:lnTo>
                  <a:lnTo>
                    <a:pt x="15060" y="16544"/>
                  </a:lnTo>
                  <a:lnTo>
                    <a:pt x="15187" y="15993"/>
                  </a:lnTo>
                  <a:lnTo>
                    <a:pt x="15357" y="15441"/>
                  </a:lnTo>
                  <a:lnTo>
                    <a:pt x="15527" y="14890"/>
                  </a:lnTo>
                  <a:lnTo>
                    <a:pt x="15739" y="14338"/>
                  </a:lnTo>
                  <a:lnTo>
                    <a:pt x="16290" y="13193"/>
                  </a:lnTo>
                  <a:lnTo>
                    <a:pt x="16927" y="12090"/>
                  </a:lnTo>
                  <a:lnTo>
                    <a:pt x="17605" y="10987"/>
                  </a:lnTo>
                  <a:lnTo>
                    <a:pt x="18369" y="9884"/>
                  </a:lnTo>
                  <a:lnTo>
                    <a:pt x="19175" y="8824"/>
                  </a:lnTo>
                  <a:lnTo>
                    <a:pt x="19981" y="7848"/>
                  </a:lnTo>
                  <a:lnTo>
                    <a:pt x="20745" y="6915"/>
                  </a:lnTo>
                  <a:lnTo>
                    <a:pt x="21508" y="6066"/>
                  </a:lnTo>
                  <a:lnTo>
                    <a:pt x="21296" y="6024"/>
                  </a:lnTo>
                  <a:lnTo>
                    <a:pt x="21084" y="6024"/>
                  </a:lnTo>
                  <a:lnTo>
                    <a:pt x="20914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188" y="32664"/>
                  </a:lnTo>
                  <a:lnTo>
                    <a:pt x="8061" y="32622"/>
                  </a:lnTo>
                  <a:lnTo>
                    <a:pt x="7933" y="32537"/>
                  </a:lnTo>
                  <a:lnTo>
                    <a:pt x="7849" y="32452"/>
                  </a:lnTo>
                  <a:lnTo>
                    <a:pt x="7721" y="32325"/>
                  </a:lnTo>
                  <a:lnTo>
                    <a:pt x="7212" y="31477"/>
                  </a:lnTo>
                  <a:lnTo>
                    <a:pt x="6788" y="30586"/>
                  </a:lnTo>
                  <a:lnTo>
                    <a:pt x="6449" y="29695"/>
                  </a:lnTo>
                  <a:lnTo>
                    <a:pt x="6194" y="28847"/>
                  </a:lnTo>
                  <a:lnTo>
                    <a:pt x="6067" y="27998"/>
                  </a:lnTo>
                  <a:lnTo>
                    <a:pt x="6024" y="27107"/>
                  </a:lnTo>
                  <a:lnTo>
                    <a:pt x="6024" y="26259"/>
                  </a:lnTo>
                  <a:lnTo>
                    <a:pt x="6109" y="25410"/>
                  </a:lnTo>
                  <a:lnTo>
                    <a:pt x="6279" y="24562"/>
                  </a:lnTo>
                  <a:lnTo>
                    <a:pt x="6491" y="23714"/>
                  </a:lnTo>
                  <a:lnTo>
                    <a:pt x="6788" y="22908"/>
                  </a:lnTo>
                  <a:lnTo>
                    <a:pt x="7085" y="22059"/>
                  </a:lnTo>
                  <a:lnTo>
                    <a:pt x="7467" y="21211"/>
                  </a:lnTo>
                  <a:lnTo>
                    <a:pt x="7849" y="20362"/>
                  </a:lnTo>
                  <a:lnTo>
                    <a:pt x="8739" y="18708"/>
                  </a:lnTo>
                  <a:lnTo>
                    <a:pt x="8612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88" y="18623"/>
                  </a:lnTo>
                  <a:lnTo>
                    <a:pt x="8061" y="18708"/>
                  </a:lnTo>
                  <a:lnTo>
                    <a:pt x="7933" y="18793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685" y="38264"/>
                  </a:lnTo>
                  <a:lnTo>
                    <a:pt x="12939" y="37797"/>
                  </a:lnTo>
                  <a:lnTo>
                    <a:pt x="13236" y="37373"/>
                  </a:lnTo>
                  <a:lnTo>
                    <a:pt x="13533" y="36949"/>
                  </a:lnTo>
                  <a:lnTo>
                    <a:pt x="13872" y="36567"/>
                  </a:lnTo>
                  <a:lnTo>
                    <a:pt x="14254" y="36185"/>
                  </a:lnTo>
                  <a:lnTo>
                    <a:pt x="14636" y="35846"/>
                  </a:lnTo>
                  <a:lnTo>
                    <a:pt x="15018" y="35507"/>
                  </a:lnTo>
                  <a:lnTo>
                    <a:pt x="15442" y="35210"/>
                  </a:lnTo>
                  <a:lnTo>
                    <a:pt x="15909" y="34913"/>
                  </a:lnTo>
                  <a:lnTo>
                    <a:pt x="16333" y="34658"/>
                  </a:lnTo>
                  <a:lnTo>
                    <a:pt x="17309" y="34149"/>
                  </a:lnTo>
                  <a:lnTo>
                    <a:pt x="18369" y="33767"/>
                  </a:lnTo>
                  <a:lnTo>
                    <a:pt x="19430" y="33428"/>
                  </a:lnTo>
                  <a:lnTo>
                    <a:pt x="20533" y="33173"/>
                  </a:lnTo>
                  <a:lnTo>
                    <a:pt x="21678" y="32961"/>
                  </a:lnTo>
                  <a:lnTo>
                    <a:pt x="22866" y="32792"/>
                  </a:lnTo>
                  <a:lnTo>
                    <a:pt x="24054" y="32707"/>
                  </a:lnTo>
                  <a:lnTo>
                    <a:pt x="25241" y="32664"/>
                  </a:lnTo>
                  <a:lnTo>
                    <a:pt x="27617" y="32664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502" y="25538"/>
                  </a:lnTo>
                  <a:lnTo>
                    <a:pt x="23629" y="25071"/>
                  </a:lnTo>
                  <a:lnTo>
                    <a:pt x="23841" y="24647"/>
                  </a:lnTo>
                  <a:lnTo>
                    <a:pt x="24096" y="24180"/>
                  </a:lnTo>
                  <a:lnTo>
                    <a:pt x="24393" y="23798"/>
                  </a:lnTo>
                  <a:lnTo>
                    <a:pt x="24732" y="23374"/>
                  </a:lnTo>
                  <a:lnTo>
                    <a:pt x="25156" y="23035"/>
                  </a:lnTo>
                  <a:lnTo>
                    <a:pt x="25581" y="22695"/>
                  </a:lnTo>
                  <a:lnTo>
                    <a:pt x="26005" y="22356"/>
                  </a:lnTo>
                  <a:lnTo>
                    <a:pt x="26472" y="22059"/>
                  </a:lnTo>
                  <a:lnTo>
                    <a:pt x="26981" y="21762"/>
                  </a:lnTo>
                  <a:lnTo>
                    <a:pt x="27956" y="21253"/>
                  </a:lnTo>
                  <a:lnTo>
                    <a:pt x="28932" y="20829"/>
                  </a:lnTo>
                  <a:lnTo>
                    <a:pt x="29780" y="20490"/>
                  </a:lnTo>
                  <a:lnTo>
                    <a:pt x="30756" y="20193"/>
                  </a:lnTo>
                  <a:lnTo>
                    <a:pt x="31774" y="19896"/>
                  </a:lnTo>
                  <a:lnTo>
                    <a:pt x="32750" y="19641"/>
                  </a:lnTo>
                  <a:lnTo>
                    <a:pt x="33768" y="19429"/>
                  </a:lnTo>
                  <a:lnTo>
                    <a:pt x="34786" y="19259"/>
                  </a:lnTo>
                  <a:lnTo>
                    <a:pt x="35804" y="19132"/>
                  </a:lnTo>
                  <a:lnTo>
                    <a:pt x="36822" y="19047"/>
                  </a:lnTo>
                  <a:lnTo>
                    <a:pt x="37883" y="18962"/>
                  </a:lnTo>
                  <a:lnTo>
                    <a:pt x="36822" y="18920"/>
                  </a:lnTo>
                  <a:lnTo>
                    <a:pt x="35804" y="18835"/>
                  </a:lnTo>
                  <a:lnTo>
                    <a:pt x="34744" y="18750"/>
                  </a:lnTo>
                  <a:lnTo>
                    <a:pt x="33726" y="18665"/>
                  </a:lnTo>
                  <a:lnTo>
                    <a:pt x="32665" y="18623"/>
                  </a:lnTo>
                  <a:lnTo>
                    <a:pt x="31647" y="18665"/>
                  </a:lnTo>
                  <a:lnTo>
                    <a:pt x="31180" y="18750"/>
                  </a:lnTo>
                  <a:lnTo>
                    <a:pt x="30671" y="18835"/>
                  </a:lnTo>
                  <a:lnTo>
                    <a:pt x="30162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787" y="13108"/>
                  </a:lnTo>
                  <a:lnTo>
                    <a:pt x="27871" y="12599"/>
                  </a:lnTo>
                  <a:lnTo>
                    <a:pt x="28041" y="12090"/>
                  </a:lnTo>
                  <a:lnTo>
                    <a:pt x="28211" y="11581"/>
                  </a:lnTo>
                  <a:lnTo>
                    <a:pt x="28465" y="11114"/>
                  </a:lnTo>
                  <a:lnTo>
                    <a:pt x="28720" y="10648"/>
                  </a:lnTo>
                  <a:lnTo>
                    <a:pt x="28974" y="10224"/>
                  </a:lnTo>
                  <a:lnTo>
                    <a:pt x="29314" y="9799"/>
                  </a:lnTo>
                  <a:lnTo>
                    <a:pt x="29653" y="9375"/>
                  </a:lnTo>
                  <a:lnTo>
                    <a:pt x="30417" y="8612"/>
                  </a:lnTo>
                  <a:lnTo>
                    <a:pt x="31223" y="7890"/>
                  </a:lnTo>
                  <a:lnTo>
                    <a:pt x="32114" y="7212"/>
                  </a:lnTo>
                  <a:lnTo>
                    <a:pt x="33004" y="6533"/>
                  </a:lnTo>
                  <a:lnTo>
                    <a:pt x="34786" y="5303"/>
                  </a:lnTo>
                  <a:lnTo>
                    <a:pt x="35635" y="4709"/>
                  </a:lnTo>
                  <a:lnTo>
                    <a:pt x="36483" y="4073"/>
                  </a:lnTo>
                  <a:lnTo>
                    <a:pt x="37247" y="3436"/>
                  </a:lnTo>
                  <a:lnTo>
                    <a:pt x="38010" y="2757"/>
                  </a:lnTo>
                  <a:lnTo>
                    <a:pt x="38731" y="2036"/>
                  </a:lnTo>
                  <a:lnTo>
                    <a:pt x="39410" y="1273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65"/>
            <p:cNvSpPr/>
            <p:nvPr/>
          </p:nvSpPr>
          <p:spPr>
            <a:xfrm>
              <a:off x="3325325" y="1662800"/>
              <a:ext cx="194100" cy="353175"/>
            </a:xfrm>
            <a:custGeom>
              <a:rect b="b" l="l" r="r" t="t"/>
              <a:pathLst>
                <a:path extrusionOk="0" h="14127" w="7764">
                  <a:moveTo>
                    <a:pt x="6661" y="0"/>
                  </a:moveTo>
                  <a:lnTo>
                    <a:pt x="6576" y="85"/>
                  </a:lnTo>
                  <a:lnTo>
                    <a:pt x="6067" y="933"/>
                  </a:lnTo>
                  <a:lnTo>
                    <a:pt x="5600" y="1867"/>
                  </a:lnTo>
                  <a:lnTo>
                    <a:pt x="5176" y="2800"/>
                  </a:lnTo>
                  <a:lnTo>
                    <a:pt x="4794" y="3776"/>
                  </a:lnTo>
                  <a:lnTo>
                    <a:pt x="3691" y="2333"/>
                  </a:lnTo>
                  <a:lnTo>
                    <a:pt x="3649" y="2291"/>
                  </a:lnTo>
                  <a:lnTo>
                    <a:pt x="3564" y="2291"/>
                  </a:lnTo>
                  <a:lnTo>
                    <a:pt x="3479" y="2333"/>
                  </a:lnTo>
                  <a:lnTo>
                    <a:pt x="3437" y="2418"/>
                  </a:lnTo>
                  <a:lnTo>
                    <a:pt x="3437" y="2461"/>
                  </a:lnTo>
                  <a:lnTo>
                    <a:pt x="3437" y="2503"/>
                  </a:lnTo>
                  <a:lnTo>
                    <a:pt x="4624" y="4285"/>
                  </a:lnTo>
                  <a:lnTo>
                    <a:pt x="4115" y="5769"/>
                  </a:lnTo>
                  <a:lnTo>
                    <a:pt x="3691" y="7254"/>
                  </a:lnTo>
                  <a:lnTo>
                    <a:pt x="3224" y="6491"/>
                  </a:lnTo>
                  <a:lnTo>
                    <a:pt x="2631" y="5854"/>
                  </a:lnTo>
                  <a:lnTo>
                    <a:pt x="1994" y="5218"/>
                  </a:lnTo>
                  <a:lnTo>
                    <a:pt x="1273" y="4666"/>
                  </a:lnTo>
                  <a:lnTo>
                    <a:pt x="1188" y="4624"/>
                  </a:lnTo>
                  <a:lnTo>
                    <a:pt x="1146" y="4666"/>
                  </a:lnTo>
                  <a:lnTo>
                    <a:pt x="1061" y="4709"/>
                  </a:lnTo>
                  <a:lnTo>
                    <a:pt x="1019" y="4836"/>
                  </a:lnTo>
                  <a:lnTo>
                    <a:pt x="1061" y="4921"/>
                  </a:lnTo>
                  <a:lnTo>
                    <a:pt x="1103" y="4963"/>
                  </a:lnTo>
                  <a:lnTo>
                    <a:pt x="1485" y="5260"/>
                  </a:lnTo>
                  <a:lnTo>
                    <a:pt x="1867" y="5600"/>
                  </a:lnTo>
                  <a:lnTo>
                    <a:pt x="2206" y="5939"/>
                  </a:lnTo>
                  <a:lnTo>
                    <a:pt x="2503" y="6321"/>
                  </a:lnTo>
                  <a:lnTo>
                    <a:pt x="2800" y="6703"/>
                  </a:lnTo>
                  <a:lnTo>
                    <a:pt x="3055" y="7084"/>
                  </a:lnTo>
                  <a:lnTo>
                    <a:pt x="3309" y="7509"/>
                  </a:lnTo>
                  <a:lnTo>
                    <a:pt x="3521" y="7975"/>
                  </a:lnTo>
                  <a:lnTo>
                    <a:pt x="3097" y="9884"/>
                  </a:lnTo>
                  <a:lnTo>
                    <a:pt x="2800" y="11836"/>
                  </a:lnTo>
                  <a:lnTo>
                    <a:pt x="2249" y="10987"/>
                  </a:lnTo>
                  <a:lnTo>
                    <a:pt x="1697" y="10181"/>
                  </a:lnTo>
                  <a:lnTo>
                    <a:pt x="1019" y="9460"/>
                  </a:lnTo>
                  <a:lnTo>
                    <a:pt x="679" y="9078"/>
                  </a:lnTo>
                  <a:lnTo>
                    <a:pt x="255" y="8739"/>
                  </a:lnTo>
                  <a:lnTo>
                    <a:pt x="213" y="8696"/>
                  </a:lnTo>
                  <a:lnTo>
                    <a:pt x="170" y="8696"/>
                  </a:lnTo>
                  <a:lnTo>
                    <a:pt x="43" y="8739"/>
                  </a:lnTo>
                  <a:lnTo>
                    <a:pt x="0" y="8824"/>
                  </a:lnTo>
                  <a:lnTo>
                    <a:pt x="0" y="8909"/>
                  </a:lnTo>
                  <a:lnTo>
                    <a:pt x="43" y="8951"/>
                  </a:lnTo>
                  <a:lnTo>
                    <a:pt x="849" y="9799"/>
                  </a:lnTo>
                  <a:lnTo>
                    <a:pt x="1231" y="10224"/>
                  </a:lnTo>
                  <a:lnTo>
                    <a:pt x="1570" y="10690"/>
                  </a:lnTo>
                  <a:lnTo>
                    <a:pt x="1909" y="11157"/>
                  </a:lnTo>
                  <a:lnTo>
                    <a:pt x="2206" y="11666"/>
                  </a:lnTo>
                  <a:lnTo>
                    <a:pt x="2461" y="12175"/>
                  </a:lnTo>
                  <a:lnTo>
                    <a:pt x="2673" y="12684"/>
                  </a:lnTo>
                  <a:lnTo>
                    <a:pt x="2546" y="13787"/>
                  </a:lnTo>
                  <a:lnTo>
                    <a:pt x="2546" y="13914"/>
                  </a:lnTo>
                  <a:lnTo>
                    <a:pt x="2631" y="14041"/>
                  </a:lnTo>
                  <a:lnTo>
                    <a:pt x="2715" y="14084"/>
                  </a:lnTo>
                  <a:lnTo>
                    <a:pt x="2843" y="14126"/>
                  </a:lnTo>
                  <a:lnTo>
                    <a:pt x="2970" y="14126"/>
                  </a:lnTo>
                  <a:lnTo>
                    <a:pt x="3055" y="14084"/>
                  </a:lnTo>
                  <a:lnTo>
                    <a:pt x="3140" y="13999"/>
                  </a:lnTo>
                  <a:lnTo>
                    <a:pt x="3182" y="13914"/>
                  </a:lnTo>
                  <a:lnTo>
                    <a:pt x="3352" y="12769"/>
                  </a:lnTo>
                  <a:lnTo>
                    <a:pt x="4073" y="12048"/>
                  </a:lnTo>
                  <a:lnTo>
                    <a:pt x="4794" y="11411"/>
                  </a:lnTo>
                  <a:lnTo>
                    <a:pt x="5600" y="10775"/>
                  </a:lnTo>
                  <a:lnTo>
                    <a:pt x="6406" y="10224"/>
                  </a:lnTo>
                  <a:lnTo>
                    <a:pt x="6533" y="10096"/>
                  </a:lnTo>
                  <a:lnTo>
                    <a:pt x="6576" y="10011"/>
                  </a:lnTo>
                  <a:lnTo>
                    <a:pt x="6576" y="9884"/>
                  </a:lnTo>
                  <a:lnTo>
                    <a:pt x="6533" y="9757"/>
                  </a:lnTo>
                  <a:lnTo>
                    <a:pt x="6449" y="9672"/>
                  </a:lnTo>
                  <a:lnTo>
                    <a:pt x="6364" y="9630"/>
                  </a:lnTo>
                  <a:lnTo>
                    <a:pt x="6236" y="9630"/>
                  </a:lnTo>
                  <a:lnTo>
                    <a:pt x="6109" y="9672"/>
                  </a:lnTo>
                  <a:lnTo>
                    <a:pt x="5430" y="10096"/>
                  </a:lnTo>
                  <a:lnTo>
                    <a:pt x="4752" y="10563"/>
                  </a:lnTo>
                  <a:lnTo>
                    <a:pt x="4115" y="11072"/>
                  </a:lnTo>
                  <a:lnTo>
                    <a:pt x="3564" y="11666"/>
                  </a:lnTo>
                  <a:lnTo>
                    <a:pt x="3861" y="9884"/>
                  </a:lnTo>
                  <a:lnTo>
                    <a:pt x="4243" y="8103"/>
                  </a:lnTo>
                  <a:lnTo>
                    <a:pt x="5091" y="7551"/>
                  </a:lnTo>
                  <a:lnTo>
                    <a:pt x="5897" y="7084"/>
                  </a:lnTo>
                  <a:lnTo>
                    <a:pt x="6788" y="6618"/>
                  </a:lnTo>
                  <a:lnTo>
                    <a:pt x="7636" y="6151"/>
                  </a:lnTo>
                  <a:lnTo>
                    <a:pt x="7721" y="6109"/>
                  </a:lnTo>
                  <a:lnTo>
                    <a:pt x="7764" y="6024"/>
                  </a:lnTo>
                  <a:lnTo>
                    <a:pt x="7764" y="5939"/>
                  </a:lnTo>
                  <a:lnTo>
                    <a:pt x="7721" y="5854"/>
                  </a:lnTo>
                  <a:lnTo>
                    <a:pt x="7679" y="5769"/>
                  </a:lnTo>
                  <a:lnTo>
                    <a:pt x="7636" y="5727"/>
                  </a:lnTo>
                  <a:lnTo>
                    <a:pt x="7551" y="5685"/>
                  </a:lnTo>
                  <a:lnTo>
                    <a:pt x="7467" y="5685"/>
                  </a:lnTo>
                  <a:lnTo>
                    <a:pt x="6661" y="6024"/>
                  </a:lnTo>
                  <a:lnTo>
                    <a:pt x="5897" y="6448"/>
                  </a:lnTo>
                  <a:lnTo>
                    <a:pt x="5176" y="6872"/>
                  </a:lnTo>
                  <a:lnTo>
                    <a:pt x="4455" y="7339"/>
                  </a:lnTo>
                  <a:lnTo>
                    <a:pt x="4455" y="7339"/>
                  </a:lnTo>
                  <a:lnTo>
                    <a:pt x="4540" y="6915"/>
                  </a:lnTo>
                  <a:lnTo>
                    <a:pt x="4921" y="5685"/>
                  </a:lnTo>
                  <a:lnTo>
                    <a:pt x="5303" y="4497"/>
                  </a:lnTo>
                  <a:lnTo>
                    <a:pt x="5855" y="4200"/>
                  </a:lnTo>
                  <a:lnTo>
                    <a:pt x="6406" y="3945"/>
                  </a:lnTo>
                  <a:lnTo>
                    <a:pt x="7000" y="3733"/>
                  </a:lnTo>
                  <a:lnTo>
                    <a:pt x="7551" y="3521"/>
                  </a:lnTo>
                  <a:lnTo>
                    <a:pt x="7636" y="3479"/>
                  </a:lnTo>
                  <a:lnTo>
                    <a:pt x="7721" y="3394"/>
                  </a:lnTo>
                  <a:lnTo>
                    <a:pt x="7721" y="3351"/>
                  </a:lnTo>
                  <a:lnTo>
                    <a:pt x="7721" y="3267"/>
                  </a:lnTo>
                  <a:lnTo>
                    <a:pt x="7679" y="3182"/>
                  </a:lnTo>
                  <a:lnTo>
                    <a:pt x="7636" y="3139"/>
                  </a:lnTo>
                  <a:lnTo>
                    <a:pt x="7551" y="3097"/>
                  </a:lnTo>
                  <a:lnTo>
                    <a:pt x="7467" y="3097"/>
                  </a:lnTo>
                  <a:lnTo>
                    <a:pt x="6958" y="3224"/>
                  </a:lnTo>
                  <a:lnTo>
                    <a:pt x="6491" y="3394"/>
                  </a:lnTo>
                  <a:lnTo>
                    <a:pt x="5982" y="3606"/>
                  </a:lnTo>
                  <a:lnTo>
                    <a:pt x="5558" y="3818"/>
                  </a:lnTo>
                  <a:lnTo>
                    <a:pt x="6194" y="1994"/>
                  </a:lnTo>
                  <a:lnTo>
                    <a:pt x="6830" y="170"/>
                  </a:lnTo>
                  <a:lnTo>
                    <a:pt x="6830" y="85"/>
                  </a:lnTo>
                  <a:lnTo>
                    <a:pt x="6745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65"/>
            <p:cNvSpPr/>
            <p:nvPr/>
          </p:nvSpPr>
          <p:spPr>
            <a:xfrm>
              <a:off x="3667875" y="1550375"/>
              <a:ext cx="267275" cy="261975"/>
            </a:xfrm>
            <a:custGeom>
              <a:rect b="b" l="l" r="r" t="t"/>
              <a:pathLst>
                <a:path extrusionOk="0" h="10479" w="10691">
                  <a:moveTo>
                    <a:pt x="8061" y="0"/>
                  </a:moveTo>
                  <a:lnTo>
                    <a:pt x="7933" y="43"/>
                  </a:lnTo>
                  <a:lnTo>
                    <a:pt x="7848" y="85"/>
                  </a:lnTo>
                  <a:lnTo>
                    <a:pt x="7848" y="170"/>
                  </a:lnTo>
                  <a:lnTo>
                    <a:pt x="7721" y="679"/>
                  </a:lnTo>
                  <a:lnTo>
                    <a:pt x="7594" y="1231"/>
                  </a:lnTo>
                  <a:lnTo>
                    <a:pt x="7467" y="2291"/>
                  </a:lnTo>
                  <a:lnTo>
                    <a:pt x="6364" y="3224"/>
                  </a:lnTo>
                  <a:lnTo>
                    <a:pt x="5261" y="4200"/>
                  </a:lnTo>
                  <a:lnTo>
                    <a:pt x="5091" y="2121"/>
                  </a:lnTo>
                  <a:lnTo>
                    <a:pt x="5091" y="2079"/>
                  </a:lnTo>
                  <a:lnTo>
                    <a:pt x="5006" y="2079"/>
                  </a:lnTo>
                  <a:lnTo>
                    <a:pt x="4964" y="2121"/>
                  </a:lnTo>
                  <a:lnTo>
                    <a:pt x="4837" y="4582"/>
                  </a:lnTo>
                  <a:lnTo>
                    <a:pt x="3606" y="5812"/>
                  </a:lnTo>
                  <a:lnTo>
                    <a:pt x="2419" y="7085"/>
                  </a:lnTo>
                  <a:lnTo>
                    <a:pt x="2334" y="6364"/>
                  </a:lnTo>
                  <a:lnTo>
                    <a:pt x="2249" y="5642"/>
                  </a:lnTo>
                  <a:lnTo>
                    <a:pt x="2122" y="4921"/>
                  </a:lnTo>
                  <a:lnTo>
                    <a:pt x="1952" y="4243"/>
                  </a:lnTo>
                  <a:lnTo>
                    <a:pt x="1910" y="4158"/>
                  </a:lnTo>
                  <a:lnTo>
                    <a:pt x="1867" y="4115"/>
                  </a:lnTo>
                  <a:lnTo>
                    <a:pt x="1782" y="4115"/>
                  </a:lnTo>
                  <a:lnTo>
                    <a:pt x="1655" y="4200"/>
                  </a:lnTo>
                  <a:lnTo>
                    <a:pt x="1655" y="4243"/>
                  </a:lnTo>
                  <a:lnTo>
                    <a:pt x="1655" y="4327"/>
                  </a:lnTo>
                  <a:lnTo>
                    <a:pt x="1782" y="5133"/>
                  </a:lnTo>
                  <a:lnTo>
                    <a:pt x="1910" y="5939"/>
                  </a:lnTo>
                  <a:lnTo>
                    <a:pt x="1994" y="6745"/>
                  </a:lnTo>
                  <a:lnTo>
                    <a:pt x="2037" y="7551"/>
                  </a:lnTo>
                  <a:lnTo>
                    <a:pt x="1485" y="8230"/>
                  </a:lnTo>
                  <a:lnTo>
                    <a:pt x="976" y="8909"/>
                  </a:lnTo>
                  <a:lnTo>
                    <a:pt x="467" y="9630"/>
                  </a:lnTo>
                  <a:lnTo>
                    <a:pt x="1" y="10309"/>
                  </a:lnTo>
                  <a:lnTo>
                    <a:pt x="1" y="10394"/>
                  </a:lnTo>
                  <a:lnTo>
                    <a:pt x="43" y="10436"/>
                  </a:lnTo>
                  <a:lnTo>
                    <a:pt x="85" y="10478"/>
                  </a:lnTo>
                  <a:lnTo>
                    <a:pt x="170" y="10436"/>
                  </a:lnTo>
                  <a:lnTo>
                    <a:pt x="2291" y="8273"/>
                  </a:lnTo>
                  <a:lnTo>
                    <a:pt x="2843" y="8230"/>
                  </a:lnTo>
                  <a:lnTo>
                    <a:pt x="3394" y="8188"/>
                  </a:lnTo>
                  <a:lnTo>
                    <a:pt x="4455" y="8188"/>
                  </a:lnTo>
                  <a:lnTo>
                    <a:pt x="5515" y="8273"/>
                  </a:lnTo>
                  <a:lnTo>
                    <a:pt x="6618" y="8357"/>
                  </a:lnTo>
                  <a:lnTo>
                    <a:pt x="6703" y="8357"/>
                  </a:lnTo>
                  <a:lnTo>
                    <a:pt x="6746" y="8315"/>
                  </a:lnTo>
                  <a:lnTo>
                    <a:pt x="6788" y="8230"/>
                  </a:lnTo>
                  <a:lnTo>
                    <a:pt x="6788" y="8103"/>
                  </a:lnTo>
                  <a:lnTo>
                    <a:pt x="6746" y="8018"/>
                  </a:lnTo>
                  <a:lnTo>
                    <a:pt x="6661" y="8018"/>
                  </a:lnTo>
                  <a:lnTo>
                    <a:pt x="6194" y="7891"/>
                  </a:lnTo>
                  <a:lnTo>
                    <a:pt x="5727" y="7806"/>
                  </a:lnTo>
                  <a:lnTo>
                    <a:pt x="5261" y="7721"/>
                  </a:lnTo>
                  <a:lnTo>
                    <a:pt x="4752" y="7679"/>
                  </a:lnTo>
                  <a:lnTo>
                    <a:pt x="3776" y="7679"/>
                  </a:lnTo>
                  <a:lnTo>
                    <a:pt x="2800" y="7764"/>
                  </a:lnTo>
                  <a:lnTo>
                    <a:pt x="5049" y="5473"/>
                  </a:lnTo>
                  <a:lnTo>
                    <a:pt x="6194" y="5430"/>
                  </a:lnTo>
                  <a:lnTo>
                    <a:pt x="7339" y="5388"/>
                  </a:lnTo>
                  <a:lnTo>
                    <a:pt x="9630" y="5346"/>
                  </a:lnTo>
                  <a:lnTo>
                    <a:pt x="9715" y="5346"/>
                  </a:lnTo>
                  <a:lnTo>
                    <a:pt x="9757" y="5303"/>
                  </a:lnTo>
                  <a:lnTo>
                    <a:pt x="9800" y="5218"/>
                  </a:lnTo>
                  <a:lnTo>
                    <a:pt x="9842" y="5133"/>
                  </a:lnTo>
                  <a:lnTo>
                    <a:pt x="9800" y="5091"/>
                  </a:lnTo>
                  <a:lnTo>
                    <a:pt x="9757" y="5006"/>
                  </a:lnTo>
                  <a:lnTo>
                    <a:pt x="9715" y="4964"/>
                  </a:lnTo>
                  <a:lnTo>
                    <a:pt x="9630" y="4921"/>
                  </a:lnTo>
                  <a:lnTo>
                    <a:pt x="8612" y="4879"/>
                  </a:lnTo>
                  <a:lnTo>
                    <a:pt x="7594" y="4836"/>
                  </a:lnTo>
                  <a:lnTo>
                    <a:pt x="6576" y="4879"/>
                  </a:lnTo>
                  <a:lnTo>
                    <a:pt x="5600" y="4964"/>
                  </a:lnTo>
                  <a:lnTo>
                    <a:pt x="6533" y="4030"/>
                  </a:lnTo>
                  <a:lnTo>
                    <a:pt x="7552" y="3097"/>
                  </a:lnTo>
                  <a:lnTo>
                    <a:pt x="7679" y="3140"/>
                  </a:lnTo>
                  <a:lnTo>
                    <a:pt x="8994" y="3097"/>
                  </a:lnTo>
                  <a:lnTo>
                    <a:pt x="10309" y="3055"/>
                  </a:lnTo>
                  <a:lnTo>
                    <a:pt x="10394" y="3012"/>
                  </a:lnTo>
                  <a:lnTo>
                    <a:pt x="10479" y="2970"/>
                  </a:lnTo>
                  <a:lnTo>
                    <a:pt x="10521" y="2885"/>
                  </a:lnTo>
                  <a:lnTo>
                    <a:pt x="10521" y="2843"/>
                  </a:lnTo>
                  <a:lnTo>
                    <a:pt x="10521" y="2758"/>
                  </a:lnTo>
                  <a:lnTo>
                    <a:pt x="10479" y="2673"/>
                  </a:lnTo>
                  <a:lnTo>
                    <a:pt x="10394" y="2631"/>
                  </a:lnTo>
                  <a:lnTo>
                    <a:pt x="10309" y="2631"/>
                  </a:lnTo>
                  <a:lnTo>
                    <a:pt x="8103" y="2588"/>
                  </a:lnTo>
                  <a:lnTo>
                    <a:pt x="9333" y="1570"/>
                  </a:lnTo>
                  <a:lnTo>
                    <a:pt x="10606" y="552"/>
                  </a:lnTo>
                  <a:lnTo>
                    <a:pt x="10691" y="467"/>
                  </a:lnTo>
                  <a:lnTo>
                    <a:pt x="10691" y="382"/>
                  </a:lnTo>
                  <a:lnTo>
                    <a:pt x="10691" y="297"/>
                  </a:lnTo>
                  <a:lnTo>
                    <a:pt x="10648" y="170"/>
                  </a:lnTo>
                  <a:lnTo>
                    <a:pt x="10606" y="128"/>
                  </a:lnTo>
                  <a:lnTo>
                    <a:pt x="10521" y="85"/>
                  </a:lnTo>
                  <a:lnTo>
                    <a:pt x="10436" y="85"/>
                  </a:lnTo>
                  <a:lnTo>
                    <a:pt x="10351" y="128"/>
                  </a:lnTo>
                  <a:lnTo>
                    <a:pt x="9206" y="934"/>
                  </a:lnTo>
                  <a:lnTo>
                    <a:pt x="8103" y="1825"/>
                  </a:lnTo>
                  <a:lnTo>
                    <a:pt x="8188" y="1019"/>
                  </a:lnTo>
                  <a:lnTo>
                    <a:pt x="8230" y="594"/>
                  </a:lnTo>
                  <a:lnTo>
                    <a:pt x="8188" y="213"/>
                  </a:lnTo>
                  <a:lnTo>
                    <a:pt x="8188" y="128"/>
                  </a:lnTo>
                  <a:lnTo>
                    <a:pt x="8145" y="85"/>
                  </a:lnTo>
                  <a:lnTo>
                    <a:pt x="8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65"/>
            <p:cNvSpPr/>
            <p:nvPr/>
          </p:nvSpPr>
          <p:spPr>
            <a:xfrm>
              <a:off x="3569250" y="1983075"/>
              <a:ext cx="362725" cy="167575"/>
            </a:xfrm>
            <a:custGeom>
              <a:rect b="b" l="l" r="r" t="t"/>
              <a:pathLst>
                <a:path extrusionOk="0" h="6703" w="14509">
                  <a:moveTo>
                    <a:pt x="11327" y="0"/>
                  </a:moveTo>
                  <a:lnTo>
                    <a:pt x="11284" y="43"/>
                  </a:lnTo>
                  <a:lnTo>
                    <a:pt x="11200" y="85"/>
                  </a:lnTo>
                  <a:lnTo>
                    <a:pt x="10521" y="1061"/>
                  </a:lnTo>
                  <a:lnTo>
                    <a:pt x="9842" y="1994"/>
                  </a:lnTo>
                  <a:lnTo>
                    <a:pt x="6448" y="3055"/>
                  </a:lnTo>
                  <a:lnTo>
                    <a:pt x="6745" y="2418"/>
                  </a:lnTo>
                  <a:lnTo>
                    <a:pt x="7000" y="1740"/>
                  </a:lnTo>
                  <a:lnTo>
                    <a:pt x="7170" y="1018"/>
                  </a:lnTo>
                  <a:lnTo>
                    <a:pt x="7297" y="297"/>
                  </a:lnTo>
                  <a:lnTo>
                    <a:pt x="7297" y="255"/>
                  </a:lnTo>
                  <a:lnTo>
                    <a:pt x="7254" y="212"/>
                  </a:lnTo>
                  <a:lnTo>
                    <a:pt x="7170" y="170"/>
                  </a:lnTo>
                  <a:lnTo>
                    <a:pt x="7042" y="170"/>
                  </a:lnTo>
                  <a:lnTo>
                    <a:pt x="6957" y="255"/>
                  </a:lnTo>
                  <a:lnTo>
                    <a:pt x="6703" y="1061"/>
                  </a:lnTo>
                  <a:lnTo>
                    <a:pt x="6448" y="1824"/>
                  </a:lnTo>
                  <a:lnTo>
                    <a:pt x="6151" y="2546"/>
                  </a:lnTo>
                  <a:lnTo>
                    <a:pt x="5770" y="3267"/>
                  </a:lnTo>
                  <a:lnTo>
                    <a:pt x="3055" y="4158"/>
                  </a:lnTo>
                  <a:lnTo>
                    <a:pt x="3479" y="3436"/>
                  </a:lnTo>
                  <a:lnTo>
                    <a:pt x="3776" y="2715"/>
                  </a:lnTo>
                  <a:lnTo>
                    <a:pt x="4030" y="1952"/>
                  </a:lnTo>
                  <a:lnTo>
                    <a:pt x="4115" y="1570"/>
                  </a:lnTo>
                  <a:lnTo>
                    <a:pt x="4200" y="1188"/>
                  </a:lnTo>
                  <a:lnTo>
                    <a:pt x="4200" y="1103"/>
                  </a:lnTo>
                  <a:lnTo>
                    <a:pt x="4158" y="1061"/>
                  </a:lnTo>
                  <a:lnTo>
                    <a:pt x="4073" y="1018"/>
                  </a:lnTo>
                  <a:lnTo>
                    <a:pt x="3946" y="1018"/>
                  </a:lnTo>
                  <a:lnTo>
                    <a:pt x="3861" y="1146"/>
                  </a:lnTo>
                  <a:lnTo>
                    <a:pt x="3521" y="1994"/>
                  </a:lnTo>
                  <a:lnTo>
                    <a:pt x="3182" y="2800"/>
                  </a:lnTo>
                  <a:lnTo>
                    <a:pt x="2758" y="3606"/>
                  </a:lnTo>
                  <a:lnTo>
                    <a:pt x="2249" y="4370"/>
                  </a:lnTo>
                  <a:lnTo>
                    <a:pt x="2206" y="4412"/>
                  </a:lnTo>
                  <a:lnTo>
                    <a:pt x="128" y="5133"/>
                  </a:lnTo>
                  <a:lnTo>
                    <a:pt x="43" y="5176"/>
                  </a:lnTo>
                  <a:lnTo>
                    <a:pt x="0" y="5218"/>
                  </a:lnTo>
                  <a:lnTo>
                    <a:pt x="0" y="5388"/>
                  </a:lnTo>
                  <a:lnTo>
                    <a:pt x="85" y="5473"/>
                  </a:lnTo>
                  <a:lnTo>
                    <a:pt x="170" y="5515"/>
                  </a:lnTo>
                  <a:lnTo>
                    <a:pt x="212" y="5515"/>
                  </a:lnTo>
                  <a:lnTo>
                    <a:pt x="2673" y="4879"/>
                  </a:lnTo>
                  <a:lnTo>
                    <a:pt x="3606" y="5260"/>
                  </a:lnTo>
                  <a:lnTo>
                    <a:pt x="4497" y="5685"/>
                  </a:lnTo>
                  <a:lnTo>
                    <a:pt x="5388" y="6151"/>
                  </a:lnTo>
                  <a:lnTo>
                    <a:pt x="6236" y="6660"/>
                  </a:lnTo>
                  <a:lnTo>
                    <a:pt x="6364" y="6703"/>
                  </a:lnTo>
                  <a:lnTo>
                    <a:pt x="6491" y="6703"/>
                  </a:lnTo>
                  <a:lnTo>
                    <a:pt x="6576" y="6618"/>
                  </a:lnTo>
                  <a:lnTo>
                    <a:pt x="6618" y="6533"/>
                  </a:lnTo>
                  <a:lnTo>
                    <a:pt x="6661" y="6448"/>
                  </a:lnTo>
                  <a:lnTo>
                    <a:pt x="6661" y="6321"/>
                  </a:lnTo>
                  <a:lnTo>
                    <a:pt x="6618" y="6236"/>
                  </a:lnTo>
                  <a:lnTo>
                    <a:pt x="6533" y="6151"/>
                  </a:lnTo>
                  <a:lnTo>
                    <a:pt x="5812" y="5727"/>
                  </a:lnTo>
                  <a:lnTo>
                    <a:pt x="5091" y="5303"/>
                  </a:lnTo>
                  <a:lnTo>
                    <a:pt x="4370" y="4964"/>
                  </a:lnTo>
                  <a:lnTo>
                    <a:pt x="3606" y="4624"/>
                  </a:lnTo>
                  <a:lnTo>
                    <a:pt x="6109" y="3861"/>
                  </a:lnTo>
                  <a:lnTo>
                    <a:pt x="6576" y="3945"/>
                  </a:lnTo>
                  <a:lnTo>
                    <a:pt x="7000" y="4073"/>
                  </a:lnTo>
                  <a:lnTo>
                    <a:pt x="7891" y="4327"/>
                  </a:lnTo>
                  <a:lnTo>
                    <a:pt x="8739" y="4667"/>
                  </a:lnTo>
                  <a:lnTo>
                    <a:pt x="9588" y="5091"/>
                  </a:lnTo>
                  <a:lnTo>
                    <a:pt x="9757" y="5091"/>
                  </a:lnTo>
                  <a:lnTo>
                    <a:pt x="9885" y="5006"/>
                  </a:lnTo>
                  <a:lnTo>
                    <a:pt x="9927" y="4921"/>
                  </a:lnTo>
                  <a:lnTo>
                    <a:pt x="9927" y="4879"/>
                  </a:lnTo>
                  <a:lnTo>
                    <a:pt x="9927" y="4794"/>
                  </a:lnTo>
                  <a:lnTo>
                    <a:pt x="9842" y="4709"/>
                  </a:lnTo>
                  <a:lnTo>
                    <a:pt x="9248" y="4327"/>
                  </a:lnTo>
                  <a:lnTo>
                    <a:pt x="8612" y="3988"/>
                  </a:lnTo>
                  <a:lnTo>
                    <a:pt x="7933" y="3733"/>
                  </a:lnTo>
                  <a:lnTo>
                    <a:pt x="7212" y="3521"/>
                  </a:lnTo>
                  <a:lnTo>
                    <a:pt x="9588" y="2800"/>
                  </a:lnTo>
                  <a:lnTo>
                    <a:pt x="9630" y="2842"/>
                  </a:lnTo>
                  <a:lnTo>
                    <a:pt x="9715" y="2842"/>
                  </a:lnTo>
                  <a:lnTo>
                    <a:pt x="10309" y="2885"/>
                  </a:lnTo>
                  <a:lnTo>
                    <a:pt x="10860" y="3012"/>
                  </a:lnTo>
                  <a:lnTo>
                    <a:pt x="11369" y="3224"/>
                  </a:lnTo>
                  <a:lnTo>
                    <a:pt x="11836" y="3521"/>
                  </a:lnTo>
                  <a:lnTo>
                    <a:pt x="11963" y="3564"/>
                  </a:lnTo>
                  <a:lnTo>
                    <a:pt x="12048" y="3564"/>
                  </a:lnTo>
                  <a:lnTo>
                    <a:pt x="12133" y="3521"/>
                  </a:lnTo>
                  <a:lnTo>
                    <a:pt x="12175" y="3436"/>
                  </a:lnTo>
                  <a:lnTo>
                    <a:pt x="12218" y="3352"/>
                  </a:lnTo>
                  <a:lnTo>
                    <a:pt x="12218" y="3267"/>
                  </a:lnTo>
                  <a:lnTo>
                    <a:pt x="12175" y="3139"/>
                  </a:lnTo>
                  <a:lnTo>
                    <a:pt x="12090" y="3055"/>
                  </a:lnTo>
                  <a:lnTo>
                    <a:pt x="11793" y="2842"/>
                  </a:lnTo>
                  <a:lnTo>
                    <a:pt x="11412" y="2673"/>
                  </a:lnTo>
                  <a:lnTo>
                    <a:pt x="11072" y="2503"/>
                  </a:lnTo>
                  <a:lnTo>
                    <a:pt x="10691" y="2418"/>
                  </a:lnTo>
                  <a:lnTo>
                    <a:pt x="14339" y="1188"/>
                  </a:lnTo>
                  <a:lnTo>
                    <a:pt x="14424" y="1146"/>
                  </a:lnTo>
                  <a:lnTo>
                    <a:pt x="14508" y="1061"/>
                  </a:lnTo>
                  <a:lnTo>
                    <a:pt x="14508" y="934"/>
                  </a:lnTo>
                  <a:lnTo>
                    <a:pt x="14508" y="849"/>
                  </a:lnTo>
                  <a:lnTo>
                    <a:pt x="14466" y="721"/>
                  </a:lnTo>
                  <a:lnTo>
                    <a:pt x="14381" y="679"/>
                  </a:lnTo>
                  <a:lnTo>
                    <a:pt x="14296" y="637"/>
                  </a:lnTo>
                  <a:lnTo>
                    <a:pt x="14169" y="637"/>
                  </a:lnTo>
                  <a:lnTo>
                    <a:pt x="10478" y="1824"/>
                  </a:lnTo>
                  <a:lnTo>
                    <a:pt x="11497" y="255"/>
                  </a:lnTo>
                  <a:lnTo>
                    <a:pt x="11539" y="212"/>
                  </a:lnTo>
                  <a:lnTo>
                    <a:pt x="11539" y="128"/>
                  </a:lnTo>
                  <a:lnTo>
                    <a:pt x="11454" y="43"/>
                  </a:lnTo>
                  <a:lnTo>
                    <a:pt x="1132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65"/>
            <p:cNvSpPr/>
            <p:nvPr/>
          </p:nvSpPr>
          <p:spPr>
            <a:xfrm>
              <a:off x="3065500" y="1990500"/>
              <a:ext cx="146375" cy="307575"/>
            </a:xfrm>
            <a:custGeom>
              <a:rect b="b" l="l" r="r" t="t"/>
              <a:pathLst>
                <a:path extrusionOk="0" h="12303" w="5855">
                  <a:moveTo>
                    <a:pt x="4115" y="0"/>
                  </a:moveTo>
                  <a:lnTo>
                    <a:pt x="3988" y="85"/>
                  </a:lnTo>
                  <a:lnTo>
                    <a:pt x="3903" y="212"/>
                  </a:lnTo>
                  <a:lnTo>
                    <a:pt x="3521" y="1188"/>
                  </a:lnTo>
                  <a:lnTo>
                    <a:pt x="3182" y="2249"/>
                  </a:lnTo>
                  <a:lnTo>
                    <a:pt x="2885" y="3267"/>
                  </a:lnTo>
                  <a:lnTo>
                    <a:pt x="2673" y="4327"/>
                  </a:lnTo>
                  <a:lnTo>
                    <a:pt x="2036" y="3818"/>
                  </a:lnTo>
                  <a:lnTo>
                    <a:pt x="1697" y="3648"/>
                  </a:lnTo>
                  <a:lnTo>
                    <a:pt x="1358" y="3479"/>
                  </a:lnTo>
                  <a:lnTo>
                    <a:pt x="1315" y="3479"/>
                  </a:lnTo>
                  <a:lnTo>
                    <a:pt x="1273" y="3521"/>
                  </a:lnTo>
                  <a:lnTo>
                    <a:pt x="1273" y="3606"/>
                  </a:lnTo>
                  <a:lnTo>
                    <a:pt x="1400" y="3776"/>
                  </a:lnTo>
                  <a:lnTo>
                    <a:pt x="1527" y="3945"/>
                  </a:lnTo>
                  <a:lnTo>
                    <a:pt x="1867" y="4285"/>
                  </a:lnTo>
                  <a:lnTo>
                    <a:pt x="2588" y="4879"/>
                  </a:lnTo>
                  <a:lnTo>
                    <a:pt x="2418" y="6109"/>
                  </a:lnTo>
                  <a:lnTo>
                    <a:pt x="2376" y="7381"/>
                  </a:lnTo>
                  <a:lnTo>
                    <a:pt x="1824" y="7042"/>
                  </a:lnTo>
                  <a:lnTo>
                    <a:pt x="1273" y="6745"/>
                  </a:lnTo>
                  <a:lnTo>
                    <a:pt x="721" y="6491"/>
                  </a:lnTo>
                  <a:lnTo>
                    <a:pt x="128" y="6279"/>
                  </a:lnTo>
                  <a:lnTo>
                    <a:pt x="85" y="6279"/>
                  </a:lnTo>
                  <a:lnTo>
                    <a:pt x="0" y="6363"/>
                  </a:lnTo>
                  <a:lnTo>
                    <a:pt x="0" y="6406"/>
                  </a:lnTo>
                  <a:lnTo>
                    <a:pt x="43" y="6491"/>
                  </a:lnTo>
                  <a:lnTo>
                    <a:pt x="1230" y="7169"/>
                  </a:lnTo>
                  <a:lnTo>
                    <a:pt x="1782" y="7551"/>
                  </a:lnTo>
                  <a:lnTo>
                    <a:pt x="2376" y="7933"/>
                  </a:lnTo>
                  <a:lnTo>
                    <a:pt x="2418" y="9078"/>
                  </a:lnTo>
                  <a:lnTo>
                    <a:pt x="2546" y="10181"/>
                  </a:lnTo>
                  <a:lnTo>
                    <a:pt x="1867" y="9757"/>
                  </a:lnTo>
                  <a:lnTo>
                    <a:pt x="467" y="8951"/>
                  </a:lnTo>
                  <a:lnTo>
                    <a:pt x="382" y="8909"/>
                  </a:lnTo>
                  <a:lnTo>
                    <a:pt x="340" y="8951"/>
                  </a:lnTo>
                  <a:lnTo>
                    <a:pt x="340" y="9036"/>
                  </a:lnTo>
                  <a:lnTo>
                    <a:pt x="382" y="9078"/>
                  </a:lnTo>
                  <a:lnTo>
                    <a:pt x="1358" y="9800"/>
                  </a:lnTo>
                  <a:lnTo>
                    <a:pt x="2376" y="10478"/>
                  </a:lnTo>
                  <a:lnTo>
                    <a:pt x="2673" y="10690"/>
                  </a:lnTo>
                  <a:lnTo>
                    <a:pt x="2842" y="11412"/>
                  </a:lnTo>
                  <a:lnTo>
                    <a:pt x="3055" y="12175"/>
                  </a:lnTo>
                  <a:lnTo>
                    <a:pt x="3055" y="12218"/>
                  </a:lnTo>
                  <a:lnTo>
                    <a:pt x="3139" y="12260"/>
                  </a:lnTo>
                  <a:lnTo>
                    <a:pt x="3267" y="12302"/>
                  </a:lnTo>
                  <a:lnTo>
                    <a:pt x="3352" y="12218"/>
                  </a:lnTo>
                  <a:lnTo>
                    <a:pt x="3394" y="12175"/>
                  </a:lnTo>
                  <a:lnTo>
                    <a:pt x="3394" y="12090"/>
                  </a:lnTo>
                  <a:lnTo>
                    <a:pt x="3267" y="10733"/>
                  </a:lnTo>
                  <a:lnTo>
                    <a:pt x="3521" y="10563"/>
                  </a:lnTo>
                  <a:lnTo>
                    <a:pt x="3733" y="10309"/>
                  </a:lnTo>
                  <a:lnTo>
                    <a:pt x="4158" y="9842"/>
                  </a:lnTo>
                  <a:lnTo>
                    <a:pt x="5770" y="8272"/>
                  </a:lnTo>
                  <a:lnTo>
                    <a:pt x="5812" y="8187"/>
                  </a:lnTo>
                  <a:lnTo>
                    <a:pt x="5854" y="8060"/>
                  </a:lnTo>
                  <a:lnTo>
                    <a:pt x="5812" y="7975"/>
                  </a:lnTo>
                  <a:lnTo>
                    <a:pt x="5770" y="7891"/>
                  </a:lnTo>
                  <a:lnTo>
                    <a:pt x="5685" y="7848"/>
                  </a:lnTo>
                  <a:lnTo>
                    <a:pt x="5600" y="7806"/>
                  </a:lnTo>
                  <a:lnTo>
                    <a:pt x="5473" y="7848"/>
                  </a:lnTo>
                  <a:lnTo>
                    <a:pt x="5388" y="7891"/>
                  </a:lnTo>
                  <a:lnTo>
                    <a:pt x="4370" y="8994"/>
                  </a:lnTo>
                  <a:lnTo>
                    <a:pt x="3861" y="9587"/>
                  </a:lnTo>
                  <a:lnTo>
                    <a:pt x="3606" y="9842"/>
                  </a:lnTo>
                  <a:lnTo>
                    <a:pt x="3309" y="10096"/>
                  </a:lnTo>
                  <a:lnTo>
                    <a:pt x="3224" y="10224"/>
                  </a:lnTo>
                  <a:lnTo>
                    <a:pt x="3139" y="8824"/>
                  </a:lnTo>
                  <a:lnTo>
                    <a:pt x="3139" y="7424"/>
                  </a:lnTo>
                  <a:lnTo>
                    <a:pt x="3521" y="6830"/>
                  </a:lnTo>
                  <a:lnTo>
                    <a:pt x="3945" y="6321"/>
                  </a:lnTo>
                  <a:lnTo>
                    <a:pt x="4412" y="5812"/>
                  </a:lnTo>
                  <a:lnTo>
                    <a:pt x="4921" y="5303"/>
                  </a:lnTo>
                  <a:lnTo>
                    <a:pt x="4964" y="5218"/>
                  </a:lnTo>
                  <a:lnTo>
                    <a:pt x="4964" y="5133"/>
                  </a:lnTo>
                  <a:lnTo>
                    <a:pt x="4964" y="5091"/>
                  </a:lnTo>
                  <a:lnTo>
                    <a:pt x="4921" y="5006"/>
                  </a:lnTo>
                  <a:lnTo>
                    <a:pt x="4836" y="4921"/>
                  </a:lnTo>
                  <a:lnTo>
                    <a:pt x="4624" y="4921"/>
                  </a:lnTo>
                  <a:lnTo>
                    <a:pt x="4200" y="5260"/>
                  </a:lnTo>
                  <a:lnTo>
                    <a:pt x="3861" y="5600"/>
                  </a:lnTo>
                  <a:lnTo>
                    <a:pt x="3479" y="5982"/>
                  </a:lnTo>
                  <a:lnTo>
                    <a:pt x="3182" y="6406"/>
                  </a:lnTo>
                  <a:lnTo>
                    <a:pt x="3267" y="5473"/>
                  </a:lnTo>
                  <a:lnTo>
                    <a:pt x="3394" y="4539"/>
                  </a:lnTo>
                  <a:lnTo>
                    <a:pt x="3818" y="4285"/>
                  </a:lnTo>
                  <a:lnTo>
                    <a:pt x="4242" y="4030"/>
                  </a:lnTo>
                  <a:lnTo>
                    <a:pt x="5133" y="3606"/>
                  </a:lnTo>
                  <a:lnTo>
                    <a:pt x="5218" y="3564"/>
                  </a:lnTo>
                  <a:lnTo>
                    <a:pt x="5260" y="3479"/>
                  </a:lnTo>
                  <a:lnTo>
                    <a:pt x="5303" y="3394"/>
                  </a:lnTo>
                  <a:lnTo>
                    <a:pt x="5303" y="3309"/>
                  </a:lnTo>
                  <a:lnTo>
                    <a:pt x="5260" y="3224"/>
                  </a:lnTo>
                  <a:lnTo>
                    <a:pt x="5218" y="3182"/>
                  </a:lnTo>
                  <a:lnTo>
                    <a:pt x="5133" y="3139"/>
                  </a:lnTo>
                  <a:lnTo>
                    <a:pt x="5006" y="3139"/>
                  </a:lnTo>
                  <a:lnTo>
                    <a:pt x="4624" y="3224"/>
                  </a:lnTo>
                  <a:lnTo>
                    <a:pt x="4242" y="3351"/>
                  </a:lnTo>
                  <a:lnTo>
                    <a:pt x="3903" y="3521"/>
                  </a:lnTo>
                  <a:lnTo>
                    <a:pt x="3521" y="3733"/>
                  </a:lnTo>
                  <a:lnTo>
                    <a:pt x="3733" y="2885"/>
                  </a:lnTo>
                  <a:lnTo>
                    <a:pt x="3945" y="2079"/>
                  </a:lnTo>
                  <a:lnTo>
                    <a:pt x="4242" y="1230"/>
                  </a:lnTo>
                  <a:lnTo>
                    <a:pt x="4582" y="382"/>
                  </a:lnTo>
                  <a:lnTo>
                    <a:pt x="4582" y="255"/>
                  </a:lnTo>
                  <a:lnTo>
                    <a:pt x="4539" y="127"/>
                  </a:lnTo>
                  <a:lnTo>
                    <a:pt x="4454" y="43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65"/>
            <p:cNvSpPr/>
            <p:nvPr/>
          </p:nvSpPr>
          <p:spPr>
            <a:xfrm>
              <a:off x="3286075" y="2309700"/>
              <a:ext cx="374400" cy="171850"/>
            </a:xfrm>
            <a:custGeom>
              <a:rect b="b" l="l" r="r" t="t"/>
              <a:pathLst>
                <a:path extrusionOk="0" h="6874" w="14976">
                  <a:moveTo>
                    <a:pt x="11836" y="1"/>
                  </a:moveTo>
                  <a:lnTo>
                    <a:pt x="11243" y="468"/>
                  </a:lnTo>
                  <a:lnTo>
                    <a:pt x="10733" y="1019"/>
                  </a:lnTo>
                  <a:lnTo>
                    <a:pt x="8782" y="1486"/>
                  </a:lnTo>
                  <a:lnTo>
                    <a:pt x="6873" y="2080"/>
                  </a:lnTo>
                  <a:lnTo>
                    <a:pt x="6873" y="2080"/>
                  </a:lnTo>
                  <a:lnTo>
                    <a:pt x="7552" y="1274"/>
                  </a:lnTo>
                  <a:lnTo>
                    <a:pt x="8231" y="425"/>
                  </a:lnTo>
                  <a:lnTo>
                    <a:pt x="8231" y="383"/>
                  </a:lnTo>
                  <a:lnTo>
                    <a:pt x="8273" y="298"/>
                  </a:lnTo>
                  <a:lnTo>
                    <a:pt x="8188" y="213"/>
                  </a:lnTo>
                  <a:lnTo>
                    <a:pt x="8103" y="171"/>
                  </a:lnTo>
                  <a:lnTo>
                    <a:pt x="8061" y="171"/>
                  </a:lnTo>
                  <a:lnTo>
                    <a:pt x="7976" y="213"/>
                  </a:lnTo>
                  <a:lnTo>
                    <a:pt x="6958" y="1274"/>
                  </a:lnTo>
                  <a:lnTo>
                    <a:pt x="5940" y="2334"/>
                  </a:lnTo>
                  <a:lnTo>
                    <a:pt x="5940" y="2377"/>
                  </a:lnTo>
                  <a:lnTo>
                    <a:pt x="2631" y="3480"/>
                  </a:lnTo>
                  <a:lnTo>
                    <a:pt x="2631" y="3480"/>
                  </a:lnTo>
                  <a:lnTo>
                    <a:pt x="3310" y="2377"/>
                  </a:lnTo>
                  <a:lnTo>
                    <a:pt x="3946" y="1231"/>
                  </a:lnTo>
                  <a:lnTo>
                    <a:pt x="3988" y="1146"/>
                  </a:lnTo>
                  <a:lnTo>
                    <a:pt x="3988" y="1062"/>
                  </a:lnTo>
                  <a:lnTo>
                    <a:pt x="3946" y="977"/>
                  </a:lnTo>
                  <a:lnTo>
                    <a:pt x="3861" y="934"/>
                  </a:lnTo>
                  <a:lnTo>
                    <a:pt x="3692" y="934"/>
                  </a:lnTo>
                  <a:lnTo>
                    <a:pt x="3607" y="1019"/>
                  </a:lnTo>
                  <a:lnTo>
                    <a:pt x="2673" y="2419"/>
                  </a:lnTo>
                  <a:lnTo>
                    <a:pt x="1698" y="3776"/>
                  </a:lnTo>
                  <a:lnTo>
                    <a:pt x="171" y="4286"/>
                  </a:lnTo>
                  <a:lnTo>
                    <a:pt x="86" y="4328"/>
                  </a:lnTo>
                  <a:lnTo>
                    <a:pt x="43" y="4413"/>
                  </a:lnTo>
                  <a:lnTo>
                    <a:pt x="1" y="4498"/>
                  </a:lnTo>
                  <a:lnTo>
                    <a:pt x="1" y="4582"/>
                  </a:lnTo>
                  <a:lnTo>
                    <a:pt x="43" y="4667"/>
                  </a:lnTo>
                  <a:lnTo>
                    <a:pt x="128" y="4710"/>
                  </a:lnTo>
                  <a:lnTo>
                    <a:pt x="213" y="4752"/>
                  </a:lnTo>
                  <a:lnTo>
                    <a:pt x="298" y="4752"/>
                  </a:lnTo>
                  <a:lnTo>
                    <a:pt x="1528" y="4370"/>
                  </a:lnTo>
                  <a:lnTo>
                    <a:pt x="1570" y="4455"/>
                  </a:lnTo>
                  <a:lnTo>
                    <a:pt x="1655" y="4498"/>
                  </a:lnTo>
                  <a:lnTo>
                    <a:pt x="2334" y="4667"/>
                  </a:lnTo>
                  <a:lnTo>
                    <a:pt x="3013" y="4922"/>
                  </a:lnTo>
                  <a:lnTo>
                    <a:pt x="3692" y="5176"/>
                  </a:lnTo>
                  <a:lnTo>
                    <a:pt x="4328" y="5473"/>
                  </a:lnTo>
                  <a:lnTo>
                    <a:pt x="5558" y="6110"/>
                  </a:lnTo>
                  <a:lnTo>
                    <a:pt x="6831" y="6831"/>
                  </a:lnTo>
                  <a:lnTo>
                    <a:pt x="6916" y="6873"/>
                  </a:lnTo>
                  <a:lnTo>
                    <a:pt x="7043" y="6873"/>
                  </a:lnTo>
                  <a:lnTo>
                    <a:pt x="7128" y="6831"/>
                  </a:lnTo>
                  <a:lnTo>
                    <a:pt x="7213" y="6746"/>
                  </a:lnTo>
                  <a:lnTo>
                    <a:pt x="7255" y="6619"/>
                  </a:lnTo>
                  <a:lnTo>
                    <a:pt x="7255" y="6534"/>
                  </a:lnTo>
                  <a:lnTo>
                    <a:pt x="7213" y="6407"/>
                  </a:lnTo>
                  <a:lnTo>
                    <a:pt x="7128" y="6322"/>
                  </a:lnTo>
                  <a:lnTo>
                    <a:pt x="6576" y="5940"/>
                  </a:lnTo>
                  <a:lnTo>
                    <a:pt x="6025" y="5601"/>
                  </a:lnTo>
                  <a:lnTo>
                    <a:pt x="5431" y="5304"/>
                  </a:lnTo>
                  <a:lnTo>
                    <a:pt x="4879" y="5007"/>
                  </a:lnTo>
                  <a:lnTo>
                    <a:pt x="4285" y="4752"/>
                  </a:lnTo>
                  <a:lnTo>
                    <a:pt x="3649" y="4498"/>
                  </a:lnTo>
                  <a:lnTo>
                    <a:pt x="2419" y="4073"/>
                  </a:lnTo>
                  <a:lnTo>
                    <a:pt x="6279" y="2886"/>
                  </a:lnTo>
                  <a:lnTo>
                    <a:pt x="7467" y="3310"/>
                  </a:lnTo>
                  <a:lnTo>
                    <a:pt x="8570" y="3861"/>
                  </a:lnTo>
                  <a:lnTo>
                    <a:pt x="9673" y="4455"/>
                  </a:lnTo>
                  <a:lnTo>
                    <a:pt x="10733" y="5134"/>
                  </a:lnTo>
                  <a:lnTo>
                    <a:pt x="10861" y="5176"/>
                  </a:lnTo>
                  <a:lnTo>
                    <a:pt x="10946" y="5176"/>
                  </a:lnTo>
                  <a:lnTo>
                    <a:pt x="11030" y="5134"/>
                  </a:lnTo>
                  <a:lnTo>
                    <a:pt x="11115" y="5049"/>
                  </a:lnTo>
                  <a:lnTo>
                    <a:pt x="11115" y="4964"/>
                  </a:lnTo>
                  <a:lnTo>
                    <a:pt x="11115" y="4879"/>
                  </a:lnTo>
                  <a:lnTo>
                    <a:pt x="11115" y="4752"/>
                  </a:lnTo>
                  <a:lnTo>
                    <a:pt x="11030" y="4667"/>
                  </a:lnTo>
                  <a:lnTo>
                    <a:pt x="10097" y="4073"/>
                  </a:lnTo>
                  <a:lnTo>
                    <a:pt x="9121" y="3522"/>
                  </a:lnTo>
                  <a:lnTo>
                    <a:pt x="8103" y="3055"/>
                  </a:lnTo>
                  <a:lnTo>
                    <a:pt x="7085" y="2631"/>
                  </a:lnTo>
                  <a:lnTo>
                    <a:pt x="8697" y="2164"/>
                  </a:lnTo>
                  <a:lnTo>
                    <a:pt x="10309" y="1740"/>
                  </a:lnTo>
                  <a:lnTo>
                    <a:pt x="10352" y="1825"/>
                  </a:lnTo>
                  <a:lnTo>
                    <a:pt x="10479" y="1868"/>
                  </a:lnTo>
                  <a:lnTo>
                    <a:pt x="10818" y="2037"/>
                  </a:lnTo>
                  <a:lnTo>
                    <a:pt x="11158" y="2207"/>
                  </a:lnTo>
                  <a:lnTo>
                    <a:pt x="11752" y="2631"/>
                  </a:lnTo>
                  <a:lnTo>
                    <a:pt x="12345" y="3098"/>
                  </a:lnTo>
                  <a:lnTo>
                    <a:pt x="12939" y="3607"/>
                  </a:lnTo>
                  <a:lnTo>
                    <a:pt x="13024" y="3649"/>
                  </a:lnTo>
                  <a:lnTo>
                    <a:pt x="13194" y="3649"/>
                  </a:lnTo>
                  <a:lnTo>
                    <a:pt x="13279" y="3607"/>
                  </a:lnTo>
                  <a:lnTo>
                    <a:pt x="13364" y="3522"/>
                  </a:lnTo>
                  <a:lnTo>
                    <a:pt x="13406" y="3437"/>
                  </a:lnTo>
                  <a:lnTo>
                    <a:pt x="13406" y="3352"/>
                  </a:lnTo>
                  <a:lnTo>
                    <a:pt x="13364" y="3267"/>
                  </a:lnTo>
                  <a:lnTo>
                    <a:pt x="13109" y="3013"/>
                  </a:lnTo>
                  <a:lnTo>
                    <a:pt x="12897" y="2716"/>
                  </a:lnTo>
                  <a:lnTo>
                    <a:pt x="12642" y="2504"/>
                  </a:lnTo>
                  <a:lnTo>
                    <a:pt x="12345" y="2292"/>
                  </a:lnTo>
                  <a:lnTo>
                    <a:pt x="11752" y="1868"/>
                  </a:lnTo>
                  <a:lnTo>
                    <a:pt x="11115" y="1571"/>
                  </a:lnTo>
                  <a:lnTo>
                    <a:pt x="12897" y="1231"/>
                  </a:lnTo>
                  <a:lnTo>
                    <a:pt x="13788" y="1062"/>
                  </a:lnTo>
                  <a:lnTo>
                    <a:pt x="14679" y="977"/>
                  </a:lnTo>
                  <a:lnTo>
                    <a:pt x="14806" y="934"/>
                  </a:lnTo>
                  <a:lnTo>
                    <a:pt x="14933" y="849"/>
                  </a:lnTo>
                  <a:lnTo>
                    <a:pt x="14976" y="765"/>
                  </a:lnTo>
                  <a:lnTo>
                    <a:pt x="14976" y="637"/>
                  </a:lnTo>
                  <a:lnTo>
                    <a:pt x="14976" y="510"/>
                  </a:lnTo>
                  <a:lnTo>
                    <a:pt x="14933" y="425"/>
                  </a:lnTo>
                  <a:lnTo>
                    <a:pt x="14806" y="383"/>
                  </a:lnTo>
                  <a:lnTo>
                    <a:pt x="14679" y="340"/>
                  </a:lnTo>
                  <a:lnTo>
                    <a:pt x="13873" y="425"/>
                  </a:lnTo>
                  <a:lnTo>
                    <a:pt x="13067" y="552"/>
                  </a:lnTo>
                  <a:lnTo>
                    <a:pt x="11497" y="849"/>
                  </a:lnTo>
                  <a:lnTo>
                    <a:pt x="11921" y="86"/>
                  </a:lnTo>
                  <a:lnTo>
                    <a:pt x="11964" y="43"/>
                  </a:lnTo>
                  <a:lnTo>
                    <a:pt x="11921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6" name="Google Shape;2466;p65"/>
          <p:cNvSpPr txBox="1"/>
          <p:nvPr>
            <p:ph idx="4294967295" type="subTitle"/>
          </p:nvPr>
        </p:nvSpPr>
        <p:spPr>
          <a:xfrm>
            <a:off x="1749150" y="1377700"/>
            <a:ext cx="5529900" cy="9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5A8408"/>
                </a:solidFill>
                <a:latin typeface="Outfit"/>
                <a:ea typeface="Outfit"/>
                <a:cs typeface="Outfit"/>
                <a:sym typeface="Outfit"/>
              </a:rPr>
              <a:t>Special thanks to Dr Behin Elahi and Prof Tom Pham</a:t>
            </a:r>
            <a:endParaRPr sz="1000"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grpSp>
        <p:nvGrpSpPr>
          <p:cNvPr id="2467" name="Google Shape;2467;p65"/>
          <p:cNvGrpSpPr/>
          <p:nvPr/>
        </p:nvGrpSpPr>
        <p:grpSpPr>
          <a:xfrm>
            <a:off x="234925" y="2762950"/>
            <a:ext cx="1129500" cy="1199475"/>
            <a:chOff x="1933900" y="3065875"/>
            <a:chExt cx="1129500" cy="1199475"/>
          </a:xfrm>
        </p:grpSpPr>
        <p:sp>
          <p:nvSpPr>
            <p:cNvPr id="2468" name="Google Shape;2468;p65"/>
            <p:cNvSpPr/>
            <p:nvPr/>
          </p:nvSpPr>
          <p:spPr>
            <a:xfrm>
              <a:off x="2439775" y="3573850"/>
              <a:ext cx="310775" cy="184575"/>
            </a:xfrm>
            <a:custGeom>
              <a:rect b="b" l="l" r="r" t="t"/>
              <a:pathLst>
                <a:path extrusionOk="0" h="7383" w="12431">
                  <a:moveTo>
                    <a:pt x="7552" y="1"/>
                  </a:moveTo>
                  <a:lnTo>
                    <a:pt x="6958" y="43"/>
                  </a:lnTo>
                  <a:lnTo>
                    <a:pt x="6321" y="86"/>
                  </a:lnTo>
                  <a:lnTo>
                    <a:pt x="5728" y="213"/>
                  </a:lnTo>
                  <a:lnTo>
                    <a:pt x="5091" y="298"/>
                  </a:lnTo>
                  <a:lnTo>
                    <a:pt x="3861" y="637"/>
                  </a:lnTo>
                  <a:lnTo>
                    <a:pt x="2673" y="1019"/>
                  </a:lnTo>
                  <a:lnTo>
                    <a:pt x="1570" y="1443"/>
                  </a:lnTo>
                  <a:lnTo>
                    <a:pt x="510" y="1868"/>
                  </a:lnTo>
                  <a:lnTo>
                    <a:pt x="425" y="1952"/>
                  </a:lnTo>
                  <a:lnTo>
                    <a:pt x="298" y="2037"/>
                  </a:lnTo>
                  <a:lnTo>
                    <a:pt x="170" y="2249"/>
                  </a:lnTo>
                  <a:lnTo>
                    <a:pt x="86" y="2292"/>
                  </a:lnTo>
                  <a:lnTo>
                    <a:pt x="1" y="2377"/>
                  </a:lnTo>
                  <a:lnTo>
                    <a:pt x="1" y="2504"/>
                  </a:lnTo>
                  <a:lnTo>
                    <a:pt x="43" y="2631"/>
                  </a:lnTo>
                  <a:lnTo>
                    <a:pt x="679" y="3437"/>
                  </a:lnTo>
                  <a:lnTo>
                    <a:pt x="1358" y="4201"/>
                  </a:lnTo>
                  <a:lnTo>
                    <a:pt x="2122" y="4922"/>
                  </a:lnTo>
                  <a:lnTo>
                    <a:pt x="2970" y="5601"/>
                  </a:lnTo>
                  <a:lnTo>
                    <a:pt x="3394" y="5898"/>
                  </a:lnTo>
                  <a:lnTo>
                    <a:pt x="3861" y="6194"/>
                  </a:lnTo>
                  <a:lnTo>
                    <a:pt x="4328" y="6449"/>
                  </a:lnTo>
                  <a:lnTo>
                    <a:pt x="4794" y="6661"/>
                  </a:lnTo>
                  <a:lnTo>
                    <a:pt x="5261" y="6873"/>
                  </a:lnTo>
                  <a:lnTo>
                    <a:pt x="5770" y="7043"/>
                  </a:lnTo>
                  <a:lnTo>
                    <a:pt x="6237" y="7170"/>
                  </a:lnTo>
                  <a:lnTo>
                    <a:pt x="6746" y="7297"/>
                  </a:lnTo>
                  <a:lnTo>
                    <a:pt x="7170" y="7340"/>
                  </a:lnTo>
                  <a:lnTo>
                    <a:pt x="7552" y="7382"/>
                  </a:lnTo>
                  <a:lnTo>
                    <a:pt x="7976" y="7382"/>
                  </a:lnTo>
                  <a:lnTo>
                    <a:pt x="8400" y="7340"/>
                  </a:lnTo>
                  <a:lnTo>
                    <a:pt x="8782" y="7297"/>
                  </a:lnTo>
                  <a:lnTo>
                    <a:pt x="9206" y="7213"/>
                  </a:lnTo>
                  <a:lnTo>
                    <a:pt x="9588" y="7085"/>
                  </a:lnTo>
                  <a:lnTo>
                    <a:pt x="9970" y="6958"/>
                  </a:lnTo>
                  <a:lnTo>
                    <a:pt x="10309" y="6788"/>
                  </a:lnTo>
                  <a:lnTo>
                    <a:pt x="10691" y="6576"/>
                  </a:lnTo>
                  <a:lnTo>
                    <a:pt x="10988" y="6364"/>
                  </a:lnTo>
                  <a:lnTo>
                    <a:pt x="11285" y="6067"/>
                  </a:lnTo>
                  <a:lnTo>
                    <a:pt x="11582" y="5770"/>
                  </a:lnTo>
                  <a:lnTo>
                    <a:pt x="11794" y="5473"/>
                  </a:lnTo>
                  <a:lnTo>
                    <a:pt x="12006" y="5092"/>
                  </a:lnTo>
                  <a:lnTo>
                    <a:pt x="12176" y="4710"/>
                  </a:lnTo>
                  <a:lnTo>
                    <a:pt x="12303" y="4328"/>
                  </a:lnTo>
                  <a:lnTo>
                    <a:pt x="12388" y="3989"/>
                  </a:lnTo>
                  <a:lnTo>
                    <a:pt x="12430" y="3607"/>
                  </a:lnTo>
                  <a:lnTo>
                    <a:pt x="12430" y="3267"/>
                  </a:lnTo>
                  <a:lnTo>
                    <a:pt x="12388" y="2928"/>
                  </a:lnTo>
                  <a:lnTo>
                    <a:pt x="12303" y="2589"/>
                  </a:lnTo>
                  <a:lnTo>
                    <a:pt x="12176" y="2249"/>
                  </a:lnTo>
                  <a:lnTo>
                    <a:pt x="12048" y="1952"/>
                  </a:lnTo>
                  <a:lnTo>
                    <a:pt x="11879" y="1655"/>
                  </a:lnTo>
                  <a:lnTo>
                    <a:pt x="11667" y="1358"/>
                  </a:lnTo>
                  <a:lnTo>
                    <a:pt x="11454" y="1104"/>
                  </a:lnTo>
                  <a:lnTo>
                    <a:pt x="11157" y="892"/>
                  </a:lnTo>
                  <a:lnTo>
                    <a:pt x="10903" y="680"/>
                  </a:lnTo>
                  <a:lnTo>
                    <a:pt x="10564" y="510"/>
                  </a:lnTo>
                  <a:lnTo>
                    <a:pt x="10224" y="340"/>
                  </a:lnTo>
                  <a:lnTo>
                    <a:pt x="9885" y="213"/>
                  </a:lnTo>
                  <a:lnTo>
                    <a:pt x="9333" y="128"/>
                  </a:lnTo>
                  <a:lnTo>
                    <a:pt x="8739" y="43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65"/>
            <p:cNvSpPr/>
            <p:nvPr/>
          </p:nvSpPr>
          <p:spPr>
            <a:xfrm>
              <a:off x="2439775" y="3573850"/>
              <a:ext cx="310775" cy="157000"/>
            </a:xfrm>
            <a:custGeom>
              <a:rect b="b" l="l" r="r" t="t"/>
              <a:pathLst>
                <a:path extrusionOk="0" h="6280" w="12431">
                  <a:moveTo>
                    <a:pt x="7552" y="1"/>
                  </a:moveTo>
                  <a:lnTo>
                    <a:pt x="6958" y="43"/>
                  </a:lnTo>
                  <a:lnTo>
                    <a:pt x="6321" y="86"/>
                  </a:lnTo>
                  <a:lnTo>
                    <a:pt x="5728" y="213"/>
                  </a:lnTo>
                  <a:lnTo>
                    <a:pt x="5091" y="298"/>
                  </a:lnTo>
                  <a:lnTo>
                    <a:pt x="3861" y="637"/>
                  </a:lnTo>
                  <a:lnTo>
                    <a:pt x="2673" y="1019"/>
                  </a:lnTo>
                  <a:lnTo>
                    <a:pt x="1570" y="1443"/>
                  </a:lnTo>
                  <a:lnTo>
                    <a:pt x="510" y="1868"/>
                  </a:lnTo>
                  <a:lnTo>
                    <a:pt x="425" y="1952"/>
                  </a:lnTo>
                  <a:lnTo>
                    <a:pt x="298" y="2037"/>
                  </a:lnTo>
                  <a:lnTo>
                    <a:pt x="170" y="2249"/>
                  </a:lnTo>
                  <a:lnTo>
                    <a:pt x="86" y="2292"/>
                  </a:lnTo>
                  <a:lnTo>
                    <a:pt x="1" y="2377"/>
                  </a:lnTo>
                  <a:lnTo>
                    <a:pt x="1" y="2504"/>
                  </a:lnTo>
                  <a:lnTo>
                    <a:pt x="43" y="2631"/>
                  </a:lnTo>
                  <a:lnTo>
                    <a:pt x="255" y="2928"/>
                  </a:lnTo>
                  <a:lnTo>
                    <a:pt x="807" y="2674"/>
                  </a:lnTo>
                  <a:lnTo>
                    <a:pt x="1358" y="2461"/>
                  </a:lnTo>
                  <a:lnTo>
                    <a:pt x="1910" y="2249"/>
                  </a:lnTo>
                  <a:lnTo>
                    <a:pt x="2504" y="2037"/>
                  </a:lnTo>
                  <a:lnTo>
                    <a:pt x="3055" y="1910"/>
                  </a:lnTo>
                  <a:lnTo>
                    <a:pt x="3649" y="1783"/>
                  </a:lnTo>
                  <a:lnTo>
                    <a:pt x="4285" y="1655"/>
                  </a:lnTo>
                  <a:lnTo>
                    <a:pt x="4879" y="1613"/>
                  </a:lnTo>
                  <a:lnTo>
                    <a:pt x="5473" y="1571"/>
                  </a:lnTo>
                  <a:lnTo>
                    <a:pt x="6067" y="1613"/>
                  </a:lnTo>
                  <a:lnTo>
                    <a:pt x="6661" y="1655"/>
                  </a:lnTo>
                  <a:lnTo>
                    <a:pt x="7255" y="1783"/>
                  </a:lnTo>
                  <a:lnTo>
                    <a:pt x="7806" y="1910"/>
                  </a:lnTo>
                  <a:lnTo>
                    <a:pt x="8358" y="2122"/>
                  </a:lnTo>
                  <a:lnTo>
                    <a:pt x="8867" y="2377"/>
                  </a:lnTo>
                  <a:lnTo>
                    <a:pt x="9376" y="2674"/>
                  </a:lnTo>
                  <a:lnTo>
                    <a:pt x="9842" y="3055"/>
                  </a:lnTo>
                  <a:lnTo>
                    <a:pt x="10182" y="3437"/>
                  </a:lnTo>
                  <a:lnTo>
                    <a:pt x="10479" y="3861"/>
                  </a:lnTo>
                  <a:lnTo>
                    <a:pt x="10691" y="4286"/>
                  </a:lnTo>
                  <a:lnTo>
                    <a:pt x="10861" y="4752"/>
                  </a:lnTo>
                  <a:lnTo>
                    <a:pt x="10945" y="5261"/>
                  </a:lnTo>
                  <a:lnTo>
                    <a:pt x="11030" y="5770"/>
                  </a:lnTo>
                  <a:lnTo>
                    <a:pt x="11073" y="6279"/>
                  </a:lnTo>
                  <a:lnTo>
                    <a:pt x="11412" y="5982"/>
                  </a:lnTo>
                  <a:lnTo>
                    <a:pt x="11709" y="5601"/>
                  </a:lnTo>
                  <a:lnTo>
                    <a:pt x="11963" y="5176"/>
                  </a:lnTo>
                  <a:lnTo>
                    <a:pt x="12176" y="4710"/>
                  </a:lnTo>
                  <a:lnTo>
                    <a:pt x="12303" y="4328"/>
                  </a:lnTo>
                  <a:lnTo>
                    <a:pt x="12388" y="3989"/>
                  </a:lnTo>
                  <a:lnTo>
                    <a:pt x="12430" y="3607"/>
                  </a:lnTo>
                  <a:lnTo>
                    <a:pt x="12430" y="3267"/>
                  </a:lnTo>
                  <a:lnTo>
                    <a:pt x="12388" y="2928"/>
                  </a:lnTo>
                  <a:lnTo>
                    <a:pt x="12303" y="2589"/>
                  </a:lnTo>
                  <a:lnTo>
                    <a:pt x="12176" y="2249"/>
                  </a:lnTo>
                  <a:lnTo>
                    <a:pt x="12048" y="1952"/>
                  </a:lnTo>
                  <a:lnTo>
                    <a:pt x="11879" y="1655"/>
                  </a:lnTo>
                  <a:lnTo>
                    <a:pt x="11667" y="1358"/>
                  </a:lnTo>
                  <a:lnTo>
                    <a:pt x="11454" y="1104"/>
                  </a:lnTo>
                  <a:lnTo>
                    <a:pt x="11157" y="892"/>
                  </a:lnTo>
                  <a:lnTo>
                    <a:pt x="10903" y="680"/>
                  </a:lnTo>
                  <a:lnTo>
                    <a:pt x="10564" y="510"/>
                  </a:lnTo>
                  <a:lnTo>
                    <a:pt x="10224" y="340"/>
                  </a:lnTo>
                  <a:lnTo>
                    <a:pt x="9885" y="213"/>
                  </a:lnTo>
                  <a:lnTo>
                    <a:pt x="9333" y="128"/>
                  </a:lnTo>
                  <a:lnTo>
                    <a:pt x="8739" y="43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65"/>
            <p:cNvSpPr/>
            <p:nvPr/>
          </p:nvSpPr>
          <p:spPr>
            <a:xfrm>
              <a:off x="2464175" y="3580225"/>
              <a:ext cx="271525" cy="113500"/>
            </a:xfrm>
            <a:custGeom>
              <a:rect b="b" l="l" r="r" t="t"/>
              <a:pathLst>
                <a:path extrusionOk="0" h="4540" w="10861">
                  <a:moveTo>
                    <a:pt x="7212" y="1"/>
                  </a:moveTo>
                  <a:lnTo>
                    <a:pt x="7127" y="43"/>
                  </a:lnTo>
                  <a:lnTo>
                    <a:pt x="7042" y="85"/>
                  </a:lnTo>
                  <a:lnTo>
                    <a:pt x="6957" y="170"/>
                  </a:lnTo>
                  <a:lnTo>
                    <a:pt x="6915" y="255"/>
                  </a:lnTo>
                  <a:lnTo>
                    <a:pt x="6915" y="382"/>
                  </a:lnTo>
                  <a:lnTo>
                    <a:pt x="6957" y="467"/>
                  </a:lnTo>
                  <a:lnTo>
                    <a:pt x="7424" y="1146"/>
                  </a:lnTo>
                  <a:lnTo>
                    <a:pt x="7976" y="1782"/>
                  </a:lnTo>
                  <a:lnTo>
                    <a:pt x="7170" y="1655"/>
                  </a:lnTo>
                  <a:lnTo>
                    <a:pt x="6279" y="1528"/>
                  </a:lnTo>
                  <a:lnTo>
                    <a:pt x="5430" y="1443"/>
                  </a:lnTo>
                  <a:lnTo>
                    <a:pt x="4582" y="1400"/>
                  </a:lnTo>
                  <a:lnTo>
                    <a:pt x="3776" y="213"/>
                  </a:lnTo>
                  <a:lnTo>
                    <a:pt x="3733" y="128"/>
                  </a:lnTo>
                  <a:lnTo>
                    <a:pt x="3521" y="128"/>
                  </a:lnTo>
                  <a:lnTo>
                    <a:pt x="3479" y="213"/>
                  </a:lnTo>
                  <a:lnTo>
                    <a:pt x="3436" y="255"/>
                  </a:lnTo>
                  <a:lnTo>
                    <a:pt x="3436" y="340"/>
                  </a:lnTo>
                  <a:lnTo>
                    <a:pt x="3436" y="425"/>
                  </a:lnTo>
                  <a:lnTo>
                    <a:pt x="4115" y="1400"/>
                  </a:lnTo>
                  <a:lnTo>
                    <a:pt x="3097" y="1400"/>
                  </a:lnTo>
                  <a:lnTo>
                    <a:pt x="2079" y="1485"/>
                  </a:lnTo>
                  <a:lnTo>
                    <a:pt x="1103" y="1655"/>
                  </a:lnTo>
                  <a:lnTo>
                    <a:pt x="128" y="1867"/>
                  </a:lnTo>
                  <a:lnTo>
                    <a:pt x="43" y="1867"/>
                  </a:lnTo>
                  <a:lnTo>
                    <a:pt x="0" y="1909"/>
                  </a:lnTo>
                  <a:lnTo>
                    <a:pt x="0" y="2037"/>
                  </a:lnTo>
                  <a:lnTo>
                    <a:pt x="43" y="2164"/>
                  </a:lnTo>
                  <a:lnTo>
                    <a:pt x="128" y="2206"/>
                  </a:lnTo>
                  <a:lnTo>
                    <a:pt x="170" y="2206"/>
                  </a:lnTo>
                  <a:lnTo>
                    <a:pt x="2249" y="2164"/>
                  </a:lnTo>
                  <a:lnTo>
                    <a:pt x="4285" y="2206"/>
                  </a:lnTo>
                  <a:lnTo>
                    <a:pt x="3649" y="2461"/>
                  </a:lnTo>
                  <a:lnTo>
                    <a:pt x="2970" y="2800"/>
                  </a:lnTo>
                  <a:lnTo>
                    <a:pt x="2376" y="3182"/>
                  </a:lnTo>
                  <a:lnTo>
                    <a:pt x="1782" y="3606"/>
                  </a:lnTo>
                  <a:lnTo>
                    <a:pt x="1740" y="3691"/>
                  </a:lnTo>
                  <a:lnTo>
                    <a:pt x="1740" y="3776"/>
                  </a:lnTo>
                  <a:lnTo>
                    <a:pt x="1824" y="3861"/>
                  </a:lnTo>
                  <a:lnTo>
                    <a:pt x="1909" y="3818"/>
                  </a:lnTo>
                  <a:lnTo>
                    <a:pt x="2630" y="3394"/>
                  </a:lnTo>
                  <a:lnTo>
                    <a:pt x="3394" y="3012"/>
                  </a:lnTo>
                  <a:lnTo>
                    <a:pt x="4158" y="2673"/>
                  </a:lnTo>
                  <a:lnTo>
                    <a:pt x="4921" y="2376"/>
                  </a:lnTo>
                  <a:lnTo>
                    <a:pt x="5006" y="2291"/>
                  </a:lnTo>
                  <a:lnTo>
                    <a:pt x="5048" y="2249"/>
                  </a:lnTo>
                  <a:lnTo>
                    <a:pt x="6364" y="2334"/>
                  </a:lnTo>
                  <a:lnTo>
                    <a:pt x="7679" y="2461"/>
                  </a:lnTo>
                  <a:lnTo>
                    <a:pt x="7042" y="2928"/>
                  </a:lnTo>
                  <a:lnTo>
                    <a:pt x="6406" y="3394"/>
                  </a:lnTo>
                  <a:lnTo>
                    <a:pt x="5812" y="3903"/>
                  </a:lnTo>
                  <a:lnTo>
                    <a:pt x="5218" y="4455"/>
                  </a:lnTo>
                  <a:lnTo>
                    <a:pt x="5218" y="4497"/>
                  </a:lnTo>
                  <a:lnTo>
                    <a:pt x="5261" y="4540"/>
                  </a:lnTo>
                  <a:lnTo>
                    <a:pt x="6024" y="3946"/>
                  </a:lnTo>
                  <a:lnTo>
                    <a:pt x="6788" y="3437"/>
                  </a:lnTo>
                  <a:lnTo>
                    <a:pt x="7636" y="2970"/>
                  </a:lnTo>
                  <a:lnTo>
                    <a:pt x="8485" y="2588"/>
                  </a:lnTo>
                  <a:lnTo>
                    <a:pt x="9503" y="2758"/>
                  </a:lnTo>
                  <a:lnTo>
                    <a:pt x="10563" y="2970"/>
                  </a:lnTo>
                  <a:lnTo>
                    <a:pt x="10648" y="2970"/>
                  </a:lnTo>
                  <a:lnTo>
                    <a:pt x="10733" y="2928"/>
                  </a:lnTo>
                  <a:lnTo>
                    <a:pt x="10818" y="2885"/>
                  </a:lnTo>
                  <a:lnTo>
                    <a:pt x="10860" y="2800"/>
                  </a:lnTo>
                  <a:lnTo>
                    <a:pt x="10860" y="2673"/>
                  </a:lnTo>
                  <a:lnTo>
                    <a:pt x="10818" y="2588"/>
                  </a:lnTo>
                  <a:lnTo>
                    <a:pt x="10775" y="2503"/>
                  </a:lnTo>
                  <a:lnTo>
                    <a:pt x="10648" y="2461"/>
                  </a:lnTo>
                  <a:lnTo>
                    <a:pt x="9842" y="2206"/>
                  </a:lnTo>
                  <a:lnTo>
                    <a:pt x="8951" y="1994"/>
                  </a:lnTo>
                  <a:lnTo>
                    <a:pt x="8230" y="1019"/>
                  </a:lnTo>
                  <a:lnTo>
                    <a:pt x="7848" y="510"/>
                  </a:lnTo>
                  <a:lnTo>
                    <a:pt x="7424" y="85"/>
                  </a:lnTo>
                  <a:lnTo>
                    <a:pt x="7339" y="43"/>
                  </a:lnTo>
                  <a:lnTo>
                    <a:pt x="7212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65"/>
            <p:cNvSpPr/>
            <p:nvPr/>
          </p:nvSpPr>
          <p:spPr>
            <a:xfrm>
              <a:off x="1933900" y="3065875"/>
              <a:ext cx="1129500" cy="1199475"/>
            </a:xfrm>
            <a:custGeom>
              <a:rect b="b" l="l" r="r" t="t"/>
              <a:pathLst>
                <a:path extrusionOk="0" h="47979" w="45180">
                  <a:moveTo>
                    <a:pt x="21127" y="891"/>
                  </a:moveTo>
                  <a:lnTo>
                    <a:pt x="21466" y="934"/>
                  </a:lnTo>
                  <a:lnTo>
                    <a:pt x="21805" y="1018"/>
                  </a:lnTo>
                  <a:lnTo>
                    <a:pt x="22145" y="1146"/>
                  </a:lnTo>
                  <a:lnTo>
                    <a:pt x="22442" y="1358"/>
                  </a:lnTo>
                  <a:lnTo>
                    <a:pt x="22781" y="1655"/>
                  </a:lnTo>
                  <a:lnTo>
                    <a:pt x="23035" y="1994"/>
                  </a:lnTo>
                  <a:lnTo>
                    <a:pt x="23332" y="2418"/>
                  </a:lnTo>
                  <a:lnTo>
                    <a:pt x="23545" y="2842"/>
                  </a:lnTo>
                  <a:lnTo>
                    <a:pt x="23672" y="3224"/>
                  </a:lnTo>
                  <a:lnTo>
                    <a:pt x="23799" y="3564"/>
                  </a:lnTo>
                  <a:lnTo>
                    <a:pt x="23841" y="3903"/>
                  </a:lnTo>
                  <a:lnTo>
                    <a:pt x="23841" y="4242"/>
                  </a:lnTo>
                  <a:lnTo>
                    <a:pt x="23841" y="4539"/>
                  </a:lnTo>
                  <a:lnTo>
                    <a:pt x="23757" y="4794"/>
                  </a:lnTo>
                  <a:lnTo>
                    <a:pt x="23672" y="5048"/>
                  </a:lnTo>
                  <a:lnTo>
                    <a:pt x="23502" y="5303"/>
                  </a:lnTo>
                  <a:lnTo>
                    <a:pt x="23375" y="5557"/>
                  </a:lnTo>
                  <a:lnTo>
                    <a:pt x="22993" y="5982"/>
                  </a:lnTo>
                  <a:lnTo>
                    <a:pt x="22526" y="6406"/>
                  </a:lnTo>
                  <a:lnTo>
                    <a:pt x="22060" y="6788"/>
                  </a:lnTo>
                  <a:lnTo>
                    <a:pt x="20745" y="7848"/>
                  </a:lnTo>
                  <a:lnTo>
                    <a:pt x="19387" y="8909"/>
                  </a:lnTo>
                  <a:lnTo>
                    <a:pt x="16715" y="10987"/>
                  </a:lnTo>
                  <a:lnTo>
                    <a:pt x="12091" y="14636"/>
                  </a:lnTo>
                  <a:lnTo>
                    <a:pt x="10691" y="15781"/>
                  </a:lnTo>
                  <a:lnTo>
                    <a:pt x="9249" y="16926"/>
                  </a:lnTo>
                  <a:lnTo>
                    <a:pt x="8485" y="17478"/>
                  </a:lnTo>
                  <a:lnTo>
                    <a:pt x="7721" y="17987"/>
                  </a:lnTo>
                  <a:lnTo>
                    <a:pt x="6958" y="18453"/>
                  </a:lnTo>
                  <a:lnTo>
                    <a:pt x="6109" y="18835"/>
                  </a:lnTo>
                  <a:lnTo>
                    <a:pt x="6025" y="18920"/>
                  </a:lnTo>
                  <a:lnTo>
                    <a:pt x="5982" y="19005"/>
                  </a:lnTo>
                  <a:lnTo>
                    <a:pt x="5431" y="18369"/>
                  </a:lnTo>
                  <a:lnTo>
                    <a:pt x="4837" y="17817"/>
                  </a:lnTo>
                  <a:lnTo>
                    <a:pt x="4200" y="17351"/>
                  </a:lnTo>
                  <a:lnTo>
                    <a:pt x="3564" y="16884"/>
                  </a:lnTo>
                  <a:lnTo>
                    <a:pt x="2843" y="16545"/>
                  </a:lnTo>
                  <a:lnTo>
                    <a:pt x="2122" y="16205"/>
                  </a:lnTo>
                  <a:lnTo>
                    <a:pt x="1358" y="15951"/>
                  </a:lnTo>
                  <a:lnTo>
                    <a:pt x="552" y="15781"/>
                  </a:lnTo>
                  <a:lnTo>
                    <a:pt x="510" y="15739"/>
                  </a:lnTo>
                  <a:lnTo>
                    <a:pt x="552" y="15696"/>
                  </a:lnTo>
                  <a:lnTo>
                    <a:pt x="552" y="15654"/>
                  </a:lnTo>
                  <a:lnTo>
                    <a:pt x="552" y="15526"/>
                  </a:lnTo>
                  <a:lnTo>
                    <a:pt x="595" y="15399"/>
                  </a:lnTo>
                  <a:lnTo>
                    <a:pt x="679" y="15187"/>
                  </a:lnTo>
                  <a:lnTo>
                    <a:pt x="892" y="14975"/>
                  </a:lnTo>
                  <a:lnTo>
                    <a:pt x="1146" y="14763"/>
                  </a:lnTo>
                  <a:lnTo>
                    <a:pt x="1485" y="14508"/>
                  </a:lnTo>
                  <a:lnTo>
                    <a:pt x="1867" y="14296"/>
                  </a:lnTo>
                  <a:lnTo>
                    <a:pt x="2716" y="13872"/>
                  </a:lnTo>
                  <a:lnTo>
                    <a:pt x="3607" y="13490"/>
                  </a:lnTo>
                  <a:lnTo>
                    <a:pt x="4455" y="13151"/>
                  </a:lnTo>
                  <a:lnTo>
                    <a:pt x="5219" y="12854"/>
                  </a:lnTo>
                  <a:lnTo>
                    <a:pt x="5728" y="12642"/>
                  </a:lnTo>
                  <a:lnTo>
                    <a:pt x="6958" y="12005"/>
                  </a:lnTo>
                  <a:lnTo>
                    <a:pt x="8188" y="11327"/>
                  </a:lnTo>
                  <a:lnTo>
                    <a:pt x="9418" y="10648"/>
                  </a:lnTo>
                  <a:lnTo>
                    <a:pt x="10564" y="9884"/>
                  </a:lnTo>
                  <a:lnTo>
                    <a:pt x="11709" y="9078"/>
                  </a:lnTo>
                  <a:lnTo>
                    <a:pt x="12812" y="8230"/>
                  </a:lnTo>
                  <a:lnTo>
                    <a:pt x="13872" y="7339"/>
                  </a:lnTo>
                  <a:lnTo>
                    <a:pt x="14848" y="6363"/>
                  </a:lnTo>
                  <a:lnTo>
                    <a:pt x="15315" y="5854"/>
                  </a:lnTo>
                  <a:lnTo>
                    <a:pt x="15739" y="5345"/>
                  </a:lnTo>
                  <a:lnTo>
                    <a:pt x="16545" y="4327"/>
                  </a:lnTo>
                  <a:lnTo>
                    <a:pt x="17351" y="3309"/>
                  </a:lnTo>
                  <a:lnTo>
                    <a:pt x="17775" y="2800"/>
                  </a:lnTo>
                  <a:lnTo>
                    <a:pt x="18242" y="2333"/>
                  </a:lnTo>
                  <a:lnTo>
                    <a:pt x="18793" y="1824"/>
                  </a:lnTo>
                  <a:lnTo>
                    <a:pt x="19090" y="1570"/>
                  </a:lnTo>
                  <a:lnTo>
                    <a:pt x="19430" y="1400"/>
                  </a:lnTo>
                  <a:lnTo>
                    <a:pt x="19727" y="1188"/>
                  </a:lnTo>
                  <a:lnTo>
                    <a:pt x="20066" y="1061"/>
                  </a:lnTo>
                  <a:lnTo>
                    <a:pt x="20448" y="976"/>
                  </a:lnTo>
                  <a:lnTo>
                    <a:pt x="20787" y="891"/>
                  </a:lnTo>
                  <a:close/>
                  <a:moveTo>
                    <a:pt x="23460" y="6279"/>
                  </a:moveTo>
                  <a:lnTo>
                    <a:pt x="23502" y="6363"/>
                  </a:lnTo>
                  <a:lnTo>
                    <a:pt x="23587" y="6406"/>
                  </a:lnTo>
                  <a:lnTo>
                    <a:pt x="24393" y="6745"/>
                  </a:lnTo>
                  <a:lnTo>
                    <a:pt x="25199" y="7127"/>
                  </a:lnTo>
                  <a:lnTo>
                    <a:pt x="25963" y="7551"/>
                  </a:lnTo>
                  <a:lnTo>
                    <a:pt x="26684" y="7975"/>
                  </a:lnTo>
                  <a:lnTo>
                    <a:pt x="27362" y="8442"/>
                  </a:lnTo>
                  <a:lnTo>
                    <a:pt x="28041" y="8951"/>
                  </a:lnTo>
                  <a:lnTo>
                    <a:pt x="28678" y="9460"/>
                  </a:lnTo>
                  <a:lnTo>
                    <a:pt x="29314" y="10012"/>
                  </a:lnTo>
                  <a:lnTo>
                    <a:pt x="29908" y="10606"/>
                  </a:lnTo>
                  <a:lnTo>
                    <a:pt x="30502" y="11199"/>
                  </a:lnTo>
                  <a:lnTo>
                    <a:pt x="31605" y="12430"/>
                  </a:lnTo>
                  <a:lnTo>
                    <a:pt x="32708" y="13787"/>
                  </a:lnTo>
                  <a:lnTo>
                    <a:pt x="33768" y="15187"/>
                  </a:lnTo>
                  <a:lnTo>
                    <a:pt x="41319" y="25580"/>
                  </a:lnTo>
                  <a:lnTo>
                    <a:pt x="43355" y="28380"/>
                  </a:lnTo>
                  <a:lnTo>
                    <a:pt x="43695" y="28847"/>
                  </a:lnTo>
                  <a:lnTo>
                    <a:pt x="43949" y="29271"/>
                  </a:lnTo>
                  <a:lnTo>
                    <a:pt x="44161" y="29695"/>
                  </a:lnTo>
                  <a:lnTo>
                    <a:pt x="44289" y="30077"/>
                  </a:lnTo>
                  <a:lnTo>
                    <a:pt x="44289" y="30289"/>
                  </a:lnTo>
                  <a:lnTo>
                    <a:pt x="44289" y="30501"/>
                  </a:lnTo>
                  <a:lnTo>
                    <a:pt x="44246" y="30713"/>
                  </a:lnTo>
                  <a:lnTo>
                    <a:pt x="44204" y="30925"/>
                  </a:lnTo>
                  <a:lnTo>
                    <a:pt x="44119" y="31137"/>
                  </a:lnTo>
                  <a:lnTo>
                    <a:pt x="43949" y="31349"/>
                  </a:lnTo>
                  <a:lnTo>
                    <a:pt x="43610" y="31859"/>
                  </a:lnTo>
                  <a:lnTo>
                    <a:pt x="43101" y="32410"/>
                  </a:lnTo>
                  <a:lnTo>
                    <a:pt x="42592" y="32919"/>
                  </a:lnTo>
                  <a:lnTo>
                    <a:pt x="41489" y="33895"/>
                  </a:lnTo>
                  <a:lnTo>
                    <a:pt x="40343" y="34828"/>
                  </a:lnTo>
                  <a:lnTo>
                    <a:pt x="39198" y="35719"/>
                  </a:lnTo>
                  <a:lnTo>
                    <a:pt x="36525" y="37925"/>
                  </a:lnTo>
                  <a:lnTo>
                    <a:pt x="33810" y="40088"/>
                  </a:lnTo>
                  <a:lnTo>
                    <a:pt x="31053" y="42167"/>
                  </a:lnTo>
                  <a:lnTo>
                    <a:pt x="28253" y="44246"/>
                  </a:lnTo>
                  <a:lnTo>
                    <a:pt x="28211" y="44161"/>
                  </a:lnTo>
                  <a:lnTo>
                    <a:pt x="28126" y="44118"/>
                  </a:lnTo>
                  <a:lnTo>
                    <a:pt x="20448" y="33598"/>
                  </a:lnTo>
                  <a:lnTo>
                    <a:pt x="18793" y="31307"/>
                  </a:lnTo>
                  <a:lnTo>
                    <a:pt x="17139" y="29016"/>
                  </a:lnTo>
                  <a:lnTo>
                    <a:pt x="16248" y="27913"/>
                  </a:lnTo>
                  <a:lnTo>
                    <a:pt x="15357" y="26810"/>
                  </a:lnTo>
                  <a:lnTo>
                    <a:pt x="14466" y="25707"/>
                  </a:lnTo>
                  <a:lnTo>
                    <a:pt x="13491" y="24689"/>
                  </a:lnTo>
                  <a:lnTo>
                    <a:pt x="12557" y="23841"/>
                  </a:lnTo>
                  <a:lnTo>
                    <a:pt x="11582" y="23035"/>
                  </a:lnTo>
                  <a:lnTo>
                    <a:pt x="10564" y="22314"/>
                  </a:lnTo>
                  <a:lnTo>
                    <a:pt x="9545" y="21677"/>
                  </a:lnTo>
                  <a:lnTo>
                    <a:pt x="8485" y="21041"/>
                  </a:lnTo>
                  <a:lnTo>
                    <a:pt x="7382" y="20447"/>
                  </a:lnTo>
                  <a:lnTo>
                    <a:pt x="5134" y="19259"/>
                  </a:lnTo>
                  <a:lnTo>
                    <a:pt x="4243" y="18793"/>
                  </a:lnTo>
                  <a:lnTo>
                    <a:pt x="3394" y="18284"/>
                  </a:lnTo>
                  <a:lnTo>
                    <a:pt x="2885" y="17987"/>
                  </a:lnTo>
                  <a:lnTo>
                    <a:pt x="1994" y="17393"/>
                  </a:lnTo>
                  <a:lnTo>
                    <a:pt x="1570" y="17096"/>
                  </a:lnTo>
                  <a:lnTo>
                    <a:pt x="1188" y="16799"/>
                  </a:lnTo>
                  <a:lnTo>
                    <a:pt x="934" y="16502"/>
                  </a:lnTo>
                  <a:lnTo>
                    <a:pt x="849" y="16375"/>
                  </a:lnTo>
                  <a:lnTo>
                    <a:pt x="807" y="16248"/>
                  </a:lnTo>
                  <a:lnTo>
                    <a:pt x="1146" y="16417"/>
                  </a:lnTo>
                  <a:lnTo>
                    <a:pt x="1910" y="16672"/>
                  </a:lnTo>
                  <a:lnTo>
                    <a:pt x="2758" y="16969"/>
                  </a:lnTo>
                  <a:lnTo>
                    <a:pt x="3267" y="17181"/>
                  </a:lnTo>
                  <a:lnTo>
                    <a:pt x="3946" y="17647"/>
                  </a:lnTo>
                  <a:lnTo>
                    <a:pt x="4625" y="18114"/>
                  </a:lnTo>
                  <a:lnTo>
                    <a:pt x="5219" y="18666"/>
                  </a:lnTo>
                  <a:lnTo>
                    <a:pt x="5812" y="19217"/>
                  </a:lnTo>
                  <a:lnTo>
                    <a:pt x="5897" y="19259"/>
                  </a:lnTo>
                  <a:lnTo>
                    <a:pt x="5982" y="19217"/>
                  </a:lnTo>
                  <a:lnTo>
                    <a:pt x="6025" y="19259"/>
                  </a:lnTo>
                  <a:lnTo>
                    <a:pt x="6109" y="19344"/>
                  </a:lnTo>
                  <a:lnTo>
                    <a:pt x="6279" y="19344"/>
                  </a:lnTo>
                  <a:lnTo>
                    <a:pt x="6788" y="19090"/>
                  </a:lnTo>
                  <a:lnTo>
                    <a:pt x="7297" y="18835"/>
                  </a:lnTo>
                  <a:lnTo>
                    <a:pt x="8273" y="18284"/>
                  </a:lnTo>
                  <a:lnTo>
                    <a:pt x="9249" y="17647"/>
                  </a:lnTo>
                  <a:lnTo>
                    <a:pt x="10139" y="16969"/>
                  </a:lnTo>
                  <a:lnTo>
                    <a:pt x="11073" y="16248"/>
                  </a:lnTo>
                  <a:lnTo>
                    <a:pt x="11964" y="15526"/>
                  </a:lnTo>
                  <a:lnTo>
                    <a:pt x="13703" y="14084"/>
                  </a:lnTo>
                  <a:lnTo>
                    <a:pt x="20999" y="8315"/>
                  </a:lnTo>
                  <a:lnTo>
                    <a:pt x="22229" y="7382"/>
                  </a:lnTo>
                  <a:lnTo>
                    <a:pt x="22866" y="6872"/>
                  </a:lnTo>
                  <a:lnTo>
                    <a:pt x="23460" y="6279"/>
                  </a:lnTo>
                  <a:close/>
                  <a:moveTo>
                    <a:pt x="764" y="16757"/>
                  </a:moveTo>
                  <a:lnTo>
                    <a:pt x="1443" y="17351"/>
                  </a:lnTo>
                  <a:lnTo>
                    <a:pt x="2122" y="17902"/>
                  </a:lnTo>
                  <a:lnTo>
                    <a:pt x="2885" y="18369"/>
                  </a:lnTo>
                  <a:lnTo>
                    <a:pt x="3607" y="18878"/>
                  </a:lnTo>
                  <a:lnTo>
                    <a:pt x="4370" y="19302"/>
                  </a:lnTo>
                  <a:lnTo>
                    <a:pt x="5176" y="19726"/>
                  </a:lnTo>
                  <a:lnTo>
                    <a:pt x="6788" y="20575"/>
                  </a:lnTo>
                  <a:lnTo>
                    <a:pt x="7976" y="21211"/>
                  </a:lnTo>
                  <a:lnTo>
                    <a:pt x="9079" y="21890"/>
                  </a:lnTo>
                  <a:lnTo>
                    <a:pt x="10139" y="22611"/>
                  </a:lnTo>
                  <a:lnTo>
                    <a:pt x="11157" y="23374"/>
                  </a:lnTo>
                  <a:lnTo>
                    <a:pt x="12133" y="24180"/>
                  </a:lnTo>
                  <a:lnTo>
                    <a:pt x="13066" y="25071"/>
                  </a:lnTo>
                  <a:lnTo>
                    <a:pt x="14000" y="26004"/>
                  </a:lnTo>
                  <a:lnTo>
                    <a:pt x="14848" y="27065"/>
                  </a:lnTo>
                  <a:lnTo>
                    <a:pt x="16503" y="29101"/>
                  </a:lnTo>
                  <a:lnTo>
                    <a:pt x="18072" y="31222"/>
                  </a:lnTo>
                  <a:lnTo>
                    <a:pt x="19642" y="33343"/>
                  </a:lnTo>
                  <a:lnTo>
                    <a:pt x="21211" y="35464"/>
                  </a:lnTo>
                  <a:lnTo>
                    <a:pt x="24266" y="39791"/>
                  </a:lnTo>
                  <a:lnTo>
                    <a:pt x="27362" y="44076"/>
                  </a:lnTo>
                  <a:lnTo>
                    <a:pt x="26259" y="44076"/>
                  </a:lnTo>
                  <a:lnTo>
                    <a:pt x="25708" y="44161"/>
                  </a:lnTo>
                  <a:lnTo>
                    <a:pt x="25157" y="44203"/>
                  </a:lnTo>
                  <a:lnTo>
                    <a:pt x="24647" y="44330"/>
                  </a:lnTo>
                  <a:lnTo>
                    <a:pt x="24096" y="44458"/>
                  </a:lnTo>
                  <a:lnTo>
                    <a:pt x="23587" y="44627"/>
                  </a:lnTo>
                  <a:lnTo>
                    <a:pt x="23078" y="44797"/>
                  </a:lnTo>
                  <a:lnTo>
                    <a:pt x="22569" y="45009"/>
                  </a:lnTo>
                  <a:lnTo>
                    <a:pt x="22102" y="45221"/>
                  </a:lnTo>
                  <a:lnTo>
                    <a:pt x="21636" y="45476"/>
                  </a:lnTo>
                  <a:lnTo>
                    <a:pt x="21169" y="45773"/>
                  </a:lnTo>
                  <a:lnTo>
                    <a:pt x="20702" y="46070"/>
                  </a:lnTo>
                  <a:lnTo>
                    <a:pt x="20278" y="46409"/>
                  </a:lnTo>
                  <a:lnTo>
                    <a:pt x="19854" y="46748"/>
                  </a:lnTo>
                  <a:lnTo>
                    <a:pt x="19430" y="47130"/>
                  </a:lnTo>
                  <a:lnTo>
                    <a:pt x="18878" y="45009"/>
                  </a:lnTo>
                  <a:lnTo>
                    <a:pt x="18284" y="42846"/>
                  </a:lnTo>
                  <a:lnTo>
                    <a:pt x="17563" y="40725"/>
                  </a:lnTo>
                  <a:lnTo>
                    <a:pt x="16800" y="38561"/>
                  </a:lnTo>
                  <a:lnTo>
                    <a:pt x="15951" y="36440"/>
                  </a:lnTo>
                  <a:lnTo>
                    <a:pt x="15060" y="34361"/>
                  </a:lnTo>
                  <a:lnTo>
                    <a:pt x="14042" y="32325"/>
                  </a:lnTo>
                  <a:lnTo>
                    <a:pt x="12939" y="30331"/>
                  </a:lnTo>
                  <a:lnTo>
                    <a:pt x="12388" y="29356"/>
                  </a:lnTo>
                  <a:lnTo>
                    <a:pt x="11794" y="28380"/>
                  </a:lnTo>
                  <a:lnTo>
                    <a:pt x="11157" y="27404"/>
                  </a:lnTo>
                  <a:lnTo>
                    <a:pt x="10521" y="26471"/>
                  </a:lnTo>
                  <a:lnTo>
                    <a:pt x="9842" y="25580"/>
                  </a:lnTo>
                  <a:lnTo>
                    <a:pt x="9164" y="24689"/>
                  </a:lnTo>
                  <a:lnTo>
                    <a:pt x="8443" y="23799"/>
                  </a:lnTo>
                  <a:lnTo>
                    <a:pt x="7721" y="22950"/>
                  </a:lnTo>
                  <a:lnTo>
                    <a:pt x="6958" y="22144"/>
                  </a:lnTo>
                  <a:lnTo>
                    <a:pt x="6152" y="21338"/>
                  </a:lnTo>
                  <a:lnTo>
                    <a:pt x="5346" y="20575"/>
                  </a:lnTo>
                  <a:lnTo>
                    <a:pt x="4540" y="19811"/>
                  </a:lnTo>
                  <a:lnTo>
                    <a:pt x="3691" y="19090"/>
                  </a:lnTo>
                  <a:lnTo>
                    <a:pt x="2800" y="18411"/>
                  </a:lnTo>
                  <a:lnTo>
                    <a:pt x="1867" y="17732"/>
                  </a:lnTo>
                  <a:lnTo>
                    <a:pt x="934" y="17138"/>
                  </a:lnTo>
                  <a:lnTo>
                    <a:pt x="976" y="17054"/>
                  </a:lnTo>
                  <a:lnTo>
                    <a:pt x="934" y="17011"/>
                  </a:lnTo>
                  <a:lnTo>
                    <a:pt x="764" y="16757"/>
                  </a:lnTo>
                  <a:close/>
                  <a:moveTo>
                    <a:pt x="21169" y="0"/>
                  </a:moveTo>
                  <a:lnTo>
                    <a:pt x="20872" y="43"/>
                  </a:lnTo>
                  <a:lnTo>
                    <a:pt x="20575" y="85"/>
                  </a:lnTo>
                  <a:lnTo>
                    <a:pt x="20278" y="170"/>
                  </a:lnTo>
                  <a:lnTo>
                    <a:pt x="19981" y="255"/>
                  </a:lnTo>
                  <a:lnTo>
                    <a:pt x="19727" y="382"/>
                  </a:lnTo>
                  <a:lnTo>
                    <a:pt x="19175" y="721"/>
                  </a:lnTo>
                  <a:lnTo>
                    <a:pt x="18666" y="1103"/>
                  </a:lnTo>
                  <a:lnTo>
                    <a:pt x="18199" y="1527"/>
                  </a:lnTo>
                  <a:lnTo>
                    <a:pt x="17818" y="1952"/>
                  </a:lnTo>
                  <a:lnTo>
                    <a:pt x="16969" y="2842"/>
                  </a:lnTo>
                  <a:lnTo>
                    <a:pt x="16206" y="3733"/>
                  </a:lnTo>
                  <a:lnTo>
                    <a:pt x="14678" y="5473"/>
                  </a:lnTo>
                  <a:lnTo>
                    <a:pt x="13915" y="6363"/>
                  </a:lnTo>
                  <a:lnTo>
                    <a:pt x="13109" y="7212"/>
                  </a:lnTo>
                  <a:lnTo>
                    <a:pt x="12218" y="8018"/>
                  </a:lnTo>
                  <a:lnTo>
                    <a:pt x="11242" y="8781"/>
                  </a:lnTo>
                  <a:lnTo>
                    <a:pt x="10267" y="9460"/>
                  </a:lnTo>
                  <a:lnTo>
                    <a:pt x="9206" y="10139"/>
                  </a:lnTo>
                  <a:lnTo>
                    <a:pt x="8146" y="10775"/>
                  </a:lnTo>
                  <a:lnTo>
                    <a:pt x="7085" y="11369"/>
                  </a:lnTo>
                  <a:lnTo>
                    <a:pt x="5982" y="11963"/>
                  </a:lnTo>
                  <a:lnTo>
                    <a:pt x="4879" y="12515"/>
                  </a:lnTo>
                  <a:lnTo>
                    <a:pt x="2631" y="13575"/>
                  </a:lnTo>
                  <a:lnTo>
                    <a:pt x="1867" y="13872"/>
                  </a:lnTo>
                  <a:lnTo>
                    <a:pt x="1401" y="14084"/>
                  </a:lnTo>
                  <a:lnTo>
                    <a:pt x="1019" y="14296"/>
                  </a:lnTo>
                  <a:lnTo>
                    <a:pt x="637" y="14551"/>
                  </a:lnTo>
                  <a:lnTo>
                    <a:pt x="510" y="14678"/>
                  </a:lnTo>
                  <a:lnTo>
                    <a:pt x="382" y="14848"/>
                  </a:lnTo>
                  <a:lnTo>
                    <a:pt x="298" y="15060"/>
                  </a:lnTo>
                  <a:lnTo>
                    <a:pt x="255" y="15229"/>
                  </a:lnTo>
                  <a:lnTo>
                    <a:pt x="213" y="15442"/>
                  </a:lnTo>
                  <a:lnTo>
                    <a:pt x="255" y="15696"/>
                  </a:lnTo>
                  <a:lnTo>
                    <a:pt x="170" y="15696"/>
                  </a:lnTo>
                  <a:lnTo>
                    <a:pt x="128" y="15739"/>
                  </a:lnTo>
                  <a:lnTo>
                    <a:pt x="43" y="15823"/>
                  </a:lnTo>
                  <a:lnTo>
                    <a:pt x="1" y="15951"/>
                  </a:lnTo>
                  <a:lnTo>
                    <a:pt x="86" y="16078"/>
                  </a:lnTo>
                  <a:lnTo>
                    <a:pt x="255" y="16290"/>
                  </a:lnTo>
                  <a:lnTo>
                    <a:pt x="340" y="16545"/>
                  </a:lnTo>
                  <a:lnTo>
                    <a:pt x="467" y="16841"/>
                  </a:lnTo>
                  <a:lnTo>
                    <a:pt x="425" y="16799"/>
                  </a:lnTo>
                  <a:lnTo>
                    <a:pt x="382" y="16799"/>
                  </a:lnTo>
                  <a:lnTo>
                    <a:pt x="340" y="16841"/>
                  </a:lnTo>
                  <a:lnTo>
                    <a:pt x="298" y="16884"/>
                  </a:lnTo>
                  <a:lnTo>
                    <a:pt x="340" y="16926"/>
                  </a:lnTo>
                  <a:lnTo>
                    <a:pt x="2122" y="18411"/>
                  </a:lnTo>
                  <a:lnTo>
                    <a:pt x="3819" y="19938"/>
                  </a:lnTo>
                  <a:lnTo>
                    <a:pt x="5431" y="21550"/>
                  </a:lnTo>
                  <a:lnTo>
                    <a:pt x="6237" y="22356"/>
                  </a:lnTo>
                  <a:lnTo>
                    <a:pt x="7000" y="23162"/>
                  </a:lnTo>
                  <a:lnTo>
                    <a:pt x="7721" y="24011"/>
                  </a:lnTo>
                  <a:lnTo>
                    <a:pt x="8443" y="24901"/>
                  </a:lnTo>
                  <a:lnTo>
                    <a:pt x="9164" y="25792"/>
                  </a:lnTo>
                  <a:lnTo>
                    <a:pt x="9842" y="26683"/>
                  </a:lnTo>
                  <a:lnTo>
                    <a:pt x="10521" y="27616"/>
                  </a:lnTo>
                  <a:lnTo>
                    <a:pt x="11157" y="28592"/>
                  </a:lnTo>
                  <a:lnTo>
                    <a:pt x="11794" y="29568"/>
                  </a:lnTo>
                  <a:lnTo>
                    <a:pt x="12388" y="30543"/>
                  </a:lnTo>
                  <a:lnTo>
                    <a:pt x="12939" y="31562"/>
                  </a:lnTo>
                  <a:lnTo>
                    <a:pt x="13491" y="32580"/>
                  </a:lnTo>
                  <a:lnTo>
                    <a:pt x="14509" y="34658"/>
                  </a:lnTo>
                  <a:lnTo>
                    <a:pt x="15442" y="36779"/>
                  </a:lnTo>
                  <a:lnTo>
                    <a:pt x="16333" y="38900"/>
                  </a:lnTo>
                  <a:lnTo>
                    <a:pt x="17096" y="41106"/>
                  </a:lnTo>
                  <a:lnTo>
                    <a:pt x="17818" y="43270"/>
                  </a:lnTo>
                  <a:lnTo>
                    <a:pt x="18412" y="45518"/>
                  </a:lnTo>
                  <a:lnTo>
                    <a:pt x="18963" y="47766"/>
                  </a:lnTo>
                  <a:lnTo>
                    <a:pt x="19005" y="47851"/>
                  </a:lnTo>
                  <a:lnTo>
                    <a:pt x="19048" y="47894"/>
                  </a:lnTo>
                  <a:lnTo>
                    <a:pt x="19175" y="47979"/>
                  </a:lnTo>
                  <a:lnTo>
                    <a:pt x="19345" y="47936"/>
                  </a:lnTo>
                  <a:lnTo>
                    <a:pt x="19472" y="47894"/>
                  </a:lnTo>
                  <a:lnTo>
                    <a:pt x="19896" y="47427"/>
                  </a:lnTo>
                  <a:lnTo>
                    <a:pt x="20363" y="47045"/>
                  </a:lnTo>
                  <a:lnTo>
                    <a:pt x="20830" y="46664"/>
                  </a:lnTo>
                  <a:lnTo>
                    <a:pt x="21339" y="46324"/>
                  </a:lnTo>
                  <a:lnTo>
                    <a:pt x="21805" y="46027"/>
                  </a:lnTo>
                  <a:lnTo>
                    <a:pt x="22357" y="45730"/>
                  </a:lnTo>
                  <a:lnTo>
                    <a:pt x="22866" y="45476"/>
                  </a:lnTo>
                  <a:lnTo>
                    <a:pt x="23417" y="45264"/>
                  </a:lnTo>
                  <a:lnTo>
                    <a:pt x="23969" y="45094"/>
                  </a:lnTo>
                  <a:lnTo>
                    <a:pt x="24520" y="44924"/>
                  </a:lnTo>
                  <a:lnTo>
                    <a:pt x="25072" y="44797"/>
                  </a:lnTo>
                  <a:lnTo>
                    <a:pt x="25666" y="44712"/>
                  </a:lnTo>
                  <a:lnTo>
                    <a:pt x="26259" y="44670"/>
                  </a:lnTo>
                  <a:lnTo>
                    <a:pt x="26853" y="44627"/>
                  </a:lnTo>
                  <a:lnTo>
                    <a:pt x="27447" y="44627"/>
                  </a:lnTo>
                  <a:lnTo>
                    <a:pt x="28084" y="44670"/>
                  </a:lnTo>
                  <a:lnTo>
                    <a:pt x="28211" y="44627"/>
                  </a:lnTo>
                  <a:lnTo>
                    <a:pt x="28296" y="44542"/>
                  </a:lnTo>
                  <a:lnTo>
                    <a:pt x="29865" y="43524"/>
                  </a:lnTo>
                  <a:lnTo>
                    <a:pt x="31392" y="42464"/>
                  </a:lnTo>
                  <a:lnTo>
                    <a:pt x="32920" y="41361"/>
                  </a:lnTo>
                  <a:lnTo>
                    <a:pt x="34404" y="40258"/>
                  </a:lnTo>
                  <a:lnTo>
                    <a:pt x="35889" y="39113"/>
                  </a:lnTo>
                  <a:lnTo>
                    <a:pt x="37374" y="37925"/>
                  </a:lnTo>
                  <a:lnTo>
                    <a:pt x="40216" y="35549"/>
                  </a:lnTo>
                  <a:lnTo>
                    <a:pt x="41658" y="34319"/>
                  </a:lnTo>
                  <a:lnTo>
                    <a:pt x="43058" y="33046"/>
                  </a:lnTo>
                  <a:lnTo>
                    <a:pt x="43610" y="32622"/>
                  </a:lnTo>
                  <a:lnTo>
                    <a:pt x="44204" y="32113"/>
                  </a:lnTo>
                  <a:lnTo>
                    <a:pt x="44501" y="31859"/>
                  </a:lnTo>
                  <a:lnTo>
                    <a:pt x="44755" y="31562"/>
                  </a:lnTo>
                  <a:lnTo>
                    <a:pt x="44967" y="31265"/>
                  </a:lnTo>
                  <a:lnTo>
                    <a:pt x="45095" y="30968"/>
                  </a:lnTo>
                  <a:lnTo>
                    <a:pt x="45179" y="30713"/>
                  </a:lnTo>
                  <a:lnTo>
                    <a:pt x="45179" y="30501"/>
                  </a:lnTo>
                  <a:lnTo>
                    <a:pt x="45179" y="30247"/>
                  </a:lnTo>
                  <a:lnTo>
                    <a:pt x="45095" y="29992"/>
                  </a:lnTo>
                  <a:lnTo>
                    <a:pt x="45010" y="29780"/>
                  </a:lnTo>
                  <a:lnTo>
                    <a:pt x="44925" y="29525"/>
                  </a:lnTo>
                  <a:lnTo>
                    <a:pt x="44628" y="29059"/>
                  </a:lnTo>
                  <a:lnTo>
                    <a:pt x="44289" y="28592"/>
                  </a:lnTo>
                  <a:lnTo>
                    <a:pt x="43907" y="28168"/>
                  </a:lnTo>
                  <a:lnTo>
                    <a:pt x="43567" y="27744"/>
                  </a:lnTo>
                  <a:lnTo>
                    <a:pt x="43270" y="27404"/>
                  </a:lnTo>
                  <a:lnTo>
                    <a:pt x="33980" y="14551"/>
                  </a:lnTo>
                  <a:lnTo>
                    <a:pt x="32920" y="13193"/>
                  </a:lnTo>
                  <a:lnTo>
                    <a:pt x="31859" y="11878"/>
                  </a:lnTo>
                  <a:lnTo>
                    <a:pt x="30714" y="10648"/>
                  </a:lnTo>
                  <a:lnTo>
                    <a:pt x="30120" y="10054"/>
                  </a:lnTo>
                  <a:lnTo>
                    <a:pt x="29526" y="9503"/>
                  </a:lnTo>
                  <a:lnTo>
                    <a:pt x="28890" y="8951"/>
                  </a:lnTo>
                  <a:lnTo>
                    <a:pt x="28253" y="8442"/>
                  </a:lnTo>
                  <a:lnTo>
                    <a:pt x="27575" y="7933"/>
                  </a:lnTo>
                  <a:lnTo>
                    <a:pt x="26896" y="7509"/>
                  </a:lnTo>
                  <a:lnTo>
                    <a:pt x="26175" y="7042"/>
                  </a:lnTo>
                  <a:lnTo>
                    <a:pt x="25411" y="6660"/>
                  </a:lnTo>
                  <a:lnTo>
                    <a:pt x="24647" y="6279"/>
                  </a:lnTo>
                  <a:lnTo>
                    <a:pt x="23841" y="5939"/>
                  </a:lnTo>
                  <a:lnTo>
                    <a:pt x="23799" y="5897"/>
                  </a:lnTo>
                  <a:lnTo>
                    <a:pt x="24054" y="5557"/>
                  </a:lnTo>
                  <a:lnTo>
                    <a:pt x="24223" y="5133"/>
                  </a:lnTo>
                  <a:lnTo>
                    <a:pt x="24393" y="4709"/>
                  </a:lnTo>
                  <a:lnTo>
                    <a:pt x="24435" y="4285"/>
                  </a:lnTo>
                  <a:lnTo>
                    <a:pt x="24435" y="3988"/>
                  </a:lnTo>
                  <a:lnTo>
                    <a:pt x="24435" y="3691"/>
                  </a:lnTo>
                  <a:lnTo>
                    <a:pt x="24308" y="3097"/>
                  </a:lnTo>
                  <a:lnTo>
                    <a:pt x="24096" y="2503"/>
                  </a:lnTo>
                  <a:lnTo>
                    <a:pt x="23757" y="1909"/>
                  </a:lnTo>
                  <a:lnTo>
                    <a:pt x="23417" y="1358"/>
                  </a:lnTo>
                  <a:lnTo>
                    <a:pt x="22993" y="891"/>
                  </a:lnTo>
                  <a:lnTo>
                    <a:pt x="22526" y="509"/>
                  </a:lnTo>
                  <a:lnTo>
                    <a:pt x="22314" y="340"/>
                  </a:lnTo>
                  <a:lnTo>
                    <a:pt x="22060" y="212"/>
                  </a:lnTo>
                  <a:lnTo>
                    <a:pt x="21763" y="85"/>
                  </a:lnTo>
                  <a:lnTo>
                    <a:pt x="21466" y="43"/>
                  </a:lnTo>
                  <a:lnTo>
                    <a:pt x="21169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65"/>
            <p:cNvSpPr/>
            <p:nvPr/>
          </p:nvSpPr>
          <p:spPr>
            <a:xfrm>
              <a:off x="2316750" y="3560075"/>
              <a:ext cx="72150" cy="114550"/>
            </a:xfrm>
            <a:custGeom>
              <a:rect b="b" l="l" r="r" t="t"/>
              <a:pathLst>
                <a:path extrusionOk="0" h="4582" w="2886">
                  <a:moveTo>
                    <a:pt x="2673" y="1"/>
                  </a:moveTo>
                  <a:lnTo>
                    <a:pt x="2631" y="43"/>
                  </a:lnTo>
                  <a:lnTo>
                    <a:pt x="1740" y="637"/>
                  </a:lnTo>
                  <a:lnTo>
                    <a:pt x="934" y="1273"/>
                  </a:lnTo>
                  <a:lnTo>
                    <a:pt x="425" y="1655"/>
                  </a:lnTo>
                  <a:lnTo>
                    <a:pt x="170" y="1867"/>
                  </a:lnTo>
                  <a:lnTo>
                    <a:pt x="86" y="1994"/>
                  </a:lnTo>
                  <a:lnTo>
                    <a:pt x="43" y="2122"/>
                  </a:lnTo>
                  <a:lnTo>
                    <a:pt x="1" y="2249"/>
                  </a:lnTo>
                  <a:lnTo>
                    <a:pt x="1" y="2376"/>
                  </a:lnTo>
                  <a:lnTo>
                    <a:pt x="43" y="2631"/>
                  </a:lnTo>
                  <a:lnTo>
                    <a:pt x="213" y="2843"/>
                  </a:lnTo>
                  <a:lnTo>
                    <a:pt x="340" y="3055"/>
                  </a:lnTo>
                  <a:lnTo>
                    <a:pt x="680" y="3479"/>
                  </a:lnTo>
                  <a:lnTo>
                    <a:pt x="1019" y="3861"/>
                  </a:lnTo>
                  <a:lnTo>
                    <a:pt x="1401" y="4200"/>
                  </a:lnTo>
                  <a:lnTo>
                    <a:pt x="1825" y="4540"/>
                  </a:lnTo>
                  <a:lnTo>
                    <a:pt x="1910" y="4582"/>
                  </a:lnTo>
                  <a:lnTo>
                    <a:pt x="1995" y="4540"/>
                  </a:lnTo>
                  <a:lnTo>
                    <a:pt x="1995" y="4455"/>
                  </a:lnTo>
                  <a:lnTo>
                    <a:pt x="1995" y="4370"/>
                  </a:lnTo>
                  <a:lnTo>
                    <a:pt x="1443" y="3861"/>
                  </a:lnTo>
                  <a:lnTo>
                    <a:pt x="934" y="3267"/>
                  </a:lnTo>
                  <a:lnTo>
                    <a:pt x="680" y="2970"/>
                  </a:lnTo>
                  <a:lnTo>
                    <a:pt x="552" y="2800"/>
                  </a:lnTo>
                  <a:lnTo>
                    <a:pt x="510" y="2673"/>
                  </a:lnTo>
                  <a:lnTo>
                    <a:pt x="467" y="2503"/>
                  </a:lnTo>
                  <a:lnTo>
                    <a:pt x="510" y="2376"/>
                  </a:lnTo>
                  <a:lnTo>
                    <a:pt x="595" y="2122"/>
                  </a:lnTo>
                  <a:lnTo>
                    <a:pt x="764" y="1909"/>
                  </a:lnTo>
                  <a:lnTo>
                    <a:pt x="934" y="1740"/>
                  </a:lnTo>
                  <a:lnTo>
                    <a:pt x="1910" y="1061"/>
                  </a:lnTo>
                  <a:lnTo>
                    <a:pt x="2376" y="679"/>
                  </a:lnTo>
                  <a:lnTo>
                    <a:pt x="2843" y="297"/>
                  </a:lnTo>
                  <a:lnTo>
                    <a:pt x="2885" y="255"/>
                  </a:lnTo>
                  <a:lnTo>
                    <a:pt x="2885" y="170"/>
                  </a:lnTo>
                  <a:lnTo>
                    <a:pt x="2843" y="85"/>
                  </a:lnTo>
                  <a:lnTo>
                    <a:pt x="2758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65"/>
            <p:cNvSpPr/>
            <p:nvPr/>
          </p:nvSpPr>
          <p:spPr>
            <a:xfrm>
              <a:off x="2807775" y="3682025"/>
              <a:ext cx="62600" cy="109275"/>
            </a:xfrm>
            <a:custGeom>
              <a:rect b="b" l="l" r="r" t="t"/>
              <a:pathLst>
                <a:path extrusionOk="0" h="4371" w="2504">
                  <a:moveTo>
                    <a:pt x="934" y="1"/>
                  </a:moveTo>
                  <a:lnTo>
                    <a:pt x="849" y="43"/>
                  </a:lnTo>
                  <a:lnTo>
                    <a:pt x="807" y="86"/>
                  </a:lnTo>
                  <a:lnTo>
                    <a:pt x="764" y="171"/>
                  </a:lnTo>
                  <a:lnTo>
                    <a:pt x="722" y="255"/>
                  </a:lnTo>
                  <a:lnTo>
                    <a:pt x="764" y="340"/>
                  </a:lnTo>
                  <a:lnTo>
                    <a:pt x="1316" y="1358"/>
                  </a:lnTo>
                  <a:lnTo>
                    <a:pt x="1952" y="2292"/>
                  </a:lnTo>
                  <a:lnTo>
                    <a:pt x="977" y="3225"/>
                  </a:lnTo>
                  <a:lnTo>
                    <a:pt x="43" y="4158"/>
                  </a:lnTo>
                  <a:lnTo>
                    <a:pt x="1" y="4243"/>
                  </a:lnTo>
                  <a:lnTo>
                    <a:pt x="43" y="4328"/>
                  </a:lnTo>
                  <a:lnTo>
                    <a:pt x="128" y="4370"/>
                  </a:lnTo>
                  <a:lnTo>
                    <a:pt x="213" y="4370"/>
                  </a:lnTo>
                  <a:lnTo>
                    <a:pt x="1316" y="3437"/>
                  </a:lnTo>
                  <a:lnTo>
                    <a:pt x="2419" y="2504"/>
                  </a:lnTo>
                  <a:lnTo>
                    <a:pt x="2461" y="2419"/>
                  </a:lnTo>
                  <a:lnTo>
                    <a:pt x="2504" y="2377"/>
                  </a:lnTo>
                  <a:lnTo>
                    <a:pt x="2461" y="2207"/>
                  </a:lnTo>
                  <a:lnTo>
                    <a:pt x="1825" y="1146"/>
                  </a:lnTo>
                  <a:lnTo>
                    <a:pt x="1189" y="86"/>
                  </a:lnTo>
                  <a:lnTo>
                    <a:pt x="1104" y="43"/>
                  </a:lnTo>
                  <a:lnTo>
                    <a:pt x="1019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65"/>
            <p:cNvSpPr/>
            <p:nvPr/>
          </p:nvSpPr>
          <p:spPr>
            <a:xfrm>
              <a:off x="2096175" y="3451900"/>
              <a:ext cx="71075" cy="56225"/>
            </a:xfrm>
            <a:custGeom>
              <a:rect b="b" l="l" r="r" t="t"/>
              <a:pathLst>
                <a:path extrusionOk="0" h="2249" w="2843">
                  <a:moveTo>
                    <a:pt x="2715" y="1"/>
                  </a:moveTo>
                  <a:lnTo>
                    <a:pt x="2630" y="43"/>
                  </a:lnTo>
                  <a:lnTo>
                    <a:pt x="2036" y="637"/>
                  </a:lnTo>
                  <a:lnTo>
                    <a:pt x="1442" y="1146"/>
                  </a:lnTo>
                  <a:lnTo>
                    <a:pt x="764" y="1655"/>
                  </a:lnTo>
                  <a:lnTo>
                    <a:pt x="43" y="2122"/>
                  </a:lnTo>
                  <a:lnTo>
                    <a:pt x="0" y="2164"/>
                  </a:lnTo>
                  <a:lnTo>
                    <a:pt x="43" y="2249"/>
                  </a:lnTo>
                  <a:lnTo>
                    <a:pt x="127" y="2249"/>
                  </a:lnTo>
                  <a:lnTo>
                    <a:pt x="891" y="1825"/>
                  </a:lnTo>
                  <a:lnTo>
                    <a:pt x="1570" y="1316"/>
                  </a:lnTo>
                  <a:lnTo>
                    <a:pt x="2206" y="764"/>
                  </a:lnTo>
                  <a:lnTo>
                    <a:pt x="2800" y="170"/>
                  </a:lnTo>
                  <a:lnTo>
                    <a:pt x="2842" y="85"/>
                  </a:lnTo>
                  <a:lnTo>
                    <a:pt x="2800" y="43"/>
                  </a:lnTo>
                  <a:lnTo>
                    <a:pt x="2715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65"/>
            <p:cNvSpPr/>
            <p:nvPr/>
          </p:nvSpPr>
          <p:spPr>
            <a:xfrm>
              <a:off x="2118450" y="3437050"/>
              <a:ext cx="39250" cy="31850"/>
            </a:xfrm>
            <a:custGeom>
              <a:rect b="b" l="l" r="r" t="t"/>
              <a:pathLst>
                <a:path extrusionOk="0" h="1274" w="1570">
                  <a:moveTo>
                    <a:pt x="1485" y="1"/>
                  </a:moveTo>
                  <a:lnTo>
                    <a:pt x="1400" y="43"/>
                  </a:lnTo>
                  <a:lnTo>
                    <a:pt x="1103" y="340"/>
                  </a:lnTo>
                  <a:lnTo>
                    <a:pt x="764" y="637"/>
                  </a:lnTo>
                  <a:lnTo>
                    <a:pt x="424" y="892"/>
                  </a:lnTo>
                  <a:lnTo>
                    <a:pt x="42" y="1104"/>
                  </a:lnTo>
                  <a:lnTo>
                    <a:pt x="0" y="1146"/>
                  </a:lnTo>
                  <a:lnTo>
                    <a:pt x="0" y="1231"/>
                  </a:lnTo>
                  <a:lnTo>
                    <a:pt x="42" y="1273"/>
                  </a:lnTo>
                  <a:lnTo>
                    <a:pt x="85" y="1273"/>
                  </a:lnTo>
                  <a:lnTo>
                    <a:pt x="509" y="1061"/>
                  </a:lnTo>
                  <a:lnTo>
                    <a:pt x="891" y="807"/>
                  </a:lnTo>
                  <a:lnTo>
                    <a:pt x="1273" y="510"/>
                  </a:lnTo>
                  <a:lnTo>
                    <a:pt x="1570" y="170"/>
                  </a:lnTo>
                  <a:lnTo>
                    <a:pt x="1570" y="128"/>
                  </a:lnTo>
                  <a:lnTo>
                    <a:pt x="1527" y="43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65"/>
            <p:cNvSpPr/>
            <p:nvPr/>
          </p:nvSpPr>
          <p:spPr>
            <a:xfrm>
              <a:off x="2292375" y="3801875"/>
              <a:ext cx="193025" cy="357425"/>
            </a:xfrm>
            <a:custGeom>
              <a:rect b="b" l="l" r="r" t="t"/>
              <a:pathLst>
                <a:path extrusionOk="0" h="14297" w="7721">
                  <a:moveTo>
                    <a:pt x="43" y="1"/>
                  </a:moveTo>
                  <a:lnTo>
                    <a:pt x="0" y="43"/>
                  </a:lnTo>
                  <a:lnTo>
                    <a:pt x="0" y="85"/>
                  </a:lnTo>
                  <a:lnTo>
                    <a:pt x="1230" y="1740"/>
                  </a:lnTo>
                  <a:lnTo>
                    <a:pt x="2376" y="3394"/>
                  </a:lnTo>
                  <a:lnTo>
                    <a:pt x="3436" y="5091"/>
                  </a:lnTo>
                  <a:lnTo>
                    <a:pt x="4412" y="6830"/>
                  </a:lnTo>
                  <a:lnTo>
                    <a:pt x="5345" y="8612"/>
                  </a:lnTo>
                  <a:lnTo>
                    <a:pt x="6151" y="10436"/>
                  </a:lnTo>
                  <a:lnTo>
                    <a:pt x="6915" y="12303"/>
                  </a:lnTo>
                  <a:lnTo>
                    <a:pt x="7594" y="14254"/>
                  </a:lnTo>
                  <a:lnTo>
                    <a:pt x="7636" y="14296"/>
                  </a:lnTo>
                  <a:lnTo>
                    <a:pt x="7678" y="14296"/>
                  </a:lnTo>
                  <a:lnTo>
                    <a:pt x="7678" y="14254"/>
                  </a:lnTo>
                  <a:lnTo>
                    <a:pt x="7721" y="14212"/>
                  </a:lnTo>
                  <a:lnTo>
                    <a:pt x="7424" y="13236"/>
                  </a:lnTo>
                  <a:lnTo>
                    <a:pt x="7127" y="12260"/>
                  </a:lnTo>
                  <a:lnTo>
                    <a:pt x="6788" y="11327"/>
                  </a:lnTo>
                  <a:lnTo>
                    <a:pt x="6406" y="10351"/>
                  </a:lnTo>
                  <a:lnTo>
                    <a:pt x="6024" y="9418"/>
                  </a:lnTo>
                  <a:lnTo>
                    <a:pt x="5642" y="8485"/>
                  </a:lnTo>
                  <a:lnTo>
                    <a:pt x="5175" y="7594"/>
                  </a:lnTo>
                  <a:lnTo>
                    <a:pt x="4709" y="6703"/>
                  </a:lnTo>
                  <a:lnTo>
                    <a:pt x="4242" y="5812"/>
                  </a:lnTo>
                  <a:lnTo>
                    <a:pt x="3691" y="4921"/>
                  </a:lnTo>
                  <a:lnTo>
                    <a:pt x="3182" y="4073"/>
                  </a:lnTo>
                  <a:lnTo>
                    <a:pt x="2588" y="3225"/>
                  </a:lnTo>
                  <a:lnTo>
                    <a:pt x="2036" y="2376"/>
                  </a:lnTo>
                  <a:lnTo>
                    <a:pt x="1400" y="1570"/>
                  </a:lnTo>
                  <a:lnTo>
                    <a:pt x="806" y="807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65"/>
            <p:cNvSpPr/>
            <p:nvPr/>
          </p:nvSpPr>
          <p:spPr>
            <a:xfrm>
              <a:off x="2956250" y="3834750"/>
              <a:ext cx="45625" cy="56225"/>
            </a:xfrm>
            <a:custGeom>
              <a:rect b="b" l="l" r="r" t="t"/>
              <a:pathLst>
                <a:path extrusionOk="0" h="2249" w="1825">
                  <a:moveTo>
                    <a:pt x="1655" y="1"/>
                  </a:moveTo>
                  <a:lnTo>
                    <a:pt x="1613" y="85"/>
                  </a:lnTo>
                  <a:lnTo>
                    <a:pt x="1316" y="679"/>
                  </a:lnTo>
                  <a:lnTo>
                    <a:pt x="977" y="1188"/>
                  </a:lnTo>
                  <a:lnTo>
                    <a:pt x="764" y="1443"/>
                  </a:lnTo>
                  <a:lnTo>
                    <a:pt x="552" y="1655"/>
                  </a:lnTo>
                  <a:lnTo>
                    <a:pt x="298" y="1910"/>
                  </a:lnTo>
                  <a:lnTo>
                    <a:pt x="43" y="2079"/>
                  </a:lnTo>
                  <a:lnTo>
                    <a:pt x="1" y="2122"/>
                  </a:lnTo>
                  <a:lnTo>
                    <a:pt x="1" y="2206"/>
                  </a:lnTo>
                  <a:lnTo>
                    <a:pt x="43" y="2249"/>
                  </a:lnTo>
                  <a:lnTo>
                    <a:pt x="128" y="2206"/>
                  </a:lnTo>
                  <a:lnTo>
                    <a:pt x="383" y="2037"/>
                  </a:lnTo>
                  <a:lnTo>
                    <a:pt x="680" y="1825"/>
                  </a:lnTo>
                  <a:lnTo>
                    <a:pt x="934" y="1570"/>
                  </a:lnTo>
                  <a:lnTo>
                    <a:pt x="1146" y="1358"/>
                  </a:lnTo>
                  <a:lnTo>
                    <a:pt x="1358" y="1061"/>
                  </a:lnTo>
                  <a:lnTo>
                    <a:pt x="1528" y="764"/>
                  </a:lnTo>
                  <a:lnTo>
                    <a:pt x="1698" y="467"/>
                  </a:lnTo>
                  <a:lnTo>
                    <a:pt x="1825" y="170"/>
                  </a:lnTo>
                  <a:lnTo>
                    <a:pt x="1825" y="85"/>
                  </a:lnTo>
                  <a:lnTo>
                    <a:pt x="1740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65"/>
            <p:cNvSpPr/>
            <p:nvPr/>
          </p:nvSpPr>
          <p:spPr>
            <a:xfrm>
              <a:off x="2950950" y="3831575"/>
              <a:ext cx="36100" cy="27600"/>
            </a:xfrm>
            <a:custGeom>
              <a:rect b="b" l="l" r="r" t="t"/>
              <a:pathLst>
                <a:path extrusionOk="0" h="1104" w="1444">
                  <a:moveTo>
                    <a:pt x="1273" y="0"/>
                  </a:moveTo>
                  <a:lnTo>
                    <a:pt x="1189" y="43"/>
                  </a:lnTo>
                  <a:lnTo>
                    <a:pt x="43" y="891"/>
                  </a:lnTo>
                  <a:lnTo>
                    <a:pt x="1" y="976"/>
                  </a:lnTo>
                  <a:lnTo>
                    <a:pt x="1" y="1061"/>
                  </a:lnTo>
                  <a:lnTo>
                    <a:pt x="86" y="1103"/>
                  </a:lnTo>
                  <a:lnTo>
                    <a:pt x="170" y="1103"/>
                  </a:lnTo>
                  <a:lnTo>
                    <a:pt x="976" y="552"/>
                  </a:lnTo>
                  <a:lnTo>
                    <a:pt x="1061" y="552"/>
                  </a:lnTo>
                  <a:lnTo>
                    <a:pt x="1358" y="297"/>
                  </a:lnTo>
                  <a:lnTo>
                    <a:pt x="1443" y="255"/>
                  </a:lnTo>
                  <a:lnTo>
                    <a:pt x="1443" y="170"/>
                  </a:lnTo>
                  <a:lnTo>
                    <a:pt x="1401" y="85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9" name="Google Shape;2479;p65"/>
          <p:cNvGrpSpPr/>
          <p:nvPr/>
        </p:nvGrpSpPr>
        <p:grpSpPr>
          <a:xfrm flipH="1">
            <a:off x="7735125" y="1022325"/>
            <a:ext cx="1070100" cy="674525"/>
            <a:chOff x="4551300" y="1957625"/>
            <a:chExt cx="1070100" cy="674525"/>
          </a:xfrm>
        </p:grpSpPr>
        <p:sp>
          <p:nvSpPr>
            <p:cNvPr id="2480" name="Google Shape;2480;p65"/>
            <p:cNvSpPr/>
            <p:nvPr/>
          </p:nvSpPr>
          <p:spPr>
            <a:xfrm>
              <a:off x="5120800" y="2137900"/>
              <a:ext cx="448625" cy="434850"/>
            </a:xfrm>
            <a:custGeom>
              <a:rect b="b" l="l" r="r" t="t"/>
              <a:pathLst>
                <a:path extrusionOk="0" h="17394" w="17945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424" y="17309"/>
                  </a:lnTo>
                  <a:lnTo>
                    <a:pt x="7721" y="17224"/>
                  </a:lnTo>
                  <a:lnTo>
                    <a:pt x="8273" y="17054"/>
                  </a:lnTo>
                  <a:lnTo>
                    <a:pt x="8824" y="16757"/>
                  </a:lnTo>
                  <a:lnTo>
                    <a:pt x="9376" y="16418"/>
                  </a:lnTo>
                  <a:lnTo>
                    <a:pt x="9885" y="16036"/>
                  </a:lnTo>
                  <a:lnTo>
                    <a:pt x="10394" y="15654"/>
                  </a:lnTo>
                  <a:lnTo>
                    <a:pt x="11327" y="14848"/>
                  </a:lnTo>
                  <a:lnTo>
                    <a:pt x="11964" y="14297"/>
                  </a:lnTo>
                  <a:lnTo>
                    <a:pt x="12557" y="13745"/>
                  </a:lnTo>
                  <a:lnTo>
                    <a:pt x="13151" y="13151"/>
                  </a:lnTo>
                  <a:lnTo>
                    <a:pt x="13703" y="12515"/>
                  </a:lnTo>
                  <a:lnTo>
                    <a:pt x="14806" y="11242"/>
                  </a:lnTo>
                  <a:lnTo>
                    <a:pt x="15824" y="9885"/>
                  </a:lnTo>
                  <a:lnTo>
                    <a:pt x="16503" y="8952"/>
                  </a:lnTo>
                  <a:lnTo>
                    <a:pt x="16884" y="8443"/>
                  </a:lnTo>
                  <a:lnTo>
                    <a:pt x="17266" y="7891"/>
                  </a:lnTo>
                  <a:lnTo>
                    <a:pt x="17563" y="7297"/>
                  </a:lnTo>
                  <a:lnTo>
                    <a:pt x="17818" y="6703"/>
                  </a:lnTo>
                  <a:lnTo>
                    <a:pt x="17903" y="6406"/>
                  </a:lnTo>
                  <a:lnTo>
                    <a:pt x="17945" y="6109"/>
                  </a:lnTo>
                  <a:lnTo>
                    <a:pt x="17945" y="5855"/>
                  </a:lnTo>
                  <a:lnTo>
                    <a:pt x="17945" y="5558"/>
                  </a:lnTo>
                  <a:lnTo>
                    <a:pt x="17860" y="5303"/>
                  </a:lnTo>
                  <a:lnTo>
                    <a:pt x="17775" y="5006"/>
                  </a:lnTo>
                  <a:lnTo>
                    <a:pt x="17648" y="4752"/>
                  </a:lnTo>
                  <a:lnTo>
                    <a:pt x="17521" y="4497"/>
                  </a:lnTo>
                  <a:lnTo>
                    <a:pt x="17139" y="4031"/>
                  </a:lnTo>
                  <a:lnTo>
                    <a:pt x="16672" y="3564"/>
                  </a:lnTo>
                  <a:lnTo>
                    <a:pt x="16206" y="3140"/>
                  </a:lnTo>
                  <a:lnTo>
                    <a:pt x="15697" y="2758"/>
                  </a:lnTo>
                  <a:lnTo>
                    <a:pt x="14763" y="2122"/>
                  </a:lnTo>
                  <a:lnTo>
                    <a:pt x="13703" y="1401"/>
                  </a:lnTo>
                  <a:lnTo>
                    <a:pt x="13109" y="1019"/>
                  </a:lnTo>
                  <a:lnTo>
                    <a:pt x="12473" y="679"/>
                  </a:lnTo>
                  <a:lnTo>
                    <a:pt x="11794" y="383"/>
                  </a:lnTo>
                  <a:lnTo>
                    <a:pt x="11158" y="128"/>
                  </a:lnTo>
                  <a:lnTo>
                    <a:pt x="10818" y="43"/>
                  </a:lnTo>
                  <a:lnTo>
                    <a:pt x="1047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65"/>
            <p:cNvSpPr/>
            <p:nvPr/>
          </p:nvSpPr>
          <p:spPr>
            <a:xfrm>
              <a:off x="5120800" y="2137900"/>
              <a:ext cx="351075" cy="434850"/>
            </a:xfrm>
            <a:custGeom>
              <a:rect b="b" l="l" r="r" t="t"/>
              <a:pathLst>
                <a:path extrusionOk="0" h="17394" w="14043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679" y="17266"/>
                  </a:lnTo>
                  <a:lnTo>
                    <a:pt x="8230" y="17054"/>
                  </a:lnTo>
                  <a:lnTo>
                    <a:pt x="8782" y="16800"/>
                  </a:lnTo>
                  <a:lnTo>
                    <a:pt x="9291" y="16460"/>
                  </a:lnTo>
                  <a:lnTo>
                    <a:pt x="9800" y="16121"/>
                  </a:lnTo>
                  <a:lnTo>
                    <a:pt x="10309" y="15739"/>
                  </a:lnTo>
                  <a:lnTo>
                    <a:pt x="11200" y="14975"/>
                  </a:lnTo>
                  <a:lnTo>
                    <a:pt x="10564" y="14806"/>
                  </a:lnTo>
                  <a:lnTo>
                    <a:pt x="9970" y="14594"/>
                  </a:lnTo>
                  <a:lnTo>
                    <a:pt x="9376" y="14297"/>
                  </a:lnTo>
                  <a:lnTo>
                    <a:pt x="8824" y="14000"/>
                  </a:lnTo>
                  <a:lnTo>
                    <a:pt x="8315" y="13618"/>
                  </a:lnTo>
                  <a:lnTo>
                    <a:pt x="7849" y="13236"/>
                  </a:lnTo>
                  <a:lnTo>
                    <a:pt x="7424" y="12812"/>
                  </a:lnTo>
                  <a:lnTo>
                    <a:pt x="7043" y="12303"/>
                  </a:lnTo>
                  <a:lnTo>
                    <a:pt x="6703" y="11794"/>
                  </a:lnTo>
                  <a:lnTo>
                    <a:pt x="6449" y="11242"/>
                  </a:lnTo>
                  <a:lnTo>
                    <a:pt x="6279" y="10691"/>
                  </a:lnTo>
                  <a:lnTo>
                    <a:pt x="6152" y="10055"/>
                  </a:lnTo>
                  <a:lnTo>
                    <a:pt x="6109" y="9418"/>
                  </a:lnTo>
                  <a:lnTo>
                    <a:pt x="6152" y="8782"/>
                  </a:lnTo>
                  <a:lnTo>
                    <a:pt x="6322" y="8103"/>
                  </a:lnTo>
                  <a:lnTo>
                    <a:pt x="6534" y="7382"/>
                  </a:lnTo>
                  <a:lnTo>
                    <a:pt x="6788" y="6831"/>
                  </a:lnTo>
                  <a:lnTo>
                    <a:pt x="7043" y="6322"/>
                  </a:lnTo>
                  <a:lnTo>
                    <a:pt x="7382" y="5812"/>
                  </a:lnTo>
                  <a:lnTo>
                    <a:pt x="7721" y="5346"/>
                  </a:lnTo>
                  <a:lnTo>
                    <a:pt x="8103" y="4879"/>
                  </a:lnTo>
                  <a:lnTo>
                    <a:pt x="8570" y="4455"/>
                  </a:lnTo>
                  <a:lnTo>
                    <a:pt x="8994" y="4073"/>
                  </a:lnTo>
                  <a:lnTo>
                    <a:pt x="9503" y="3691"/>
                  </a:lnTo>
                  <a:lnTo>
                    <a:pt x="10012" y="3352"/>
                  </a:lnTo>
                  <a:lnTo>
                    <a:pt x="10521" y="3013"/>
                  </a:lnTo>
                  <a:lnTo>
                    <a:pt x="11073" y="2716"/>
                  </a:lnTo>
                  <a:lnTo>
                    <a:pt x="11667" y="2461"/>
                  </a:lnTo>
                  <a:lnTo>
                    <a:pt x="12261" y="2207"/>
                  </a:lnTo>
                  <a:lnTo>
                    <a:pt x="12854" y="1995"/>
                  </a:lnTo>
                  <a:lnTo>
                    <a:pt x="13448" y="1782"/>
                  </a:lnTo>
                  <a:lnTo>
                    <a:pt x="14042" y="1613"/>
                  </a:lnTo>
                  <a:lnTo>
                    <a:pt x="13067" y="1019"/>
                  </a:lnTo>
                  <a:lnTo>
                    <a:pt x="12557" y="722"/>
                  </a:lnTo>
                  <a:lnTo>
                    <a:pt x="12006" y="467"/>
                  </a:lnTo>
                  <a:lnTo>
                    <a:pt x="11455" y="255"/>
                  </a:lnTo>
                  <a:lnTo>
                    <a:pt x="10903" y="86"/>
                  </a:lnTo>
                  <a:lnTo>
                    <a:pt x="10352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65"/>
            <p:cNvSpPr/>
            <p:nvPr/>
          </p:nvSpPr>
          <p:spPr>
            <a:xfrm>
              <a:off x="5377450" y="2418950"/>
              <a:ext cx="53050" cy="25475"/>
            </a:xfrm>
            <a:custGeom>
              <a:rect b="b" l="l" r="r" t="t"/>
              <a:pathLst>
                <a:path extrusionOk="0" h="1019" w="2122">
                  <a:moveTo>
                    <a:pt x="1740" y="0"/>
                  </a:moveTo>
                  <a:lnTo>
                    <a:pt x="1655" y="43"/>
                  </a:lnTo>
                  <a:lnTo>
                    <a:pt x="1570" y="170"/>
                  </a:lnTo>
                  <a:lnTo>
                    <a:pt x="1443" y="297"/>
                  </a:lnTo>
                  <a:lnTo>
                    <a:pt x="1316" y="382"/>
                  </a:lnTo>
                  <a:lnTo>
                    <a:pt x="1146" y="467"/>
                  </a:lnTo>
                  <a:lnTo>
                    <a:pt x="637" y="467"/>
                  </a:lnTo>
                  <a:lnTo>
                    <a:pt x="510" y="382"/>
                  </a:lnTo>
                  <a:lnTo>
                    <a:pt x="340" y="297"/>
                  </a:lnTo>
                  <a:lnTo>
                    <a:pt x="298" y="255"/>
                  </a:lnTo>
                  <a:lnTo>
                    <a:pt x="86" y="255"/>
                  </a:lnTo>
                  <a:lnTo>
                    <a:pt x="1" y="382"/>
                  </a:lnTo>
                  <a:lnTo>
                    <a:pt x="1" y="425"/>
                  </a:lnTo>
                  <a:lnTo>
                    <a:pt x="43" y="509"/>
                  </a:lnTo>
                  <a:lnTo>
                    <a:pt x="255" y="764"/>
                  </a:lnTo>
                  <a:lnTo>
                    <a:pt x="510" y="934"/>
                  </a:lnTo>
                  <a:lnTo>
                    <a:pt x="764" y="1018"/>
                  </a:lnTo>
                  <a:lnTo>
                    <a:pt x="1061" y="1018"/>
                  </a:lnTo>
                  <a:lnTo>
                    <a:pt x="1358" y="976"/>
                  </a:lnTo>
                  <a:lnTo>
                    <a:pt x="1613" y="849"/>
                  </a:lnTo>
                  <a:lnTo>
                    <a:pt x="1867" y="679"/>
                  </a:lnTo>
                  <a:lnTo>
                    <a:pt x="2079" y="467"/>
                  </a:lnTo>
                  <a:lnTo>
                    <a:pt x="2122" y="340"/>
                  </a:lnTo>
                  <a:lnTo>
                    <a:pt x="2079" y="212"/>
                  </a:lnTo>
                  <a:lnTo>
                    <a:pt x="2037" y="128"/>
                  </a:lnTo>
                  <a:lnTo>
                    <a:pt x="1952" y="43"/>
                  </a:lnTo>
                  <a:lnTo>
                    <a:pt x="186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65"/>
            <p:cNvSpPr/>
            <p:nvPr/>
          </p:nvSpPr>
          <p:spPr>
            <a:xfrm>
              <a:off x="5401850" y="2365925"/>
              <a:ext cx="49875" cy="26525"/>
            </a:xfrm>
            <a:custGeom>
              <a:rect b="b" l="l" r="r" t="t"/>
              <a:pathLst>
                <a:path extrusionOk="0" h="1061" w="1995">
                  <a:moveTo>
                    <a:pt x="1061" y="0"/>
                  </a:moveTo>
                  <a:lnTo>
                    <a:pt x="764" y="43"/>
                  </a:lnTo>
                  <a:lnTo>
                    <a:pt x="509" y="170"/>
                  </a:lnTo>
                  <a:lnTo>
                    <a:pt x="255" y="340"/>
                  </a:lnTo>
                  <a:lnTo>
                    <a:pt x="85" y="594"/>
                  </a:lnTo>
                  <a:lnTo>
                    <a:pt x="0" y="891"/>
                  </a:lnTo>
                  <a:lnTo>
                    <a:pt x="0" y="1018"/>
                  </a:lnTo>
                  <a:lnTo>
                    <a:pt x="85" y="1061"/>
                  </a:lnTo>
                  <a:lnTo>
                    <a:pt x="213" y="1061"/>
                  </a:lnTo>
                  <a:lnTo>
                    <a:pt x="255" y="976"/>
                  </a:lnTo>
                  <a:lnTo>
                    <a:pt x="340" y="806"/>
                  </a:lnTo>
                  <a:lnTo>
                    <a:pt x="467" y="679"/>
                  </a:lnTo>
                  <a:lnTo>
                    <a:pt x="637" y="552"/>
                  </a:lnTo>
                  <a:lnTo>
                    <a:pt x="806" y="509"/>
                  </a:lnTo>
                  <a:lnTo>
                    <a:pt x="976" y="467"/>
                  </a:lnTo>
                  <a:lnTo>
                    <a:pt x="1146" y="467"/>
                  </a:lnTo>
                  <a:lnTo>
                    <a:pt x="1315" y="552"/>
                  </a:lnTo>
                  <a:lnTo>
                    <a:pt x="1485" y="679"/>
                  </a:lnTo>
                  <a:lnTo>
                    <a:pt x="1570" y="721"/>
                  </a:lnTo>
                  <a:lnTo>
                    <a:pt x="1697" y="764"/>
                  </a:lnTo>
                  <a:lnTo>
                    <a:pt x="1782" y="721"/>
                  </a:lnTo>
                  <a:lnTo>
                    <a:pt x="1867" y="637"/>
                  </a:lnTo>
                  <a:lnTo>
                    <a:pt x="1952" y="552"/>
                  </a:lnTo>
                  <a:lnTo>
                    <a:pt x="1994" y="467"/>
                  </a:lnTo>
                  <a:lnTo>
                    <a:pt x="1952" y="382"/>
                  </a:lnTo>
                  <a:lnTo>
                    <a:pt x="1909" y="255"/>
                  </a:lnTo>
                  <a:lnTo>
                    <a:pt x="1655" y="128"/>
                  </a:lnTo>
                  <a:lnTo>
                    <a:pt x="1358" y="43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65"/>
            <p:cNvSpPr/>
            <p:nvPr/>
          </p:nvSpPr>
          <p:spPr>
            <a:xfrm>
              <a:off x="5473975" y="2296975"/>
              <a:ext cx="26525" cy="54125"/>
            </a:xfrm>
            <a:custGeom>
              <a:rect b="b" l="l" r="r" t="t"/>
              <a:pathLst>
                <a:path extrusionOk="0" h="2165" w="1061">
                  <a:moveTo>
                    <a:pt x="297" y="1"/>
                  </a:moveTo>
                  <a:lnTo>
                    <a:pt x="170" y="43"/>
                  </a:lnTo>
                  <a:lnTo>
                    <a:pt x="85" y="128"/>
                  </a:lnTo>
                  <a:lnTo>
                    <a:pt x="42" y="213"/>
                  </a:lnTo>
                  <a:lnTo>
                    <a:pt x="0" y="298"/>
                  </a:lnTo>
                  <a:lnTo>
                    <a:pt x="42" y="425"/>
                  </a:lnTo>
                  <a:lnTo>
                    <a:pt x="127" y="510"/>
                  </a:lnTo>
                  <a:lnTo>
                    <a:pt x="255" y="680"/>
                  </a:lnTo>
                  <a:lnTo>
                    <a:pt x="339" y="807"/>
                  </a:lnTo>
                  <a:lnTo>
                    <a:pt x="424" y="977"/>
                  </a:lnTo>
                  <a:lnTo>
                    <a:pt x="467" y="1146"/>
                  </a:lnTo>
                  <a:lnTo>
                    <a:pt x="467" y="1274"/>
                  </a:lnTo>
                  <a:lnTo>
                    <a:pt x="424" y="1443"/>
                  </a:lnTo>
                  <a:lnTo>
                    <a:pt x="339" y="1613"/>
                  </a:lnTo>
                  <a:lnTo>
                    <a:pt x="255" y="1783"/>
                  </a:lnTo>
                  <a:lnTo>
                    <a:pt x="212" y="1867"/>
                  </a:lnTo>
                  <a:lnTo>
                    <a:pt x="212" y="1952"/>
                  </a:lnTo>
                  <a:lnTo>
                    <a:pt x="255" y="2080"/>
                  </a:lnTo>
                  <a:lnTo>
                    <a:pt x="382" y="2164"/>
                  </a:lnTo>
                  <a:lnTo>
                    <a:pt x="467" y="2164"/>
                  </a:lnTo>
                  <a:lnTo>
                    <a:pt x="552" y="2122"/>
                  </a:lnTo>
                  <a:lnTo>
                    <a:pt x="764" y="1910"/>
                  </a:lnTo>
                  <a:lnTo>
                    <a:pt x="933" y="1655"/>
                  </a:lnTo>
                  <a:lnTo>
                    <a:pt x="1018" y="1358"/>
                  </a:lnTo>
                  <a:lnTo>
                    <a:pt x="1061" y="1061"/>
                  </a:lnTo>
                  <a:lnTo>
                    <a:pt x="1018" y="765"/>
                  </a:lnTo>
                  <a:lnTo>
                    <a:pt x="933" y="468"/>
                  </a:lnTo>
                  <a:lnTo>
                    <a:pt x="764" y="21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65"/>
            <p:cNvSpPr/>
            <p:nvPr/>
          </p:nvSpPr>
          <p:spPr>
            <a:xfrm>
              <a:off x="5183375" y="2358500"/>
              <a:ext cx="56225" cy="50925"/>
            </a:xfrm>
            <a:custGeom>
              <a:rect b="b" l="l" r="r" t="t"/>
              <a:pathLst>
                <a:path extrusionOk="0" h="2037" w="2249">
                  <a:moveTo>
                    <a:pt x="1825" y="0"/>
                  </a:moveTo>
                  <a:lnTo>
                    <a:pt x="1740" y="85"/>
                  </a:lnTo>
                  <a:lnTo>
                    <a:pt x="1655" y="170"/>
                  </a:lnTo>
                  <a:lnTo>
                    <a:pt x="1401" y="594"/>
                  </a:lnTo>
                  <a:lnTo>
                    <a:pt x="1273" y="806"/>
                  </a:lnTo>
                  <a:lnTo>
                    <a:pt x="1146" y="976"/>
                  </a:lnTo>
                  <a:lnTo>
                    <a:pt x="976" y="1146"/>
                  </a:lnTo>
                  <a:lnTo>
                    <a:pt x="764" y="1273"/>
                  </a:lnTo>
                  <a:lnTo>
                    <a:pt x="510" y="1358"/>
                  </a:lnTo>
                  <a:lnTo>
                    <a:pt x="255" y="1400"/>
                  </a:lnTo>
                  <a:lnTo>
                    <a:pt x="128" y="1443"/>
                  </a:lnTo>
                  <a:lnTo>
                    <a:pt x="43" y="1528"/>
                  </a:lnTo>
                  <a:lnTo>
                    <a:pt x="1" y="1655"/>
                  </a:lnTo>
                  <a:lnTo>
                    <a:pt x="43" y="1740"/>
                  </a:lnTo>
                  <a:lnTo>
                    <a:pt x="85" y="1867"/>
                  </a:lnTo>
                  <a:lnTo>
                    <a:pt x="170" y="1952"/>
                  </a:lnTo>
                  <a:lnTo>
                    <a:pt x="255" y="1994"/>
                  </a:lnTo>
                  <a:lnTo>
                    <a:pt x="382" y="2037"/>
                  </a:lnTo>
                  <a:lnTo>
                    <a:pt x="722" y="1952"/>
                  </a:lnTo>
                  <a:lnTo>
                    <a:pt x="1019" y="1824"/>
                  </a:lnTo>
                  <a:lnTo>
                    <a:pt x="1316" y="1697"/>
                  </a:lnTo>
                  <a:lnTo>
                    <a:pt x="1613" y="1485"/>
                  </a:lnTo>
                  <a:lnTo>
                    <a:pt x="1867" y="1231"/>
                  </a:lnTo>
                  <a:lnTo>
                    <a:pt x="2037" y="934"/>
                  </a:lnTo>
                  <a:lnTo>
                    <a:pt x="2164" y="637"/>
                  </a:lnTo>
                  <a:lnTo>
                    <a:pt x="2249" y="297"/>
                  </a:lnTo>
                  <a:lnTo>
                    <a:pt x="2207" y="212"/>
                  </a:lnTo>
                  <a:lnTo>
                    <a:pt x="2164" y="128"/>
                  </a:lnTo>
                  <a:lnTo>
                    <a:pt x="2079" y="43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65"/>
            <p:cNvSpPr/>
            <p:nvPr/>
          </p:nvSpPr>
          <p:spPr>
            <a:xfrm>
              <a:off x="4551300" y="1957625"/>
              <a:ext cx="1070100" cy="674525"/>
            </a:xfrm>
            <a:custGeom>
              <a:rect b="b" l="l" r="r" t="t"/>
              <a:pathLst>
                <a:path extrusionOk="0" h="26981" w="42804">
                  <a:moveTo>
                    <a:pt x="25708" y="0"/>
                  </a:moveTo>
                  <a:lnTo>
                    <a:pt x="25496" y="43"/>
                  </a:lnTo>
                  <a:lnTo>
                    <a:pt x="25284" y="85"/>
                  </a:lnTo>
                  <a:lnTo>
                    <a:pt x="24817" y="212"/>
                  </a:lnTo>
                  <a:lnTo>
                    <a:pt x="24350" y="467"/>
                  </a:lnTo>
                  <a:lnTo>
                    <a:pt x="23841" y="849"/>
                  </a:lnTo>
                  <a:lnTo>
                    <a:pt x="23375" y="1230"/>
                  </a:lnTo>
                  <a:lnTo>
                    <a:pt x="22866" y="1697"/>
                  </a:lnTo>
                  <a:lnTo>
                    <a:pt x="21932" y="2588"/>
                  </a:lnTo>
                  <a:lnTo>
                    <a:pt x="21126" y="3394"/>
                  </a:lnTo>
                  <a:lnTo>
                    <a:pt x="20320" y="4157"/>
                  </a:lnTo>
                  <a:lnTo>
                    <a:pt x="19811" y="3733"/>
                  </a:lnTo>
                  <a:lnTo>
                    <a:pt x="19217" y="3394"/>
                  </a:lnTo>
                  <a:lnTo>
                    <a:pt x="18623" y="3139"/>
                  </a:lnTo>
                  <a:lnTo>
                    <a:pt x="17987" y="2927"/>
                  </a:lnTo>
                  <a:lnTo>
                    <a:pt x="17308" y="2842"/>
                  </a:lnTo>
                  <a:lnTo>
                    <a:pt x="16630" y="2800"/>
                  </a:lnTo>
                  <a:lnTo>
                    <a:pt x="15951" y="2842"/>
                  </a:lnTo>
                  <a:lnTo>
                    <a:pt x="15230" y="2970"/>
                  </a:lnTo>
                  <a:lnTo>
                    <a:pt x="14678" y="3139"/>
                  </a:lnTo>
                  <a:lnTo>
                    <a:pt x="14169" y="3351"/>
                  </a:lnTo>
                  <a:lnTo>
                    <a:pt x="13703" y="3648"/>
                  </a:lnTo>
                  <a:lnTo>
                    <a:pt x="13236" y="3945"/>
                  </a:lnTo>
                  <a:lnTo>
                    <a:pt x="12812" y="4285"/>
                  </a:lnTo>
                  <a:lnTo>
                    <a:pt x="12430" y="4709"/>
                  </a:lnTo>
                  <a:lnTo>
                    <a:pt x="12091" y="5133"/>
                  </a:lnTo>
                  <a:lnTo>
                    <a:pt x="11794" y="5600"/>
                  </a:lnTo>
                  <a:lnTo>
                    <a:pt x="11624" y="6066"/>
                  </a:lnTo>
                  <a:lnTo>
                    <a:pt x="11454" y="6660"/>
                  </a:lnTo>
                  <a:lnTo>
                    <a:pt x="11157" y="8018"/>
                  </a:lnTo>
                  <a:lnTo>
                    <a:pt x="10860" y="9502"/>
                  </a:lnTo>
                  <a:lnTo>
                    <a:pt x="10691" y="10266"/>
                  </a:lnTo>
                  <a:lnTo>
                    <a:pt x="10479" y="10987"/>
                  </a:lnTo>
                  <a:lnTo>
                    <a:pt x="10224" y="11666"/>
                  </a:lnTo>
                  <a:lnTo>
                    <a:pt x="9927" y="12302"/>
                  </a:lnTo>
                  <a:lnTo>
                    <a:pt x="9757" y="12557"/>
                  </a:lnTo>
                  <a:lnTo>
                    <a:pt x="9588" y="12811"/>
                  </a:lnTo>
                  <a:lnTo>
                    <a:pt x="9376" y="13023"/>
                  </a:lnTo>
                  <a:lnTo>
                    <a:pt x="9164" y="13193"/>
                  </a:lnTo>
                  <a:lnTo>
                    <a:pt x="8909" y="13320"/>
                  </a:lnTo>
                  <a:lnTo>
                    <a:pt x="8654" y="13448"/>
                  </a:lnTo>
                  <a:lnTo>
                    <a:pt x="8358" y="13533"/>
                  </a:lnTo>
                  <a:lnTo>
                    <a:pt x="7721" y="13533"/>
                  </a:lnTo>
                  <a:lnTo>
                    <a:pt x="7382" y="13448"/>
                  </a:lnTo>
                  <a:lnTo>
                    <a:pt x="7000" y="13363"/>
                  </a:lnTo>
                  <a:lnTo>
                    <a:pt x="6618" y="13151"/>
                  </a:lnTo>
                  <a:lnTo>
                    <a:pt x="6576" y="13151"/>
                  </a:lnTo>
                  <a:lnTo>
                    <a:pt x="6830" y="12769"/>
                  </a:lnTo>
                  <a:lnTo>
                    <a:pt x="7085" y="12345"/>
                  </a:lnTo>
                  <a:lnTo>
                    <a:pt x="7297" y="11921"/>
                  </a:lnTo>
                  <a:lnTo>
                    <a:pt x="7509" y="11496"/>
                  </a:lnTo>
                  <a:lnTo>
                    <a:pt x="7509" y="11411"/>
                  </a:lnTo>
                  <a:lnTo>
                    <a:pt x="7509" y="11327"/>
                  </a:lnTo>
                  <a:lnTo>
                    <a:pt x="7467" y="11242"/>
                  </a:lnTo>
                  <a:lnTo>
                    <a:pt x="7424" y="11157"/>
                  </a:lnTo>
                  <a:lnTo>
                    <a:pt x="6533" y="10436"/>
                  </a:lnTo>
                  <a:lnTo>
                    <a:pt x="5685" y="9715"/>
                  </a:lnTo>
                  <a:lnTo>
                    <a:pt x="4879" y="8909"/>
                  </a:lnTo>
                  <a:lnTo>
                    <a:pt x="4158" y="8060"/>
                  </a:lnTo>
                  <a:lnTo>
                    <a:pt x="4073" y="8018"/>
                  </a:lnTo>
                  <a:lnTo>
                    <a:pt x="3903" y="8018"/>
                  </a:lnTo>
                  <a:lnTo>
                    <a:pt x="3861" y="8060"/>
                  </a:lnTo>
                  <a:lnTo>
                    <a:pt x="1103" y="11242"/>
                  </a:lnTo>
                  <a:lnTo>
                    <a:pt x="764" y="11581"/>
                  </a:lnTo>
                  <a:lnTo>
                    <a:pt x="382" y="12048"/>
                  </a:lnTo>
                  <a:lnTo>
                    <a:pt x="213" y="12260"/>
                  </a:lnTo>
                  <a:lnTo>
                    <a:pt x="85" y="12514"/>
                  </a:lnTo>
                  <a:lnTo>
                    <a:pt x="1" y="12769"/>
                  </a:lnTo>
                  <a:lnTo>
                    <a:pt x="1" y="12981"/>
                  </a:lnTo>
                  <a:lnTo>
                    <a:pt x="85" y="13193"/>
                  </a:lnTo>
                  <a:lnTo>
                    <a:pt x="255" y="13405"/>
                  </a:lnTo>
                  <a:lnTo>
                    <a:pt x="467" y="13575"/>
                  </a:lnTo>
                  <a:lnTo>
                    <a:pt x="722" y="13702"/>
                  </a:lnTo>
                  <a:lnTo>
                    <a:pt x="1231" y="13914"/>
                  </a:lnTo>
                  <a:lnTo>
                    <a:pt x="1697" y="14084"/>
                  </a:lnTo>
                  <a:lnTo>
                    <a:pt x="2419" y="14381"/>
                  </a:lnTo>
                  <a:lnTo>
                    <a:pt x="3182" y="14635"/>
                  </a:lnTo>
                  <a:lnTo>
                    <a:pt x="3988" y="14805"/>
                  </a:lnTo>
                  <a:lnTo>
                    <a:pt x="4752" y="14932"/>
                  </a:lnTo>
                  <a:lnTo>
                    <a:pt x="4879" y="14890"/>
                  </a:lnTo>
                  <a:lnTo>
                    <a:pt x="4921" y="14805"/>
                  </a:lnTo>
                  <a:lnTo>
                    <a:pt x="4879" y="14720"/>
                  </a:lnTo>
                  <a:lnTo>
                    <a:pt x="4794" y="14635"/>
                  </a:lnTo>
                  <a:lnTo>
                    <a:pt x="3946" y="14423"/>
                  </a:lnTo>
                  <a:lnTo>
                    <a:pt x="3097" y="14211"/>
                  </a:lnTo>
                  <a:lnTo>
                    <a:pt x="2037" y="13872"/>
                  </a:lnTo>
                  <a:lnTo>
                    <a:pt x="1485" y="13660"/>
                  </a:lnTo>
                  <a:lnTo>
                    <a:pt x="1273" y="13533"/>
                  </a:lnTo>
                  <a:lnTo>
                    <a:pt x="1103" y="13363"/>
                  </a:lnTo>
                  <a:lnTo>
                    <a:pt x="849" y="13278"/>
                  </a:lnTo>
                  <a:lnTo>
                    <a:pt x="722" y="13236"/>
                  </a:lnTo>
                  <a:lnTo>
                    <a:pt x="679" y="13151"/>
                  </a:lnTo>
                  <a:lnTo>
                    <a:pt x="679" y="13023"/>
                  </a:lnTo>
                  <a:lnTo>
                    <a:pt x="679" y="12939"/>
                  </a:lnTo>
                  <a:lnTo>
                    <a:pt x="807" y="12642"/>
                  </a:lnTo>
                  <a:lnTo>
                    <a:pt x="849" y="12387"/>
                  </a:lnTo>
                  <a:lnTo>
                    <a:pt x="891" y="12133"/>
                  </a:lnTo>
                  <a:lnTo>
                    <a:pt x="1061" y="11921"/>
                  </a:lnTo>
                  <a:lnTo>
                    <a:pt x="1231" y="11751"/>
                  </a:lnTo>
                  <a:lnTo>
                    <a:pt x="1528" y="11369"/>
                  </a:lnTo>
                  <a:lnTo>
                    <a:pt x="1867" y="10987"/>
                  </a:lnTo>
                  <a:lnTo>
                    <a:pt x="2546" y="10266"/>
                  </a:lnTo>
                  <a:lnTo>
                    <a:pt x="3140" y="9418"/>
                  </a:lnTo>
                  <a:lnTo>
                    <a:pt x="3521" y="8951"/>
                  </a:lnTo>
                  <a:lnTo>
                    <a:pt x="3691" y="8824"/>
                  </a:lnTo>
                  <a:lnTo>
                    <a:pt x="3818" y="8739"/>
                  </a:lnTo>
                  <a:lnTo>
                    <a:pt x="3988" y="8739"/>
                  </a:lnTo>
                  <a:lnTo>
                    <a:pt x="4115" y="8781"/>
                  </a:lnTo>
                  <a:lnTo>
                    <a:pt x="4243" y="8824"/>
                  </a:lnTo>
                  <a:lnTo>
                    <a:pt x="4327" y="8909"/>
                  </a:lnTo>
                  <a:lnTo>
                    <a:pt x="4540" y="9121"/>
                  </a:lnTo>
                  <a:lnTo>
                    <a:pt x="4752" y="9375"/>
                  </a:lnTo>
                  <a:lnTo>
                    <a:pt x="5303" y="9927"/>
                  </a:lnTo>
                  <a:lnTo>
                    <a:pt x="5897" y="10436"/>
                  </a:lnTo>
                  <a:lnTo>
                    <a:pt x="6491" y="10945"/>
                  </a:lnTo>
                  <a:lnTo>
                    <a:pt x="7085" y="11411"/>
                  </a:lnTo>
                  <a:lnTo>
                    <a:pt x="6661" y="12260"/>
                  </a:lnTo>
                  <a:lnTo>
                    <a:pt x="6152" y="13066"/>
                  </a:lnTo>
                  <a:lnTo>
                    <a:pt x="5600" y="13872"/>
                  </a:lnTo>
                  <a:lnTo>
                    <a:pt x="4964" y="14593"/>
                  </a:lnTo>
                  <a:lnTo>
                    <a:pt x="4921" y="14678"/>
                  </a:lnTo>
                  <a:lnTo>
                    <a:pt x="4964" y="14763"/>
                  </a:lnTo>
                  <a:lnTo>
                    <a:pt x="5006" y="14805"/>
                  </a:lnTo>
                  <a:lnTo>
                    <a:pt x="5091" y="14763"/>
                  </a:lnTo>
                  <a:lnTo>
                    <a:pt x="5473" y="14423"/>
                  </a:lnTo>
                  <a:lnTo>
                    <a:pt x="5812" y="14084"/>
                  </a:lnTo>
                  <a:lnTo>
                    <a:pt x="6109" y="13745"/>
                  </a:lnTo>
                  <a:lnTo>
                    <a:pt x="6406" y="13363"/>
                  </a:lnTo>
                  <a:lnTo>
                    <a:pt x="6449" y="13405"/>
                  </a:lnTo>
                  <a:lnTo>
                    <a:pt x="6958" y="13660"/>
                  </a:lnTo>
                  <a:lnTo>
                    <a:pt x="7467" y="13787"/>
                  </a:lnTo>
                  <a:lnTo>
                    <a:pt x="7933" y="13787"/>
                  </a:lnTo>
                  <a:lnTo>
                    <a:pt x="8358" y="13745"/>
                  </a:lnTo>
                  <a:lnTo>
                    <a:pt x="8739" y="13617"/>
                  </a:lnTo>
                  <a:lnTo>
                    <a:pt x="9121" y="13405"/>
                  </a:lnTo>
                  <a:lnTo>
                    <a:pt x="9460" y="13108"/>
                  </a:lnTo>
                  <a:lnTo>
                    <a:pt x="9757" y="12769"/>
                  </a:lnTo>
                  <a:lnTo>
                    <a:pt x="10054" y="12387"/>
                  </a:lnTo>
                  <a:lnTo>
                    <a:pt x="10309" y="12005"/>
                  </a:lnTo>
                  <a:lnTo>
                    <a:pt x="10563" y="11581"/>
                  </a:lnTo>
                  <a:lnTo>
                    <a:pt x="10733" y="11115"/>
                  </a:lnTo>
                  <a:lnTo>
                    <a:pt x="10903" y="10648"/>
                  </a:lnTo>
                  <a:lnTo>
                    <a:pt x="11072" y="10181"/>
                  </a:lnTo>
                  <a:lnTo>
                    <a:pt x="11242" y="9290"/>
                  </a:lnTo>
                  <a:lnTo>
                    <a:pt x="11454" y="8272"/>
                  </a:lnTo>
                  <a:lnTo>
                    <a:pt x="11709" y="7297"/>
                  </a:lnTo>
                  <a:lnTo>
                    <a:pt x="11836" y="6788"/>
                  </a:lnTo>
                  <a:lnTo>
                    <a:pt x="12006" y="6363"/>
                  </a:lnTo>
                  <a:lnTo>
                    <a:pt x="12218" y="5897"/>
                  </a:lnTo>
                  <a:lnTo>
                    <a:pt x="12430" y="5472"/>
                  </a:lnTo>
                  <a:lnTo>
                    <a:pt x="12684" y="5091"/>
                  </a:lnTo>
                  <a:lnTo>
                    <a:pt x="12939" y="4709"/>
                  </a:lnTo>
                  <a:lnTo>
                    <a:pt x="13278" y="4370"/>
                  </a:lnTo>
                  <a:lnTo>
                    <a:pt x="13618" y="4073"/>
                  </a:lnTo>
                  <a:lnTo>
                    <a:pt x="14042" y="3818"/>
                  </a:lnTo>
                  <a:lnTo>
                    <a:pt x="14509" y="3564"/>
                  </a:lnTo>
                  <a:lnTo>
                    <a:pt x="15018" y="3351"/>
                  </a:lnTo>
                  <a:lnTo>
                    <a:pt x="15569" y="3224"/>
                  </a:lnTo>
                  <a:lnTo>
                    <a:pt x="16205" y="3097"/>
                  </a:lnTo>
                  <a:lnTo>
                    <a:pt x="16842" y="3097"/>
                  </a:lnTo>
                  <a:lnTo>
                    <a:pt x="17436" y="3139"/>
                  </a:lnTo>
                  <a:lnTo>
                    <a:pt x="18030" y="3267"/>
                  </a:lnTo>
                  <a:lnTo>
                    <a:pt x="18581" y="3436"/>
                  </a:lnTo>
                  <a:lnTo>
                    <a:pt x="19133" y="3691"/>
                  </a:lnTo>
                  <a:lnTo>
                    <a:pt x="19642" y="3988"/>
                  </a:lnTo>
                  <a:lnTo>
                    <a:pt x="20151" y="4327"/>
                  </a:lnTo>
                  <a:lnTo>
                    <a:pt x="18199" y="6236"/>
                  </a:lnTo>
                  <a:lnTo>
                    <a:pt x="16290" y="8145"/>
                  </a:lnTo>
                  <a:lnTo>
                    <a:pt x="16248" y="8230"/>
                  </a:lnTo>
                  <a:lnTo>
                    <a:pt x="16248" y="8315"/>
                  </a:lnTo>
                  <a:lnTo>
                    <a:pt x="16248" y="8400"/>
                  </a:lnTo>
                  <a:lnTo>
                    <a:pt x="16290" y="8484"/>
                  </a:lnTo>
                  <a:lnTo>
                    <a:pt x="16375" y="8527"/>
                  </a:lnTo>
                  <a:lnTo>
                    <a:pt x="16502" y="8527"/>
                  </a:lnTo>
                  <a:lnTo>
                    <a:pt x="16587" y="8484"/>
                  </a:lnTo>
                  <a:lnTo>
                    <a:pt x="18539" y="6533"/>
                  </a:lnTo>
                  <a:lnTo>
                    <a:pt x="20490" y="4624"/>
                  </a:lnTo>
                  <a:lnTo>
                    <a:pt x="20872" y="4963"/>
                  </a:lnTo>
                  <a:lnTo>
                    <a:pt x="21169" y="5303"/>
                  </a:lnTo>
                  <a:lnTo>
                    <a:pt x="21466" y="5685"/>
                  </a:lnTo>
                  <a:lnTo>
                    <a:pt x="21763" y="6066"/>
                  </a:lnTo>
                  <a:lnTo>
                    <a:pt x="21678" y="6151"/>
                  </a:lnTo>
                  <a:lnTo>
                    <a:pt x="21169" y="6618"/>
                  </a:lnTo>
                  <a:lnTo>
                    <a:pt x="20617" y="7042"/>
                  </a:lnTo>
                  <a:lnTo>
                    <a:pt x="20278" y="7297"/>
                  </a:lnTo>
                  <a:lnTo>
                    <a:pt x="20151" y="7339"/>
                  </a:lnTo>
                  <a:lnTo>
                    <a:pt x="19939" y="7339"/>
                  </a:lnTo>
                  <a:lnTo>
                    <a:pt x="19811" y="7254"/>
                  </a:lnTo>
                  <a:lnTo>
                    <a:pt x="19514" y="6957"/>
                  </a:lnTo>
                  <a:lnTo>
                    <a:pt x="19429" y="6957"/>
                  </a:lnTo>
                  <a:lnTo>
                    <a:pt x="19387" y="6915"/>
                  </a:lnTo>
                  <a:lnTo>
                    <a:pt x="19302" y="6957"/>
                  </a:lnTo>
                  <a:lnTo>
                    <a:pt x="19260" y="7084"/>
                  </a:lnTo>
                  <a:lnTo>
                    <a:pt x="19260" y="7127"/>
                  </a:lnTo>
                  <a:lnTo>
                    <a:pt x="19302" y="7169"/>
                  </a:lnTo>
                  <a:lnTo>
                    <a:pt x="19939" y="7933"/>
                  </a:lnTo>
                  <a:lnTo>
                    <a:pt x="20023" y="7975"/>
                  </a:lnTo>
                  <a:lnTo>
                    <a:pt x="20151" y="7975"/>
                  </a:lnTo>
                  <a:lnTo>
                    <a:pt x="20235" y="7933"/>
                  </a:lnTo>
                  <a:lnTo>
                    <a:pt x="21975" y="6448"/>
                  </a:lnTo>
                  <a:lnTo>
                    <a:pt x="22314" y="7042"/>
                  </a:lnTo>
                  <a:lnTo>
                    <a:pt x="22569" y="7636"/>
                  </a:lnTo>
                  <a:lnTo>
                    <a:pt x="22611" y="7678"/>
                  </a:lnTo>
                  <a:lnTo>
                    <a:pt x="22653" y="7678"/>
                  </a:lnTo>
                  <a:lnTo>
                    <a:pt x="22696" y="7636"/>
                  </a:lnTo>
                  <a:lnTo>
                    <a:pt x="22696" y="7594"/>
                  </a:lnTo>
                  <a:lnTo>
                    <a:pt x="22441" y="6915"/>
                  </a:lnTo>
                  <a:lnTo>
                    <a:pt x="22144" y="6321"/>
                  </a:lnTo>
                  <a:lnTo>
                    <a:pt x="22653" y="5897"/>
                  </a:lnTo>
                  <a:lnTo>
                    <a:pt x="23587" y="5176"/>
                  </a:lnTo>
                  <a:lnTo>
                    <a:pt x="23799" y="4963"/>
                  </a:lnTo>
                  <a:lnTo>
                    <a:pt x="24011" y="4751"/>
                  </a:lnTo>
                  <a:lnTo>
                    <a:pt x="24181" y="4497"/>
                  </a:lnTo>
                  <a:lnTo>
                    <a:pt x="24308" y="4285"/>
                  </a:lnTo>
                  <a:lnTo>
                    <a:pt x="24393" y="4030"/>
                  </a:lnTo>
                  <a:lnTo>
                    <a:pt x="24393" y="3776"/>
                  </a:lnTo>
                  <a:lnTo>
                    <a:pt x="24350" y="3564"/>
                  </a:lnTo>
                  <a:lnTo>
                    <a:pt x="24266" y="3351"/>
                  </a:lnTo>
                  <a:lnTo>
                    <a:pt x="24096" y="3224"/>
                  </a:lnTo>
                  <a:lnTo>
                    <a:pt x="23926" y="3097"/>
                  </a:lnTo>
                  <a:lnTo>
                    <a:pt x="23714" y="3054"/>
                  </a:lnTo>
                  <a:lnTo>
                    <a:pt x="23459" y="3097"/>
                  </a:lnTo>
                  <a:lnTo>
                    <a:pt x="23375" y="3139"/>
                  </a:lnTo>
                  <a:lnTo>
                    <a:pt x="23332" y="3182"/>
                  </a:lnTo>
                  <a:lnTo>
                    <a:pt x="23290" y="3267"/>
                  </a:lnTo>
                  <a:lnTo>
                    <a:pt x="23290" y="3351"/>
                  </a:lnTo>
                  <a:lnTo>
                    <a:pt x="23332" y="3394"/>
                  </a:lnTo>
                  <a:lnTo>
                    <a:pt x="23375" y="3479"/>
                  </a:lnTo>
                  <a:lnTo>
                    <a:pt x="23544" y="3479"/>
                  </a:lnTo>
                  <a:lnTo>
                    <a:pt x="23714" y="3860"/>
                  </a:lnTo>
                  <a:lnTo>
                    <a:pt x="23714" y="4030"/>
                  </a:lnTo>
                  <a:lnTo>
                    <a:pt x="23714" y="4200"/>
                  </a:lnTo>
                  <a:lnTo>
                    <a:pt x="23672" y="4327"/>
                  </a:lnTo>
                  <a:lnTo>
                    <a:pt x="23629" y="4454"/>
                  </a:lnTo>
                  <a:lnTo>
                    <a:pt x="23502" y="4582"/>
                  </a:lnTo>
                  <a:lnTo>
                    <a:pt x="23375" y="4666"/>
                  </a:lnTo>
                  <a:lnTo>
                    <a:pt x="22696" y="5260"/>
                  </a:lnTo>
                  <a:lnTo>
                    <a:pt x="21932" y="5939"/>
                  </a:lnTo>
                  <a:lnTo>
                    <a:pt x="21635" y="5515"/>
                  </a:lnTo>
                  <a:lnTo>
                    <a:pt x="21338" y="5133"/>
                  </a:lnTo>
                  <a:lnTo>
                    <a:pt x="21041" y="4794"/>
                  </a:lnTo>
                  <a:lnTo>
                    <a:pt x="20702" y="4454"/>
                  </a:lnTo>
                  <a:lnTo>
                    <a:pt x="22738" y="2630"/>
                  </a:lnTo>
                  <a:lnTo>
                    <a:pt x="23672" y="1739"/>
                  </a:lnTo>
                  <a:lnTo>
                    <a:pt x="24181" y="1273"/>
                  </a:lnTo>
                  <a:lnTo>
                    <a:pt x="24435" y="1103"/>
                  </a:lnTo>
                  <a:lnTo>
                    <a:pt x="24647" y="976"/>
                  </a:lnTo>
                  <a:lnTo>
                    <a:pt x="25029" y="891"/>
                  </a:lnTo>
                  <a:lnTo>
                    <a:pt x="25368" y="849"/>
                  </a:lnTo>
                  <a:lnTo>
                    <a:pt x="26090" y="849"/>
                  </a:lnTo>
                  <a:lnTo>
                    <a:pt x="26471" y="933"/>
                  </a:lnTo>
                  <a:lnTo>
                    <a:pt x="26811" y="1018"/>
                  </a:lnTo>
                  <a:lnTo>
                    <a:pt x="27447" y="1315"/>
                  </a:lnTo>
                  <a:lnTo>
                    <a:pt x="27914" y="1527"/>
                  </a:lnTo>
                  <a:lnTo>
                    <a:pt x="28380" y="1782"/>
                  </a:lnTo>
                  <a:lnTo>
                    <a:pt x="29271" y="2291"/>
                  </a:lnTo>
                  <a:lnTo>
                    <a:pt x="30968" y="3436"/>
                  </a:lnTo>
                  <a:lnTo>
                    <a:pt x="32707" y="4539"/>
                  </a:lnTo>
                  <a:lnTo>
                    <a:pt x="34447" y="5685"/>
                  </a:lnTo>
                  <a:lnTo>
                    <a:pt x="36143" y="6872"/>
                  </a:lnTo>
                  <a:lnTo>
                    <a:pt x="37798" y="8060"/>
                  </a:lnTo>
                  <a:lnTo>
                    <a:pt x="38731" y="8696"/>
                  </a:lnTo>
                  <a:lnTo>
                    <a:pt x="39792" y="9418"/>
                  </a:lnTo>
                  <a:lnTo>
                    <a:pt x="40301" y="9757"/>
                  </a:lnTo>
                  <a:lnTo>
                    <a:pt x="40767" y="10139"/>
                  </a:lnTo>
                  <a:lnTo>
                    <a:pt x="41192" y="10521"/>
                  </a:lnTo>
                  <a:lnTo>
                    <a:pt x="41573" y="10945"/>
                  </a:lnTo>
                  <a:lnTo>
                    <a:pt x="41828" y="11369"/>
                  </a:lnTo>
                  <a:lnTo>
                    <a:pt x="41998" y="11751"/>
                  </a:lnTo>
                  <a:lnTo>
                    <a:pt x="42082" y="12175"/>
                  </a:lnTo>
                  <a:lnTo>
                    <a:pt x="42125" y="12557"/>
                  </a:lnTo>
                  <a:lnTo>
                    <a:pt x="42125" y="12981"/>
                  </a:lnTo>
                  <a:lnTo>
                    <a:pt x="42040" y="13363"/>
                  </a:lnTo>
                  <a:lnTo>
                    <a:pt x="41913" y="13787"/>
                  </a:lnTo>
                  <a:lnTo>
                    <a:pt x="41743" y="14169"/>
                  </a:lnTo>
                  <a:lnTo>
                    <a:pt x="41573" y="14551"/>
                  </a:lnTo>
                  <a:lnTo>
                    <a:pt x="41361" y="14890"/>
                  </a:lnTo>
                  <a:lnTo>
                    <a:pt x="40852" y="15611"/>
                  </a:lnTo>
                  <a:lnTo>
                    <a:pt x="39877" y="16926"/>
                  </a:lnTo>
                  <a:lnTo>
                    <a:pt x="39198" y="17775"/>
                  </a:lnTo>
                  <a:lnTo>
                    <a:pt x="38519" y="18623"/>
                  </a:lnTo>
                  <a:lnTo>
                    <a:pt x="37798" y="19429"/>
                  </a:lnTo>
                  <a:lnTo>
                    <a:pt x="37077" y="20235"/>
                  </a:lnTo>
                  <a:lnTo>
                    <a:pt x="36313" y="20999"/>
                  </a:lnTo>
                  <a:lnTo>
                    <a:pt x="35550" y="21762"/>
                  </a:lnTo>
                  <a:lnTo>
                    <a:pt x="34744" y="22483"/>
                  </a:lnTo>
                  <a:lnTo>
                    <a:pt x="33895" y="23205"/>
                  </a:lnTo>
                  <a:lnTo>
                    <a:pt x="33089" y="23883"/>
                  </a:lnTo>
                  <a:lnTo>
                    <a:pt x="32241" y="24562"/>
                  </a:lnTo>
                  <a:lnTo>
                    <a:pt x="31350" y="25241"/>
                  </a:lnTo>
                  <a:lnTo>
                    <a:pt x="30926" y="25495"/>
                  </a:lnTo>
                  <a:lnTo>
                    <a:pt x="30459" y="25792"/>
                  </a:lnTo>
                  <a:lnTo>
                    <a:pt x="29992" y="26047"/>
                  </a:lnTo>
                  <a:lnTo>
                    <a:pt x="29441" y="26301"/>
                  </a:lnTo>
                  <a:lnTo>
                    <a:pt x="29186" y="26386"/>
                  </a:lnTo>
                  <a:lnTo>
                    <a:pt x="28889" y="26471"/>
                  </a:lnTo>
                  <a:lnTo>
                    <a:pt x="28635" y="26513"/>
                  </a:lnTo>
                  <a:lnTo>
                    <a:pt x="28380" y="26471"/>
                  </a:lnTo>
                  <a:lnTo>
                    <a:pt x="28168" y="26429"/>
                  </a:lnTo>
                  <a:lnTo>
                    <a:pt x="27956" y="26344"/>
                  </a:lnTo>
                  <a:lnTo>
                    <a:pt x="27490" y="26089"/>
                  </a:lnTo>
                  <a:lnTo>
                    <a:pt x="27065" y="25707"/>
                  </a:lnTo>
                  <a:lnTo>
                    <a:pt x="26684" y="25326"/>
                  </a:lnTo>
                  <a:lnTo>
                    <a:pt x="26302" y="24901"/>
                  </a:lnTo>
                  <a:lnTo>
                    <a:pt x="25920" y="24435"/>
                  </a:lnTo>
                  <a:lnTo>
                    <a:pt x="25368" y="23629"/>
                  </a:lnTo>
                  <a:lnTo>
                    <a:pt x="24266" y="21762"/>
                  </a:lnTo>
                  <a:lnTo>
                    <a:pt x="23163" y="19896"/>
                  </a:lnTo>
                  <a:lnTo>
                    <a:pt x="20999" y="16120"/>
                  </a:lnTo>
                  <a:lnTo>
                    <a:pt x="18836" y="12345"/>
                  </a:lnTo>
                  <a:lnTo>
                    <a:pt x="16587" y="8612"/>
                  </a:lnTo>
                  <a:lnTo>
                    <a:pt x="16545" y="8569"/>
                  </a:lnTo>
                  <a:lnTo>
                    <a:pt x="16502" y="8527"/>
                  </a:lnTo>
                  <a:lnTo>
                    <a:pt x="16418" y="8569"/>
                  </a:lnTo>
                  <a:lnTo>
                    <a:pt x="16333" y="8654"/>
                  </a:lnTo>
                  <a:lnTo>
                    <a:pt x="16333" y="8696"/>
                  </a:lnTo>
                  <a:lnTo>
                    <a:pt x="16333" y="8781"/>
                  </a:lnTo>
                  <a:lnTo>
                    <a:pt x="17054" y="10181"/>
                  </a:lnTo>
                  <a:lnTo>
                    <a:pt x="17817" y="11581"/>
                  </a:lnTo>
                  <a:lnTo>
                    <a:pt x="19345" y="14339"/>
                  </a:lnTo>
                  <a:lnTo>
                    <a:pt x="20957" y="17096"/>
                  </a:lnTo>
                  <a:lnTo>
                    <a:pt x="22569" y="19853"/>
                  </a:lnTo>
                  <a:lnTo>
                    <a:pt x="24096" y="22399"/>
                  </a:lnTo>
                  <a:lnTo>
                    <a:pt x="24859" y="23671"/>
                  </a:lnTo>
                  <a:lnTo>
                    <a:pt x="25623" y="24901"/>
                  </a:lnTo>
                  <a:lnTo>
                    <a:pt x="26090" y="25580"/>
                  </a:lnTo>
                  <a:lnTo>
                    <a:pt x="26302" y="25877"/>
                  </a:lnTo>
                  <a:lnTo>
                    <a:pt x="26556" y="26174"/>
                  </a:lnTo>
                  <a:lnTo>
                    <a:pt x="26853" y="26429"/>
                  </a:lnTo>
                  <a:lnTo>
                    <a:pt x="27150" y="26641"/>
                  </a:lnTo>
                  <a:lnTo>
                    <a:pt x="27490" y="26810"/>
                  </a:lnTo>
                  <a:lnTo>
                    <a:pt x="27871" y="26895"/>
                  </a:lnTo>
                  <a:lnTo>
                    <a:pt x="28296" y="26980"/>
                  </a:lnTo>
                  <a:lnTo>
                    <a:pt x="28720" y="26980"/>
                  </a:lnTo>
                  <a:lnTo>
                    <a:pt x="29144" y="26895"/>
                  </a:lnTo>
                  <a:lnTo>
                    <a:pt x="29526" y="26810"/>
                  </a:lnTo>
                  <a:lnTo>
                    <a:pt x="29950" y="26641"/>
                  </a:lnTo>
                  <a:lnTo>
                    <a:pt x="30374" y="26471"/>
                  </a:lnTo>
                  <a:lnTo>
                    <a:pt x="30756" y="26259"/>
                  </a:lnTo>
                  <a:lnTo>
                    <a:pt x="31180" y="26004"/>
                  </a:lnTo>
                  <a:lnTo>
                    <a:pt x="31944" y="25495"/>
                  </a:lnTo>
                  <a:lnTo>
                    <a:pt x="32665" y="24901"/>
                  </a:lnTo>
                  <a:lnTo>
                    <a:pt x="33938" y="23841"/>
                  </a:lnTo>
                  <a:lnTo>
                    <a:pt x="34998" y="22908"/>
                  </a:lnTo>
                  <a:lnTo>
                    <a:pt x="36059" y="21974"/>
                  </a:lnTo>
                  <a:lnTo>
                    <a:pt x="37034" y="20956"/>
                  </a:lnTo>
                  <a:lnTo>
                    <a:pt x="38010" y="19938"/>
                  </a:lnTo>
                  <a:lnTo>
                    <a:pt x="38901" y="18920"/>
                  </a:lnTo>
                  <a:lnTo>
                    <a:pt x="39792" y="17817"/>
                  </a:lnTo>
                  <a:lnTo>
                    <a:pt x="40640" y="16714"/>
                  </a:lnTo>
                  <a:lnTo>
                    <a:pt x="41446" y="15569"/>
                  </a:lnTo>
                  <a:lnTo>
                    <a:pt x="41955" y="14763"/>
                  </a:lnTo>
                  <a:lnTo>
                    <a:pt x="42379" y="14042"/>
                  </a:lnTo>
                  <a:lnTo>
                    <a:pt x="42549" y="13702"/>
                  </a:lnTo>
                  <a:lnTo>
                    <a:pt x="42676" y="13363"/>
                  </a:lnTo>
                  <a:lnTo>
                    <a:pt x="42761" y="13066"/>
                  </a:lnTo>
                  <a:lnTo>
                    <a:pt x="42804" y="12727"/>
                  </a:lnTo>
                  <a:lnTo>
                    <a:pt x="42804" y="12430"/>
                  </a:lnTo>
                  <a:lnTo>
                    <a:pt x="42761" y="12090"/>
                  </a:lnTo>
                  <a:lnTo>
                    <a:pt x="42676" y="11793"/>
                  </a:lnTo>
                  <a:lnTo>
                    <a:pt x="42507" y="11454"/>
                  </a:lnTo>
                  <a:lnTo>
                    <a:pt x="42295" y="11157"/>
                  </a:lnTo>
                  <a:lnTo>
                    <a:pt x="42040" y="10818"/>
                  </a:lnTo>
                  <a:lnTo>
                    <a:pt x="41743" y="10478"/>
                  </a:lnTo>
                  <a:lnTo>
                    <a:pt x="41361" y="10139"/>
                  </a:lnTo>
                  <a:lnTo>
                    <a:pt x="40216" y="9206"/>
                  </a:lnTo>
                  <a:lnTo>
                    <a:pt x="39113" y="8357"/>
                  </a:lnTo>
                  <a:lnTo>
                    <a:pt x="37925" y="7466"/>
                  </a:lnTo>
                  <a:lnTo>
                    <a:pt x="36737" y="6660"/>
                  </a:lnTo>
                  <a:lnTo>
                    <a:pt x="34362" y="5048"/>
                  </a:lnTo>
                  <a:lnTo>
                    <a:pt x="31944" y="3479"/>
                  </a:lnTo>
                  <a:lnTo>
                    <a:pt x="30671" y="2588"/>
                  </a:lnTo>
                  <a:lnTo>
                    <a:pt x="29314" y="1697"/>
                  </a:lnTo>
                  <a:lnTo>
                    <a:pt x="28635" y="1273"/>
                  </a:lnTo>
                  <a:lnTo>
                    <a:pt x="27956" y="849"/>
                  </a:lnTo>
                  <a:lnTo>
                    <a:pt x="27277" y="509"/>
                  </a:lnTo>
                  <a:lnTo>
                    <a:pt x="26556" y="212"/>
                  </a:lnTo>
                  <a:lnTo>
                    <a:pt x="26090" y="85"/>
                  </a:lnTo>
                  <a:lnTo>
                    <a:pt x="25708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65"/>
            <p:cNvSpPr/>
            <p:nvPr/>
          </p:nvSpPr>
          <p:spPr>
            <a:xfrm>
              <a:off x="4597975" y="2280025"/>
              <a:ext cx="57275" cy="22300"/>
            </a:xfrm>
            <a:custGeom>
              <a:rect b="b" l="l" r="r" t="t"/>
              <a:pathLst>
                <a:path extrusionOk="0" h="892" w="2291">
                  <a:moveTo>
                    <a:pt x="85" y="0"/>
                  </a:moveTo>
                  <a:lnTo>
                    <a:pt x="0" y="43"/>
                  </a:lnTo>
                  <a:lnTo>
                    <a:pt x="0" y="127"/>
                  </a:lnTo>
                  <a:lnTo>
                    <a:pt x="42" y="170"/>
                  </a:lnTo>
                  <a:lnTo>
                    <a:pt x="509" y="509"/>
                  </a:lnTo>
                  <a:lnTo>
                    <a:pt x="764" y="637"/>
                  </a:lnTo>
                  <a:lnTo>
                    <a:pt x="1061" y="764"/>
                  </a:lnTo>
                  <a:lnTo>
                    <a:pt x="1358" y="849"/>
                  </a:lnTo>
                  <a:lnTo>
                    <a:pt x="1612" y="891"/>
                  </a:lnTo>
                  <a:lnTo>
                    <a:pt x="1909" y="891"/>
                  </a:lnTo>
                  <a:lnTo>
                    <a:pt x="2206" y="849"/>
                  </a:lnTo>
                  <a:lnTo>
                    <a:pt x="2291" y="849"/>
                  </a:lnTo>
                  <a:lnTo>
                    <a:pt x="2291" y="764"/>
                  </a:lnTo>
                  <a:lnTo>
                    <a:pt x="2248" y="721"/>
                  </a:lnTo>
                  <a:lnTo>
                    <a:pt x="2206" y="679"/>
                  </a:lnTo>
                  <a:lnTo>
                    <a:pt x="1654" y="594"/>
                  </a:lnTo>
                  <a:lnTo>
                    <a:pt x="1103" y="509"/>
                  </a:lnTo>
                  <a:lnTo>
                    <a:pt x="636" y="297"/>
                  </a:lnTo>
                  <a:lnTo>
                    <a:pt x="382" y="17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65"/>
            <p:cNvSpPr/>
            <p:nvPr/>
          </p:nvSpPr>
          <p:spPr>
            <a:xfrm>
              <a:off x="4623425" y="2269400"/>
              <a:ext cx="39250" cy="14875"/>
            </a:xfrm>
            <a:custGeom>
              <a:rect b="b" l="l" r="r" t="t"/>
              <a:pathLst>
                <a:path extrusionOk="0" h="595" w="1570">
                  <a:moveTo>
                    <a:pt x="0" y="1"/>
                  </a:moveTo>
                  <a:lnTo>
                    <a:pt x="0" y="43"/>
                  </a:lnTo>
                  <a:lnTo>
                    <a:pt x="43" y="128"/>
                  </a:lnTo>
                  <a:lnTo>
                    <a:pt x="340" y="340"/>
                  </a:lnTo>
                  <a:lnTo>
                    <a:pt x="679" y="510"/>
                  </a:lnTo>
                  <a:lnTo>
                    <a:pt x="1061" y="595"/>
                  </a:lnTo>
                  <a:lnTo>
                    <a:pt x="1442" y="595"/>
                  </a:lnTo>
                  <a:lnTo>
                    <a:pt x="1527" y="552"/>
                  </a:lnTo>
                  <a:lnTo>
                    <a:pt x="1570" y="468"/>
                  </a:lnTo>
                  <a:lnTo>
                    <a:pt x="1527" y="383"/>
                  </a:lnTo>
                  <a:lnTo>
                    <a:pt x="1442" y="340"/>
                  </a:lnTo>
                  <a:lnTo>
                    <a:pt x="1103" y="298"/>
                  </a:lnTo>
                  <a:lnTo>
                    <a:pt x="764" y="256"/>
                  </a:lnTo>
                  <a:lnTo>
                    <a:pt x="424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65"/>
            <p:cNvSpPr/>
            <p:nvPr/>
          </p:nvSpPr>
          <p:spPr>
            <a:xfrm>
              <a:off x="5298975" y="2109275"/>
              <a:ext cx="46700" cy="19100"/>
            </a:xfrm>
            <a:custGeom>
              <a:rect b="b" l="l" r="r" t="t"/>
              <a:pathLst>
                <a:path extrusionOk="0" h="764" w="1868">
                  <a:moveTo>
                    <a:pt x="1316" y="0"/>
                  </a:moveTo>
                  <a:lnTo>
                    <a:pt x="1061" y="43"/>
                  </a:lnTo>
                  <a:lnTo>
                    <a:pt x="849" y="85"/>
                  </a:lnTo>
                  <a:lnTo>
                    <a:pt x="594" y="170"/>
                  </a:lnTo>
                  <a:lnTo>
                    <a:pt x="382" y="297"/>
                  </a:lnTo>
                  <a:lnTo>
                    <a:pt x="213" y="467"/>
                  </a:lnTo>
                  <a:lnTo>
                    <a:pt x="43" y="594"/>
                  </a:lnTo>
                  <a:lnTo>
                    <a:pt x="1" y="679"/>
                  </a:lnTo>
                  <a:lnTo>
                    <a:pt x="43" y="722"/>
                  </a:lnTo>
                  <a:lnTo>
                    <a:pt x="85" y="764"/>
                  </a:lnTo>
                  <a:lnTo>
                    <a:pt x="128" y="722"/>
                  </a:lnTo>
                  <a:lnTo>
                    <a:pt x="297" y="594"/>
                  </a:lnTo>
                  <a:lnTo>
                    <a:pt x="467" y="467"/>
                  </a:lnTo>
                  <a:lnTo>
                    <a:pt x="679" y="382"/>
                  </a:lnTo>
                  <a:lnTo>
                    <a:pt x="849" y="340"/>
                  </a:lnTo>
                  <a:lnTo>
                    <a:pt x="1273" y="340"/>
                  </a:lnTo>
                  <a:lnTo>
                    <a:pt x="1655" y="382"/>
                  </a:lnTo>
                  <a:lnTo>
                    <a:pt x="1782" y="382"/>
                  </a:lnTo>
                  <a:lnTo>
                    <a:pt x="1867" y="297"/>
                  </a:lnTo>
                  <a:lnTo>
                    <a:pt x="1867" y="212"/>
                  </a:lnTo>
                  <a:lnTo>
                    <a:pt x="1782" y="128"/>
                  </a:lnTo>
                  <a:lnTo>
                    <a:pt x="1570" y="43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65"/>
            <p:cNvSpPr/>
            <p:nvPr/>
          </p:nvSpPr>
          <p:spPr>
            <a:xfrm>
              <a:off x="5304275" y="2080650"/>
              <a:ext cx="41400" cy="16975"/>
            </a:xfrm>
            <a:custGeom>
              <a:rect b="b" l="l" r="r" t="t"/>
              <a:pathLst>
                <a:path extrusionOk="0" h="679" w="1656">
                  <a:moveTo>
                    <a:pt x="1146" y="0"/>
                  </a:moveTo>
                  <a:lnTo>
                    <a:pt x="934" y="42"/>
                  </a:lnTo>
                  <a:lnTo>
                    <a:pt x="722" y="42"/>
                  </a:lnTo>
                  <a:lnTo>
                    <a:pt x="552" y="127"/>
                  </a:lnTo>
                  <a:lnTo>
                    <a:pt x="340" y="212"/>
                  </a:lnTo>
                  <a:lnTo>
                    <a:pt x="170" y="339"/>
                  </a:lnTo>
                  <a:lnTo>
                    <a:pt x="43" y="467"/>
                  </a:lnTo>
                  <a:lnTo>
                    <a:pt x="1" y="551"/>
                  </a:lnTo>
                  <a:lnTo>
                    <a:pt x="43" y="636"/>
                  </a:lnTo>
                  <a:lnTo>
                    <a:pt x="128" y="679"/>
                  </a:lnTo>
                  <a:lnTo>
                    <a:pt x="213" y="636"/>
                  </a:lnTo>
                  <a:lnTo>
                    <a:pt x="510" y="467"/>
                  </a:lnTo>
                  <a:lnTo>
                    <a:pt x="807" y="339"/>
                  </a:lnTo>
                  <a:lnTo>
                    <a:pt x="1104" y="339"/>
                  </a:lnTo>
                  <a:lnTo>
                    <a:pt x="1443" y="382"/>
                  </a:lnTo>
                  <a:lnTo>
                    <a:pt x="1570" y="382"/>
                  </a:lnTo>
                  <a:lnTo>
                    <a:pt x="1655" y="297"/>
                  </a:lnTo>
                  <a:lnTo>
                    <a:pt x="1613" y="170"/>
                  </a:lnTo>
                  <a:lnTo>
                    <a:pt x="1613" y="127"/>
                  </a:lnTo>
                  <a:lnTo>
                    <a:pt x="1528" y="85"/>
                  </a:lnTo>
                  <a:lnTo>
                    <a:pt x="1358" y="42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491" name="Google Shape;2491;p65" title="WhatsApp Image 2025-12-04 at 01.12.0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2575" y="2485375"/>
            <a:ext cx="3878852" cy="195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cha Time! by Slidesgo">
  <a:themeElements>
    <a:clrScheme name="Simple Light">
      <a:dk1>
        <a:srgbClr val="2C1100"/>
      </a:dk1>
      <a:lt1>
        <a:srgbClr val="FFFAF4"/>
      </a:lt1>
      <a:dk2>
        <a:srgbClr val="71B90D"/>
      </a:dk2>
      <a:lt2>
        <a:srgbClr val="5A8408"/>
      </a:lt2>
      <a:accent1>
        <a:srgbClr val="8E2B00"/>
      </a:accent1>
      <a:accent2>
        <a:srgbClr val="C94106"/>
      </a:accent2>
      <a:accent3>
        <a:srgbClr val="6D2100"/>
      </a:accent3>
      <a:accent4>
        <a:srgbClr val="8EE01B"/>
      </a:accent4>
      <a:accent5>
        <a:srgbClr val="90CE39"/>
      </a:accent5>
      <a:accent6>
        <a:srgbClr val="325700"/>
      </a:accent6>
      <a:hlink>
        <a:srgbClr val="2C11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